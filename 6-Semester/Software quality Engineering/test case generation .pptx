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67" r:id="rId3"/>
    <p:sldId id="266" r:id="rId4"/>
    <p:sldId id="281" r:id="rId5"/>
    <p:sldId id="271" r:id="rId6"/>
    <p:sldId id="272" r:id="rId7"/>
    <p:sldId id="257" r:id="rId8"/>
    <p:sldId id="279" r:id="rId9"/>
    <p:sldId id="258" r:id="rId10"/>
    <p:sldId id="269" r:id="rId11"/>
    <p:sldId id="259" r:id="rId12"/>
    <p:sldId id="261" r:id="rId13"/>
    <p:sldId id="268" r:id="rId14"/>
    <p:sldId id="276" r:id="rId15"/>
    <p:sldId id="273" r:id="rId16"/>
    <p:sldId id="278" r:id="rId17"/>
    <p:sldId id="274" r:id="rId18"/>
    <p:sldId id="277" r:id="rId19"/>
    <p:sldId id="275" r:id="rId20"/>
    <p:sldId id="282" r:id="rId21"/>
    <p:sldId id="280" r:id="rId22"/>
  </p:sldIdLst>
  <p:sldSz cx="14630400" cy="8229600"/>
  <p:notesSz cx="8229600" cy="14630400"/>
  <p:embeddedFontLst>
    <p:embeddedFont>
      <p:font typeface="Abadi" panose="020B0604020104020204" pitchFamily="34" charset="0"/>
      <p:regular r:id="rId24"/>
    </p:embeddedFont>
    <p:embeddedFont>
      <p:font typeface="Open Sans" panose="020B0606030504020204" pitchFamily="34" charset="0"/>
      <p:regular r:id="rId25"/>
      <p:bold r:id="rId26"/>
      <p:italic r:id="rId27"/>
      <p:boldItalic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8" d="100"/>
          <a:sy n="58" d="100"/>
        </p:scale>
        <p:origin x="7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yan Ali" userId="6e103ef35a91c1a5" providerId="LiveId" clId="{3B010862-7AF6-471D-9660-65B440A7598B}"/>
    <pc:docChg chg="undo custSel modSld">
      <pc:chgData name="Shayan Ali" userId="6e103ef35a91c1a5" providerId="LiveId" clId="{3B010862-7AF6-471D-9660-65B440A7598B}" dt="2025-05-31T09:39:10.295" v="31" actId="1076"/>
      <pc:docMkLst>
        <pc:docMk/>
      </pc:docMkLst>
      <pc:sldChg chg="addSp delSp modSp mod">
        <pc:chgData name="Shayan Ali" userId="6e103ef35a91c1a5" providerId="LiveId" clId="{3B010862-7AF6-471D-9660-65B440A7598B}" dt="2025-05-31T09:34:40.892" v="17" actId="1076"/>
        <pc:sldMkLst>
          <pc:docMk/>
          <pc:sldMk cId="2839586025" sldId="273"/>
        </pc:sldMkLst>
        <pc:spChg chg="add del">
          <ac:chgData name="Shayan Ali" userId="6e103ef35a91c1a5" providerId="LiveId" clId="{3B010862-7AF6-471D-9660-65B440A7598B}" dt="2025-05-31T09:32:41.362" v="8" actId="22"/>
          <ac:spMkLst>
            <pc:docMk/>
            <pc:sldMk cId="2839586025" sldId="273"/>
            <ac:spMk id="7" creationId="{D6BE5C87-47FA-2F91-8244-EC8BA5C041D7}"/>
          </ac:spMkLst>
        </pc:spChg>
        <pc:spChg chg="add del mod">
          <ac:chgData name="Shayan Ali" userId="6e103ef35a91c1a5" providerId="LiveId" clId="{3B010862-7AF6-471D-9660-65B440A7598B}" dt="2025-05-31T09:33:00.358" v="11" actId="478"/>
          <ac:spMkLst>
            <pc:docMk/>
            <pc:sldMk cId="2839586025" sldId="273"/>
            <ac:spMk id="10" creationId="{61B48EE4-7B44-4D14-482E-2FBDD3F0604B}"/>
          </ac:spMkLst>
        </pc:spChg>
        <pc:picChg chg="add del mod">
          <ac:chgData name="Shayan Ali" userId="6e103ef35a91c1a5" providerId="LiveId" clId="{3B010862-7AF6-471D-9660-65B440A7598B}" dt="2025-05-31T09:31:39.807" v="6" actId="478"/>
          <ac:picMkLst>
            <pc:docMk/>
            <pc:sldMk cId="2839586025" sldId="273"/>
            <ac:picMk id="3" creationId="{2160A627-4FFE-426A-6E52-AD48902A787A}"/>
          </ac:picMkLst>
        </pc:picChg>
        <pc:picChg chg="del">
          <ac:chgData name="Shayan Ali" userId="6e103ef35a91c1a5" providerId="LiveId" clId="{3B010862-7AF6-471D-9660-65B440A7598B}" dt="2025-05-31T09:31:01.665" v="0" actId="478"/>
          <ac:picMkLst>
            <pc:docMk/>
            <pc:sldMk cId="2839586025" sldId="273"/>
            <ac:picMk id="5" creationId="{009CD74A-E63E-D63C-B591-1A10D3A180BD}"/>
          </ac:picMkLst>
        </pc:picChg>
        <pc:picChg chg="add mod">
          <ac:chgData name="Shayan Ali" userId="6e103ef35a91c1a5" providerId="LiveId" clId="{3B010862-7AF6-471D-9660-65B440A7598B}" dt="2025-05-31T09:34:40.892" v="17" actId="1076"/>
          <ac:picMkLst>
            <pc:docMk/>
            <pc:sldMk cId="2839586025" sldId="273"/>
            <ac:picMk id="12" creationId="{55850DFE-16EC-82F5-4400-9827CDDFE394}"/>
          </ac:picMkLst>
        </pc:picChg>
      </pc:sldChg>
      <pc:sldChg chg="addSp delSp modSp mod">
        <pc:chgData name="Shayan Ali" userId="6e103ef35a91c1a5" providerId="LiveId" clId="{3B010862-7AF6-471D-9660-65B440A7598B}" dt="2025-05-31T09:37:05.455" v="24" actId="1076"/>
        <pc:sldMkLst>
          <pc:docMk/>
          <pc:sldMk cId="1092942942" sldId="274"/>
        </pc:sldMkLst>
        <pc:picChg chg="del">
          <ac:chgData name="Shayan Ali" userId="6e103ef35a91c1a5" providerId="LiveId" clId="{3B010862-7AF6-471D-9660-65B440A7598B}" dt="2025-05-31T09:36:49.508" v="18" actId="478"/>
          <ac:picMkLst>
            <pc:docMk/>
            <pc:sldMk cId="1092942942" sldId="274"/>
            <ac:picMk id="2" creationId="{FCA65C70-5756-18BA-7B76-903B18A727B9}"/>
          </ac:picMkLst>
        </pc:picChg>
        <pc:picChg chg="add mod">
          <ac:chgData name="Shayan Ali" userId="6e103ef35a91c1a5" providerId="LiveId" clId="{3B010862-7AF6-471D-9660-65B440A7598B}" dt="2025-05-31T09:37:05.455" v="24" actId="1076"/>
          <ac:picMkLst>
            <pc:docMk/>
            <pc:sldMk cId="1092942942" sldId="274"/>
            <ac:picMk id="4" creationId="{884814EC-923C-059F-DED9-4B77D02BDC76}"/>
          </ac:picMkLst>
        </pc:picChg>
        <pc:picChg chg="del">
          <ac:chgData name="Shayan Ali" userId="6e103ef35a91c1a5" providerId="LiveId" clId="{3B010862-7AF6-471D-9660-65B440A7598B}" dt="2025-05-31T09:36:51.707" v="19" actId="478"/>
          <ac:picMkLst>
            <pc:docMk/>
            <pc:sldMk cId="1092942942" sldId="274"/>
            <ac:picMk id="8" creationId="{F761B4AA-2202-D0EF-7110-0EAF640671C0}"/>
          </ac:picMkLst>
        </pc:picChg>
      </pc:sldChg>
      <pc:sldChg chg="addSp delSp modSp mod">
        <pc:chgData name="Shayan Ali" userId="6e103ef35a91c1a5" providerId="LiveId" clId="{3B010862-7AF6-471D-9660-65B440A7598B}" dt="2025-05-31T09:39:10.295" v="31" actId="1076"/>
        <pc:sldMkLst>
          <pc:docMk/>
          <pc:sldMk cId="534968152" sldId="275"/>
        </pc:sldMkLst>
        <pc:picChg chg="del">
          <ac:chgData name="Shayan Ali" userId="6e103ef35a91c1a5" providerId="LiveId" clId="{3B010862-7AF6-471D-9660-65B440A7598B}" dt="2025-05-31T09:38:57.656" v="25" actId="478"/>
          <ac:picMkLst>
            <pc:docMk/>
            <pc:sldMk cId="534968152" sldId="275"/>
            <ac:picMk id="2" creationId="{60978D30-835F-D462-501A-13F8E4BD6F9A}"/>
          </ac:picMkLst>
        </pc:picChg>
        <pc:picChg chg="add mod">
          <ac:chgData name="Shayan Ali" userId="6e103ef35a91c1a5" providerId="LiveId" clId="{3B010862-7AF6-471D-9660-65B440A7598B}" dt="2025-05-31T09:39:10.295" v="31" actId="1076"/>
          <ac:picMkLst>
            <pc:docMk/>
            <pc:sldMk cId="534968152" sldId="275"/>
            <ac:picMk id="4" creationId="{D3C63D30-6686-6F20-D9FB-6BE13B83984E}"/>
          </ac:picMkLst>
        </pc:picChg>
        <pc:picChg chg="del">
          <ac:chgData name="Shayan Ali" userId="6e103ef35a91c1a5" providerId="LiveId" clId="{3B010862-7AF6-471D-9660-65B440A7598B}" dt="2025-05-31T09:38:58.958" v="26" actId="478"/>
          <ac:picMkLst>
            <pc:docMk/>
            <pc:sldMk cId="534968152" sldId="275"/>
            <ac:picMk id="5" creationId="{2BB43B13-40DF-B095-FF56-267B9EAB0603}"/>
          </ac:picMkLst>
        </pc:picChg>
      </pc:sldChg>
    </pc:docChg>
  </pc:docChgLst>
  <pc:docChgLst>
    <pc:chgData name="Shayan Ali" userId="6e103ef35a91c1a5" providerId="LiveId" clId="{9B26139D-0B4B-4833-83A0-B851CD4473F8}"/>
    <pc:docChg chg="undo redo custSel addSld delSld modSld sldOrd">
      <pc:chgData name="Shayan Ali" userId="6e103ef35a91c1a5" providerId="LiveId" clId="{9B26139D-0B4B-4833-83A0-B851CD4473F8}" dt="2025-05-23T05:56:27.172" v="1589" actId="1076"/>
      <pc:docMkLst>
        <pc:docMk/>
      </pc:docMkLst>
      <pc:sldChg chg="addSp delSp modSp mod">
        <pc:chgData name="Shayan Ali" userId="6e103ef35a91c1a5" providerId="LiveId" clId="{9B26139D-0B4B-4833-83A0-B851CD4473F8}" dt="2025-05-23T05:39:24.758" v="1514" actId="14100"/>
        <pc:sldMkLst>
          <pc:docMk/>
          <pc:sldMk cId="0" sldId="256"/>
        </pc:sldMkLst>
        <pc:spChg chg="add mod">
          <ac:chgData name="Shayan Ali" userId="6e103ef35a91c1a5" providerId="LiveId" clId="{9B26139D-0B4B-4833-83A0-B851CD4473F8}" dt="2025-05-22T18:57:17.832" v="46" actId="1076"/>
          <ac:spMkLst>
            <pc:docMk/>
            <pc:sldMk cId="0" sldId="256"/>
            <ac:spMk id="2" creationId="{AC9104CB-1234-15E0-F649-57307C71186C}"/>
          </ac:spMkLst>
        </pc:spChg>
        <pc:spChg chg="mod">
          <ac:chgData name="Shayan Ali" userId="6e103ef35a91c1a5" providerId="LiveId" clId="{9B26139D-0B4B-4833-83A0-B851CD4473F8}" dt="2025-05-22T19:45:46.392" v="450" actId="1076"/>
          <ac:spMkLst>
            <pc:docMk/>
            <pc:sldMk cId="0" sldId="256"/>
            <ac:spMk id="3" creationId="{00000000-0000-0000-0000-000000000000}"/>
          </ac:spMkLst>
        </pc:spChg>
        <pc:spChg chg="add mod">
          <ac:chgData name="Shayan Ali" userId="6e103ef35a91c1a5" providerId="LiveId" clId="{9B26139D-0B4B-4833-83A0-B851CD4473F8}" dt="2025-05-23T05:39:24.758" v="1514" actId="14100"/>
          <ac:spMkLst>
            <pc:docMk/>
            <pc:sldMk cId="0" sldId="256"/>
            <ac:spMk id="8" creationId="{841DEE6F-4DC9-4E26-D914-D11C7EB0C212}"/>
          </ac:spMkLst>
        </pc:spChg>
        <pc:picChg chg="add mod modCrop">
          <ac:chgData name="Shayan Ali" userId="6e103ef35a91c1a5" providerId="LiveId" clId="{9B26139D-0B4B-4833-83A0-B851CD4473F8}" dt="2025-05-22T19:14:22.904" v="57" actId="1076"/>
          <ac:picMkLst>
            <pc:docMk/>
            <pc:sldMk cId="0" sldId="256"/>
            <ac:picMk id="6" creationId="{F8ACE74C-33B7-B574-9793-D5C4437EEB1B}"/>
          </ac:picMkLst>
        </pc:picChg>
      </pc:sldChg>
      <pc:sldChg chg="addSp delSp modSp mod">
        <pc:chgData name="Shayan Ali" userId="6e103ef35a91c1a5" providerId="LiveId" clId="{9B26139D-0B4B-4833-83A0-B851CD4473F8}" dt="2025-05-23T05:47:47.149" v="1545" actId="478"/>
        <pc:sldMkLst>
          <pc:docMk/>
          <pc:sldMk cId="0" sldId="257"/>
        </pc:sldMkLst>
        <pc:spChg chg="mod">
          <ac:chgData name="Shayan Ali" userId="6e103ef35a91c1a5" providerId="LiveId" clId="{9B26139D-0B4B-4833-83A0-B851CD4473F8}" dt="2025-05-22T19:31:37.976" v="249" actId="1076"/>
          <ac:spMkLst>
            <pc:docMk/>
            <pc:sldMk cId="0" sldId="257"/>
            <ac:spMk id="2" creationId="{00000000-0000-0000-0000-000000000000}"/>
          </ac:spMkLst>
        </pc:spChg>
        <pc:spChg chg="mod">
          <ac:chgData name="Shayan Ali" userId="6e103ef35a91c1a5" providerId="LiveId" clId="{9B26139D-0B4B-4833-83A0-B851CD4473F8}" dt="2025-05-22T19:31:50.816" v="254" actId="113"/>
          <ac:spMkLst>
            <pc:docMk/>
            <pc:sldMk cId="0" sldId="257"/>
            <ac:spMk id="4" creationId="{00000000-0000-0000-0000-000000000000}"/>
          </ac:spMkLst>
        </pc:spChg>
        <pc:spChg chg="add del mod">
          <ac:chgData name="Shayan Ali" userId="6e103ef35a91c1a5" providerId="LiveId" clId="{9B26139D-0B4B-4833-83A0-B851CD4473F8}" dt="2025-05-22T19:31:02.654" v="236" actId="6549"/>
          <ac:spMkLst>
            <pc:docMk/>
            <pc:sldMk cId="0" sldId="257"/>
            <ac:spMk id="6" creationId="{00000000-0000-0000-0000-000000000000}"/>
          </ac:spMkLst>
        </pc:spChg>
        <pc:spChg chg="add mod">
          <ac:chgData name="Shayan Ali" userId="6e103ef35a91c1a5" providerId="LiveId" clId="{9B26139D-0B4B-4833-83A0-B851CD4473F8}" dt="2025-05-22T19:32:23.491" v="262" actId="6549"/>
          <ac:spMkLst>
            <pc:docMk/>
            <pc:sldMk cId="0" sldId="257"/>
            <ac:spMk id="12" creationId="{88EEA78D-D6C7-2C57-C22C-290F6DAFEFB3}"/>
          </ac:spMkLst>
        </pc:spChg>
        <pc:spChg chg="add mod">
          <ac:chgData name="Shayan Ali" userId="6e103ef35a91c1a5" providerId="LiveId" clId="{9B26139D-0B4B-4833-83A0-B851CD4473F8}" dt="2025-05-22T19:34:09.684" v="295" actId="1076"/>
          <ac:spMkLst>
            <pc:docMk/>
            <pc:sldMk cId="0" sldId="257"/>
            <ac:spMk id="13" creationId="{40475D8A-1E99-9353-9CF2-F97312D68C41}"/>
          </ac:spMkLst>
        </pc:spChg>
      </pc:sldChg>
      <pc:sldChg chg="addSp delSp modSp mod">
        <pc:chgData name="Shayan Ali" userId="6e103ef35a91c1a5" providerId="LiveId" clId="{9B26139D-0B4B-4833-83A0-B851CD4473F8}" dt="2025-05-22T19:46:37.322" v="456" actId="113"/>
        <pc:sldMkLst>
          <pc:docMk/>
          <pc:sldMk cId="0" sldId="258"/>
        </pc:sldMkLst>
        <pc:spChg chg="mod">
          <ac:chgData name="Shayan Ali" userId="6e103ef35a91c1a5" providerId="LiveId" clId="{9B26139D-0B4B-4833-83A0-B851CD4473F8}" dt="2025-05-22T19:42:17.654" v="398" actId="1076"/>
          <ac:spMkLst>
            <pc:docMk/>
            <pc:sldMk cId="0" sldId="258"/>
            <ac:spMk id="3" creationId="{00000000-0000-0000-0000-000000000000}"/>
          </ac:spMkLst>
        </pc:spChg>
        <pc:spChg chg="mod">
          <ac:chgData name="Shayan Ali" userId="6e103ef35a91c1a5" providerId="LiveId" clId="{9B26139D-0B4B-4833-83A0-B851CD4473F8}" dt="2025-05-22T19:46:37.322" v="456" actId="113"/>
          <ac:spMkLst>
            <pc:docMk/>
            <pc:sldMk cId="0" sldId="258"/>
            <ac:spMk id="7" creationId="{00000000-0000-0000-0000-000000000000}"/>
          </ac:spMkLst>
        </pc:spChg>
        <pc:picChg chg="add mod">
          <ac:chgData name="Shayan Ali" userId="6e103ef35a91c1a5" providerId="LiveId" clId="{9B26139D-0B4B-4833-83A0-B851CD4473F8}" dt="2025-05-22T19:45:08.679" v="443" actId="1076"/>
          <ac:picMkLst>
            <pc:docMk/>
            <pc:sldMk cId="0" sldId="258"/>
            <ac:picMk id="4" creationId="{69DD790E-DC6A-844A-5952-A0489A29F671}"/>
          </ac:picMkLst>
        </pc:picChg>
        <pc:picChg chg="add mod">
          <ac:chgData name="Shayan Ali" userId="6e103ef35a91c1a5" providerId="LiveId" clId="{9B26139D-0B4B-4833-83A0-B851CD4473F8}" dt="2025-05-22T19:41:56.970" v="388" actId="1076"/>
          <ac:picMkLst>
            <pc:docMk/>
            <pc:sldMk cId="0" sldId="258"/>
            <ac:picMk id="19" creationId="{87493BCF-574E-A470-097E-4B029B010484}"/>
          </ac:picMkLst>
        </pc:picChg>
      </pc:sldChg>
      <pc:sldChg chg="addSp delSp modSp mod ord">
        <pc:chgData name="Shayan Ali" userId="6e103ef35a91c1a5" providerId="LiveId" clId="{9B26139D-0B4B-4833-83A0-B851CD4473F8}" dt="2025-05-22T20:08:18.423" v="720" actId="14100"/>
        <pc:sldMkLst>
          <pc:docMk/>
          <pc:sldMk cId="0" sldId="259"/>
        </pc:sldMkLst>
        <pc:spChg chg="mod">
          <ac:chgData name="Shayan Ali" userId="6e103ef35a91c1a5" providerId="LiveId" clId="{9B26139D-0B4B-4833-83A0-B851CD4473F8}" dt="2025-05-22T20:08:18.423" v="720" actId="14100"/>
          <ac:spMkLst>
            <pc:docMk/>
            <pc:sldMk cId="0" sldId="259"/>
            <ac:spMk id="3" creationId="{00000000-0000-0000-0000-000000000000}"/>
          </ac:spMkLst>
        </pc:spChg>
        <pc:spChg chg="mod">
          <ac:chgData name="Shayan Ali" userId="6e103ef35a91c1a5" providerId="LiveId" clId="{9B26139D-0B4B-4833-83A0-B851CD4473F8}" dt="2025-05-22T19:56:30.094" v="554" actId="2711"/>
          <ac:spMkLst>
            <pc:docMk/>
            <pc:sldMk cId="0" sldId="259"/>
            <ac:spMk id="6" creationId="{00000000-0000-0000-0000-000000000000}"/>
          </ac:spMkLst>
        </pc:spChg>
        <pc:spChg chg="mod">
          <ac:chgData name="Shayan Ali" userId="6e103ef35a91c1a5" providerId="LiveId" clId="{9B26139D-0B4B-4833-83A0-B851CD4473F8}" dt="2025-05-22T19:56:35.113" v="555" actId="2711"/>
          <ac:spMkLst>
            <pc:docMk/>
            <pc:sldMk cId="0" sldId="259"/>
            <ac:spMk id="9" creationId="{00000000-0000-0000-0000-000000000000}"/>
          </ac:spMkLst>
        </pc:spChg>
        <pc:spChg chg="mod">
          <ac:chgData name="Shayan Ali" userId="6e103ef35a91c1a5" providerId="LiveId" clId="{9B26139D-0B4B-4833-83A0-B851CD4473F8}" dt="2025-05-22T19:56:25.007" v="553" actId="2711"/>
          <ac:spMkLst>
            <pc:docMk/>
            <pc:sldMk cId="0" sldId="259"/>
            <ac:spMk id="12" creationId="{00000000-0000-0000-0000-000000000000}"/>
          </ac:spMkLst>
        </pc:spChg>
        <pc:spChg chg="mod">
          <ac:chgData name="Shayan Ali" userId="6e103ef35a91c1a5" providerId="LiveId" clId="{9B26139D-0B4B-4833-83A0-B851CD4473F8}" dt="2025-05-22T19:57:01.652" v="565" actId="2711"/>
          <ac:spMkLst>
            <pc:docMk/>
            <pc:sldMk cId="0" sldId="259"/>
            <ac:spMk id="15" creationId="{00000000-0000-0000-0000-000000000000}"/>
          </ac:spMkLst>
        </pc:spChg>
        <pc:picChg chg="add mod modCrop">
          <ac:chgData name="Shayan Ali" userId="6e103ef35a91c1a5" providerId="LiveId" clId="{9B26139D-0B4B-4833-83A0-B851CD4473F8}" dt="2025-05-22T19:59:54.590" v="581" actId="1076"/>
          <ac:picMkLst>
            <pc:docMk/>
            <pc:sldMk cId="0" sldId="259"/>
            <ac:picMk id="16" creationId="{2941DA4D-53DA-39D5-6FD5-88C1D6044935}"/>
          </ac:picMkLst>
        </pc:picChg>
      </pc:sldChg>
      <pc:sldChg chg="del ord">
        <pc:chgData name="Shayan Ali" userId="6e103ef35a91c1a5" providerId="LiveId" clId="{9B26139D-0B4B-4833-83A0-B851CD4473F8}" dt="2025-05-22T20:17:56.056" v="810" actId="47"/>
        <pc:sldMkLst>
          <pc:docMk/>
          <pc:sldMk cId="0" sldId="260"/>
        </pc:sldMkLst>
      </pc:sldChg>
      <pc:sldChg chg="addSp delSp modSp mod ord">
        <pc:chgData name="Shayan Ali" userId="6e103ef35a91c1a5" providerId="LiveId" clId="{9B26139D-0B4B-4833-83A0-B851CD4473F8}" dt="2025-05-22T20:05:36.857" v="657" actId="113"/>
        <pc:sldMkLst>
          <pc:docMk/>
          <pc:sldMk cId="0" sldId="261"/>
        </pc:sldMkLst>
        <pc:spChg chg="mod">
          <ac:chgData name="Shayan Ali" userId="6e103ef35a91c1a5" providerId="LiveId" clId="{9B26139D-0B4B-4833-83A0-B851CD4473F8}" dt="2025-05-22T20:02:20.711" v="635" actId="122"/>
          <ac:spMkLst>
            <pc:docMk/>
            <pc:sldMk cId="0" sldId="261"/>
            <ac:spMk id="3" creationId="{00000000-0000-0000-0000-000000000000}"/>
          </ac:spMkLst>
        </pc:spChg>
        <pc:spChg chg="mod">
          <ac:chgData name="Shayan Ali" userId="6e103ef35a91c1a5" providerId="LiveId" clId="{9B26139D-0B4B-4833-83A0-B851CD4473F8}" dt="2025-05-22T20:02:28.729" v="636" actId="403"/>
          <ac:spMkLst>
            <pc:docMk/>
            <pc:sldMk cId="0" sldId="261"/>
            <ac:spMk id="8" creationId="{00000000-0000-0000-0000-000000000000}"/>
          </ac:spMkLst>
        </pc:spChg>
        <pc:spChg chg="mod">
          <ac:chgData name="Shayan Ali" userId="6e103ef35a91c1a5" providerId="LiveId" clId="{9B26139D-0B4B-4833-83A0-B851CD4473F8}" dt="2025-05-22T20:02:32.838" v="639" actId="404"/>
          <ac:spMkLst>
            <pc:docMk/>
            <pc:sldMk cId="0" sldId="261"/>
            <ac:spMk id="9" creationId="{00000000-0000-0000-0000-000000000000}"/>
          </ac:spMkLst>
        </pc:spChg>
        <pc:spChg chg="mod">
          <ac:chgData name="Shayan Ali" userId="6e103ef35a91c1a5" providerId="LiveId" clId="{9B26139D-0B4B-4833-83A0-B851CD4473F8}" dt="2025-05-22T20:02:38.389" v="640" actId="403"/>
          <ac:spMkLst>
            <pc:docMk/>
            <pc:sldMk cId="0" sldId="261"/>
            <ac:spMk id="13" creationId="{00000000-0000-0000-0000-000000000000}"/>
          </ac:spMkLst>
        </pc:spChg>
        <pc:spChg chg="mod">
          <ac:chgData name="Shayan Ali" userId="6e103ef35a91c1a5" providerId="LiveId" clId="{9B26139D-0B4B-4833-83A0-B851CD4473F8}" dt="2025-05-22T20:05:36.857" v="657" actId="113"/>
          <ac:spMkLst>
            <pc:docMk/>
            <pc:sldMk cId="0" sldId="261"/>
            <ac:spMk id="14" creationId="{00000000-0000-0000-0000-000000000000}"/>
          </ac:spMkLst>
        </pc:spChg>
        <pc:spChg chg="mod">
          <ac:chgData name="Shayan Ali" userId="6e103ef35a91c1a5" providerId="LiveId" clId="{9B26139D-0B4B-4833-83A0-B851CD4473F8}" dt="2025-05-22T20:02:43.833" v="642" actId="403"/>
          <ac:spMkLst>
            <pc:docMk/>
            <pc:sldMk cId="0" sldId="261"/>
            <ac:spMk id="18" creationId="{00000000-0000-0000-0000-000000000000}"/>
          </ac:spMkLst>
        </pc:spChg>
        <pc:spChg chg="mod">
          <ac:chgData name="Shayan Ali" userId="6e103ef35a91c1a5" providerId="LiveId" clId="{9B26139D-0B4B-4833-83A0-B851CD4473F8}" dt="2025-05-22T20:02:46.417" v="643" actId="403"/>
          <ac:spMkLst>
            <pc:docMk/>
            <pc:sldMk cId="0" sldId="261"/>
            <ac:spMk id="19" creationId="{00000000-0000-0000-0000-000000000000}"/>
          </ac:spMkLst>
        </pc:spChg>
        <pc:picChg chg="add mod modCrop">
          <ac:chgData name="Shayan Ali" userId="6e103ef35a91c1a5" providerId="LiveId" clId="{9B26139D-0B4B-4833-83A0-B851CD4473F8}" dt="2025-05-22T20:05:26.928" v="655" actId="1076"/>
          <ac:picMkLst>
            <pc:docMk/>
            <pc:sldMk cId="0" sldId="261"/>
            <ac:picMk id="6" creationId="{F1A254E9-4D06-D128-629E-0AC5595461A6}"/>
          </ac:picMkLst>
        </pc:picChg>
      </pc:sldChg>
      <pc:sldChg chg="del">
        <pc:chgData name="Shayan Ali" userId="6e103ef35a91c1a5" providerId="LiveId" clId="{9B26139D-0B4B-4833-83A0-B851CD4473F8}" dt="2025-05-22T20:17:54.135" v="809" actId="47"/>
        <pc:sldMkLst>
          <pc:docMk/>
          <pc:sldMk cId="0" sldId="263"/>
        </pc:sldMkLst>
      </pc:sldChg>
      <pc:sldChg chg="del">
        <pc:chgData name="Shayan Ali" userId="6e103ef35a91c1a5" providerId="LiveId" clId="{9B26139D-0B4B-4833-83A0-B851CD4473F8}" dt="2025-05-22T20:17:58.134" v="811" actId="47"/>
        <pc:sldMkLst>
          <pc:docMk/>
          <pc:sldMk cId="0" sldId="264"/>
        </pc:sldMkLst>
      </pc:sldChg>
      <pc:sldChg chg="del">
        <pc:chgData name="Shayan Ali" userId="6e103ef35a91c1a5" providerId="LiveId" clId="{9B26139D-0B4B-4833-83A0-B851CD4473F8}" dt="2025-05-22T19:52:27.348" v="513" actId="47"/>
        <pc:sldMkLst>
          <pc:docMk/>
          <pc:sldMk cId="0" sldId="265"/>
        </pc:sldMkLst>
      </pc:sldChg>
      <pc:sldChg chg="addSp delSp modSp mod">
        <pc:chgData name="Shayan Ali" userId="6e103ef35a91c1a5" providerId="LiveId" clId="{9B26139D-0B4B-4833-83A0-B851CD4473F8}" dt="2025-05-23T05:45:19.171" v="1538" actId="14100"/>
        <pc:sldMkLst>
          <pc:docMk/>
          <pc:sldMk cId="2887383768" sldId="266"/>
        </pc:sldMkLst>
        <pc:spChg chg="mod">
          <ac:chgData name="Shayan Ali" userId="6e103ef35a91c1a5" providerId="LiveId" clId="{9B26139D-0B4B-4833-83A0-B851CD4473F8}" dt="2025-05-23T05:45:16.187" v="1537" actId="14100"/>
          <ac:spMkLst>
            <pc:docMk/>
            <pc:sldMk cId="2887383768" sldId="266"/>
            <ac:spMk id="12" creationId="{D8069F1D-FC6A-40B0-847C-7449B8446F07}"/>
          </ac:spMkLst>
        </pc:spChg>
        <pc:spChg chg="mod">
          <ac:chgData name="Shayan Ali" userId="6e103ef35a91c1a5" providerId="LiveId" clId="{9B26139D-0B4B-4833-83A0-B851CD4473F8}" dt="2025-05-23T05:45:19.171" v="1538" actId="14100"/>
          <ac:spMkLst>
            <pc:docMk/>
            <pc:sldMk cId="2887383768" sldId="266"/>
            <ac:spMk id="14" creationId="{923CCEDD-0AF8-410C-B0D1-B43A92256515}"/>
          </ac:spMkLst>
        </pc:spChg>
        <pc:picChg chg="add mod">
          <ac:chgData name="Shayan Ali" userId="6e103ef35a91c1a5" providerId="LiveId" clId="{9B26139D-0B4B-4833-83A0-B851CD4473F8}" dt="2025-05-23T05:45:13.002" v="1536" actId="14100"/>
          <ac:picMkLst>
            <pc:docMk/>
            <pc:sldMk cId="2887383768" sldId="266"/>
            <ac:picMk id="3" creationId="{61CA83DC-A535-BF22-04FE-14A05D80EC87}"/>
          </ac:picMkLst>
        </pc:picChg>
      </pc:sldChg>
      <pc:sldChg chg="modSp mod">
        <pc:chgData name="Shayan Ali" userId="6e103ef35a91c1a5" providerId="LiveId" clId="{9B26139D-0B4B-4833-83A0-B851CD4473F8}" dt="2025-05-23T05:39:07.628" v="1509" actId="1076"/>
        <pc:sldMkLst>
          <pc:docMk/>
          <pc:sldMk cId="1207016582" sldId="267"/>
        </pc:sldMkLst>
        <pc:spChg chg="mod">
          <ac:chgData name="Shayan Ali" userId="6e103ef35a91c1a5" providerId="LiveId" clId="{9B26139D-0B4B-4833-83A0-B851CD4473F8}" dt="2025-05-23T05:39:07.628" v="1509" actId="1076"/>
          <ac:spMkLst>
            <pc:docMk/>
            <pc:sldMk cId="1207016582" sldId="267"/>
            <ac:spMk id="2" creationId="{255FDDD8-03B2-40EA-AF1B-F0E8839829EA}"/>
          </ac:spMkLst>
        </pc:spChg>
        <pc:spChg chg="mod">
          <ac:chgData name="Shayan Ali" userId="6e103ef35a91c1a5" providerId="LiveId" clId="{9B26139D-0B4B-4833-83A0-B851CD4473F8}" dt="2025-05-23T05:38:13.464" v="1492" actId="108"/>
          <ac:spMkLst>
            <pc:docMk/>
            <pc:sldMk cId="1207016582" sldId="267"/>
            <ac:spMk id="3" creationId="{955FB5A0-DA9E-4228-84DC-EB232B788FC1}"/>
          </ac:spMkLst>
        </pc:spChg>
      </pc:sldChg>
      <pc:sldChg chg="addSp delSp modSp mod">
        <pc:chgData name="Shayan Ali" userId="6e103ef35a91c1a5" providerId="LiveId" clId="{9B26139D-0B4B-4833-83A0-B851CD4473F8}" dt="2025-05-22T20:11:22.664" v="778" actId="1076"/>
        <pc:sldMkLst>
          <pc:docMk/>
          <pc:sldMk cId="2643714932" sldId="268"/>
        </pc:sldMkLst>
        <pc:spChg chg="add mod">
          <ac:chgData name="Shayan Ali" userId="6e103ef35a91c1a5" providerId="LiveId" clId="{9B26139D-0B4B-4833-83A0-B851CD4473F8}" dt="2025-05-22T20:10:25.401" v="757" actId="20577"/>
          <ac:spMkLst>
            <pc:docMk/>
            <pc:sldMk cId="2643714932" sldId="268"/>
            <ac:spMk id="2" creationId="{059163C3-0F2B-FD45-EAA3-06D09526BC03}"/>
          </ac:spMkLst>
        </pc:spChg>
        <pc:spChg chg="mod">
          <ac:chgData name="Shayan Ali" userId="6e103ef35a91c1a5" providerId="LiveId" clId="{9B26139D-0B4B-4833-83A0-B851CD4473F8}" dt="2025-05-22T20:09:10.510" v="733" actId="122"/>
          <ac:spMkLst>
            <pc:docMk/>
            <pc:sldMk cId="2643714932" sldId="268"/>
            <ac:spMk id="3" creationId="{00000000-0000-0000-0000-000000000000}"/>
          </ac:spMkLst>
        </pc:spChg>
        <pc:spChg chg="add mod">
          <ac:chgData name="Shayan Ali" userId="6e103ef35a91c1a5" providerId="LiveId" clId="{9B26139D-0B4B-4833-83A0-B851CD4473F8}" dt="2025-05-22T20:11:04.303" v="776" actId="20577"/>
          <ac:spMkLst>
            <pc:docMk/>
            <pc:sldMk cId="2643714932" sldId="268"/>
            <ac:spMk id="4" creationId="{74091CFE-B2F5-A7C2-CF2A-A3221E0BE935}"/>
          </ac:spMkLst>
        </pc:spChg>
        <pc:picChg chg="add mod">
          <ac:chgData name="Shayan Ali" userId="6e103ef35a91c1a5" providerId="LiveId" clId="{9B26139D-0B4B-4833-83A0-B851CD4473F8}" dt="2025-05-22T20:11:22.664" v="778" actId="1076"/>
          <ac:picMkLst>
            <pc:docMk/>
            <pc:sldMk cId="2643714932" sldId="268"/>
            <ac:picMk id="6" creationId="{9B717ADE-0E3F-113C-B2E7-1EDC2B7B3B39}"/>
          </ac:picMkLst>
        </pc:picChg>
      </pc:sldChg>
      <pc:sldChg chg="addSp delSp modSp mod">
        <pc:chgData name="Shayan Ali" userId="6e103ef35a91c1a5" providerId="LiveId" clId="{9B26139D-0B4B-4833-83A0-B851CD4473F8}" dt="2025-05-22T19:52:12.950" v="512" actId="1076"/>
        <pc:sldMkLst>
          <pc:docMk/>
          <pc:sldMk cId="2721079844" sldId="269"/>
        </pc:sldMkLst>
        <pc:spChg chg="mod">
          <ac:chgData name="Shayan Ali" userId="6e103ef35a91c1a5" providerId="LiveId" clId="{9B26139D-0B4B-4833-83A0-B851CD4473F8}" dt="2025-05-22T19:49:01.680" v="494" actId="2"/>
          <ac:spMkLst>
            <pc:docMk/>
            <pc:sldMk cId="2721079844" sldId="269"/>
            <ac:spMk id="3" creationId="{00000000-0000-0000-0000-000000000000}"/>
          </ac:spMkLst>
        </pc:spChg>
        <pc:spChg chg="mod">
          <ac:chgData name="Shayan Ali" userId="6e103ef35a91c1a5" providerId="LiveId" clId="{9B26139D-0B4B-4833-83A0-B851CD4473F8}" dt="2025-05-22T19:48:55.416" v="493" actId="404"/>
          <ac:spMkLst>
            <pc:docMk/>
            <pc:sldMk cId="2721079844" sldId="269"/>
            <ac:spMk id="11" creationId="{00000000-0000-0000-0000-000000000000}"/>
          </ac:spMkLst>
        </pc:spChg>
        <pc:picChg chg="add mod">
          <ac:chgData name="Shayan Ali" userId="6e103ef35a91c1a5" providerId="LiveId" clId="{9B26139D-0B4B-4833-83A0-B851CD4473F8}" dt="2025-05-22T19:51:02.942" v="508" actId="1076"/>
          <ac:picMkLst>
            <pc:docMk/>
            <pc:sldMk cId="2721079844" sldId="269"/>
            <ac:picMk id="8" creationId="{D135D296-340E-F875-AFC4-42BA55B024C5}"/>
          </ac:picMkLst>
        </pc:picChg>
        <pc:picChg chg="add mod">
          <ac:chgData name="Shayan Ali" userId="6e103ef35a91c1a5" providerId="LiveId" clId="{9B26139D-0B4B-4833-83A0-B851CD4473F8}" dt="2025-05-22T19:52:12.950" v="512" actId="1076"/>
          <ac:picMkLst>
            <pc:docMk/>
            <pc:sldMk cId="2721079844" sldId="269"/>
            <ac:picMk id="12" creationId="{63A60F54-9886-B9F9-E6C1-834D7E8E577D}"/>
          </ac:picMkLst>
        </pc:picChg>
      </pc:sldChg>
      <pc:sldChg chg="del">
        <pc:chgData name="Shayan Ali" userId="6e103ef35a91c1a5" providerId="LiveId" clId="{9B26139D-0B4B-4833-83A0-B851CD4473F8}" dt="2025-05-22T19:52:37.783" v="514" actId="47"/>
        <pc:sldMkLst>
          <pc:docMk/>
          <pc:sldMk cId="967611551" sldId="270"/>
        </pc:sldMkLst>
      </pc:sldChg>
      <pc:sldChg chg="addSp delSp modSp add mod">
        <pc:chgData name="Shayan Ali" userId="6e103ef35a91c1a5" providerId="LiveId" clId="{9B26139D-0B4B-4833-83A0-B851CD4473F8}" dt="2025-05-22T20:06:53.678" v="706" actId="1076"/>
        <pc:sldMkLst>
          <pc:docMk/>
          <pc:sldMk cId="2231834834" sldId="271"/>
        </pc:sldMkLst>
        <pc:spChg chg="add mod">
          <ac:chgData name="Shayan Ali" userId="6e103ef35a91c1a5" providerId="LiveId" clId="{9B26139D-0B4B-4833-83A0-B851CD4473F8}" dt="2025-05-22T20:06:27.652" v="689" actId="1036"/>
          <ac:spMkLst>
            <pc:docMk/>
            <pc:sldMk cId="2231834834" sldId="271"/>
            <ac:spMk id="3" creationId="{31C50D98-2216-56CB-BCB6-C85AC3ADDE49}"/>
          </ac:spMkLst>
        </pc:spChg>
        <pc:spChg chg="mod">
          <ac:chgData name="Shayan Ali" userId="6e103ef35a91c1a5" providerId="LiveId" clId="{9B26139D-0B4B-4833-83A0-B851CD4473F8}" dt="2025-05-22T20:06:53.678" v="706" actId="1076"/>
          <ac:spMkLst>
            <pc:docMk/>
            <pc:sldMk cId="2231834834" sldId="271"/>
            <ac:spMk id="14" creationId="{A6C05893-B380-EE05-29E6-4F06370D73D1}"/>
          </ac:spMkLst>
        </pc:spChg>
      </pc:sldChg>
      <pc:sldChg chg="addSp delSp modSp add mod">
        <pc:chgData name="Shayan Ali" userId="6e103ef35a91c1a5" providerId="LiveId" clId="{9B26139D-0B4B-4833-83A0-B851CD4473F8}" dt="2025-05-23T05:37:42.210" v="1491" actId="20577"/>
        <pc:sldMkLst>
          <pc:docMk/>
          <pc:sldMk cId="3955672848" sldId="272"/>
        </pc:sldMkLst>
        <pc:spChg chg="mod">
          <ac:chgData name="Shayan Ali" userId="6e103ef35a91c1a5" providerId="LiveId" clId="{9B26139D-0B4B-4833-83A0-B851CD4473F8}" dt="2025-05-23T05:37:42.210" v="1491" actId="20577"/>
          <ac:spMkLst>
            <pc:docMk/>
            <pc:sldMk cId="3955672848" sldId="272"/>
            <ac:spMk id="14" creationId="{95494223-0D91-C694-3EFB-B50091F2FB91}"/>
          </ac:spMkLst>
        </pc:spChg>
        <pc:picChg chg="add mod">
          <ac:chgData name="Shayan Ali" userId="6e103ef35a91c1a5" providerId="LiveId" clId="{9B26139D-0B4B-4833-83A0-B851CD4473F8}" dt="2025-05-22T20:07:33.314" v="712" actId="1076"/>
          <ac:picMkLst>
            <pc:docMk/>
            <pc:sldMk cId="3955672848" sldId="272"/>
            <ac:picMk id="4" creationId="{4383287D-3FF8-ACAB-81FE-1E2E13500CA5}"/>
          </ac:picMkLst>
        </pc:picChg>
      </pc:sldChg>
      <pc:sldChg chg="new del">
        <pc:chgData name="Shayan Ali" userId="6e103ef35a91c1a5" providerId="LiveId" clId="{9B26139D-0B4B-4833-83A0-B851CD4473F8}" dt="2025-05-22T20:07:38.502" v="714" actId="47"/>
        <pc:sldMkLst>
          <pc:docMk/>
          <pc:sldMk cId="2697856677" sldId="273"/>
        </pc:sldMkLst>
      </pc:sldChg>
      <pc:sldChg chg="addSp delSp modSp add mod">
        <pc:chgData name="Shayan Ali" userId="6e103ef35a91c1a5" providerId="LiveId" clId="{9B26139D-0B4B-4833-83A0-B851CD4473F8}" dt="2025-05-22T20:33:02.005" v="1064" actId="14100"/>
        <pc:sldMkLst>
          <pc:docMk/>
          <pc:sldMk cId="2839586025" sldId="273"/>
        </pc:sldMkLst>
        <pc:spChg chg="add mod">
          <ac:chgData name="Shayan Ali" userId="6e103ef35a91c1a5" providerId="LiveId" clId="{9B26139D-0B4B-4833-83A0-B851CD4473F8}" dt="2025-05-22T20:33:02.005" v="1064" actId="14100"/>
          <ac:spMkLst>
            <pc:docMk/>
            <pc:sldMk cId="2839586025" sldId="273"/>
            <ac:spMk id="8" creationId="{54263C63-30FC-54BD-C60E-36C8CF2E20FA}"/>
          </ac:spMkLst>
        </pc:spChg>
      </pc:sldChg>
      <pc:sldChg chg="addSp delSp modSp add mod">
        <pc:chgData name="Shayan Ali" userId="6e103ef35a91c1a5" providerId="LiveId" clId="{9B26139D-0B4B-4833-83A0-B851CD4473F8}" dt="2025-05-23T05:48:51.494" v="1547" actId="14100"/>
        <pc:sldMkLst>
          <pc:docMk/>
          <pc:sldMk cId="1092942942" sldId="274"/>
        </pc:sldMkLst>
        <pc:spChg chg="add mod">
          <ac:chgData name="Shayan Ali" userId="6e103ef35a91c1a5" providerId="LiveId" clId="{9B26139D-0B4B-4833-83A0-B851CD4473F8}" dt="2025-05-23T05:48:51.494" v="1547" actId="14100"/>
          <ac:spMkLst>
            <pc:docMk/>
            <pc:sldMk cId="1092942942" sldId="274"/>
            <ac:spMk id="9" creationId="{220F53E4-0169-1683-C833-E9D2FE5B5370}"/>
          </ac:spMkLst>
        </pc:spChg>
      </pc:sldChg>
      <pc:sldChg chg="addSp delSp modSp add mod">
        <pc:chgData name="Shayan Ali" userId="6e103ef35a91c1a5" providerId="LiveId" clId="{9B26139D-0B4B-4833-83A0-B851CD4473F8}" dt="2025-05-23T05:48:44.815" v="1546" actId="14100"/>
        <pc:sldMkLst>
          <pc:docMk/>
          <pc:sldMk cId="534968152" sldId="275"/>
        </pc:sldMkLst>
        <pc:spChg chg="mod">
          <ac:chgData name="Shayan Ali" userId="6e103ef35a91c1a5" providerId="LiveId" clId="{9B26139D-0B4B-4833-83A0-B851CD4473F8}" dt="2025-05-23T05:48:44.815" v="1546" actId="14100"/>
          <ac:spMkLst>
            <pc:docMk/>
            <pc:sldMk cId="534968152" sldId="275"/>
            <ac:spMk id="7" creationId="{9805795C-6F3A-3DB5-25AE-50D1607EA2F0}"/>
          </ac:spMkLst>
        </pc:spChg>
      </pc:sldChg>
      <pc:sldChg chg="addSp delSp modSp add mod">
        <pc:chgData name="Shayan Ali" userId="6e103ef35a91c1a5" providerId="LiveId" clId="{9B26139D-0B4B-4833-83A0-B851CD4473F8}" dt="2025-05-22T20:32:26.310" v="1060" actId="1076"/>
        <pc:sldMkLst>
          <pc:docMk/>
          <pc:sldMk cId="1546835466" sldId="276"/>
        </pc:sldMkLst>
        <pc:spChg chg="mod">
          <ac:chgData name="Shayan Ali" userId="6e103ef35a91c1a5" providerId="LiveId" clId="{9B26139D-0B4B-4833-83A0-B851CD4473F8}" dt="2025-05-22T20:29:32.544" v="1034"/>
          <ac:spMkLst>
            <pc:docMk/>
            <pc:sldMk cId="1546835466" sldId="276"/>
            <ac:spMk id="3" creationId="{D526667F-7524-A7BF-9897-292F73196ADA}"/>
          </ac:spMkLst>
        </pc:spChg>
        <pc:spChg chg="add del mod">
          <ac:chgData name="Shayan Ali" userId="6e103ef35a91c1a5" providerId="LiveId" clId="{9B26139D-0B4B-4833-83A0-B851CD4473F8}" dt="2025-05-22T20:32:13.521" v="1058" actId="20577"/>
          <ac:spMkLst>
            <pc:docMk/>
            <pc:sldMk cId="1546835466" sldId="276"/>
            <ac:spMk id="7" creationId="{E161C643-7D7C-E19A-79F2-85D9131078D5}"/>
          </ac:spMkLst>
        </pc:spChg>
        <pc:picChg chg="add mod">
          <ac:chgData name="Shayan Ali" userId="6e103ef35a91c1a5" providerId="LiveId" clId="{9B26139D-0B4B-4833-83A0-B851CD4473F8}" dt="2025-05-22T20:32:26.310" v="1060" actId="1076"/>
          <ac:picMkLst>
            <pc:docMk/>
            <pc:sldMk cId="1546835466" sldId="276"/>
            <ac:picMk id="9" creationId="{EF4D350F-B182-E6EE-A4ED-C73B588B2D95}"/>
          </ac:picMkLst>
        </pc:picChg>
      </pc:sldChg>
      <pc:sldChg chg="addSp delSp modSp add mod ord">
        <pc:chgData name="Shayan Ali" userId="6e103ef35a91c1a5" providerId="LiveId" clId="{9B26139D-0B4B-4833-83A0-B851CD4473F8}" dt="2025-05-23T05:54:24.557" v="1566" actId="14"/>
        <pc:sldMkLst>
          <pc:docMk/>
          <pc:sldMk cId="4075542322" sldId="277"/>
        </pc:sldMkLst>
        <pc:spChg chg="add del mod">
          <ac:chgData name="Shayan Ali" userId="6e103ef35a91c1a5" providerId="LiveId" clId="{9B26139D-0B4B-4833-83A0-B851CD4473F8}" dt="2025-05-23T05:54:24.557" v="1566" actId="14"/>
          <ac:spMkLst>
            <pc:docMk/>
            <pc:sldMk cId="4075542322" sldId="277"/>
            <ac:spMk id="2" creationId="{8C016836-F8B8-D5BA-0AFA-5B03F61713A7}"/>
          </ac:spMkLst>
        </pc:spChg>
        <pc:spChg chg="mod">
          <ac:chgData name="Shayan Ali" userId="6e103ef35a91c1a5" providerId="LiveId" clId="{9B26139D-0B4B-4833-83A0-B851CD4473F8}" dt="2025-05-22T20:58:04.071" v="1143"/>
          <ac:spMkLst>
            <pc:docMk/>
            <pc:sldMk cId="4075542322" sldId="277"/>
            <ac:spMk id="3" creationId="{1E835AE5-6489-E3E6-D03C-B1B4D4ED253A}"/>
          </ac:spMkLst>
        </pc:spChg>
        <pc:picChg chg="add mod">
          <ac:chgData name="Shayan Ali" userId="6e103ef35a91c1a5" providerId="LiveId" clId="{9B26139D-0B4B-4833-83A0-B851CD4473F8}" dt="2025-05-22T21:03:11.208" v="1190" actId="1076"/>
          <ac:picMkLst>
            <pc:docMk/>
            <pc:sldMk cId="4075542322" sldId="277"/>
            <ac:picMk id="11" creationId="{7AB79B98-2E00-8AD2-2CB8-3A51069FB2D5}"/>
          </ac:picMkLst>
        </pc:picChg>
      </pc:sldChg>
      <pc:sldChg chg="add">
        <pc:chgData name="Shayan Ali" userId="6e103ef35a91c1a5" providerId="LiveId" clId="{9B26139D-0B4B-4833-83A0-B851CD4473F8}" dt="2025-05-22T20:57:34.571" v="1128" actId="2890"/>
        <pc:sldMkLst>
          <pc:docMk/>
          <pc:sldMk cId="3808625668" sldId="278"/>
        </pc:sldMkLst>
      </pc:sldChg>
      <pc:sldChg chg="addSp delSp modSp add mod">
        <pc:chgData name="Shayan Ali" userId="6e103ef35a91c1a5" providerId="LiveId" clId="{9B26139D-0B4B-4833-83A0-B851CD4473F8}" dt="2025-05-23T05:33:34.605" v="1400" actId="14100"/>
        <pc:sldMkLst>
          <pc:docMk/>
          <pc:sldMk cId="2355064331" sldId="279"/>
        </pc:sldMkLst>
        <pc:spChg chg="add del mod">
          <ac:chgData name="Shayan Ali" userId="6e103ef35a91c1a5" providerId="LiveId" clId="{9B26139D-0B4B-4833-83A0-B851CD4473F8}" dt="2025-05-23T05:31:55.520" v="1308" actId="122"/>
          <ac:spMkLst>
            <pc:docMk/>
            <pc:sldMk cId="2355064331" sldId="279"/>
            <ac:spMk id="2" creationId="{6E97379D-46B8-021A-E4C6-C08A0F96C9DC}"/>
          </ac:spMkLst>
        </pc:spChg>
        <pc:spChg chg="add mod">
          <ac:chgData name="Shayan Ali" userId="6e103ef35a91c1a5" providerId="LiveId" clId="{9B26139D-0B4B-4833-83A0-B851CD4473F8}" dt="2025-05-23T05:31:38.304" v="1306" actId="1076"/>
          <ac:spMkLst>
            <pc:docMk/>
            <pc:sldMk cId="2355064331" sldId="279"/>
            <ac:spMk id="8" creationId="{FACAA2CC-41B5-A2CB-7F3C-764C8BBB7249}"/>
          </ac:spMkLst>
        </pc:spChg>
        <pc:spChg chg="add mod">
          <ac:chgData name="Shayan Ali" userId="6e103ef35a91c1a5" providerId="LiveId" clId="{9B26139D-0B4B-4833-83A0-B851CD4473F8}" dt="2025-05-23T05:33:34.605" v="1400" actId="14100"/>
          <ac:spMkLst>
            <pc:docMk/>
            <pc:sldMk cId="2355064331" sldId="279"/>
            <ac:spMk id="9" creationId="{75CD2444-1FE4-23D9-3A26-C9658FD67148}"/>
          </ac:spMkLst>
        </pc:spChg>
        <pc:spChg chg="mod">
          <ac:chgData name="Shayan Ali" userId="6e103ef35a91c1a5" providerId="LiveId" clId="{9B26139D-0B4B-4833-83A0-B851CD4473F8}" dt="2025-05-23T05:31:42.131" v="1307" actId="1076"/>
          <ac:spMkLst>
            <pc:docMk/>
            <pc:sldMk cId="2355064331" sldId="279"/>
            <ac:spMk id="14" creationId="{798F7F17-13C5-E55F-EC02-AD6F9F1C1612}"/>
          </ac:spMkLst>
        </pc:spChg>
      </pc:sldChg>
      <pc:sldChg chg="delSp modSp add mod ord">
        <pc:chgData name="Shayan Ali" userId="6e103ef35a91c1a5" providerId="LiveId" clId="{9B26139D-0B4B-4833-83A0-B851CD4473F8}" dt="2025-05-23T05:36:10.748" v="1475" actId="1076"/>
        <pc:sldMkLst>
          <pc:docMk/>
          <pc:sldMk cId="1789777674" sldId="280"/>
        </pc:sldMkLst>
        <pc:spChg chg="mod">
          <ac:chgData name="Shayan Ali" userId="6e103ef35a91c1a5" providerId="LiveId" clId="{9B26139D-0B4B-4833-83A0-B851CD4473F8}" dt="2025-05-23T05:36:10.748" v="1475" actId="1076"/>
          <ac:spMkLst>
            <pc:docMk/>
            <pc:sldMk cId="1789777674" sldId="280"/>
            <ac:spMk id="3" creationId="{20BD4977-7792-C023-D168-263D57927431}"/>
          </ac:spMkLst>
        </pc:spChg>
      </pc:sldChg>
      <pc:sldChg chg="addSp modSp add mod">
        <pc:chgData name="Shayan Ali" userId="6e103ef35a91c1a5" providerId="LiveId" clId="{9B26139D-0B4B-4833-83A0-B851CD4473F8}" dt="2025-05-23T05:47:30.056" v="1541" actId="1076"/>
        <pc:sldMkLst>
          <pc:docMk/>
          <pc:sldMk cId="3073687703" sldId="281"/>
        </pc:sldMkLst>
        <pc:spChg chg="mod">
          <ac:chgData name="Shayan Ali" userId="6e103ef35a91c1a5" providerId="LiveId" clId="{9B26139D-0B4B-4833-83A0-B851CD4473F8}" dt="2025-05-23T05:40:58.695" v="1521" actId="6549"/>
          <ac:spMkLst>
            <pc:docMk/>
            <pc:sldMk cId="3073687703" sldId="281"/>
            <ac:spMk id="12" creationId="{A17E761D-15A3-9529-B5BA-7E2DA67F1975}"/>
          </ac:spMkLst>
        </pc:spChg>
        <pc:picChg chg="add mod">
          <ac:chgData name="Shayan Ali" userId="6e103ef35a91c1a5" providerId="LiveId" clId="{9B26139D-0B4B-4833-83A0-B851CD4473F8}" dt="2025-05-23T05:47:30.056" v="1541" actId="1076"/>
          <ac:picMkLst>
            <pc:docMk/>
            <pc:sldMk cId="3073687703" sldId="281"/>
            <ac:picMk id="3" creationId="{617EDFAA-7680-B27D-4D50-185788325EFA}"/>
          </ac:picMkLst>
        </pc:picChg>
      </pc:sldChg>
      <pc:sldChg chg="addSp delSp modSp add mod ord">
        <pc:chgData name="Shayan Ali" userId="6e103ef35a91c1a5" providerId="LiveId" clId="{9B26139D-0B4B-4833-83A0-B851CD4473F8}" dt="2025-05-23T05:56:27.172" v="1589" actId="1076"/>
        <pc:sldMkLst>
          <pc:docMk/>
          <pc:sldMk cId="1395806063" sldId="282"/>
        </pc:sldMkLst>
        <pc:spChg chg="mod">
          <ac:chgData name="Shayan Ali" userId="6e103ef35a91c1a5" providerId="LiveId" clId="{9B26139D-0B4B-4833-83A0-B851CD4473F8}" dt="2025-05-23T05:55:28.993" v="1585" actId="1076"/>
          <ac:spMkLst>
            <pc:docMk/>
            <pc:sldMk cId="1395806063" sldId="282"/>
            <ac:spMk id="2" creationId="{C8E76171-4449-8108-C67F-E6393625D332}"/>
          </ac:spMkLst>
        </pc:spChg>
        <pc:spChg chg="mod">
          <ac:chgData name="Shayan Ali" userId="6e103ef35a91c1a5" providerId="LiveId" clId="{9B26139D-0B4B-4833-83A0-B851CD4473F8}" dt="2025-05-23T05:54:01.234" v="1562" actId="20577"/>
          <ac:spMkLst>
            <pc:docMk/>
            <pc:sldMk cId="1395806063" sldId="282"/>
            <ac:spMk id="3" creationId="{C828078E-D47E-E85D-52BC-FBB1CB54EF3B}"/>
          </ac:spMkLst>
        </pc:spChg>
        <pc:picChg chg="add mod">
          <ac:chgData name="Shayan Ali" userId="6e103ef35a91c1a5" providerId="LiveId" clId="{9B26139D-0B4B-4833-83A0-B851CD4473F8}" dt="2025-05-23T05:56:27.172" v="1589" actId="1076"/>
          <ac:picMkLst>
            <pc:docMk/>
            <pc:sldMk cId="1395806063" sldId="282"/>
            <ac:picMk id="5" creationId="{7A05FB53-12D5-4ACC-B4C9-047D8A5FB29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2471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5205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060BA-45BE-E56A-7BEC-4343C1ED1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5AF6AA-52CD-FB31-249D-7499200A22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CFEE2B-583E-68ED-F3AD-39FDEB36F4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97D2BF-0DAE-75EB-A411-B3683790E3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1398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4B5D8-2DE6-51DB-65AF-29886C0F0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37A86F-9D2D-CA05-7740-00F256A461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632AB8-4B5C-C4AD-CFF3-209645F409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1BB802-2BA9-A89B-DACF-81A26E9B08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5867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0A262-6AF3-707F-39EF-36CF8A44E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987BE1-5609-0227-6A65-4590CB53E9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0CBE88-D1F3-F276-7653-DE37B639D2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46706E-B88F-9708-CB25-E4E393E62F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0312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F9A37-2944-6A7B-E190-AF3DAF56F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27A156-1FED-C7C0-F7F1-0AB8C19D0B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834709-4991-BE92-924D-16C8AE0B74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D2C3F7-25B7-CCD7-86B8-C0C969404C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9610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4694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4052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8A016-7211-8F3A-E0D5-B7EDB28CF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23ACBB-38D4-6789-2E0F-41E1EF9934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A43564-A78C-7659-CAAE-47F9700F70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7CED9F-8FE6-1F29-1BA4-418E8ED045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4018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F963C-0888-1141-C708-422EBAC26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01061C-E979-B58B-C937-1AB7DE6636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5825B7-526A-035A-2269-54AF99DD23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8164A9-425B-FA30-5077-45DE497E0E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8752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A6899-F6DF-33F7-6EBB-AD4994E83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B1E70C-5D8D-82AA-947D-A5177972BB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4CC624-B717-4D60-FD3E-5F0440EC34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087FC8-5CF6-D554-277C-ECBDC70309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322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1D01B-5438-98AE-F484-78232F3B9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573A07-BAA5-DFC2-DE3E-2972BE75B6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876237-953A-E6B5-A630-00192F4B96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6CA89E-D094-35DE-74AD-2719EADB14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8563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17E28-E2B5-7583-029A-A383B8E58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29E583-7261-D11C-3690-2B4214A8A5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76686F-4154-106F-CDA1-52F9478EBB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2723D7-A47E-313F-73EC-DD257D27C0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79301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12262-94DF-6D1F-08DC-EE85F13E4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869B1B-D29D-1AFF-B6EF-1BD48A1463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65B74F-C472-4F79-96BB-081AE36DF7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428ED-3323-2D15-36E9-E10BD2D70F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3033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DBB37-9855-5FA8-96BD-C3E58E5C2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D6FFEC-DFD2-8EB1-A0A3-EC78FD49D6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F92230-8239-9ACA-2A61-0C7E2FB4F9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881961-C33E-9ACC-9AA3-F13F070E49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14417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2A34F-2CD6-79EB-911A-9E898FAD3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B14E48-65CA-F47D-0644-B8D0FA5FDB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E7E87D-D6B1-2566-A7CF-A2B50F5154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CD18CA-695A-02F2-655F-096CDDB1FC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7146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thehealthyleague.com/home/finding-purpose-in-life/" TargetMode="Externa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hyperlink" Target="https://www.publicdomainpictures.net/view-image.php?image=103418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www.vecteezy.com/vector-art/11785353-freehand-drawn-speech-bubble-cartoon-shout-why" TargetMode="External"/><Relationship Id="rId4" Type="http://schemas.openxmlformats.org/officeDocument/2006/relationships/image" Target="../media/image10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5" Type="http://schemas.microsoft.com/office/2007/relationships/hdphoto" Target="../media/hdphoto1.wdp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es.vecteezy.com/arte-vectorial/14569668-icono-de-linea-para-la-conclusion" TargetMode="External"/><Relationship Id="rId4" Type="http://schemas.openxmlformats.org/officeDocument/2006/relationships/image" Target="../media/image20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0" y="2547613"/>
            <a:ext cx="7032566" cy="3221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Test Case Generation Based on Use Cases</a:t>
            </a:r>
            <a:endParaRPr lang="en-US" sz="60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F3A6F64-DC32-475F-BDE8-24E9D55E79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52329" y="7829550"/>
            <a:ext cx="1776885" cy="4000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C9104CB-1234-15E0-F649-57307C71186C}"/>
              </a:ext>
            </a:extLst>
          </p:cNvPr>
          <p:cNvSpPr txBox="1"/>
          <p:nvPr/>
        </p:nvSpPr>
        <p:spPr>
          <a:xfrm>
            <a:off x="12235920" y="7644884"/>
            <a:ext cx="2809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en-US" sz="18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Date: May 22, 2025</a:t>
            </a:r>
            <a:endParaRPr lang="en-US" dirty="0">
              <a:latin typeface="Unbounded Bold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8ACE74C-33B7-B574-9793-D5C4437EEB1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334" r="8729"/>
          <a:stretch/>
        </p:blipFill>
        <p:spPr>
          <a:xfrm>
            <a:off x="0" y="0"/>
            <a:ext cx="6916190" cy="82296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41DEE6F-4DC9-4E26-D914-D11C7EB0C212}"/>
              </a:ext>
            </a:extLst>
          </p:cNvPr>
          <p:cNvSpPr txBox="1"/>
          <p:nvPr/>
        </p:nvSpPr>
        <p:spPr>
          <a:xfrm>
            <a:off x="7432598" y="7644884"/>
            <a:ext cx="32908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n-US" sz="18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Presentation | Group </a:t>
            </a:r>
            <a:endParaRPr lang="en-US" dirty="0">
              <a:latin typeface="Unbounded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5FDDD8-03B2-40EA-AF1B-F0E8839829EA}"/>
              </a:ext>
            </a:extLst>
          </p:cNvPr>
          <p:cNvSpPr txBox="1"/>
          <p:nvPr/>
        </p:nvSpPr>
        <p:spPr>
          <a:xfrm>
            <a:off x="-166255" y="906547"/>
            <a:ext cx="14630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rgbClr val="333F70"/>
                </a:solidFill>
                <a:latin typeface="Unbounded Bold"/>
                <a:ea typeface="Open Sans" pitchFamily="34" charset="-122"/>
                <a:cs typeface="Open Sans" pitchFamily="34" charset="-120"/>
              </a:rPr>
              <a:t>Group Members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5FB5A0-DA9E-4228-84DC-EB232B788FC1}"/>
              </a:ext>
            </a:extLst>
          </p:cNvPr>
          <p:cNvSpPr txBox="1"/>
          <p:nvPr/>
        </p:nvSpPr>
        <p:spPr>
          <a:xfrm>
            <a:off x="514350" y="3017520"/>
            <a:ext cx="7235190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>
              <a:latin typeface="Abadi" panose="020B0604020104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333F70"/>
                </a:solidFill>
                <a:latin typeface="Unbounded Bold"/>
                <a:ea typeface="Open Sans" pitchFamily="34" charset="-122"/>
                <a:cs typeface="Open Sans" pitchFamily="34" charset="-120"/>
              </a:rPr>
              <a:t>Hafiz Muhammad Shayan Ali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333F70"/>
                </a:solidFill>
                <a:latin typeface="Unbounded Bold"/>
                <a:ea typeface="Open Sans" pitchFamily="34" charset="-122"/>
                <a:cs typeface="Open Sans" pitchFamily="34" charset="-120"/>
              </a:rPr>
              <a:t>Abdul </a:t>
            </a:r>
            <a:r>
              <a:rPr lang="en-US" sz="3600" b="1" dirty="0" err="1">
                <a:solidFill>
                  <a:srgbClr val="333F70"/>
                </a:solidFill>
                <a:latin typeface="Unbounded Bold"/>
                <a:ea typeface="Open Sans" pitchFamily="34" charset="-122"/>
                <a:cs typeface="Open Sans" pitchFamily="34" charset="-120"/>
              </a:rPr>
              <a:t>Nafeh</a:t>
            </a:r>
            <a:r>
              <a:rPr lang="en-US" sz="3600" b="1" dirty="0">
                <a:solidFill>
                  <a:srgbClr val="333F70"/>
                </a:solidFill>
                <a:latin typeface="Unbounded Bold"/>
                <a:ea typeface="Open Sans" pitchFamily="34" charset="-122"/>
                <a:cs typeface="Open Sans" pitchFamily="34" charset="-120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333F70"/>
                </a:solidFill>
                <a:latin typeface="Unbounded Bold"/>
                <a:ea typeface="Open Sans" pitchFamily="34" charset="-122"/>
                <a:cs typeface="Open Sans" pitchFamily="34" charset="-120"/>
              </a:rPr>
              <a:t>Abdul Haseeb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333F70"/>
                </a:solidFill>
                <a:latin typeface="Unbounded Bold"/>
                <a:ea typeface="Open Sans" pitchFamily="34" charset="-122"/>
                <a:cs typeface="Open Sans" pitchFamily="34" charset="-120"/>
              </a:rPr>
              <a:t>Danish Habib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333F70"/>
                </a:solidFill>
                <a:latin typeface="Unbounded Bold"/>
                <a:ea typeface="Open Sans" pitchFamily="34" charset="-122"/>
                <a:cs typeface="Open Sans" pitchFamily="34" charset="-120"/>
              </a:rPr>
              <a:t>Saad Bashir</a:t>
            </a:r>
          </a:p>
        </p:txBody>
      </p:sp>
    </p:spTree>
    <p:extLst>
      <p:ext uri="{BB962C8B-B14F-4D97-AF65-F5344CB8AC3E}">
        <p14:creationId xmlns:p14="http://schemas.microsoft.com/office/powerpoint/2010/main" val="12070165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F3A6F64-DC32-475F-BDE8-24E9D55E79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67310" y="7738110"/>
            <a:ext cx="1776885" cy="4000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BFB12F6-7E60-484F-AFA7-3ADDA7523F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1199" y="3957615"/>
            <a:ext cx="1448002" cy="314369"/>
          </a:xfrm>
          <a:prstGeom prst="rect">
            <a:avLst/>
          </a:prstGeom>
        </p:spPr>
      </p:pic>
      <p:sp>
        <p:nvSpPr>
          <p:cNvPr id="12" name="Rectangle 3">
            <a:extLst>
              <a:ext uri="{FF2B5EF4-FFF2-40B4-BE49-F238E27FC236}">
                <a16:creationId xmlns:a16="http://schemas.microsoft.com/office/drawing/2014/main" id="{D8069F1D-FC6A-40B0-847C-7449B8446F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322" y="3991265"/>
            <a:ext cx="7631879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200" b="1" dirty="0">
                <a:solidFill>
                  <a:srgbClr val="333F70"/>
                </a:solidFill>
                <a:latin typeface="Unbounded Bold"/>
                <a:ea typeface="Open Sans" pitchFamily="34" charset="-122"/>
                <a:cs typeface="Open Sans" pitchFamily="34" charset="-120"/>
              </a:rPr>
              <a:t>Definition: 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200" dirty="0">
                <a:solidFill>
                  <a:srgbClr val="333F70"/>
                </a:solidFill>
                <a:latin typeface="Unbounded Bold"/>
                <a:ea typeface="Open Sans" pitchFamily="34" charset="-122"/>
                <a:cs typeface="Open Sans" pitchFamily="34" charset="-120"/>
              </a:rPr>
              <a:t>A test case is a set of conditions or actions designed to verify whether a software application behaves as expected.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3CCEDD-0AF8-410C-B0D1-B43A92256515}"/>
              </a:ext>
            </a:extLst>
          </p:cNvPr>
          <p:cNvSpPr txBox="1"/>
          <p:nvPr/>
        </p:nvSpPr>
        <p:spPr>
          <a:xfrm>
            <a:off x="-184998" y="717453"/>
            <a:ext cx="848110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Introduction to Test Cases</a:t>
            </a:r>
            <a:endParaRPr lang="en-US" sz="6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CA83DC-A535-BF22-04FE-14A05D80EC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6104" y="-1"/>
            <a:ext cx="6334296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3837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3DDB5-F933-CB09-E052-E3BB4CE66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16FB2D2-3AE8-D599-1027-F1EA75B0B6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67310" y="7738110"/>
            <a:ext cx="1776885" cy="4000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70FC8E9-E619-BF09-CAD3-2111178D73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1199" y="3957615"/>
            <a:ext cx="1448002" cy="314369"/>
          </a:xfrm>
          <a:prstGeom prst="rect">
            <a:avLst/>
          </a:prstGeom>
        </p:spPr>
      </p:pic>
      <p:sp>
        <p:nvSpPr>
          <p:cNvPr id="12" name="Rectangle 3">
            <a:extLst>
              <a:ext uri="{FF2B5EF4-FFF2-40B4-BE49-F238E27FC236}">
                <a16:creationId xmlns:a16="http://schemas.microsoft.com/office/drawing/2014/main" id="{A17E761D-15A3-9529-B5BA-7E2DA67F19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322" y="3495662"/>
            <a:ext cx="13815753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200" b="1" dirty="0">
                <a:solidFill>
                  <a:srgbClr val="333F70"/>
                </a:solidFill>
                <a:latin typeface="Unbounded Bold"/>
                <a:ea typeface="Open Sans" pitchFamily="34" charset="-122"/>
                <a:cs typeface="Open Sans" pitchFamily="34" charset="-120"/>
              </a:rPr>
              <a:t>Purpose: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3200" dirty="0">
                <a:solidFill>
                  <a:srgbClr val="333F70"/>
                </a:solidFill>
                <a:latin typeface="Unbounded Bold"/>
                <a:ea typeface="Open Sans" pitchFamily="34" charset="-122"/>
                <a:cs typeface="Open Sans" pitchFamily="34" charset="-120"/>
              </a:rPr>
              <a:t>Ensure software meets user requirements.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3200" dirty="0">
                <a:solidFill>
                  <a:srgbClr val="333F70"/>
                </a:solidFill>
                <a:latin typeface="Unbounded Bold"/>
                <a:ea typeface="Open Sans" pitchFamily="34" charset="-122"/>
                <a:cs typeface="Open Sans" pitchFamily="34" charset="-120"/>
              </a:rPr>
              <a:t>Identify defects early in development.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3200" dirty="0">
                <a:solidFill>
                  <a:srgbClr val="333F70"/>
                </a:solidFill>
                <a:latin typeface="Unbounded Bold"/>
                <a:ea typeface="Open Sans" pitchFamily="34" charset="-122"/>
                <a:cs typeface="Open Sans" pitchFamily="34" charset="-120"/>
              </a:rPr>
              <a:t>Provide clear documentation for testing.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3200" dirty="0">
                <a:solidFill>
                  <a:srgbClr val="333F70"/>
                </a:solidFill>
                <a:latin typeface="Unbounded Bold"/>
                <a:ea typeface="Open Sans" pitchFamily="34" charset="-122"/>
                <a:cs typeface="Open Sans" pitchFamily="34" charset="-120"/>
              </a:rPr>
              <a:t>Validate functionality aligns with user needs.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0CE460-B45B-8003-2158-950F468F426B}"/>
              </a:ext>
            </a:extLst>
          </p:cNvPr>
          <p:cNvSpPr txBox="1"/>
          <p:nvPr/>
        </p:nvSpPr>
        <p:spPr>
          <a:xfrm>
            <a:off x="1793431" y="911645"/>
            <a:ext cx="1104353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Introduction to Test Cases</a:t>
            </a:r>
            <a:endParaRPr lang="en-US" sz="6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7EDFAA-7680-B27D-4D50-185788325E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9318566" y="1949619"/>
            <a:ext cx="4904509" cy="4904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6877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9EE4A-793C-6832-53A9-738385A98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B0AEDE7-58AD-F8CD-E5A5-41FC28E359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67310" y="7738110"/>
            <a:ext cx="1776885" cy="4000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925737F-3FC9-2243-2928-F403753784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1199" y="3957615"/>
            <a:ext cx="1448002" cy="31436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6C05893-B380-EE05-29E6-4F06370D73D1}"/>
              </a:ext>
            </a:extLst>
          </p:cNvPr>
          <p:cNvSpPr txBox="1"/>
          <p:nvPr/>
        </p:nvSpPr>
        <p:spPr>
          <a:xfrm>
            <a:off x="1677055" y="898777"/>
            <a:ext cx="1127629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Introduction to Test Cases</a:t>
            </a:r>
            <a:endParaRPr lang="en-US" sz="60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C50D98-2216-56CB-BCB6-C85AC3ADDE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0654" y="2615533"/>
            <a:ext cx="11804072" cy="55707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600" b="1" dirty="0">
                <a:solidFill>
                  <a:srgbClr val="333F70"/>
                </a:solidFill>
                <a:latin typeface="Unbounded Bold"/>
                <a:ea typeface="Open Sans" pitchFamily="34" charset="-122"/>
                <a:cs typeface="Open Sans" pitchFamily="34" charset="-120"/>
              </a:rPr>
              <a:t>Components</a:t>
            </a:r>
            <a:endParaRPr kumimoji="0" lang="en-US" altLang="en-US" sz="4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3200" dirty="0">
                <a:solidFill>
                  <a:srgbClr val="333F70"/>
                </a:solidFill>
                <a:latin typeface="Unbounded Bold"/>
                <a:ea typeface="Open Sans" pitchFamily="34" charset="-122"/>
                <a:cs typeface="Open Sans" pitchFamily="34" charset="-120"/>
              </a:rPr>
              <a:t>Test Case ID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3200" dirty="0">
                <a:solidFill>
                  <a:srgbClr val="333F70"/>
                </a:solidFill>
                <a:latin typeface="Unbounded Bold"/>
                <a:ea typeface="Open Sans" pitchFamily="34" charset="-122"/>
                <a:cs typeface="Open Sans" pitchFamily="34" charset="-120"/>
              </a:rPr>
              <a:t>Description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3200" dirty="0">
                <a:solidFill>
                  <a:srgbClr val="333F70"/>
                </a:solidFill>
                <a:latin typeface="Unbounded Bold"/>
                <a:ea typeface="Open Sans" pitchFamily="34" charset="-122"/>
                <a:cs typeface="Open Sans" pitchFamily="34" charset="-120"/>
              </a:rPr>
              <a:t>Input Data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3200" dirty="0">
                <a:solidFill>
                  <a:srgbClr val="333F70"/>
                </a:solidFill>
                <a:latin typeface="Unbounded Bold"/>
                <a:ea typeface="Open Sans" pitchFamily="34" charset="-122"/>
                <a:cs typeface="Open Sans" pitchFamily="34" charset="-120"/>
              </a:rPr>
              <a:t>Expected Result / Output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3200" dirty="0">
                <a:solidFill>
                  <a:srgbClr val="333F70"/>
                </a:solidFill>
                <a:latin typeface="Unbounded Bold"/>
                <a:ea typeface="Open Sans" pitchFamily="34" charset="-122"/>
                <a:cs typeface="Open Sans" pitchFamily="34" charset="-120"/>
              </a:rPr>
              <a:t>Actual Result / Output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3200" dirty="0">
                <a:solidFill>
                  <a:srgbClr val="333F70"/>
                </a:solidFill>
                <a:latin typeface="Unbounded Bold"/>
                <a:ea typeface="Open Sans" pitchFamily="34" charset="-122"/>
                <a:cs typeface="Open Sans" pitchFamily="34" charset="-120"/>
              </a:rPr>
              <a:t>Status (Pass/Fail)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18348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CC938-9BA4-081E-261F-402D05D28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F44152E-DC4E-84DE-045C-C82DA098AB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67310" y="7738110"/>
            <a:ext cx="1776885" cy="4000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5494223-0D91-C694-3EFB-B50091F2FB91}"/>
              </a:ext>
            </a:extLst>
          </p:cNvPr>
          <p:cNvSpPr txBox="1"/>
          <p:nvPr/>
        </p:nvSpPr>
        <p:spPr>
          <a:xfrm>
            <a:off x="2472961" y="907622"/>
            <a:ext cx="968447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Format Example</a:t>
            </a:r>
            <a:endParaRPr lang="en-US" sz="6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83287D-3FF8-ACAB-81FE-1E2E13500C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011" y="3254139"/>
            <a:ext cx="13832378" cy="1721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672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20234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Understanding Use Cases</a:t>
            </a:r>
            <a:endParaRPr lang="en-US" sz="4450" dirty="0"/>
          </a:p>
        </p:txBody>
      </p:sp>
      <p:sp>
        <p:nvSpPr>
          <p:cNvPr id="4" name="Text 2"/>
          <p:cNvSpPr/>
          <p:nvPr/>
        </p:nvSpPr>
        <p:spPr>
          <a:xfrm>
            <a:off x="895658" y="2143315"/>
            <a:ext cx="1283908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24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Definition: </a:t>
            </a:r>
            <a:r>
              <a:rPr lang="en-US" sz="2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use case describes how a user (actor) interacts with a system to achieve a specific goal.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02322" y="5761056"/>
            <a:ext cx="5735949" cy="3961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endParaRPr lang="en-US" sz="2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2B1902E-20C9-4176-AAAB-AA4B8F2A45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9856" y="7752375"/>
            <a:ext cx="1817673" cy="394627"/>
          </a:xfrm>
          <a:prstGeom prst="rect">
            <a:avLst/>
          </a:prstGeom>
        </p:spPr>
      </p:pic>
      <p:sp>
        <p:nvSpPr>
          <p:cNvPr id="12" name="Text 2">
            <a:extLst>
              <a:ext uri="{FF2B5EF4-FFF2-40B4-BE49-F238E27FC236}">
                <a16:creationId xmlns:a16="http://schemas.microsoft.com/office/drawing/2014/main" id="{88EEA78D-D6C7-2C57-C22C-290F6DAFEFB3}"/>
              </a:ext>
            </a:extLst>
          </p:cNvPr>
          <p:cNvSpPr/>
          <p:nvPr/>
        </p:nvSpPr>
        <p:spPr>
          <a:xfrm>
            <a:off x="895658" y="3952185"/>
            <a:ext cx="1283908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endParaRPr lang="en-US" sz="2400" dirty="0"/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40475D8A-1E99-9353-9CF2-F97312D68C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787" y="3603891"/>
            <a:ext cx="6521409" cy="36880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800" b="1" dirty="0">
                <a:solidFill>
                  <a:srgbClr val="333F70"/>
                </a:solidFill>
                <a:latin typeface="Unbounded Bold"/>
                <a:ea typeface="Open Sans" pitchFamily="34" charset="-122"/>
                <a:cs typeface="Open Sans" pitchFamily="34" charset="-120"/>
              </a:rPr>
              <a:t>Key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Unbounded Bold"/>
              </a:rPr>
              <a:t> </a:t>
            </a:r>
            <a:r>
              <a:rPr lang="en-US" altLang="en-US" sz="2800" b="1" dirty="0">
                <a:solidFill>
                  <a:srgbClr val="333F70"/>
                </a:solidFill>
                <a:latin typeface="Unbounded Bold"/>
                <a:ea typeface="Open Sans" pitchFamily="34" charset="-122"/>
                <a:cs typeface="Open Sans" pitchFamily="34" charset="-120"/>
              </a:rPr>
              <a:t>Elements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Unbounded Bold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800" dirty="0">
                <a:solidFill>
                  <a:srgbClr val="333F70"/>
                </a:solidFill>
                <a:latin typeface="Unbounded Bold"/>
                <a:ea typeface="Open Sans" pitchFamily="34" charset="-122"/>
                <a:cs typeface="Open Sans" pitchFamily="34" charset="-120"/>
              </a:rPr>
              <a:t>Actor (user or system)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800" dirty="0">
                <a:solidFill>
                  <a:srgbClr val="333F70"/>
                </a:solidFill>
                <a:latin typeface="Unbounded Bold"/>
                <a:ea typeface="Open Sans" pitchFamily="34" charset="-122"/>
                <a:cs typeface="Open Sans" pitchFamily="34" charset="-120"/>
              </a:rPr>
              <a:t>Preconditions (initial conditions)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800" dirty="0">
                <a:solidFill>
                  <a:srgbClr val="333F70"/>
                </a:solidFill>
                <a:latin typeface="Unbounded Bold"/>
                <a:ea typeface="Open Sans" pitchFamily="34" charset="-122"/>
                <a:cs typeface="Open Sans" pitchFamily="34" charset="-120"/>
              </a:rPr>
              <a:t>Main Flow (primary steps)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800" dirty="0">
                <a:solidFill>
                  <a:srgbClr val="333F70"/>
                </a:solidFill>
                <a:latin typeface="Unbounded Bold"/>
                <a:ea typeface="Open Sans" pitchFamily="34" charset="-122"/>
                <a:cs typeface="Open Sans" pitchFamily="34" charset="-120"/>
              </a:rPr>
              <a:t>Alternative Flows (exceptional scenarios)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800" dirty="0">
                <a:solidFill>
                  <a:srgbClr val="333F70"/>
                </a:solidFill>
                <a:latin typeface="Unbounded Bold"/>
                <a:ea typeface="Open Sans" pitchFamily="34" charset="-122"/>
                <a:cs typeface="Open Sans" pitchFamily="34" charset="-120"/>
              </a:rPr>
              <a:t>Postconditions (final state)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4D5DA-18B6-02EC-3B23-B438DD6DA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E97379D-46B8-021A-E4C6-C08A0F96C9DC}"/>
              </a:ext>
            </a:extLst>
          </p:cNvPr>
          <p:cNvSpPr/>
          <p:nvPr/>
        </p:nvSpPr>
        <p:spPr>
          <a:xfrm>
            <a:off x="793790" y="920234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Use Cases vs Test Case</a:t>
            </a:r>
            <a:endParaRPr lang="en-US" sz="44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C002C59-6912-1455-9F9F-BE77BA5D6DFB}"/>
              </a:ext>
            </a:extLst>
          </p:cNvPr>
          <p:cNvSpPr/>
          <p:nvPr/>
        </p:nvSpPr>
        <p:spPr>
          <a:xfrm>
            <a:off x="5002322" y="5761056"/>
            <a:ext cx="5735949" cy="3961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endParaRPr lang="en-US" sz="2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F3A80D4-4B1A-DF5A-AA80-CD9BB073AB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9856" y="7752375"/>
            <a:ext cx="1817673" cy="394627"/>
          </a:xfrm>
          <a:prstGeom prst="rect">
            <a:avLst/>
          </a:prstGeom>
        </p:spPr>
      </p:pic>
      <p:sp>
        <p:nvSpPr>
          <p:cNvPr id="12" name="Text 2">
            <a:extLst>
              <a:ext uri="{FF2B5EF4-FFF2-40B4-BE49-F238E27FC236}">
                <a16:creationId xmlns:a16="http://schemas.microsoft.com/office/drawing/2014/main" id="{6E237D08-6E62-CE0B-D045-886376EC37FA}"/>
              </a:ext>
            </a:extLst>
          </p:cNvPr>
          <p:cNvSpPr/>
          <p:nvPr/>
        </p:nvSpPr>
        <p:spPr>
          <a:xfrm>
            <a:off x="895658" y="3952185"/>
            <a:ext cx="1283908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endParaRPr lang="en-US" sz="2400" dirty="0"/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798F7F17-13C5-E55F-EC02-AD6F9F1C16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0234" y="3268289"/>
            <a:ext cx="5501527" cy="4185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800" b="1" dirty="0">
                <a:solidFill>
                  <a:srgbClr val="333F70"/>
                </a:solidFill>
                <a:latin typeface="Unbounded Bold"/>
                <a:ea typeface="Open Sans" pitchFamily="34" charset="-122"/>
                <a:cs typeface="Open Sans" pitchFamily="34" charset="-120"/>
              </a:rPr>
              <a:t>Use Cases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800" dirty="0">
                <a:solidFill>
                  <a:srgbClr val="333F70"/>
                </a:solidFill>
                <a:latin typeface="Unbounded Bold"/>
                <a:ea typeface="Open Sans" pitchFamily="34" charset="-122"/>
                <a:cs typeface="Open Sans" pitchFamily="34" charset="-120"/>
              </a:rPr>
              <a:t>Describes user goals.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800" dirty="0">
                <a:solidFill>
                  <a:srgbClr val="333F70"/>
                </a:solidFill>
                <a:latin typeface="Unbounded Bold"/>
                <a:ea typeface="Open Sans" pitchFamily="34" charset="-122"/>
                <a:cs typeface="Open Sans" pitchFamily="34" charset="-120"/>
              </a:rPr>
              <a:t>Focuses on system behavior from the user’s view.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800" dirty="0">
                <a:solidFill>
                  <a:srgbClr val="333F70"/>
                </a:solidFill>
                <a:latin typeface="Unbounded Bold"/>
                <a:ea typeface="Open Sans" pitchFamily="34" charset="-122"/>
                <a:cs typeface="Open Sans" pitchFamily="34" charset="-120"/>
              </a:rPr>
              <a:t>Used to define requirements and workflows.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800" dirty="0">
                <a:solidFill>
                  <a:srgbClr val="333F70"/>
                </a:solidFill>
                <a:latin typeface="Unbounded Bold"/>
                <a:ea typeface="Open Sans" pitchFamily="34" charset="-122"/>
                <a:cs typeface="Open Sans" pitchFamily="34" charset="-120"/>
              </a:rPr>
              <a:t>.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FACAA2CC-41B5-A2CB-7F3C-764C8BBB72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1761" y="3268289"/>
            <a:ext cx="6384175" cy="3041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333F70"/>
                </a:solidFill>
                <a:effectLst/>
                <a:uLnTx/>
                <a:uFillTx/>
                <a:latin typeface="Unbounded Bold"/>
                <a:ea typeface="Open Sans" pitchFamily="34" charset="-122"/>
                <a:cs typeface="Open Sans" pitchFamily="34" charset="-120"/>
              </a:rPr>
              <a:t>Test Cases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solidFill>
                  <a:srgbClr val="333F70"/>
                </a:solidFill>
                <a:latin typeface="Unbounded Bold"/>
                <a:ea typeface="Open Sans" pitchFamily="34" charset="-122"/>
                <a:cs typeface="Open Sans" pitchFamily="34" charset="-120"/>
              </a:rPr>
              <a:t>Tests specific functionality.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solidFill>
                  <a:srgbClr val="333F70"/>
                </a:solidFill>
                <a:latin typeface="Unbounded Bold"/>
                <a:ea typeface="Open Sans" pitchFamily="34" charset="-122"/>
                <a:cs typeface="Open Sans" pitchFamily="34" charset="-120"/>
              </a:rPr>
              <a:t>Focuses on validation from the tester’s view.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solidFill>
                  <a:srgbClr val="333F70"/>
                </a:solidFill>
                <a:latin typeface="Unbounded Bold"/>
                <a:ea typeface="Open Sans" pitchFamily="34" charset="-122"/>
                <a:cs typeface="Open Sans" pitchFamily="34" charset="-120"/>
              </a:rPr>
              <a:t>Used to find defects and ensure quality.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5CD2444-1FE4-23D9-3A26-C9658FD67148}"/>
              </a:ext>
            </a:extLst>
          </p:cNvPr>
          <p:cNvSpPr/>
          <p:nvPr/>
        </p:nvSpPr>
        <p:spPr>
          <a:xfrm flipH="1">
            <a:off x="7139948" y="3567547"/>
            <a:ext cx="45719" cy="41857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0643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178714" y="822138"/>
            <a:ext cx="10272972" cy="1398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4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Steps to Derive Test Cases from Use Cases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633834" y="1852222"/>
            <a:ext cx="10148227" cy="4525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514350" indent="-514350" rtl="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333F70"/>
                </a:solidFill>
                <a:latin typeface="Unbounded Bold"/>
                <a:ea typeface="Open Sans" pitchFamily="34" charset="-122"/>
                <a:cs typeface="Open Sans" pitchFamily="34" charset="-120"/>
              </a:rPr>
              <a:t>Analyze the Use Case</a:t>
            </a:r>
            <a:r>
              <a:rPr lang="en-US" sz="2800" dirty="0">
                <a:solidFill>
                  <a:srgbClr val="333F70"/>
                </a:solidFill>
                <a:latin typeface="Unbounded Bold"/>
                <a:ea typeface="Open Sans" pitchFamily="34" charset="-122"/>
                <a:cs typeface="Open Sans" pitchFamily="34" charset="-120"/>
              </a:rPr>
              <a:t>: Understand the actor, goals, and all flows.</a:t>
            </a:r>
          </a:p>
          <a:p>
            <a:pPr marL="514350" indent="-514350" rtl="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333F70"/>
                </a:solidFill>
                <a:latin typeface="Unbounded Bold"/>
                <a:ea typeface="Open Sans" pitchFamily="34" charset="-122"/>
                <a:cs typeface="Open Sans" pitchFamily="34" charset="-120"/>
              </a:rPr>
              <a:t>Identify Test Scenarios</a:t>
            </a:r>
            <a:r>
              <a:rPr lang="en-US" sz="2800" dirty="0">
                <a:solidFill>
                  <a:srgbClr val="333F70"/>
                </a:solidFill>
                <a:latin typeface="Unbounded Bold"/>
                <a:ea typeface="Open Sans" pitchFamily="34" charset="-122"/>
                <a:cs typeface="Open Sans" pitchFamily="34" charset="-120"/>
              </a:rPr>
              <a:t>: Map main and alternative flows to scenarios.</a:t>
            </a:r>
          </a:p>
          <a:p>
            <a:pPr marL="514350" indent="-514350" rtl="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333F70"/>
                </a:solidFill>
                <a:latin typeface="Unbounded Bold"/>
                <a:ea typeface="Open Sans" pitchFamily="34" charset="-122"/>
                <a:cs typeface="Open Sans" pitchFamily="34" charset="-120"/>
              </a:rPr>
              <a:t>Break Down into Test Cases: </a:t>
            </a:r>
            <a:r>
              <a:rPr lang="en-US" sz="2800" dirty="0">
                <a:solidFill>
                  <a:srgbClr val="333F70"/>
                </a:solidFill>
                <a:latin typeface="Unbounded Bold"/>
                <a:ea typeface="Open Sans" pitchFamily="34" charset="-122"/>
                <a:cs typeface="Open Sans" pitchFamily="34" charset="-120"/>
              </a:rPr>
              <a:t>Translate each step into testable actions.</a:t>
            </a:r>
          </a:p>
          <a:p>
            <a:pPr marL="514350" indent="-514350" rtl="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333F70"/>
                </a:solidFill>
                <a:latin typeface="Unbounded Bold"/>
                <a:ea typeface="Open Sans" pitchFamily="34" charset="-122"/>
                <a:cs typeface="Open Sans" pitchFamily="34" charset="-120"/>
              </a:rPr>
              <a:t>Define Inputs and Outputs: </a:t>
            </a:r>
            <a:r>
              <a:rPr lang="en-US" sz="2800" dirty="0">
                <a:solidFill>
                  <a:srgbClr val="333F70"/>
                </a:solidFill>
                <a:latin typeface="Unbounded Bold"/>
                <a:ea typeface="Open Sans" pitchFamily="34" charset="-122"/>
                <a:cs typeface="Open Sans" pitchFamily="34" charset="-120"/>
              </a:rPr>
              <a:t>Specify inputs and expected results.</a:t>
            </a:r>
          </a:p>
          <a:p>
            <a:pPr marL="514350" indent="-514350" rtl="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333F70"/>
                </a:solidFill>
                <a:latin typeface="Unbounded Bold"/>
                <a:ea typeface="Open Sans" pitchFamily="34" charset="-122"/>
                <a:cs typeface="Open Sans" pitchFamily="34" charset="-120"/>
              </a:rPr>
              <a:t>Include Positive and Negative Cases:</a:t>
            </a:r>
          </a:p>
          <a:p>
            <a:pPr marL="971550" lvl="1" indent="-51435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33F70"/>
                </a:solidFill>
                <a:latin typeface="Unbounded Bold"/>
                <a:ea typeface="Open Sans" pitchFamily="34" charset="-122"/>
                <a:cs typeface="Open Sans" pitchFamily="34" charset="-120"/>
              </a:rPr>
              <a:t>Positive: Successful scenarios.</a:t>
            </a:r>
          </a:p>
          <a:p>
            <a:pPr marL="971550" lvl="1" indent="-51435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33F70"/>
                </a:solidFill>
                <a:latin typeface="Unbounded Bold"/>
                <a:ea typeface="Open Sans" pitchFamily="34" charset="-122"/>
                <a:cs typeface="Open Sans" pitchFamily="34" charset="-120"/>
              </a:rPr>
              <a:t>Negative: Error or edge cases.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7493BCF-574E-A470-097E-4B029B0104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9113293" y="1673163"/>
            <a:ext cx="4883273" cy="488327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9DD790E-DC6A-844A-5952-A0489A29F6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2592" y="7327548"/>
            <a:ext cx="5557808" cy="9020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82955" y="794266"/>
            <a:ext cx="7578090" cy="1398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Why Use Use Cases for Test Cases?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782955" y="3466763"/>
            <a:ext cx="8560550" cy="33164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Reflects real-world user interactions.</a:t>
            </a:r>
          </a:p>
          <a:p>
            <a:pPr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Ensures comprehensive functional coverage.</a:t>
            </a:r>
          </a:p>
          <a:p>
            <a:pPr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Links test cases to user requirements for traceability.</a:t>
            </a:r>
          </a:p>
          <a:p>
            <a:pPr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Helps identify missing or unclear requirements early.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135D296-340E-F875-AFC4-42BA55B024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53501" y="7343651"/>
            <a:ext cx="2676899" cy="88594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3A60F54-9886-B9F9-E6C1-834D7E8E57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8619421" y="2483851"/>
            <a:ext cx="5695095" cy="3627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0798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91753" y="838557"/>
            <a:ext cx="7760494" cy="1235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850"/>
              </a:lnSpc>
              <a:buNone/>
            </a:pPr>
            <a:r>
              <a:rPr lang="en-US" sz="3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Common Mistakes in Test Case Writing</a:t>
            </a:r>
            <a:endParaRPr lang="en-US" sz="3850" dirty="0"/>
          </a:p>
        </p:txBody>
      </p:sp>
      <p:sp>
        <p:nvSpPr>
          <p:cNvPr id="4" name="Shape 1"/>
          <p:cNvSpPr/>
          <p:nvPr/>
        </p:nvSpPr>
        <p:spPr>
          <a:xfrm>
            <a:off x="691753" y="2370415"/>
            <a:ext cx="3781425" cy="2411492"/>
          </a:xfrm>
          <a:prstGeom prst="roundRect">
            <a:avLst>
              <a:gd name="adj" fmla="val 3443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72073" y="3180873"/>
            <a:ext cx="3999429" cy="126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50"/>
              </a:lnSpc>
              <a:buNone/>
            </a:pPr>
            <a:r>
              <a:rPr lang="en-US" sz="2300" dirty="0">
                <a:solidFill>
                  <a:srgbClr val="333F70"/>
                </a:solidFill>
                <a:latin typeface="Unbounded Bold"/>
                <a:ea typeface="Open Sans" pitchFamily="34" charset="-122"/>
                <a:cs typeface="Open Sans" pitchFamily="34" charset="-120"/>
              </a:rPr>
              <a:t>Skipping negative or edge case testing.</a:t>
            </a:r>
            <a:endParaRPr lang="en-US" sz="2300" dirty="0">
              <a:latin typeface="Unbounded Bold"/>
            </a:endParaRPr>
          </a:p>
        </p:txBody>
      </p:sp>
      <p:sp>
        <p:nvSpPr>
          <p:cNvPr id="7" name="Shape 4"/>
          <p:cNvSpPr/>
          <p:nvPr/>
        </p:nvSpPr>
        <p:spPr>
          <a:xfrm>
            <a:off x="4670822" y="2370415"/>
            <a:ext cx="3781425" cy="2411492"/>
          </a:xfrm>
          <a:prstGeom prst="roundRect">
            <a:avLst>
              <a:gd name="adj" fmla="val 3443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71502" y="3180873"/>
            <a:ext cx="3773805" cy="126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50"/>
              </a:lnSpc>
              <a:buNone/>
            </a:pPr>
            <a:r>
              <a:rPr lang="en-US" sz="2300" dirty="0">
                <a:solidFill>
                  <a:srgbClr val="333F70"/>
                </a:solidFill>
                <a:latin typeface="Unbounded Bold"/>
                <a:ea typeface="Open Sans" pitchFamily="34" charset="-122"/>
                <a:cs typeface="Open Sans" pitchFamily="34" charset="-120"/>
              </a:rPr>
              <a:t>Not updating tests when requirements change.</a:t>
            </a:r>
            <a:endParaRPr lang="en-US" sz="2300" dirty="0">
              <a:latin typeface="Unbounded Bold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91753" y="4979551"/>
            <a:ext cx="3781425" cy="2411492"/>
          </a:xfrm>
          <a:prstGeom prst="roundRect">
            <a:avLst>
              <a:gd name="adj" fmla="val 3443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7017" y="5775484"/>
            <a:ext cx="3370897" cy="126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50"/>
              </a:lnSpc>
              <a:buNone/>
            </a:pPr>
            <a:r>
              <a:rPr lang="en-US" sz="2300" dirty="0">
                <a:solidFill>
                  <a:srgbClr val="333F70"/>
                </a:solidFill>
                <a:latin typeface="Unbounded Bold"/>
                <a:ea typeface="Open Sans" pitchFamily="34" charset="-122"/>
                <a:cs typeface="Open Sans" pitchFamily="34" charset="-120"/>
              </a:rPr>
              <a:t>Using unclear or incomplete test data</a:t>
            </a:r>
            <a:endParaRPr lang="en-US" sz="2300" dirty="0">
              <a:latin typeface="Unbounded Bold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4670822" y="4979551"/>
            <a:ext cx="3781425" cy="2411492"/>
          </a:xfrm>
          <a:prstGeom prst="roundRect">
            <a:avLst>
              <a:gd name="adj" fmla="val 3443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76085" y="5775484"/>
            <a:ext cx="3370897" cy="126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50"/>
              </a:lnSpc>
              <a:buNone/>
            </a:pPr>
            <a:r>
              <a:rPr lang="en-US" sz="2300" dirty="0">
                <a:solidFill>
                  <a:srgbClr val="333F70"/>
                </a:solidFill>
                <a:latin typeface="Unbounded Bold"/>
                <a:ea typeface="Open Sans" pitchFamily="34" charset="-122"/>
                <a:cs typeface="Open Sans" pitchFamily="34" charset="-120"/>
              </a:rPr>
              <a:t>Not reusing test cases, creating extra work</a:t>
            </a:r>
            <a:endParaRPr lang="en-US" sz="2300" dirty="0">
              <a:latin typeface="Unbounded Bold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941DA4D-53DA-39D5-6FD5-88C1D60449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650" r="16222"/>
          <a:stretch/>
        </p:blipFill>
        <p:spPr>
          <a:xfrm>
            <a:off x="8628611" y="-116378"/>
            <a:ext cx="6001789" cy="834597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11875" y="559713"/>
            <a:ext cx="7720251" cy="1906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Templates and Tools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1222891" y="3217664"/>
            <a:ext cx="711875" cy="22860"/>
          </a:xfrm>
          <a:prstGeom prst="roundRect">
            <a:avLst>
              <a:gd name="adj" fmla="val 373731"/>
            </a:avLst>
          </a:prstGeom>
          <a:solidFill>
            <a:srgbClr val="BCDBD4"/>
          </a:solidFill>
          <a:ln/>
        </p:spPr>
      </p:sp>
      <p:sp>
        <p:nvSpPr>
          <p:cNvPr id="8" name="Text 5"/>
          <p:cNvSpPr/>
          <p:nvPr/>
        </p:nvSpPr>
        <p:spPr>
          <a:xfrm>
            <a:off x="2135624" y="2974777"/>
            <a:ext cx="2715697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8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Templates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2135624" y="3414713"/>
            <a:ext cx="6296501" cy="650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Standardize test case format for consistency and completeness.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1222891" y="4918234"/>
            <a:ext cx="711875" cy="22860"/>
          </a:xfrm>
          <a:prstGeom prst="roundRect">
            <a:avLst>
              <a:gd name="adj" fmla="val 373731"/>
            </a:avLst>
          </a:prstGeom>
          <a:solidFill>
            <a:srgbClr val="BCDBD4"/>
          </a:solidFill>
          <a:ln/>
        </p:spPr>
      </p:sp>
      <p:sp>
        <p:nvSpPr>
          <p:cNvPr id="13" name="Text 10"/>
          <p:cNvSpPr/>
          <p:nvPr/>
        </p:nvSpPr>
        <p:spPr>
          <a:xfrm>
            <a:off x="2135624" y="4675346"/>
            <a:ext cx="2542699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8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Tools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2135624" y="5115282"/>
            <a:ext cx="6296501" cy="650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test management tools like </a:t>
            </a:r>
            <a:r>
              <a:rPr lang="en-US" sz="20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JIRA </a:t>
            </a:r>
            <a:r>
              <a:rPr lang="en-US" sz="2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 </a:t>
            </a:r>
            <a:r>
              <a:rPr lang="en-US" sz="20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TestRail</a:t>
            </a:r>
            <a:r>
              <a:rPr lang="en-US" sz="2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 organize and track test cases.</a:t>
            </a:r>
          </a:p>
        </p:txBody>
      </p:sp>
      <p:sp>
        <p:nvSpPr>
          <p:cNvPr id="15" name="Shape 12"/>
          <p:cNvSpPr/>
          <p:nvPr/>
        </p:nvSpPr>
        <p:spPr>
          <a:xfrm>
            <a:off x="1222891" y="6618803"/>
            <a:ext cx="711875" cy="22860"/>
          </a:xfrm>
          <a:prstGeom prst="roundRect">
            <a:avLst>
              <a:gd name="adj" fmla="val 373731"/>
            </a:avLst>
          </a:prstGeom>
          <a:solidFill>
            <a:srgbClr val="BCDBD4"/>
          </a:solidFill>
          <a:ln/>
        </p:spPr>
      </p:sp>
      <p:sp>
        <p:nvSpPr>
          <p:cNvPr id="17" name="Text 14"/>
          <p:cNvSpPr/>
          <p:nvPr/>
        </p:nvSpPr>
        <p:spPr>
          <a:xfrm>
            <a:off x="888921" y="6477595"/>
            <a:ext cx="255984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2135624" y="6375916"/>
            <a:ext cx="2542699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8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Benefits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2135624" y="6815852"/>
            <a:ext cx="6296501" cy="650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Improved collaboration, tracking, and reporting.</a:t>
            </a: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A254E9-4D06-D128-629E-0AC5595461A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496" r="7693"/>
          <a:stretch/>
        </p:blipFill>
        <p:spPr>
          <a:xfrm>
            <a:off x="8562109" y="0"/>
            <a:ext cx="6068291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0" y="773885"/>
            <a:ext cx="14630400" cy="1398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Balancing Manual and Automated Testing</a:t>
            </a:r>
            <a:endParaRPr lang="en-US" sz="44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9163C3-0F2B-FD45-EAA3-06D09526BC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6292" y="2545139"/>
            <a:ext cx="5818908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Manual Testing</a:t>
            </a: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400" b="1" dirty="0">
              <a:solidFill>
                <a:srgbClr val="333F70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Best for exploratory, usability, and ad-hoc testing.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Captures real user experiences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91CFE-B2F5-A7C2-CF2A-A3221E0BE9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600" y="2714159"/>
            <a:ext cx="5818908" cy="28012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Automated Testing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Ideal for regression, performance, and repetitive tests.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Saves time for large test suites using tools like Selenium.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717ADE-0E3F-113C-B2E7-1EDC2B7B3B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53684" y="7356818"/>
            <a:ext cx="2610214" cy="84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7149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5E27C-89BE-B165-BEC5-AD4388D50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D526667F-7524-A7BF-9897-292F73196ADA}"/>
              </a:ext>
            </a:extLst>
          </p:cNvPr>
          <p:cNvSpPr/>
          <p:nvPr/>
        </p:nvSpPr>
        <p:spPr>
          <a:xfrm>
            <a:off x="0" y="773885"/>
            <a:ext cx="14630400" cy="1398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Example 1 - Online Banking: Transfer Money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77282A-5B85-8BD3-D970-3E6F50ED0D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53684" y="7356818"/>
            <a:ext cx="2610214" cy="8478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161C643-7D7C-E19A-79F2-85D9131078D5}"/>
              </a:ext>
            </a:extLst>
          </p:cNvPr>
          <p:cNvSpPr txBox="1"/>
          <p:nvPr/>
        </p:nvSpPr>
        <p:spPr>
          <a:xfrm>
            <a:off x="1147156" y="1672838"/>
            <a:ext cx="12336087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Use Case:</a:t>
            </a:r>
          </a:p>
          <a:p>
            <a:pPr marL="0" lvl="1"/>
            <a:r>
              <a:rPr lang="en-US" sz="28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Actor: </a:t>
            </a:r>
            <a:r>
              <a:rPr lang="en-US" sz="2800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Bank Customer</a:t>
            </a:r>
          </a:p>
          <a:p>
            <a:pPr marL="0" lvl="1"/>
            <a:r>
              <a:rPr lang="en-US" sz="28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Preconditions: </a:t>
            </a:r>
            <a:r>
              <a:rPr lang="en-US" sz="2800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Customer is logged in, has sufficient balance,</a:t>
            </a:r>
          </a:p>
          <a:p>
            <a:pPr marL="0" lvl="1"/>
            <a:r>
              <a:rPr lang="en-US" sz="2800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 recipient account exists.</a:t>
            </a:r>
          </a:p>
          <a:p>
            <a:pPr marL="0" lvl="1"/>
            <a:r>
              <a:rPr lang="en-US" sz="28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Main Flow: 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Select "Transfer Money.“ 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Enter recipient account number and amount.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Confirm transfer.</a:t>
            </a:r>
          </a:p>
          <a:p>
            <a:pPr marL="342900" lvl="2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System processes transfer and updates accounts.</a:t>
            </a:r>
          </a:p>
          <a:p>
            <a:pPr marL="342900" lvl="2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Display confirmation.</a:t>
            </a:r>
          </a:p>
          <a:p>
            <a:pPr marL="0" lvl="1"/>
            <a:r>
              <a:rPr lang="en-US" sz="28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Alternative Flows:</a:t>
            </a:r>
          </a:p>
          <a:p>
            <a:pPr marL="342900" lvl="2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Insufficient balance.</a:t>
            </a:r>
          </a:p>
          <a:p>
            <a:pPr marL="342900" lvl="2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Invalid recipient account.</a:t>
            </a:r>
          </a:p>
          <a:p>
            <a:pPr marL="342900" lvl="2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Network failure.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F4D350F-B182-E6EE-A4ED-C73B588B2D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4470" y="3576696"/>
            <a:ext cx="4858428" cy="4344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8354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2796A-C4AE-3BD6-7674-EF8E3F455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F8C8C6A-499E-971D-17B4-62FA820120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53684" y="7356818"/>
            <a:ext cx="2610214" cy="84784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4263C63-30FC-54BD-C60E-36C8CF2E20FA}"/>
              </a:ext>
            </a:extLst>
          </p:cNvPr>
          <p:cNvSpPr txBox="1"/>
          <p:nvPr/>
        </p:nvSpPr>
        <p:spPr>
          <a:xfrm>
            <a:off x="3936076" y="836824"/>
            <a:ext cx="908165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1: Transfer Money Example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5850DFE-16EC-82F5-4400-9827CDDFE3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2164" y="1727451"/>
            <a:ext cx="11668942" cy="6053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5860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B1C88-3F18-2AF7-5752-07C4F82A6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1143576A-8BAD-97F5-61FE-A83BCD818B13}"/>
              </a:ext>
            </a:extLst>
          </p:cNvPr>
          <p:cNvSpPr/>
          <p:nvPr/>
        </p:nvSpPr>
        <p:spPr>
          <a:xfrm>
            <a:off x="0" y="773885"/>
            <a:ext cx="14630400" cy="1398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Example 2 - Social Media: Post a Status Update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D21631-0499-EADD-80B9-99AB40EDDE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53684" y="7356818"/>
            <a:ext cx="2610214" cy="84784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1C9B4AE-C88D-030B-1744-DC5EF33EFF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229" y="2165281"/>
            <a:ext cx="8749117" cy="58169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6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Use Case: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8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Actor: </a:t>
            </a:r>
            <a:r>
              <a:rPr lang="en-US" altLang="en-US" sz="2800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Registered User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8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Preconditions: </a:t>
            </a:r>
            <a:r>
              <a:rPr lang="en-US" altLang="en-US" sz="2800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User is logged in.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8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Main Flow: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lang="en-US" altLang="en-US" sz="2800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Click "Post Update."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lang="en-US" altLang="en-US" sz="2800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Enter status text.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lang="en-US" altLang="en-US" sz="2800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Click "Post."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lang="en-US" altLang="en-US" sz="2800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Post appears on timeline.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8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Alternative Flows: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800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Empty status field.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800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Status exceeds character limit.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800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Prohibited content.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9820966-3072-22BB-7958-647ADD089D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2736" y="3207861"/>
            <a:ext cx="5547664" cy="5021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6256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E183C-3D76-E5D1-8DD9-87D6E2981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8D00194-FDCA-7163-4A2B-2F2FFFE946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53684" y="7356818"/>
            <a:ext cx="2610214" cy="8478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20F53E4-0169-1683-C833-E9D2FE5B5370}"/>
              </a:ext>
            </a:extLst>
          </p:cNvPr>
          <p:cNvSpPr txBox="1"/>
          <p:nvPr/>
        </p:nvSpPr>
        <p:spPr>
          <a:xfrm>
            <a:off x="3674225" y="702113"/>
            <a:ext cx="989214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2: Post Status update Example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4814EC-923C-059F-DED9-4B77D02BDC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0220" y="1845344"/>
            <a:ext cx="11149959" cy="554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9429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8A677-6C07-F7DF-C089-66CE69403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1E835AE5-6489-E3E6-D03C-B1B4D4ED253A}"/>
              </a:ext>
            </a:extLst>
          </p:cNvPr>
          <p:cNvSpPr/>
          <p:nvPr/>
        </p:nvSpPr>
        <p:spPr>
          <a:xfrm>
            <a:off x="0" y="773885"/>
            <a:ext cx="14630400" cy="1398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Example 3 - Travel Booking: Search for Flights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68BF0C-8D88-3EF4-78A2-0D1F4B7828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53684" y="7356818"/>
            <a:ext cx="2610214" cy="84784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C016836-F8B8-D5BA-0AFA-5B03F61713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229" y="2596169"/>
            <a:ext cx="8749117" cy="49552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6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Use Case: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8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Actor: </a:t>
            </a:r>
            <a:r>
              <a:rPr lang="en-US" altLang="en-US" sz="2800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Traveler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8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Preconditions: </a:t>
            </a:r>
            <a:r>
              <a:rPr lang="en-US" altLang="en-US" sz="2800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User is on flight search page.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8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Main Flow: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lang="en-US" altLang="en-US" sz="2800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Select departure and arrival cities.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lang="en-US" altLang="en-US" sz="2800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Choose travel dates.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lang="en-US" altLang="en-US" sz="2800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Click "Search Flights."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lang="en-US" altLang="en-US" sz="2800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Display available flights.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Alternative Flows: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800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Invalid dates.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800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No flights available.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AB79B98-2E00-8AD2-2CB8-3A51069FB2D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l="8013" r="5930"/>
          <a:stretch/>
        </p:blipFill>
        <p:spPr bwMode="auto">
          <a:xfrm>
            <a:off x="8199207" y="2596169"/>
            <a:ext cx="5982306" cy="532726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0755423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891B0-2A97-4D5B-A7CC-3AC460E5B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A464517-9578-B760-2397-CDB53F583B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53684" y="7356818"/>
            <a:ext cx="2610214" cy="8478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805795C-6F3A-3DB5-25AE-50D1607EA2F0}"/>
              </a:ext>
            </a:extLst>
          </p:cNvPr>
          <p:cNvSpPr txBox="1"/>
          <p:nvPr/>
        </p:nvSpPr>
        <p:spPr>
          <a:xfrm>
            <a:off x="4189615" y="702113"/>
            <a:ext cx="872836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3: Search For Flight Example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C63D30-6686-6F20-D9FB-6BE13B8398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9320" y="1687684"/>
            <a:ext cx="11731759" cy="6195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9681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B99A0-53BA-3F9F-CC49-913B40865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C828078E-D47E-E85D-52BC-FBB1CB54EF3B}"/>
              </a:ext>
            </a:extLst>
          </p:cNvPr>
          <p:cNvSpPr/>
          <p:nvPr/>
        </p:nvSpPr>
        <p:spPr>
          <a:xfrm>
            <a:off x="0" y="773885"/>
            <a:ext cx="14630400" cy="1398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Conclusion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1D4628-D65E-9602-1527-18F921EE28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53684" y="7356818"/>
            <a:ext cx="2610214" cy="84784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8E76171-4449-8108-C67F-E6393625D3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255" y="2801897"/>
            <a:ext cx="7148945" cy="39007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914400" marR="0" lvl="1" indent="-4572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800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Test cases from use cases ensure robust software testing.</a:t>
            </a:r>
          </a:p>
          <a:p>
            <a:pPr marL="914400" marR="0" lvl="1" indent="-4572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800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Comprehensive testing improves quality and user satisfaction.</a:t>
            </a:r>
          </a:p>
          <a:p>
            <a:pPr marL="914400" marR="0" lvl="1" indent="-4572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800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Use templates and tools for efficient test management.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05FB53-12D5-4ACC-B4C9-047D8A5FB2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8717973" y="1473020"/>
            <a:ext cx="5191436" cy="5877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8060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19659-7559-C3DA-13BA-0D04F05D0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20BD4977-7792-C023-D168-263D57927431}"/>
              </a:ext>
            </a:extLst>
          </p:cNvPr>
          <p:cNvSpPr/>
          <p:nvPr/>
        </p:nvSpPr>
        <p:spPr>
          <a:xfrm>
            <a:off x="0" y="4114800"/>
            <a:ext cx="14630400" cy="1398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00"/>
              </a:lnSpc>
              <a:buNone/>
            </a:pPr>
            <a:r>
              <a:rPr lang="en-US" sz="115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THANKYOU</a:t>
            </a:r>
            <a:endParaRPr lang="en-US" sz="115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99B322-8CE6-DB45-8B78-D5DCDEF732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53684" y="7356818"/>
            <a:ext cx="2610214" cy="84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7776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821</TotalTime>
  <Words>708</Words>
  <Application>Microsoft Office PowerPoint</Application>
  <PresentationFormat>Custom</PresentationFormat>
  <Paragraphs>147</Paragraphs>
  <Slides>21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Open Sans</vt:lpstr>
      <vt:lpstr>Unbounded Bold</vt:lpstr>
      <vt:lpstr>Abadi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Abdul Naafeh</dc:creator>
  <cp:lastModifiedBy>Shayan Ali</cp:lastModifiedBy>
  <cp:revision>19</cp:revision>
  <dcterms:created xsi:type="dcterms:W3CDTF">2024-12-20T12:41:10Z</dcterms:created>
  <dcterms:modified xsi:type="dcterms:W3CDTF">2025-05-31T09:39:13Z</dcterms:modified>
</cp:coreProperties>
</file>