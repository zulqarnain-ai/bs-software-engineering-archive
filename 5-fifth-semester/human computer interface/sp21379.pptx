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Roboto" panose="02000000000000000000" pitchFamily="2" charset="0"/>
      <p:regular r:id="rId17"/>
    </p:embeddedFont>
    <p:embeddedFont>
      <p:font typeface="Roboto Medium" panose="02000000000000000000" pitchFamily="2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9689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88575"/>
            <a:ext cx="7556421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7700"/>
              </a:lnSpc>
              <a:buNone/>
            </a:pPr>
            <a:r>
              <a:rPr lang="en-US" sz="61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بِسْمِ ٱللَّٰهِ ٱلرَّحْمَٰنِ ٱلرَّحِيمِ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4206954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Conversational AI: A New Era of Interaction</a:t>
            </a:r>
            <a:endParaRPr lang="en-US" sz="3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56661"/>
            <a:ext cx="78255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7700"/>
              </a:lnSpc>
              <a:buNone/>
            </a:pPr>
            <a:r>
              <a:rPr lang="en-US" sz="61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Team Members</a:t>
            </a:r>
            <a:endParaRPr lang="en-US" sz="6150" dirty="0"/>
          </a:p>
        </p:txBody>
      </p:sp>
      <p:sp>
        <p:nvSpPr>
          <p:cNvPr id="3" name="Text 1"/>
          <p:cNvSpPr/>
          <p:nvPr/>
        </p:nvSpPr>
        <p:spPr>
          <a:xfrm>
            <a:off x="793790" y="331165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991570"/>
            <a:ext cx="497562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</a:rPr>
              <a:t>Zulqarnain Hassan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4898708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Ehsan Mehmood</a:t>
            </a:r>
            <a:endParaRPr lang="en-US" sz="3550" dirty="0"/>
          </a:p>
        </p:txBody>
      </p:sp>
      <p:sp>
        <p:nvSpPr>
          <p:cNvPr id="6" name="Text 4"/>
          <p:cNvSpPr/>
          <p:nvPr/>
        </p:nvSpPr>
        <p:spPr>
          <a:xfrm>
            <a:off x="793790" y="5805963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Mumtaz Ali</a:t>
            </a:r>
            <a:endParaRPr lang="en-US" sz="35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1F3EEAD-C6CA-46B1-A33C-7F8AAAE75EFB}"/>
              </a:ext>
            </a:extLst>
          </p:cNvPr>
          <p:cNvSpPr/>
          <p:nvPr/>
        </p:nvSpPr>
        <p:spPr>
          <a:xfrm>
            <a:off x="793789" y="667396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450"/>
              </a:lnSpc>
              <a:buNone/>
            </a:pPr>
            <a:r>
              <a:rPr lang="en-US" sz="3550" dirty="0" err="1">
                <a:solidFill>
                  <a:schemeClr val="bg1"/>
                </a:solidFill>
              </a:rPr>
              <a:t>Mursal</a:t>
            </a:r>
            <a:endParaRPr lang="en-US" sz="35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408878"/>
            <a:ext cx="616505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Conversational AI in HCI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conversational AI is transforming human-computer interaction.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723376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Chatbots: The New Interface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Interactive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Chatbots provide a more intuitive and natural way to interact with technology.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Personalized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They can learn user preferences and tailor their responses accordingly.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8825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Voice Assistants: Beyond the Screen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30112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38662" y="3386138"/>
            <a:ext cx="19335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33011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Hands-free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3791545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Voice assistants enable users to interact with technology without needing to touch a screen.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330112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30339" y="3386138"/>
            <a:ext cx="19335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08983" y="33011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Contextual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08983" y="3791545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They can understand the context of the user's request and provide more relevant responses.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72512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38662" y="5810131"/>
            <a:ext cx="19335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57251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Multimodal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6215539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Voice assistants often integrate with other devices and services to provide a seamless experience.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5599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Conversational AI in Healthcare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013710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32481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Symptom Monitoring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738563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Chatbots can collect and analyze patient symptoms to help diagnose illnesses.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3013710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301" y="3248144"/>
            <a:ext cx="28535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Medication Reminders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301" y="3738563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Voice assistants can provide timely medication reminders to improve adherence.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288518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522952"/>
            <a:ext cx="28590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Mental Health Support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6013371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Conversational AI can offer support for mental health conditions, providing resources and guidance.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4502" y="956191"/>
            <a:ext cx="7568565" cy="691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Conversational AI in Education</a:t>
            </a:r>
            <a:endParaRPr lang="en-US" sz="4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502" y="1979533"/>
            <a:ext cx="553164" cy="55316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4502" y="2753916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Personalized Learning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774502" y="3232309"/>
            <a:ext cx="3631525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Chatbots can tailor educational content to the individual needs of students.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7854" y="1979533"/>
            <a:ext cx="553164" cy="55316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37854" y="2753916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Immediate Feedback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4737854" y="3232309"/>
            <a:ext cx="3631644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They provide immediate feedback on assignments and help with understanding concepts.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502" y="4958358"/>
            <a:ext cx="553164" cy="55316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4502" y="5732740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Interactive Learning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774502" y="6211133"/>
            <a:ext cx="3631525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Chatbots make learning more engaging and interactive, fostering active participation.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2899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0085" y="2963585"/>
            <a:ext cx="8334851" cy="607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75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Conversational AI in Customer Service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80085" y="5778579"/>
            <a:ext cx="13270230" cy="22860"/>
          </a:xfrm>
          <a:prstGeom prst="roundRect">
            <a:avLst>
              <a:gd name="adj" fmla="val 357030"/>
            </a:avLst>
          </a:prstGeom>
          <a:solidFill>
            <a:srgbClr val="313E80"/>
          </a:solidFill>
          <a:ln/>
        </p:spPr>
      </p:sp>
      <p:sp>
        <p:nvSpPr>
          <p:cNvPr id="5" name="Shape 2"/>
          <p:cNvSpPr/>
          <p:nvPr/>
        </p:nvSpPr>
        <p:spPr>
          <a:xfrm>
            <a:off x="3937635" y="5098494"/>
            <a:ext cx="22860" cy="680085"/>
          </a:xfrm>
          <a:prstGeom prst="roundRect">
            <a:avLst>
              <a:gd name="adj" fmla="val 357030"/>
            </a:avLst>
          </a:prstGeom>
          <a:solidFill>
            <a:srgbClr val="313E80"/>
          </a:solidFill>
          <a:ln/>
        </p:spPr>
      </p:sp>
      <p:sp>
        <p:nvSpPr>
          <p:cNvPr id="6" name="Shape 3"/>
          <p:cNvSpPr/>
          <p:nvPr/>
        </p:nvSpPr>
        <p:spPr>
          <a:xfrm>
            <a:off x="3730466" y="5559981"/>
            <a:ext cx="437198" cy="437198"/>
          </a:xfrm>
          <a:prstGeom prst="roundRect">
            <a:avLst>
              <a:gd name="adj" fmla="val 18668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66198" y="5632847"/>
            <a:ext cx="165735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2734508" y="3862268"/>
            <a:ext cx="2428994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24/7 Availability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74395" y="4282440"/>
            <a:ext cx="6149340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Chatbots can provide assistance around the clock, improving customer satisfaction.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03770" y="5778579"/>
            <a:ext cx="22860" cy="680085"/>
          </a:xfrm>
          <a:prstGeom prst="roundRect">
            <a:avLst>
              <a:gd name="adj" fmla="val 357030"/>
            </a:avLst>
          </a:prstGeom>
          <a:solidFill>
            <a:srgbClr val="313E80"/>
          </a:solidFill>
          <a:ln/>
        </p:spPr>
      </p:sp>
      <p:sp>
        <p:nvSpPr>
          <p:cNvPr id="11" name="Shape 8"/>
          <p:cNvSpPr/>
          <p:nvPr/>
        </p:nvSpPr>
        <p:spPr>
          <a:xfrm>
            <a:off x="7096601" y="5559981"/>
            <a:ext cx="437198" cy="437198"/>
          </a:xfrm>
          <a:prstGeom prst="roundRect">
            <a:avLst>
              <a:gd name="adj" fmla="val 18668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32333" y="5632847"/>
            <a:ext cx="165735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5944433" y="6652974"/>
            <a:ext cx="2741414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Efficient Problem Solving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240530" y="7073146"/>
            <a:ext cx="6149340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They can quickly answer frequently asked questions, freeing up human agents for more complex tasks.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0669905" y="5098494"/>
            <a:ext cx="22860" cy="680085"/>
          </a:xfrm>
          <a:prstGeom prst="roundRect">
            <a:avLst>
              <a:gd name="adj" fmla="val 357030"/>
            </a:avLst>
          </a:prstGeom>
          <a:solidFill>
            <a:srgbClr val="313E80"/>
          </a:solidFill>
          <a:ln/>
        </p:spPr>
      </p:sp>
      <p:sp>
        <p:nvSpPr>
          <p:cNvPr id="16" name="Shape 13"/>
          <p:cNvSpPr/>
          <p:nvPr/>
        </p:nvSpPr>
        <p:spPr>
          <a:xfrm>
            <a:off x="10462736" y="5559981"/>
            <a:ext cx="437198" cy="437198"/>
          </a:xfrm>
          <a:prstGeom prst="roundRect">
            <a:avLst>
              <a:gd name="adj" fmla="val 18668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98468" y="5632847"/>
            <a:ext cx="165735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9466778" y="3862268"/>
            <a:ext cx="2428994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Personalized Support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606665" y="4282440"/>
            <a:ext cx="6149340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Chatbots can tailor their responses to the individual needs of each customer.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68561"/>
            <a:ext cx="56899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Ethical Considerations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1917502"/>
            <a:ext cx="1134070" cy="18145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54422" y="21443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Privacy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754422" y="2634734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Conversational AI collects vast amounts of data, raising concerns about user privacy.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3732014"/>
            <a:ext cx="1134070" cy="18145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54422" y="39588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Bias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754422" y="4449247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Chatbots can reflect biases present in their training data, potentially leading to unfair or discriminatory outcomes.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5546527"/>
            <a:ext cx="1134070" cy="18145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54422" y="57733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Transparency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754422" y="6263759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It's important to be transparent about the capabilities and limitations of conversational AI.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Future of Conversational AI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Conversational AI is poised to continue reshaping the landscape of human-computer interaction, leading to a more personalized, intuitive, and seamless experience.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364</Words>
  <Application>Microsoft Office PowerPoint</Application>
  <PresentationFormat>Custom</PresentationFormat>
  <Paragraphs>67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Roboto</vt:lpstr>
      <vt:lpstr>Roboto Medium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zulqarnain hassan</cp:lastModifiedBy>
  <cp:revision>2</cp:revision>
  <dcterms:created xsi:type="dcterms:W3CDTF">2024-12-23T11:08:27Z</dcterms:created>
  <dcterms:modified xsi:type="dcterms:W3CDTF">2024-12-27T16:16:28Z</dcterms:modified>
</cp:coreProperties>
</file>