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4"/>
  </p:notesMasterIdLst>
  <p:handoutMasterIdLst>
    <p:handoutMasterId r:id="rId25"/>
  </p:handoutMasterIdLst>
  <p:sldIdLst>
    <p:sldId id="308" r:id="rId2"/>
    <p:sldId id="598" r:id="rId3"/>
    <p:sldId id="599" r:id="rId4"/>
    <p:sldId id="600" r:id="rId5"/>
    <p:sldId id="601" r:id="rId6"/>
    <p:sldId id="602" r:id="rId7"/>
    <p:sldId id="611" r:id="rId8"/>
    <p:sldId id="605" r:id="rId9"/>
    <p:sldId id="606" r:id="rId10"/>
    <p:sldId id="607" r:id="rId11"/>
    <p:sldId id="608" r:id="rId12"/>
    <p:sldId id="609" r:id="rId13"/>
    <p:sldId id="612" r:id="rId14"/>
    <p:sldId id="610" r:id="rId15"/>
    <p:sldId id="613" r:id="rId16"/>
    <p:sldId id="615" r:id="rId17"/>
    <p:sldId id="616" r:id="rId18"/>
    <p:sldId id="617" r:id="rId19"/>
    <p:sldId id="619" r:id="rId20"/>
    <p:sldId id="620" r:id="rId21"/>
    <p:sldId id="621" r:id="rId22"/>
    <p:sldId id="622" r:id="rId23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luzVb7n7qAlQpNgjwsIxcw==" hashData="p8tunWYKwof1mNfuLnHVXKkKM6Vj9VlSlvyxE01mFvqVKifvBwLSXJr/imQh+mAMB3lxmqXBMQFwJ4dJ4f0clg=="/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04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132" autoAdjust="0"/>
  </p:normalViewPr>
  <p:slideViewPr>
    <p:cSldViewPr>
      <p:cViewPr varScale="1">
        <p:scale>
          <a:sx n="75" d="100"/>
          <a:sy n="75" d="100"/>
        </p:scale>
        <p:origin x="1428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44B210D1-BB10-4D3F-84EE-23EFEA341F4D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9735464-44F0-47AE-8A8C-CFA2DB979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8560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344" units="cm"/>
          <inkml:channel name="Y" type="integer" max="10544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23.94556" units="1/cm"/>
          <inkml:channelProperty channel="Y" name="resolution" value="635.1807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22T12:06:04.8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5461 15050 539 0,'11'0'0'0,"15"0"189"0,-26 0 0 16,0 0-20-16,0 0 0 15,-13 2-59-15,13-2 0 16,-9 0-7-16,9 0 0 16,0 0 16-16,9 2 0 15,8 1-37-15,13 1 1 16,10-1-4-16,4-3 0 16,10 0-117-16,-2-3 1 15,-1-6-357-15,-4 0 0 16,-1 0-482-16</inkml:trace>
  <inkml:trace contextRef="#ctx0" brushRef="#br0" timeOffset="1138.53">5550 14116 1255 0,'9'7'0'0,"0"6"160"0,-9-13 0 15,13-7-36-15,-11-1 1 16,2-1 24-16,-4 2 1 16,0-2-5-16,0 9 0 15,0-11-31-15,0 11 0 16,0-5-113-16,0 5 0 16,-15 14 32-16,-7 17 0 15,-2 12-35-15,-13 13 1 16,-5 15 1-16,-12 12 0 15,-3 13-5-15,11-21 0 0,3-9 6 16,16-25 1 0,8-17-33-16,10-8 0 15,3-11 3-15,6-5 0 0,0 0 19 16,0 0 1-16,0 0 5 16,6-7 0-16,3-6 9 15,15-23 1-15,13-16 28 16,4-11 1-16,1-13-84 15,1 5 1-15,-3-1 69 16,-3 11 0-16,-4 6-21 16,-5 14 0-16,-8 8-1 0,-3 10 0 15,-8 8 9-15,-3 5 1 16,-3 6 28-16,-3 4 1 16,0 0-34-16,0 0 1 15,0 0-17-15,0 0 0 16,10 14 18-16,-5 8 1 15,1 7-5-15,-1 11 0 16,3 10-5-16,1 13 0 16,0 10 50-16,2 12 0 15,6 14-48-15,-6-3 1 16,5 0 30-16,-1-10 0 16,-2-6-43-16,-2-15 0 15,-3-15 8-15,-3-17 1 16,1-19 3-16,-3-1 0 15,1-13-1-15,-4 0 1 16,0 0-65-16,0 0 1 16,-7 0 6-16,7 0 0 0,-10-9 39 15,5 5 1-15,-8-5-34 16,-2 0 1-16,-7 0 50 16,-2 0 0-16,-4 2-19 15,-1 3 0-15,1 4 36 16,-3 2 1-16,3 4-50 15,4-1 0-15,2 0 83 16,7 1 0-16,0-1 14 16,6-1 0-16,5-2 8 15,4-2 1-15,0 0-94 16,0 0 0-16,0 0-34 16,0 0 1-16,0 0 42 15,10 0 0-15,8-2-24 0,10-2 0 16,14 1 38-16,8-5 0 15,4-1 50-15,5 2 0 16,5 0-52-16,-8 2 0 16,1-1 38-16,-11 3 1 15,-5 1-41-15,-12 2 0 16,-7 2 1-16,-7-1 0 16,-2 1-32-16,-7 0 1 15,-3-2-183-15,-3 0 1 16,-7-9-187-16,-4-18 0 15,2 0-467-15</inkml:trace>
  <inkml:trace contextRef="#ctx0" brushRef="#br0" timeOffset="1906.3">5860 13838 1356 0,'0'38'0'0,"0"23"181"16,0-61 1-16,-9-34-31 15,5 7 1-15,-1-10-62 16,-3 7 1-16,3-3-19 0,-10 6 1 16,2 2-43-16,-11 3 0 15,-7 4-29-15,-6 4 1 16,-6 3-1-16,1 2 0 15,-4 2 19-15,-4 7 0 16,-6 3-18-16,-4 8 1 16,-7 5-14-16,-12 11 0 15,-14 9 6-15,10 8 1 16,8 8-22-16,1 13 1 16,9 8 54-16,6 1 0 15,6 3-32-15,8 3 0 16,8 3 12-16,10 5 0 15,10 1-16-15,10-2 0 16,10-2 8-16,16 9 0 16,10 3 0-16,17-12 0 0,14-5-6 15,10-8 1-15,7-7 5 16,14-7 1-16,10-8-6 16,-7-6 1-16,2-6 38 15,-1-8 1-15,1-8-7 16,-2-13 0-16,7-13-13 15,-8-7 1-15,-5-7-19 16,-8-7 1-16,-7-6 23 16,-2-3 0-16,-7-4-22 15,-8 2 1-15,-5 2 14 16,-5-10 0-16,1-4 1 16,-11-7 1-16,-2-2-16 15,-12 1 0-15,-2 0 0 0,-7-6 0 16,-4-3 54-16,-3-2 1 15,-6-1-107-15,-9-19 0 16,-4-14 84-16,-8 14 0 16,-4 4-53-16,-5 9 1 15,-3 7 59-15,-12-2 1 16,-3 2-93-16,-3 13 0 16,-5 9 54-16,-8 7 0 15,-5 6-19-15,-3 8 1 16,-7 8-77-16,-11 7 0 15,-8 5-313-15,-6 8 0 16,-3-4-693-16</inkml:trace>
  <inkml:trace contextRef="#ctx0" brushRef="#br0" timeOffset="4380.54">6656 14381 337 0,'-9'-9'0'0,"-6"-12"279"16,11 14 1-16,8 5-79 15,-4 2 1-15,9 7-57 16,-9-7 1-16,9 11-141 16,-9-11 0-16,10 5 75 15,-10-5 1-15,5 4-103 16,4-4 0-16,1-2 88 15,8 0 0-15,10 0-64 0,9-5 1 16,9-2 88 0,2-4 0-16,11-1-48 0,4-4 1 15,11-4-41-15,5-1 0 16,11-4 34-16,19-8 0 16,21-4 25-16,-1-3 0 15,7-1-56-15,3-8 1 16,5-5 50-16,-6 2 0 15,3-4-52-15,3 6 0 16,3-1-5-16,3 1 0 16,3 1 0-16,0-3 0 15,1 0-15-15,8-6 0 16,10-3 15-16,-2 2 1 16,9-1 48-16,-13 12 0 15,-2 4-100-15,-1-2 0 16,-8-3 101-16,-8-1 1 0,-4-3-66 15,-7 12 0-15,-3 5 20 16,-15 7 0-16,-9 8-6 16,-13-1 1-16,-13 6-4 15,-11 6 0-15,-9 3 4 16,-13 0 0-16,-13 0-3 16,0 0 1-16,0 1-202 15,-13 3 1-15,-4 0-1255 16</inkml:trace>
  <inkml:trace contextRef="#ctx0" brushRef="#br0" timeOffset="5951.55">12106 12213 684 0,'0'0'0'15,"18"8"171"-15,-18-8 1 16,-22-17-56-16,11 10 0 16,-2-2-24-16,-2-5 1 15,2-6 49-15,1 4 0 16,2 1-57-16,5 2 1 15,1 1-38-15,8-8 0 0,7 0-37 16,9-3 0 0,8-5 48-16,5 3 0 0,6 0-76 15,1 5 1-15,7 6 29 16,-1 6 1-16,5 5-10 16,-1 10 0-16,2 9-6 15,-4 18 1-15,2 17-4 16,-11 9 0-16,-4 12 38 15,-2 24 0-15,-5 18-15 16,-14-6 1-16,-6 0 19 0,-12-6 0 16,-13-5-40-16,-8-14 1 15,-12-11-59-15,-15-5 0 16,-14-5 55-16,-1-13 0 16,-7-12-29-16,13-4 0 15,0-15 34-15,8-3 0 16,3-6-20-16,15-6 0 15,11-6 11-15,-2 1 1 16,8 0 74-16,1-7 1 16,2-2-65-16,2-12 0 15,0-10 36-15,8 8 1 16,-1 3 4-16,3 6 1 16,3 5 5-16,0 4 0 15,3 5-36-15,-3 2 0 16,0 0-14-16,0 0 0 15,11-7-8-15,2-1 0 0,6-1 9 16,8 4 0 0,10 0-53-16,-2 3 0 0,2 4 45 15,4 3 0-15,-4 4 13 16,9 0 0-16,0-2-5 16,-1 4 1-16,-1 5 0 15,-5-3 0-15,1-4 44 16,-12 0 0-16,-4 0-58 15,-2-2 1-15,-7 1 12 16,3 2 1-16,-3 3-81 16,0-2 0-16,1 0-84 0,-4 0 0 15,0-4-1175-15</inkml:trace>
  <inkml:trace contextRef="#ctx0" brushRef="#br0" timeOffset="6862.74">12289 11847 796 0,'0'0'0'0,"-10"1"32"16,3-15 0-16,-2-11-27 0,0 1 1 15,-3-3 166-15,1-4 1 16,-5-3-193-16,-1-2 1 16,-1-2 112-16,-3 7 0 15,-1-1-89-15,-5 6 0 16,-3 5 38-16,-5 8 0 15,-2 10-34-15,-4 3 1 16,-1 7 65-16,-2 13 0 16,-4 12-66-16,-2 11 0 15,2 10 87-15,-21 34 1 16,-8 23-47-16,9-2 1 16,-3 6-25-16,12-6 1 15,10 1 45-15,10 1 0 16,11 0-22-16,13-1 0 15,12-5-11-15,10 7 1 16,10-1-39-16,12-5 0 16,12-6 0-16,12-1 0 0,12-6 7 15,5-2 1-15,9-5-10 16,8-13 1-16,11-12 4 16,5-15 0-16,8-12-5 15,-7-10 1-15,3-10 21 16,3-13 0-16,3-11-20 15,-4-11 0-15,-2-10-1 16,-4-19 1-16,-8-16 27 16,-9-10 0-16,-14-10-16 15,-9-2 0-15,-15-6-8 16,-7-7 0-16,-17-11 4 0,-11 2 0 16,-13-2-49-16,-9-7 1 15,-17-6 33-15,-4 17 0 16,-12 5-59-16,-17 1 1 15,-13-2 65-15,-10 14 1 16,-12 12-1-16,-4 10 1 16,-12 13-1-16,2 8 1 15,-6 8-5-15,-4 2 0 16,-6 9-77-16,-1 16 0 16,-3 15-148-16,-10 16 0 15,3-3-834-15</inkml:trace>
  <inkml:trace contextRef="#ctx0" brushRef="#br0" timeOffset="7854.86">6739 14468 427 0,'0'0'0'0,"-13"6"121"0,13-6 0 16,-2 7-67-16,2-7 0 15,0 0 45-15,0 0 1 16,0 0-21-16,0 0 1 16,0 0-18-16,0 0 0 15,0 0 4-15,0 0 1 16,0 0 14-16,0 0 0 16,8 2-80-16,-8-2 0 15,16 1 56-15,-10-1 1 16,-1 0-2-16,-5 0 1 15,8 0 2-15,-8 0 1 16,0 0-66-16,0 0 0 16,0 0 9-16,0 0 1 15,0 0 33-15,0 0 1 16,0 0-37-16,0 0 0 0,0 0 2 16,0 0 0-16,0 0-5 15,0 0 1-15,0 0-6 16,0 0 0-16,0 0 8 15,0 0 0-15,0 0-5 16,0 0 0-16,0 0-16 16,0 0 0-16,0 0 12 15,0 0 0-15,0 0-184 16,0 0 0-16,0 0-839 0</inkml:trace>
  <inkml:trace contextRef="#ctx0" brushRef="#br0" timeOffset="10032.84">7315 12829 113 0,'9'15'0'0,"6"7"267"16,-9-17 0-16,1-10 10 16,-7 5 0-16,-4-11-108 15,4 11 1-15,-5-13-35 0,5 13 1 16,-8-11-44-1,8 11 0-15,0 0-26 0,8 13 0 16,3 9-29-16,-2 12 0 16,4 13-2-16,-4 5 0 15,0 8-40-15,1 1 1 16,-5 3 10-16,3-3 1 16,1-1-7-16,-2-6 0 15,2-4 44-15,-1-10 0 16,-8-11-31-16,2-5 0 15,1-10-13-15,-3-3 0 16,0-6 78-16,0-5 1 16,0 0-72-16,0 0 0 15,0 0 20-15,0 0 0 16,0 0-27-16,-5-29 0 0,-4-18-11 16,-4-1 1-1,-2-10 10-15,-4 0 0 16,3-5-11-16,-5 1 1 0,3-6-35 15,-4 12 0 1,3 3 38-16,-1 8 1 0,-6 5-32 16,2 1 1-16,0 2 1 15,6 10 0-15,9 6 22 16,3 3 1-16,6 3 5 16,0 4 1-16,2 4 7 15,2-2 0-15,-4 5-38 16,0 4 0-16,5-12 21 15,-5 12 0-15,0 0 4 0,0 0 0 16,9-4-7-16,8 6 1 16,3 0-30-16,12 10 0 15,1 5 65-15,4 6 1 16,3 4 10-16,7 4 0 16,4 2-29-16,1 10 1 15,3 6 53-15,-3-6 0 16,3-1-18-16,-8-1 0 15,-1 1-43-15,-4-8 1 16,-5 0 8-16,-4-1 0 16,-5-4 42-16,-8-6 1 15,-3-6 4-15,-6-1 1 16,0-4-48-16,-2-3 1 16,1-1 42-16,-10-8 1 15,11 7-50-15,-11-7 0 16,0 0-42-16,0 0 0 0,0 0-101 15,0 0 0-15,0 0-1335 16</inkml:trace>
  <inkml:trace contextRef="#ctx0" brushRef="#br0" timeOffset="10549.3">7391 13368 527 0,'7'-6'0'16,"8"-6"132"-16,-15 12 0 15,0 0 52-15,0 0 1 16,0 0-84-16,0 0 1 16,0 0 34-16,0 0 0 15,0 0-4-15,0 0 1 16,0 0-73-16,0 0 1 16,0 0-61-16,0 0 1 15,0 0 63-15,18-4 0 16,16 1 8-16,8-6 0 15,12-4-36-15,3-3 1 0,2-4-29 16,-2 2 0-16,-2 0 29 16,-12 3 1-16,-6 1 18 15,-6 5 1-15,-10 5-77 16,-5 2 0-16,-1 2 45 16,-6 0 1-16,-5 0-7 15,-4 0 1-15,7 0-54 16,-7 0 1-16,0 0-17 15,0 0 1-15,0 0-45 16,0 0 1-16,0 0-247 0,0 0 0 16,0 0-706-16</inkml:trace>
  <inkml:trace contextRef="#ctx0" brushRef="#br0" timeOffset="12418.33">8423 12685 740 0,'7'11'0'0,"2"7"93"0,-9-18 1 16,0 0 159-16,0 0 1 16,-7-13-151-16,7 13 1 15,-2-12 23-15,2 12 0 16,0-9 1-16,15 3 0 15,9-1-71-15,13-2 0 0,13-9-16 16,1 3 0-16,5 1 22 16,-1-6 1-16,0-2-43 15,3 2 0-15,-3-1-14 16,0 1 1-16,-7 0 3 16,2 2 0-16,-7 2-21 15,-10 3 0-15,-7 2-48 16,-8 4 0-16,-3 3 0 15,-9 3 0-15,-3-1-559 16,-3 9 0-16,0 0 31 16</inkml:trace>
  <inkml:trace contextRef="#ctx0" brushRef="#br0" timeOffset="12753.77">8690 13146 729 0,'15'-24'0'0,"9"-14"153"0,-24 38 1 15,0 0 5-15,-5 11 1 16,-1 4-15-16,-1-5 1 16,1 3-1-16,19-13 0 15,6-9-58-15,8-7 1 16,10-8-40-16,6-1 0 15,8-6 14-15,7 2 0 16,6-1-13-16,-5 2 0 16,-3 5-28-16,-10 5 0 15,-9 3 1-15,-10 5 0 16,-6 4-19-16,-7 3 1 0,-6-1-78 16,-8 4 0-16,9-2-268 15,-9 2 0-15,0 0-780 16</inkml:trace>
  <inkml:trace contextRef="#ctx0" brushRef="#br0" timeOffset="14264.15">9787 12179 886 0,'-9'4'0'15,"-6"-3"120"-15,8 1 0 16,1 0-78-16,6-2 1 15,0 0-18-15,0 0 1 16,-13-14 38-16,-2-3 0 16,-3-4-55-16,-1-5 0 15,-3-1 54-15,2 0 0 16,2-2-21-16,3-1 1 0,6-1 20 16,14-3 1-16,10-4-24 15,13-4 1-15,12-5 17 16,12 2 1-16,9 0-51 15,3 5 1-15,10 4-11 16,7 0 1-16,16 3-1 16,-33 21 1-16,-18 13 3 15,-3 16 0-15,-6 13 40 16,-10 12 0-16,-3 8 1 16,-11 23 1-16,-3 15-51 0,-12 10 0 15,-9 8-19-15,-10-13 0 16,-10-9-28-16,-4-6 0 15,-8-6 51-15,-5-8 0 16,-7-5 1-16,9-8 1 16,3-10-4-16,8-13 0 15,9-16 70-15,4-3 0 16,7-5-33-16,-1-2 0 16,7-4-4-16,-1-4 0 15,3 3 0-15,3-17 0 16,-3-9 9-16,9-5 1 15,7-10 33-15,2 10 0 16,4-2-74-16,7 7 0 16,6 4 16-16,9 5 1 15,5 4-52-15,10 5 0 16,7 5 56-16,7 8 0 16,8 5-31-16,2 10 0 15,5 8 13-15,13 16 1 0,17 15-169 16,-13-5 1-16,-2 0-1292 15</inkml:trace>
  <inkml:trace contextRef="#ctx0" brushRef="#br0" timeOffset="16675.82">6815 6596 483 0,'0'0'0'0,"0"0"-303"16</inkml:trace>
  <inkml:trace contextRef="#ctx0" brushRef="#br0" timeOffset="18553.88">13243 12873 102 0,'6'-7'0'16,"5"-4"125"-16,-11 11 1 15,0 0-20-15,0 0 1 16,0 0-5-16,0 0 1 16,0 0 88-16,0 0 0 15,0 0-75-15,0 0 0 16,-8 3-41-16,8-3 0 15,0 0-8-15,0 0 1 16,0 0-42-16,0 0 0 16,0 0-26-16,0 0 0 0,0 0 22 15,0 0 1-15,0 0-17 16,0 0 0-16,0 0 33 16,0 0 1-16,0 0 2 15,0 0 0-15,0 0-43 16,0 0 0-16,0 0-16 15,0 0 0-15,0 0 8 16,0 0 0-16,0 0 9 16,0 0 0-16,0 0 31 15,0 0 0-15,0 0-1 16,0 0 0-16,0 0-34 16,0 0 1-16,0 0 41 0,0 0 1 15,0 0 8-15,0 0 0 16,0 0-118-16,0 0 0 15,0 0 28-15,0 0 1 16,0 0 41-16,0 0 0 16,11 2-1-16,10-2 1 15,10-2 5-15,19 1 0 16,11-3 64-16,13 0 1 16,14-1-21-16,34-2 1 15,28-1-5-15,-3 1 1 16,10 0-24-16,-7 3 0 15,-2 1 43-15,-3-3 0 16,5-1-62-16,5 0 1 0,6 0 2 16,-8-1 1-1,-2 3 27-15,-7-2 0 0,-9 1-33 16,-9 1 1-16,-10 1 39 16,-20 1 1-16,-19 3-41 15,-8 0 0-15,-12 0-1 16,-13 0 0-16,-16 0-7 15,-8 2 0-15,-7-2-116 16,-4-2 0-16,-5 2-149 16,5-13 1-16,1 0-947 15</inkml:trace>
  <inkml:trace contextRef="#ctx0" brushRef="#br0" timeOffset="19593.47">16790 12399 919 0,'-19'4'0'15,"-8"-2"168"-15,27-2 1 16,5-13-53-16,2 6 0 16,5 0 12-16,-5 1 0 0,0 1 12 15,-7 5 0-15,8-11-52 16,-8 4 1-16,0-2-82 16,3-6 1-16,8-3 22 15,17-3 0-15,15-5 25 16,10 3 0-1,14-1-52-15,6 6 1 0,12 2 9 16,-9 7 1-16,0 4-13 16,-17 3 1-16,-13 5-12 15,-15 6 1-15,-14 8-27 16,-15 4 1-16,-17 8 33 0,-11 2 0 16,-13 3 1-16,-1 2 0 15,-6 2-3-15,0-1 1 16,1-1 3-16,8-6 0 15,6-4-40-15,9-1 0 16,7-3 4-16,15-1 0 16,13 1 37-16,15 2 0 15,12 1-1-15,6 0 0 16,12 2-22-16,-16 2 0 16,-1 0 9-16,-6-2 0 15,-6 2 43-15,-10-7 0 16,-10-1 66-16,-13 3 1 15,-14-1-86-15,-14 3 0 16,-6 1 29-16,-18-11 0 16,-16-5-51-16,-16-9 0 15,-19-8 11-15,9-12 0 16,0-16-35-16,19-2 1 16,10-9 23-16,25 1 0 0,16-3 11 15,2-30 0-15,10-21-43 16,8 6 0-16,12-6 24 15,5 6 1-15,10 0 36 16,8-4 1-16,10-1-31 16,10 5 0-16,10 3-31 15,0 2 1-15,6 4 78 16,1 13 1-16,7 8-37 16,8 13 0-16,8 13 4 15,7 15 1-15,2 13 21 0,9 16 0 16,6 13-33-1,0 23 0-15,-1 19-8 0,-4 6 1 16,-7 10-11-16,-10 4 1 16,-12 4-26-16,-10 12 1 15,-15 12-30-15,-17-3 0 16,-15 0 71-16,-20 4 1 16,-20 4 38-16,-25-9 0 15,-19-8 15-15,-17-11 0 16,-17-8-2-16,-13-10 0 15,-15-5-1-15,3-12 1 16,-5-8 2-16,-8-14 1 16,-8-10-29-16,3-6 0 15,1-10-87-15,5-10 1 16,1-11-232-16,10-24 1 0,2 0-796 16</inkml:trace>
  <inkml:trace contextRef="#ctx0" brushRef="#br0" timeOffset="21691.81">13814 11832 875 0,'13'4'0'16,"11"3"141"-16,-24-7 0 15,0 0-28-15,0 0 1 0,-8 0 38 16,8 0 1-16,-4 13-92 16,4 7 0-16,4 7 31 15,2 12 0-15,3 10-44 16,0 2 0-16,4 1 13 16,2-3 1-16,0-4-11 15,-2-7 0-15,-2-5-56 16,-2-10 0-16,-4-3 14 15,-1-4 0-15,0-7-60 16,-4-2 1-16,2-5-108 16,-2-2 1-16,0 0-67 0,0 0 1 15,0 0-757-15</inkml:trace>
  <inkml:trace contextRef="#ctx0" brushRef="#br0" timeOffset="22187.46">13769 11839 707 0,'10'20'0'16,"2"11"128"-16,-12-31 1 16,-9-14 35-16,2 1 1 15,1-2-38-15,-1 5 0 16,1 2-53-16,6 8 0 15,-5-9-31-15,5 9 1 16,5-7 43-16,18-2 0 16,13 0-16-16,9-4 1 0,8 1-22 15,1 3 0 1,5 1 2-16,-9 5 0 0,-4 3-70 16,-11 3 0-16,-7 3-1 15,-8 5 1-15,-9 3 13 16,-11 6 0-16,-11 5 36 15,0-3 0-15,-4 0-42 16,6-1 0-16,3-1 18 16,16 6 0-16,12-1 2 0,17 0 1 15,16-1 34-15,-2 1 0 16,7-2-119-16,-18-3 1 16,-7-3 151-16,-50 13 0 15,-35 10-45 1,-51 11 0-16,-49 8 2 0,3-8 0 15,-16-2-46-15,25-13 0 16,12-7-65-16,36-11 0 16,25-9-58-16,21-9 0 15,1 0-1324-15</inkml:trace>
  <inkml:trace contextRef="#ctx0" brushRef="#br0" timeOffset="22735.07">14750 11924 348 0,'-13'-1'0'16,"-8"-5"264"-16,14 10 0 16,7 5-21-16,4-2 1 15,-2 0-24-15,-2-7 0 16,11 9-81-16,3-3 0 16,1 1-25-16,17-4 0 15,10 3-47-15,4-1 1 16,11-1 9-16,6 3 1 15,7-3-40-15,2 1 1 0,6-5-45 16,-12 4 0-16,-1-2 49 16,-15 1 0-16,-15 1-91 15,-7-4 0-15,-10 0-37 16,-5 0 0-16,-6-4-250 16,-16 4 0-16,0 0-882 15</inkml:trace>
  <inkml:trace contextRef="#ctx0" brushRef="#br0" timeOffset="23071.69">14857 12399 1009 0,'18'-9'0'16,"15"-7"195"-16,-33 16 0 15,-14 6-36-15,1-1 1 16,-2 0-64-16,6 1 0 15,-1-3-10-15,10-3 0 16,0 0-30-16,19 0 1 16,10-1-5-16,8-1 0 15,10 0-51-15,10-2 0 16,11 1 30-16,0-1 0 16,6 2 25-16,-2 1 1 15,0 1-46-15,-9 3 0 16,-4 4 6-16,-13-1 0 15,-11 1-40-15,-9-5 1 16,-7 2-46-16,-6-3 1 0,-8-1-158 16,-5 0 1-16,0 0-1088 15</inkml:trace>
  <inkml:trace contextRef="#ctx0" brushRef="#br0" timeOffset="23644.09">15687 11883 348 0,'15'-2'0'16,"7"-3"387"-16,4-1 1 16,7-1-197-16,3 0 0 15,-3-1-48-15,4 3 0 16,3 0-85-16,3 5 0 16,-4 1-25-16,1 3 1 15,-3 3 2-15,-6 4 1 16,1 5-43-16,-6 6 1 15,-8 7-23-15,-12 11 0 16,-12 10 9-16,-10-1 1 0,-12 3-53 16,-4-6 1-16,-6-3 79 15,-7-5 1-15,-4-9 15 16,6-4 1-16,6-7 61 16,8-3 0-16,5-5-79 15,7-4 1-15,4-2 55 16,4-1 1-16,3-3-12 15,6 0 1-15,0 0-23 16,10-7 0-16,4-6 4 16,8 1 0-16,12-5-40 0,-7 6 1 15,1 1-25 1,0 4 0-16,-4 6 35 0,3 6 1 16,1 3-14-16,2 7 1 15,3 6-112-15,4 5 1 16,3 5-210-16,1 6 1 15,0 0-640 1</inkml:trace>
  <inkml:trace contextRef="#ctx0" brushRef="#br0" timeOffset="29152.76">12422 13693 315 0,'0'0'0'0,"-10"-7"109"0,10 7 0 15,0 0-63-15,0 0 0 16,0 0 173-16,0 0 0 16,0 0-30-16,0 0 1 15,0 0-64-15,0 0 0 16,0 0-72-16,0 0 0 16,0 0-41-16,0 0 0 15,0 0 28-15,0 0 1 16,0 0 3-16,0 0 1 15,0 0 5-15,0 0 1 0,0 0-8 16,0 0 0-16,0 0-44 16,0 0 1-16,0 0 17 15,0 0 0-15,0 0-15 16,0 0 0-16,0 0 33 16,0 0 1-16,0 0 26 15,0 0 0-15,0 0-60 16,0 0 1-16,0 0-1 15,0 0 1-15,0 0-15 16,0 0 0-16,0 0 16 16,0 0 0-16,0 0-3 15,0 0 1-15,0 0-1 0,0 0 0 16,6 5-2-16,-6-5 1 16,9 6 0-16,-9-6 1 15,6 12 7-15,-3-4 0 16,-1-1-9-16,2 2 0 15,1 0 1-15,3 2 0 16,-3 0-1-16,8 5 1 16,-2 4 2-16,-1 1 0 15,-3 5 26-15,-2 6 0 16,-1 4-43-16,-4-1 1 16,0-1 65-16,4 4 0 15,1 2-51-15,-1 3 0 16,2 4 6-16,3-2 0 15,-4 2-7-15,1 2 0 16,1 0 1-16,-3 3 0 0,0 0 21 16,-1-3 0-16,1-2-33 15,-4-3 1-15,4-3 19 16,1 1 1-16,5-4-11 16,-1 1 0-16,-4-1 34 15,1-2 1-15,-2 1-54 16,-1-3 0-16,3-3 32 15,-3-2 0-15,-3-1-12 16,0-8 0-16,0-2-4 16,0 0 0-16,2-3 3 0,0-1 1 15,-2-6-3 1,0-1 0-16,0-2 45 0,0-5 0 16,0 9-52-16,0-9 1 15,0 0 22-15,0 0 0 16,0 0-20-16,0 0 0 15,0 0 8-15,0 0 0 16,0 0 2-16,0 0 1 16,0 0 3-16,0 0 0 15,0 0 17-15,0 0 1 16,0 0 33-16,0 0 1 16,0 0-60-16,0 0 1 15,0 0-1-15,0 0 1 16,0 0-6-16,0 0 0 15,0 0 4-15,0 0 1 16,0 0 0-16,0 0 0 16,0 0 1-16,0 0 0 0,0 0 11 15,0 0 0-15,0 0-14 16,0 0 0-16,0 0 31 16,0 0 0-16,0 0-29 15,0 0 1-15,0 0 14 16,0 0 1-16,0 0-46 15,0 0 0-15,0 0 3 16,0 0 0-16,0 0 28 16,2 11 0-16,2 5-8 15,-2 8 1-15,1 7 6 16,1 7 0-16,0 7-2 0,1-2 1 16,-5 2-4-16,4 2 1 15,1 0 51-15,1-2 1 16,1-1-87-16,-1-5 0 15,-2-4 87-15,1-6 1 16,-3-4-48-16,2-3 0 16,-1-2-26-16,-3-2 0 15,6 0 28-15,-6-6 1 16,0-1 30-16,0-4 0 16,-4-5-66-16,4-2 0 15,0 0-66-15,0 0 1 16,0 0-72-16,0 0 1 15,0 0-405-15,0-7 0 16,0 0-182-16</inkml:trace>
  <inkml:trace contextRef="#ctx0" brushRef="#br0" timeOffset="30419.57">12914 15955 572 0,'0'0'0'16,"10"13"198"-16,-10-13 1 16,0 0-94-16,0 0 1 0,0 0 41 15,0 0 1 1,0 0-49-16,0 0 1 0,0 0-48 16,0 0 1-16,0 0 69 15,0 0 0-15,0 0-76 16,0 0 0-16,0 0 29 15,0 0 1-15,0 0-38 16,0 0 1-16,0 0-40 16,0 0 1-16,0 0-26 15,-8 11 0-15,-3 7 23 16,2 2 0-16,0 5-14 0,1 0 0 16,7 0-16-16,-5-1 0 15,2-2 7-15,10-1 0 16,7 1-31-16,5 0 1 15,3-3-26-15,8-6 1 16,10-4 13-16,-8-5 1 16,2-4 42-16,-1-7 1 15,3-8-14-15,-7 2 0 16,-4 1 107-16,-6 3 1 16,-5 0 38-16,-4 3 0 15,-1 1-28-15,-8 5 1 16,7-7-40-16,-7 7 1 15,0 0 8-15,0 0 0 16,0 0-46-16,0 0 1 16,0 0 47-16,0 0 1 0,0 0-50 15,0 0 1-15,-2-8 31 16,2 8 1-16,0 9-35 16,0 10 1-16,0 6-4 15,2 2 1-15,0 2-35 16,3 2 0-16,3 1-85 15,-4-8 1-15,-1-5-245 16,1-4 0-16,1-1-567 16</inkml:trace>
  <inkml:trace contextRef="#ctx0" brushRef="#br0" timeOffset="31108.91">12863 15205 1334 0,'5'17'0'0,"5"10"168"0,-10-27 0 15,-6-9 29-15,2 3 1 16,-5-5-149-16,-8 15 0 15,-3 5 2-15,-2 18 0 16,-4 15 0-16,-2 5 1 16,-1 9-52-16,-2 1 0 15,-1 7 18-15,-5 21 0 16,0 16-17-16,-5-7 0 16,1-2 2-16,8-9 1 0,5-5-2 15,8 8 0-15,9 3 33 16,5-10 0-16,10-6-34 15,5-6 0-15,15-6 6 16,8-3 0-16,12-4-11 16,2 4 0-16,4 0 7 15,9-6 1-15,8-3-62 16,6-13 1-16,10-9 70 16,-1-9 0-16,1-11-27 0,-4-3 1 15,-1-8 25 1,-6-7 1-16,0-8-14 15,-2-5 1-15,-2-5 10 0,-1-18 1 16,-10-12-14-16,2-6 0 16,-4-8-4-16,-16 16 0 15,-9 4-32-15,-6 6 0 16,-6 7 59-16,-3-10 0 16,-10-6-1-16,-5-2 1 15,-5-5-35-15,-12-4 0 16,-3-4-6-16,-17-19 0 15,-5-13 21-15,-10 11 0 16,-3 3 11-16,-8 17 0 16,-4 7 7-16,-3 0 1 15,-9 4-18-15,-2 5 1 16,1 3-68-16,-14 19 1 0,-11 12-421 16,-8 40 0-16,0 0-307 15</inkml:trace>
  <inkml:trace contextRef="#ctx0" brushRef="#br0" timeOffset="33047.33">13553 14029 819 0,'-9'6'0'0,"-6"4"56"0,4-11 1 16,-2-10 103-16,-7-2 0 15,-2-9-68-15,-6 12 0 16,-5 1-57-16,0 7 1 16,-4 7 53-16,-4 2 1 15,-1 6-96-15,-1 7 1 16,3 7 23-16,-5 4 1 15,1 5 21-15,7 0 0 16,0 4-5-16,9 3 1 16,8 4-19-16,9 2 0 15,9 0-4-15,8-2 0 16,12-2 44-16,10-7 0 16,11-6-33-16,5-5 1 15,8-5 11-15,3-8 1 16,2-4-54-16,21-14 0 15,10-7-26-15,-10-9 1 0,0-7-355 16,-10-9 0-16,0 0-379 16</inkml:trace>
  <inkml:trace contextRef="#ctx0" brushRef="#br0" timeOffset="33376.28">14072 14275 729 0,'-7'0'0'0,"-4"-4"153"0,11 4 1 16,-10 0-6-16,10 0 1 15,0 0 55-15,0 0 1 16,0 0-88-16,0 0 1 15,10 9-31-15,3-2 0 16,7-5-24-16,11 0 1 16,10-4-72-16,5 0 1 15,8-7 7-15,-3 2 1 16,5-2-1-16,-10 2 0 16,-4 2-71-16,-9 5 0 15,-7 0-218-15,-7 0 0 16,-1 0-737-16</inkml:trace>
  <inkml:trace contextRef="#ctx0" brushRef="#br0" timeOffset="33617.4">13961 14584 1132 0,'17'-9'0'0,"11"-6"152"15,-12 14 0-15,1 4 4 16,1 1 1-16,8-1-20 0,9-1 0 16,2 0-119-16,9-4 1 15,2-3-12-15,6-2 1 16,3-4 17-16,0 2 1 16,2 0-166-16,-3 0 0 15,-5 1-1150 1</inkml:trace>
  <inkml:trace contextRef="#ctx0" brushRef="#br0" timeOffset="34271.47">14814 13937 796 0,'6'16'0'0,"5"10"149"15,-4-14 1-15,-1-5 68 16,-6-7 0-16,0 0-43 15,0 0 0-15,5-12-98 16,12-3 1-16,11-3-1 16,5 2 0-16,4 2-55 0,3 5 0 15,8 5 26-15,-5 4 0 16,1 7-47 0,-3 4 0-16,-2 5 19 0,-12-3 0 15,-3 0-25-15,-9 3 1 16,-2 0 4-16,-11 6 0 15,-8 3-38-15,-5 0 1 16,-5 2 39-16,-5-3 0 16,-1-1-1-16,0-3 0 15,2-2-1-15,1-3 0 16,3-4-11-16,6-2 0 16,5-2-24-16,5 0 1 15,7 0 40-15,17 1 1 16,15-3-1-16,-4 2 0 15,4-3-31-15,3 5 1 0,3-2 24 16,-10 8 0-16,-6 1 22 16,-5 5 0-16,-5 5-1 15,-5-1 0-15,-10 2 26 16,-6-5 0-16,-7-4 32 16,-17 5 0-16,-11 3-36 15,-16-1 0-15,-14-2-77 16,-3-3 0-16,-9-3-305 15,-36-10 1-15,3 0-911 16</inkml:trace>
  <inkml:trace contextRef="#ctx0" brushRef="#br0" timeOffset="40088.68">18484 12284 617 0,'0'0'0'0,"-11"5"337"16,11-5 1-16,0 0-117 0,0 0 1 15,0 0-108-15,0 0 0 16,0 0-32-16,0 0 1 16,0 0-80-16,0 0 0 15,0 0 31-15,0 0 1 16,0 0-36-16,0 0 0 15,0 0 19-15,0 0 0 16,17 13-18-16,7 3 0 16,4 0 18-16,9 6 0 15,7 5 21-15,9 6 0 16,3 6-33-16,7 3 0 16,3 5 37-16,28 14 0 15,15 10-43-15,-2-8 0 16,6-1 3-16,-6 6 1 15,-4 6 56-15,8-1 1 0,2-3-65 16,-1 2 1 0,1 1 13-16,5 6 1 0,-2 6 7 15,-5-7 0-15,-2-2-28 16,-5-8 0-16,-5-10 14 16,-6 3 1-16,-3-3 26 15,-9-5 0-15,-9-8-22 16,-7 0 1-16,-8-3 44 15,-7-6 1-15,-8-7-59 16,-5-6 1-16,-3-8-31 16,-12-5 1-16,-9-4-52 0,-4-3 0 15,-5-3-195-15,-4 0 0 16,0 0-1092-16</inkml:trace>
  <inkml:trace contextRef="#ctx0" brushRef="#br0" timeOffset="40518.33">21725 13652 1491 0,'0'0'0'16,"7"9"112"-16,-7-9 0 15,7 3-76-15,-7-3 0 16,0 0 30-16,-13 11 1 0,-7 9-62 16,-6 3 1-16,0 8 62 15,6 2 0-15,3 1-64 16,12 4 0-16,10 2 112 16,14 5 0-16,12 4-97 15,14 1 1 1,12 1 27-16,19 10 1 0,14 6-43 15,-11 0 0-15,1 3 41 16,-25-10 0-16,-14-6-4 16,-15-12 1-16,-17-10 8 15,-4-14 1-15,-8-9-14 16,-12 4 0-16,-11-2-46 0,-16 0 1 16,-14 0-51-16,-7-4 0 15,-7-2-79-15,9-5 1 16,4-5-348-16,2-19 1 15,-1 1-414-15</inkml:trace>
  <inkml:trace contextRef="#ctx0" brushRef="#br0" timeOffset="40778.58">21608 13606 1659 0,'8'11'0'16,"3"9"174"-16,-2-14 1 15,-2-12-5-15,14-1 0 0,6-4-67 16,16 4 0-16,12 0-100 16,13-2 0-16,16-1-84 15,15-6 1-15,16-9-57 16,-14-2 1-16,-5-2-273 15,-13 2 0-15,0 0-410 16</inkml:trace>
  <inkml:trace contextRef="#ctx0" brushRef="#br0" timeOffset="41402.4">22491 13269 1110 0,'11'9'0'0,"5"5"104"0,-27-21 1 15,-16-11-66-15,-1 1 0 16,-7-1 113-16,2 4 0 16,-2 1-97-16,-2 2 0 15,0 1-22-15,-11 8 1 16,-8 5 4-16,1 5 1 15,-2 1-9-15,-4 7 0 16,-4 7 36-16,-1 8 0 16,-3 7-58-16,-12 29 1 15,-11 20 0-15,11 1 1 0,3 6-10 16,15 13 0-16,13 5 3 16,10-2 0-16,10-2 8 15,12 4 0-15,10 2 4 16,12-5 0-16,11-6 64 15,16-2 0-15,17-4-83 16,11-1 1-16,12-2 22 16,15-20 1-16,10-14 26 15,4-13 0-15,5-15 13 16,8-10 1-16,3-13-26 0,2-13 1 16,4-14-35-1,-9-7 0-15,-4-9 33 0,-17-4 1 16,-13-4 33-16,-7-14 0 15,-9-9-66-15,-18 4 0 16,-14-3 17-16,-13-4 0 16,-12-5-22-16,-2-26 1 15,-6-18-54-15,-9-3 1 16,-10-4 57-16,-16-1 0 16,-14-3-75-16,-14 16 1 15,-14 9 28-15,-17 5 1 16,-17 6-122-16,-12 20 0 15,-14 16-122-15,-5 14 0 16,0 3-846-16</inkml:trace>
  <inkml:trace contextRef="#ctx0" brushRef="#br0" timeOffset="41854.96">19601 11912 1479 0,'13'5'0'0,"8"6"105"0,-21-11 1 16,-6 9 6-16,1 4 1 15,1 5 8-15,0 14 1 16,8 6-68-16,-4 6 1 15,0 6-23-15,5 1 0 16,3-1 3-16,3-3 1 16,6-2-42-16,-10-5 1 0,-2-2 4 15,-3-11 1 1,-2-5-193-16,2-6 0 0,2-7-163 16,-4-9 1-16,0 0-466 15</inkml:trace>
  <inkml:trace contextRef="#ctx0" brushRef="#br0" timeOffset="42187.36">19406 11740 1255 0,'5'18'0'0,"6"7"160"16,-11-25 0-16,0 0-58 15,6-9 0-15,1-5-42 0,17 8 1 16,11 6 7-16,13 8 0 15,11 6-65-15,2 10 0 16,8 6 4-16,12 26 1 16,9 18-8-16,-1 4 0 15,0 2 12-15,-14-12 1 16,-8-4-5-16,-19-8 1 16,-17-13 58-16,-11-2 1 15,-16-12-20-15,-11 2 0 16,-12-4 6-16,-16 4 1 15,-16 0-79-15,-25 5 1 16,-18 5-11-16,-6-10 1 16,-3-6-156-16,14-5 1 15,0 0-1166-15</inkml:trace>
  <inkml:trace contextRef="#ctx0" brushRef="#br0" timeOffset="42561.05">20885 11979 796 0,'0'0'0'0,"-15"-17"289"0,15 17 1 15,0 0-42-15,0 0 0 16,9 6-104-16,4-5 1 16,7-1-85-16,13-3 0 15,14-3-46-15,2-1 1 16,9 0-5-16,1 2 0 15,-2-4-10-15,2 5 0 16,-4-1-59-16,-3 1 1 16,-4 2-107-16,-7 4 1 15,-1 0-1148-15</inkml:trace>
  <inkml:trace contextRef="#ctx0" brushRef="#br0" timeOffset="42862.44">20912 12416 1132 0,'19'-9'0'0,"10"-6"124"16,-21 15 0-16,-16 0 65 15,8 0 1-15,-7 13-71 16,14-9 1-16,10-1-24 0,12-5 0 15,14-5-91-15,9 0 1 16,14-4 34-16,6 4 1 16,11-2-36-16,22 5 0 15,12-1-2-15,-14 7 1 16,-5 3-9-16,-15 0 0 16,-11 3-214-16,-9-1 0 15,-1 0-1055-15</inkml:trace>
  <inkml:trace contextRef="#ctx0" brushRef="#br0" timeOffset="44799.57">22408 11588 572 0,'0'0'0'0,"27"42"170"0,-27-42 1 16,-18-7 7-16,5-1 0 16,0-1-29-16,2 4 0 15,2-4-43-15,9 9 0 16,-8-4 18-16,8 4 0 15,0 0-67-15,0 0 0 16,0 0 10-16,0 0 0 16,0 0-20-16,11 0 0 15,6 0-45-15,16-3 0 16,13 1 24-16,1 2 0 16,4 2-113-16,-3 3 0 15,-2 6 94-15,-10-2 0 16,-11 2-27-16,-8 7 1 15,-11 4-45-15,-14 3 0 0,-12 0 64 16,-8 0 1-16,-11 3 36 16,6-7 1-16,0-3-38 15,3 0 0-15,4 0-3 16,6-5 0-16,7-4 3 16,4-2 0-16,3-5-44 15,6-2 1-15,0 0 62 16,19 6 1-16,12 3 15 15,10 1 1-15,11 3-57 16,5 2 0-16,6 3 17 16,5 3 1-16,4 8-1 15,7 9 0-15,6 11-20 0,-26-2 1 16,-14 0 23-16,-23-11 0 16,-20-11 46-16,-12 4 1 15,-14 2 58-15,-7-6 1 16,-11 0-67-16,-10-1 1 15,-9-1 7-15,-5-8 1 16,-8-2-230-16,-35-10 1 16,0 1-1366-16</inkml:trace>
  <inkml:trace contextRef="#ctx0" brushRef="#br0" timeOffset="52836.17">14072 16141 1031 0,'9'4'0'0,"6"1"180"0,-8-1 1 15,-1-2-119-15,-6-2 1 16,0 0 56-16,0 0 0 16,0 0-50-16,0 0 1 15,-9 5-57-15,9-5 0 16,0 0-60-16,0 0 0 15,0 0-3-15,0 0 0 16,18 2 57-16,1-2 1 16,8-2-7-16,7-3 0 15,8-4-2-15,2 0 0 0,8 0 75 16,0 0 0-16,3 1-31 16,-1 3 0-16,5-1-28 15,2 5 0-15,1-1 53 16,9 0 1-16,2 0-22 15,16-3 0-15,13-2-40 16,1-4 0-16,0-2 8 16,4 0 0-16,2 1 29 15,4-1 0-15,0 0-32 0,-3-1 0 16,1 0-5 0,4-3 0-16,3-3-3 0,2 1 1 15,4-1 14-15,-1-2 1 16,5-1 22-16,5-3 1 15,1-3-53-15,7 4 0 16,6 0 40-16,-3 3 0 16,-3 2-61-16,3 2 0 15,3 2 32-15,-1 0 0 16,2-2 2-16,1-2 1 16,5-2-3-16,3 0 1 15,5 1 3-15,-14 1 0 16,-2 0-11-16,1-2 1 15,1 1 13-15,1-5 0 16,1-1-9-16,1-2 0 16,3-2 4-16,-3 1 1 0,0-5-20 15,-10 12 1-15,-10 7 17 16,-9-2 1-16,-10 1-10 16,-6 3 1-16,-10 3 1 15,-6-2 1-15,-5 1 1 16,-9 1 1-16,-8-2-34 15,-11 6 0-15,-7 2 35 16,-15 1 0-16,-13 0 1 16,-7 3 0-16,-9 1 2 15,-6 0 0-15,0 0 0 16,0 0 0-16,0 0 17 0,0 0 1 16,0 0-7-16,0 0 1 15,0 0 31-15,0 0 1 16,0 0-2-16,0 0 0 15,0 0-17-15,0 0 0 16,0 0-28-16,0 0 1 16,0 0-136-16,0 0 0 15,0 0-230-15,0 0 0 16,0 0-776-16</inkml:trace>
  <inkml:trace contextRef="#ctx0" brushRef="#br0" timeOffset="54034.5">17044 16172 1211 0,'0'0'0'16,"15"14"143"-16,-15-14 1 15,6 8-25-15,-6-8 0 16,0 0-52-16,0 0 1 16,0 0-8-16,0 18 1 15,0 11-39-15,3 14 1 0,-1 15-28 16,2 3 0-16,2 6 24 16,1 20 1-1,0 12-25-15,4-10 0 0,2-6 5 16,-2-11 0-16,0-7 42 15,-1-22 0-15,-1-17-42 16,-2-8 0-16,-1-11-22 16,-6-7 0-16,0 0-44 15,0 0 1-15,0 0-86 16,0 0 0-16,0 0 89 16,-9-22 1-16,-6-14 11 15,-2-2 0-15,1-7 4 0,1 7 0 16,0 4 7-16,2-8 1 15,2-5 82-15,2 11 1 16,1 4-12-16,1 3 1 16,2 5 51-16,-1 6 0 15,2 6-50-15,4 2 0 16,-3 5-33-16,1-4 1 16,-2 0 1-16,0-4 1 15,3-1 0-15,-1 1 1 16,0-1-26-16,2 3 1 15,0 0 52-15,0 2 0 16,0 0-10-16,0 0 1 16,0 2-27-16,0 0 0 15,-4-1-47-15,4 1 0 16,0 2 59-16,0 5 0 0,4-13-24 16,-4 13 0-16,0-11 18 15,0 11 0-15,0-7 0 16,0 7 0-16,0 0-33 15,0 0 0-15,2-7-68 16,-2 7 1-16,3-15 68 16,1-1 32-1,-2 9 30-15,-2 0 20 16,2-4 1-16,0-4-3 16,7-3 1-16,4-3 10 15,11 1 1-15,7 0 33 0,4 4 1 16,6-1-16-16,1 5 1 15,3 3-11-15,-3 3 1 16,-1 4-10-16,-6 4 1 16,-4 5-5-16,-9-1 0 15,-5-1-54-15,0 1 0 16,-8-3-2-16,4 1 1 16,-2-2-24-16,-2-1 0 15,-2 1-38-15,1-2 1 16,-3 0-75-16,-5 0 1 15,10-3-137-15,-10 3 0 16,0 0-758-16</inkml:trace>
  <inkml:trace contextRef="#ctx0" brushRef="#br0" timeOffset="54392.55">17094 16645 740 0,'0'0'104'16,"0"0"1"-16,4 7-12 15,-4-7 1-15,7 0 55 16,-7 0 0-16,0 0-45 0,0 0 1 15,8-7 25-15,1 4 0 16,2-3-75-16,6 3 1 16,5-1 11-16,2 0 0 15,4 1-39-15,8-1 0 16,7 1-28-16,-6-1 0 16,-4 2 12-16,-3 0 1 15,-3 2-81-15,-8 0 0 16,-4-1-104-16,-6 1 0 15,-2 0-1037-15</inkml:trace>
  <inkml:trace contextRef="#ctx0" brushRef="#br0" timeOffset="54680.7">17185 16925 124 0,'0'0'206'16,"9"6"1"-16,8 5 80 16,-4-8 0-16,-1-1-155 15,12-2 1-15,8-4-12 0,5 3 1 16,3-3-29-1,5 2 1-15,5 0-95 16,-1 1 1-16,9-3-109 0,-3-3 1 16,0-1-996-16</inkml:trace>
  <inkml:trace contextRef="#ctx0" brushRef="#br0" timeOffset="55097.83">18147 16486 1323 0,'0'0'116'16,"0"0"0"-16,0 0 3 16,0 0 0-16,0 0 8 15,5 0 1-15,10 2-80 16,5-4 1-16,8 0 21 16,7-3 0-16,6-4 1 15,1 2 0-15,4 1-65 16,0-1 0-16,2 0 56 15,2 0 1-15,0-2-64 16,0 3 1-16,0 1 0 0,-6-1 0 16,-5 1-46-16,-8 1 1 15,-5 4-100-15,-6-3 0 16,-5 1-232-16,-4 0 0 16,0 0-540-16</inkml:trace>
  <inkml:trace contextRef="#ctx0" brushRef="#br0" timeOffset="55439.58">18263 16721 617 0,'0'0'175'0,"0"0"0"0,5 15-50 15,5-8 1-15,3 2-66 16,5-4 1-16,6 1 53 16,4-6 1-16,5-4-22 15,8-5 1-15,5-4-32 16,7 1 1-16,8-5-17 16,2 3 0-16,5-2-4 15,-7 1 1-15,-2 3-4 16,-7 1 1-16,-8 2-24 15,-5 3 1-15,-8 5-92 0,-8 1 1 16,-9 3-166-16,-4 1 0 16,-1-1-795-16</inkml:trace>
  <inkml:trace contextRef="#ctx0" brushRef="#br0" timeOffset="56520.59">19463 15941 830 0,'-6'7'0'0,"-5"4"186"16,11-11 1-16,0 0-27 15,0 0 1-15,8-8 11 16,-8 8 0-16,9-10-117 16,-9 10 0-16,5-9-3 15,-5 9 1-15,0 0-53 16,0 0 1-16,2 14 0 15,-4 4 0-15,1 9-17 0,-5 2 1 16,-1 2 9 0,-3 1 1-16,-2 3 5 0,0 1 1 15,1 2 14-15,2 0 1 16,2-2-17-16,3-4 1 16,2-1-7-16,2-4 1 15,0-3-20-15,0-8 1 16,4-5 12-16,1 0 0 15,5-1-51-15,3-1 1 16,5-3 105-16,2-2 1 16,8-3-71-16,0-2 0 15,3-5 54-15,1 1 0 16,1-1-13-16,-2-3 0 16,-1-3 13-16,-6 4 0 15,-4-2-26-15,-3 4 0 16,-4 4-1-16,-2 0 0 0,-8 2 34 15,-3 0 1-15,0 0-34 16,0 0 0-16,2-9-4 16,-2 9 0-16,4-12 4 15,-4 1 0-15,0-2-55 16,0-5 1-16,-6-5 45 16,5 1 0-16,-1 0-15 15,2 4 1-15,0 4 23 16,0 3 0-16,0 4 24 15,0 7 1-15,0-9-11 16,0 9 1-16,0 0 15 0,0 0 0 16,0 0 28-16,0 0 1 15,0 0-23-15,0 0 1 16,0 0 4-16,0 0 1 16,0 0-37-16,0 0 0 15,0 0 47-15,0 0 1 16,0 0-21-16,0 0 1 15,0 0-32-15,0 0 0 16,-6 14 41-16,4-5 1 16,2 0-44-16,4 8 1 15,2 2 8-15,1 9 0 16,2 2 32-16,0 1 1 16,1 1-48-16,-7 1 0 15,3 1 20-15,-1 1 0 16,3 1-13-16,-3-4 0 15,3-1-3-15,-3-2 0 0,3-2 50 16,-3-3 0-16,-1-6-52 16,-2 3 0-16,0-1 5 15,-1-4 0-15,3-5 11 16,-2-2 0-16,0-1-11 16,-2-8 0-16,7 7 9 15,-7-7 0-15,8 5-18 16,-8-5 0-16,3 7-200 15,-5 2 1-15,1 0-1457 16</inkml:trace>
  <inkml:trace contextRef="#ctx0" brushRef="#br0" timeOffset="63106.41">10954 12428 471 0,'-6'8'0'0,"3"2"115"0,3-10 0 16,0 0 68-16,0 0 1 15,0 0-18-15,3 9 1 16,5 4-79-16,8 9 1 16,3 5-5-16,3 4 1 15,7-1-10-15,8-3 0 16,2 1-26-16,2-7 0 15,5 1-25-15,-7-2 1 16,1 1-20-16,-6-8 1 16,-3 0 33-16,-11-6 1 0,-3-2-6 15,-8 1 1-15,-5-4 31 16,-4-2 0-16,0 0-66 16,0 0 0-16,0 0 11 15,0 0 0-15,-4 7 29 16,-5 9 0-16,-6 9-41 15,-3 19 0-15,-5 15 23 16,-4 10 0-16,-5 9 17 16,-5 28 0-16,-1 19-50 15,1-9 0-15,5-3-25 16,12-13 1-16,7-10-326 0,0 0 0 16,2 1-796-16</inkml:trace>
  <inkml:trace contextRef="#ctx0" brushRef="#br0" timeOffset="63728.49">12412 15214 1155 0,'0'0'0'15,"15"0"148"-15,-15 0 1 16,0 0-15-16,0 0 1 16,-9 0-81-16,9 0 0 15,0 0-32-15,0 0 0 16,9 13 3-16,2 0 1 15,6 1 16-15,7 4 1 16,9 2 12-16,-2 2 1 16,6 1-49-16,-7 2 1 15,-1 1 31-15,-5-5 1 0,-3-1-94 16,-8-7 1-16,-4-4-305 16,-4-2 1-16,1 0-538 15</inkml:trace>
  <inkml:trace contextRef="#ctx0" brushRef="#br0" timeOffset="64071.97">12850 15180 393 0,'-6'7'0'0,"-1"6"78"0,14-19 1 16,8-8 249 0,-4 3 1-16,2-1-108 0,-6 4 1 15,-1-1-91-15,-6 9 1 16,2-11-73-16,-2 11 0 15,-2-9-31-15,2 9 0 16,-6-7 15-16,6 7 0 16,0 0-6-16,0 0 0 15,0 0-28-15,0 0 1 16,0 0 39-16,0 0 0 16,0 0-42-16,0 0 1 15,0 0 68-15,0 0 0 16,0 0-80-16,-9 6 0 15,-4 3 14-15,-5 9 1 16,-10 9 41-16,4 9 0 16,-4 11-121-16,4 2 1 15,4 5-256-15,9-5 1 0,-4-1-935 16</inkml:trace>
  <inkml:trace contextRef="#ctx0" brushRef="#br0" timeOffset="65056.21">20497 14886 830 0,'-8'9'0'0,"-3"5"74"15,4-7 1-15,3-5 112 0,4-2 0 16,0 0-37-16,0 0 0 15,0-9-72-15,0 9 1 16,-2-11 14-16,2 11 0 16,0-11-17-16,0 11 0 15,0 0-15-15,0 0 1 16,0 0-25-16,0 0 0 16,0 0-40-16,0 0 0 15,10 8 4-15,6 1 0 16,10 5-3-16,4 4 1 15,7 6 3-15,3 1 1 16,5 2-30-16,-3 0 0 16,0 0 27-16,-8-2 0 15,-5-3 33-15,-7-6 0 16,-5-7-33-16,-6-1 0 16,-4-5 3-16,-7-3 1 0,0 0 3 15,0 0 1-15,0 0 24 16,0 0 0-16,0 0-32 15,0 0 0-15,0 0 0 16,0 0 0-16,0 0-1 16,0 0 1-16,0 0 0 15,0 0 0-15,0 0-6 16,0 0 0-16,-12 2-28 16,-7 11 1-16,-7 5 16 15,-11 11 0-15,-7 9 22 0,-4 7 1 16,-6 7-3-16,8-1 0 15,2 1-100-15,7-5 1 16,6-5-177-16,5-6 0 16,0 0-803-16</inkml:trace>
  <inkml:trace contextRef="#ctx0" brushRef="#br0" timeOffset="65939.8">16227 12564 841 0,'1'16'0'16,"3"9"70"-16,-4-25 1 0,-4-10 126 16,3 2 1-1,-1 1-52-15,0 0 1 0,2 2-41 16,0 5 1-16,0-8-53 15,0 8 0-15,0 0-1 16,0 0 1-16,0 0-6 16,0 0 0-16,0 0-97 15,0 0 1-15,0 0 47 16,0 0 0-16,11 13 0 16,6 0 0-16,7 8 1 15,5 5 1-15,6 2-5 16,2 3 1-16,0 2 0 0,-4-1 1 15,1-1 2-15,-10-2 0 16,-4-4 2-16,-5-5 0 16,-6-6 36-16,-2 3 0 15,-1-3 3-15,-3-3 1 16,-3-4-26-16,-1 0 1 16,-3-1-3-16,-9 19 1 15,-7 10-23-15,-12 2 1 16,-6 7-11-16,-7 5 0 15,-5 5 19-15,-7 16 0 16,-6 13-59-16,8-10 1 16,3-7-403-16,10-6 1 15,1 0-285-15</inkml:trace>
  <inkml:trace contextRef="#ctx0" brushRef="#br0" timeOffset="66792.07">21069 13377 281 0,'0'0'0'0,"6"11"66"16,-6-11 1-16,13 0 197 15,-13 0 1-15,0 0-43 16,0 0 0-16,0 0-117 15,0 0 0-15,0 0-42 0,0 0 1 16,0 0-28-16,0 0 1 16,-6 12-37-16,6 3 1 15,0 3 43-15,2 9 0 16,2 7-32-16,3 1 1 16,4-1 69-16,2 2 0 15,4 0-83-15,-3-1 1 16,3-3 42-16,-2-1 0 15,3-4-35-15,-1-2 1 16,-2-3 10-16,-4-2 1 16,-4-4-27-16,-1-3 0 15,-5-2-9-15,-1-2 1 16,-1-4 48-16,-10 2 1 16,-8-1 12-16,-12 1 0 15,-10 2-43-15,-9 0 0 0,-11 2 0 16,-7 1 0-16,-8 5-23 15,-33 6 0-15,-22 2-206 16,-7 4 1-16,-1 2-1030 16</inkml:trace>
  <inkml:trace contextRef="#ctx0" brushRef="#br0" timeOffset="95840.92">19889 16660 673 0,'0'0'142'0,"0"0"0"16,-5 7 1-16,5-7 0 15,0 0 8-15,0 0 1 16,-7 0-102-16,-8 4 1 16,-7 3-1-16,-4 2 1 15,-4 3-20-15,-3 5 0 16,-2 3-59-16,2-2 0 15,-1-2-23-15,1 0 0 16,0 0 9-16,0-1 0 16,1-1 42-16,10-5 0 15,6-3 43-15,3-3 0 16,5-1-162-16,8-2 0 16,0 0-854-16</inkml:trace>
  <inkml:trace contextRef="#ctx0" brushRef="#br0" timeOffset="96340.57">19590 15798 583 0,'10'-6'0'16,"6"-3"261"-16,16 4 1 15,5 1-143-15,1-1 1 16,7 0-14-16,-8-1 1 15,-2 3-59-15,-8 3 0 0,-5 1-46 16,-3 3 0-16,-6 1-1 16,-6-1 0-16,-3-2-3 15,-4-2 0-15,0 0-338 16,0 0 0-16,0 0-247 16</inkml:trace>
  <inkml:trace contextRef="#ctx0" brushRef="#br0" timeOffset="103426.9">22190 9836 583 0,'3'9'0'0,"5"7"177"0,-3-11 1 16,-1 3 30-16,-4-8 0 16,0 0-18-16,0 0 0 15,0 0-118-15,0 0 1 16,0 0-25-16,0 0 1 15,0 0-49-15,-5 7 1 16,-3 11 6-16,1-4 1 16,1 3-10-16,4-1 1 0,2-7 21 15,8 4 0-15,5-1 64 16,7 1 0-16,8 3-55 16,3-3 0-16,6-1 15 15,2 3 1-15,1 1-40 16,-5 0 0-16,-3 1 13 15,-4 4 0-15,-6 3 31 16,-8-4 1-16,-4-4 5 16,-5 2 0-16,-5 2 0 15,-5-2 0-15,-5 2-29 0,-10 3 0 16,-8 5-20-16,3-9 0 16,-1-1-14-16,-2-7 1 15,0-3-118-15,6-8 0 16,4 0-66-16,-1-11 1 15,3-4-3-15,5-10 0 16,3-8 64-16,6-3 1 16,8-5 126-16,1 1 1 15,3 0 52-15,-1 2 0 16,2 2-148-16,-4 4 0 16,-1 5 180-16,-3 5 1 15,-3 6-71-15,-1 5 0 16,-1 5 75-16,-6-3 1 15,-5 4-37-15,2 1 0 16,2 1 15-16,0-1 1 16,2 2 8-16,-1 0 0 0,3-1-10 15,5 3 0-15,-10-6-17 16,10 6 0-16,-9-9-26 16,5 0 1-16,1-2-18 15,12-12 0 1,11-11-7-16,21-6 0 0,16-5 50 15,6 5 0-15,9 2-60 16,13 6 1-16,13 3 10 16,-37 7 1-16,-23 11 0 15,-8 6 0-15,-15 1 12 0,-4 4 1 16,-7 4 43-16,-4-4 0 16,0 0-90-16,0 0 0 15,0 0-36-15,0 0 0 16,0 0-61-16,0 0 1 15,0 0-71-15,0 0 1 16,0 0-25-16,0 0 1 16,0 0-673-16</inkml:trace>
  <inkml:trace contextRef="#ctx0" brushRef="#br0" timeOffset="106408.88">5657 16537 1065 0,'0'0'122'0,"0"0"1"0,0 9-83 16,0-9 1-16,0 0 11 15,0 0 1-15,0 0-75 16,0 0 0-16,0 0 79 16,4 7 1-16,1 6 32 15,-1 23 0-15,-4 18-49 16,-4 13 1-16,-1 14-36 16,-12 33 0-16,-1 25 36 15,1-29 1-15,0-10-17 16,6-26 0-16,2-20 8 0,2-16 0 15,5-16-21-15,-2-8 1 16,1-10-14-16,3-4 0 16,0 0-6-16,0 0 1 15,-2-9 27-15,-2-6 1 16,-2-5-92-16,-1-21 1 16,2-17 58-16,-5-5 1 15,5-11-31-15,1 7 0 16,4 0 49-16,-4 9 0 15,3 4-26-15,-3-9 0 16,-2-4-33-16,3 4 0 16,1 1 25-16,0 15 1 15,2 11 42-15,0 9 0 16,2 7-18-16,0 4 1 16,1 3-5-16,-3 4 1 15,4 6 15-15,7 6 0 0,4 8 2 16,3 13 1-16,4 10-10 15,6 11 0-15,0 11-4 16,5 4 0-16,8 7 6 16,5 12 0-16,11 10 75 15,-7-3 1-15,2 3-50 16,-15-13 1-16,-4-9 20 16,-6-11 0-16,-4-13-21 15,-9-11 0-15,-4-10-33 0,-7-6 1 16,-3-5-111-1,0 0 1-15,-2 0-448 0,2-11 1 16,0 0 86-16</inkml:trace>
  <inkml:trace contextRef="#ctx0" brushRef="#br0" timeOffset="106748.14">5508 17178 1188 0,'0'0'85'0,"0"0"1"0,18-5 2 15,-12 1 1-15,3 1 0 16,9-1 0-16,6 0-56 16,2 1 0-16,2-3-15 15,11-3 1-15,7-5-16 16,-4-1 0-16,4-1-112 16,0 0 0-16,1-2-219 15,-5 2 1-15,-1-1-244 16</inkml:trace>
  <inkml:trace contextRef="#ctx0" brushRef="#br0" timeOffset="107017.12">6861 16736 975 0,'0'0'152'0,"7"7"0"16,4 4-121-16,-1-6 0 0,-1 1-985 15</inkml:trace>
  <inkml:trace contextRef="#ctx0" brushRef="#br0" timeOffset="107411.25">7097 16457 1211 0,'0'0'182'15,"-5"8"1"-15,-8 2-39 16,3-4 1-16,5-3-132 15,-12 6 1-15,-3 2-19 0,-2 11 1 16,-2 7 33-16,0 12 0 16,-2 12-30-16,2 5 0 15,-6 9 7-15,-1 12 0 16,-2 13 35-16,7-14 1 16,6-4 4-16,10-7 1 15,10-6-18-15,6-17 0 16,3-17 6-16,4-2 0 15,6-7 3-15,5 0 0 16,0-3 12-16,7-3 0 16,2-3-48-16,-1-2 0 15,5-3 3-15,-4 0 0 16,0-2-5-16,-5-2 0 16,-1-2 0-16,1-2 0 15,-4 0-44-15,4-1 0 16,-1-2-22-16,-4 1 1 15,-3-1-244-15,-2-2 0 0,1 0-760 16</inkml:trace>
  <inkml:trace contextRef="#ctx0" brushRef="#br0" timeOffset="108198.37">7863 16580 1423 0,'0'0'166'0,"-7"2"1"16,-4 2-50-16,11-4 1 16,-9 1-86-16,9-1 1 15,0 0-84-15,0 0 0 16,9 13 122-16,-5 11 0 16,1 10-23-16,-3 7 1 15,5 10 29-15,-1 7 1 16,-1 9-10-16,3 16 1 15,1 14-80-15,-3-6 0 0,-1-1 60 16,-1-19 1-16,-1-14-56 16,-3-21 0-16,0-17 5 15,0-7 0-15,-3-8-9 16,3-4 1-16,0 0 6 16,0 0 1-16,0 0-39 15,0 0 0-15,-4-9 40 16,2-13 1-16,-5-10-50 15,-2-12 0-15,-2-10 82 16,-2 0 0-16,0-2-69 16,-4 3 0-16,-3 1-48 0,-1 0 0 15,-6 1 48-15,8 9 0 16,5 8 39-16,4-4 1 16,1 2 40-16,-4 5 0 15,4 4 6-15,3 7 1 16,-3 6-18-16,2 3 0 15,-1 6-57-15,8 5 1 16,-7-4-35-16,7 4 1 16,0 0 58-16,18-7 1 15,16-4 2-15,1 0 0 16,4-2 39-16,5 1 1 16,4-1-44-16,2 1 1 15,1-1 29-15,5 0 0 16,-5-1-33-16,-4 3 0 15,-10 2 6-15,-4 4 0 0,-9 1-5 16,-6 2 1-16,-5 0-125 16,-7 2 0-16,-3 0-321 15,-3 0 1-15,0 0-304 16</inkml:trace>
  <inkml:trace contextRef="#ctx0" brushRef="#br0" timeOffset="108478.9">7893 16911 695 0,'0'0'200'0,"0"0"1"16,16 16-22-16,-4-7 1 15,2-2-88-15,3 1 0 16,1-1 56-16,10-4 0 15,9-1-55-15,0-2 0 16,5-2-40-16,1-1 0 16,-6-3-39-16,9-1 1 15,0 0-35-15,-3 0 1 16,-10-1-156-16,-2 1 1 16,2 0-1124-16</inkml:trace>
  <inkml:trace contextRef="#ctx0" brushRef="#br0" timeOffset="108814.62">7943 17411 460 0,'0'0'80'15,"0"0"0"-15,0 0-5 16,0 0 0-16,0 0 87 16,0 0 0-16,9 6 54 15,0-4 1-15,6-1-28 16,13 1 0-16,5 0-70 0,7 0 0 16,10-2-43-16,4-2 1 15,5 0-8 1,-4-1 1-16,6-1-73 0,-5-1 0 15,-1-1-29-15,-9 1 0 16,-3-1-93-16,-6-1 1 16,-4-2-462-16,-2-5 1 15,2-1 82-15</inkml:trace>
  <inkml:trace contextRef="#ctx0" brushRef="#br0" timeOffset="109329.17">9510 17016 998 0,'0'0'132'16,"0"0"0"-16,-15 0-188 0,15 0 0 16,0 0 4-16,0 0 1 15,0 0 41-15,0 0 0 16,0 0 120-16,0 0 1 15,13 12 27-15,-7-4 0 16,7-1-33-16,5-2 1 16,10-1-6-16,7-2 1 15,6-2 2-15,7-2 0 16,5 0-52-16,2-2 0 16,3 1 13-16,1-3 1 15,-2 1-66-15,2-1 1 16,-3 1 3-16,-5 1 1 15,-3 1-9-15,-7 1 0 16,-4 2-36-16,-10 0 1 16,-8 0-176-16,-4 0 0 15,-8 2-226-15,-7-2 0 0,0 0-117 16</inkml:trace>
  <inkml:trace contextRef="#ctx0" brushRef="#br0" timeOffset="109676.08">9619 17332 404 0,'0'0'197'0,"7"7"1"15,10 6 28-15,-4-4 0 16,4-2-38-16,1-2 0 15,4-1-10-15,6-2 1 16,5-4-24-16,4 2 0 16,2 0-92-16,1-2 1 15,7 0-51-15,-7 1 1 16,3 1-14-16,-1-2 0 16,4-2-3-16,-9 2 0 15,-5 1-1-15,-7-1 1 16,-2 0-46-16,-5 0 1 15,-7 0-62-15,-2 0 1 16,-1 2-355-16,-8 0 0 16,0 0-254-16</inkml:trace>
  <inkml:trace contextRef="#ctx0" brushRef="#br0" timeOffset="114532.29">19581 15731 595 0,'0'0'0'0,"-5"9"212"16,5-9 0-16,0 0-120 16,0 0 1-16,0 0 104 15,0 0 0-15,0 0-106 16,0 0 1-16,0 0-91 15,1 9 0-15,5 4 42 16,-4 14 0-16,0 9-42 16,-4 11 0-16,-4 9 0 0,-1 7 0 15,-4 6 9-15,2 18 1 16,-2 14 33 0,1-16 0-16,1-6-44 0,5-19 1 15,8-15 9-15,-8-16 0 16,2-18-82-16,2-2 1 15,0-7-30-15,0-2 0 16,0 0-18-16,-3-20 0 16,-1-13-170-16,0-17 0 15,3-17 216-15,1-6 0 16,0-8 79-16,-4 11 0 16,2 5 141-16,-2 10 1 15,1 10 42-15,-1 11 0 16,2 10-71-16,2 3 0 15,0 8-1-15,0 4 0 16,0 4 1-16,0 5 0 16,0 0-170-16,0 11 0 0,2 5 52 15,2 9 0-15,3 9 2 16,-1 8 1-16,-5 9-31 16,1 3 0-16,-2 5 39 15,0-4 1-15,-2-1-13 16,1-7 0-16,-3-4 2 15,2-5 1-15,2-7 10 16,2-2 0-16,2-2-12 16,-3-7 0-16,1-6 7 0,-2-1 1 15,0-2-11-15,0-2 1 16,-2-2-4-16,4 2 0 16,4-2 4-16,-3 4 0 15,3 3-7-15,3-1 0 16,2 2 42-16,2-5 1 15,2-1-29-15,2 0 0 16,1 0 37-16,15-3 0 16,8-4-53-16,3-1 0 15,6-2 37-15,0-5 0 16,5-1-25-16,-3-4 1 16,-2-1 29-16,-6-8 1 15,-1-6-36-15,-3-8 0 16,-3-9-172-16,-2-10 1 15,-3-10 86-15,-8 3 1 16,-6-3 34-16,-7 14 1 0,-5 10 52 16,-4 6 0-16,-6 6-28 15,2 9 0-15,-2 5 100 16,1 4 1-16,-1 6-8 16,4 3 0-16,-9-6-65 15,1 12 1-15,-3 5 24 16,4 16 1-16,3 11 88 15,1 9 0-15,3 7-96 16,3 2 0-16,5 2 32 16,3 1 1-16,3 4-22 15,5 22 0-15,5 15 36 0,-4-10 0 16,2-3-42 0,-5-13 1-16,-2-11-16 0,-2-5 0 15,-4-9 3-15,-2 3 0 16,-1-1-102-16,-2-19 1 15,-3-14-430-15,-1-1 1 16,0-1-279-16</inkml:trace>
  <inkml:trace contextRef="#ctx0" brushRef="#br0" timeOffset="115380.7">22356 10495 651 0,'-6'-7'0'16,"-3"-4"66"-16,9 11 1 15,0 0 20-15,0 0 0 16,0 0-185-16,0 0 0 16,0 0-41-16,0-9 1 15,0 0-132-15</inkml:trace>
  <inkml:trace contextRef="#ctx0" brushRef="#br0" timeOffset="116048.05">22349 10338 102 0,'0'0'0'0,"-4"-14"260"0,2 1 0 16,2-5-226-16,0-11 1 16,0-9-13-16,0 0 1 15,0-2 51-15,0 8 1 0,0-3-15 16,0 7 0-16,2 2-82 16,0 5 0-16,0 4 103 15,-2 1 1-15,-2 2-34 16,-2-6 1-16,0 2 51 15,1 1 0-15,1 3 24 16,0 1 0-16,2-3 0 16,0 7 1-16,0-4-3 15,0 6 1-15,2 2-46 16,-2 5 0-16,2-8-94 0,-2 8 0 16,0 0-23-16,0 0 1 15,0 0-40-15,-4 10 1 16,0 4 77-16,-5 11 0 15,-2 11 7-15,0-3 1 16,2-6-41-16,-1-2 1 16,1-3 34-16,2-2 1 15,3-7 11-15,0-6 0 16,4-2-10-16,0-5 0 16,0 0 45-16,0 0 1 15,0 0-123-15,8 0 0 16,7 2 117-16,12 2 1 15,12 3-98-15,11-7 1 16,11 0 15-16,0 0 1 16,5 2 4-16,-9-1 1 15,-1 1 35-15,-8-2 0 16,-8-3 98-16,-6 1 0 0,-10-5-45 16,-8 1 0-16,-5-1-60 15,-7-11 0-15,-6-9-50 16,-3-6 1-16,-6-10 60 15,0 5 0-15,-4 2 31 16,2-4 0-16,2-7 14 16,-2 13 1-16,4 7-45 15,1 7 0-15,3 5 26 16,1 6 0-16,0 4-89 16,1 18 0-16,-1 12 64 0,0 16 1 15,2 15-1-15,1 13 1 16,-1 11 33-16,0 30 1 15,0 23-185-15,-7 1 1 16,0 0-1290-16</inkml:trace>
  <inkml:trace contextRef="#ctx0" brushRef="#br0" timeOffset="117411.79">10706 17081 1255 0,'0'0'199'0,"0"0"0"16,0 0-88-16,0 0 0 15,0 0-111-15,0 0 0 16,0 0-5-16,0 0 1 16,0 0 5-16,0 0 1 15,24-17 12-15,-5 3 1 16,5-6 82-16,5 4 1 16,8-2-83-16,-2 3 0 15,4 1 6-15,-2 3 0 0,4 2-21 16,-8 4 0-16,0 3-5 15,-1 9 1-15,-1 6 5 16,-3 10 0-16,-4 10-46 16,-6 14 1-16,-7 10 1 15,-5 1 1-15,-4 4 23 16,-10 6 1-16,-7 8 2 16,-9-5 1-16,-9-1 13 15,-4-10 1-15,-3-6 4 16,-1-7 1-16,-1-9 41 0,10-16 1 15,12-15 3-15,0 0 0 16,7-5-7-16,3 0 1 16,1-2-24-16,0 0 1 15,2 0 56-15,7 0 1 16,-8-4-53-16,8 4 1 16,0 0 7-16,0 0 0 15,6-11-32-15,3-7 1 16,2-7-26-16,2 0 1 15,2-4-20-15,3 2 1 16,4 1 38-16,10 3 0 16,10 1 6-16,1 6 1 15,3 1-22-15,2 6 1 16,4 4 16-16,1 3 0 16,-1 2-11-16,3 5 1 15,4 3-28-15,-5 3 1 0,-1 1-57 16,-7 3 0-16,-5 3-336 15,-10-4 0-15,1 1-257 16</inkml:trace>
  <inkml:trace contextRef="#ctx0" brushRef="#br0" timeOffset="117764.14">12050 17068 863 0,'0'0'196'0,"0"0"0"15,0 0-110-15,0 0 0 16,4 9-24-16,2 4 0 15,-3 3 12-15,3 11 0 16,-1 7-19-16,-1 8 0 16,0 5 30-16,1 2 1 15,-1 3-28-15,2 1 0 16,3 1-16-16,-5-2 0 16,1 0-5-16,-3-5 0 15,0-5-54-15,-2-6 0 16,0-5-322-16,0-8 0 15,0 1-673-15</inkml:trace>
  <inkml:trace contextRef="#ctx0" brushRef="#br0" timeOffset="118096.67">11818 17319 975 0,'0'0'202'0,"4"11"1"16,3 7-116-16,2-3 0 15,4-3 33-15,2 1 0 16,1-2-86-16,8-2 1 15,6 0 22-15,5-4 1 16,2-1-14-16,5-1 1 16,5-1-35-16,-1 0 1 15,5-2-15-15,-1 0 0 16,0-2-52-16,-6 2 1 16,3 0-1348-16</inkml:trace>
  <inkml:trace contextRef="#ctx0" brushRef="#br0" timeOffset="118661.81">12798 17249 1267 0,'0'0'205'0,"0"0"1"15,0 0-32-15,0 0 1 16,0 0-61-16,0 0 0 16,0 0-78-16,0 0 1 15,0 0 16-15,13-9 1 16,11-6-13-16,9 4 0 15,8-1-44-15,1 6 0 16,3 3-30-16,-7 10 0 16,-1 7 33-16,-9 3 0 15,-8 3-9-15,-5-1 0 16,-6 1 9-16,-3-2 0 16,-6-1-4-16,-2-3 1 15,-5-1-3-15,1 1 0 16,2 1-32-16,4 3 0 15,4 0 27-15,9 3 0 16,2 1-38-16,7 3 1 0,2 1 3 16,0-1 1-16,2-2 51 15,-8-1 1-15,-3-2 54 16,-6-2 1-16,-9 0 12 16,-9 2 1-16,-6 0-67 15,-7-2 1-15,-5-2-11 16,-1-3 1-16,-2-4-43 15,8 2 1-15,0-2-178 16,7-2 1-16,0 0-1098 16</inkml:trace>
  <inkml:trace contextRef="#ctx0" brushRef="#br0" timeOffset="118998.96">13686 17090 1188 0,'0'0'231'0,"-3"7"0"16,-3 4-111-16,6-4 0 15,-4-3-67-15,8 3 1 16,-2 0 0-16,2 11 0 15,1 7 73-15,2 6 1 16,-3 3-75-16,2 4 1 0,-3 2-7 16,5 2 1-16,-1 3-48 15,-1-4 0-15,-3-1-39 16,-1 0 1-16,0 0-162 16,-4-6 1-16,0-5-330 15,-5-7 0-15,0-1-50 16</inkml:trace>
  <inkml:trace contextRef="#ctx0" brushRef="#br0" timeOffset="119237.4">13563 17428 617 0,'3'9'102'0,"1"-2"1"16,-4 2-55-16,0-9 0 15,2 11 95-15,-2-11 0 16,0 0 104-16,0 0 0 15,0 0-139-15,0 0 1 16,0 0-55-16,0 0 1 16,0 0-15-16,9-2 0 15,8-4 12-15,5 3 1 16,11-1-76-16,2-1 1 16,6-1-280-16,5-8 0 15,0 0-733-15</inkml:trace>
  <inkml:trace contextRef="#ctx0" brushRef="#br0" timeOffset="119776.08">14271 16904 1356 0,'0'0'176'15,"-7"10"0"-15,-2 9-65 16,0 6 0-16,-2 7-35 15,-2 10 0-15,0 7-74 16,-4 5 1-16,-1 6 35 16,-1-8 1-16,6-2 36 0,0-3 0 15,4-3-74-15,7-4 1 16,2-6-7-16,4-5 0 16,7-4 4-16,7-3 0 15,6-6-28-15,8-7 0 16,7-5-74-16,-2-6 1 15,3-4 92-15,-8-6 1 16,-5-6 8-16,-1-4 0 16,0-5-16-16,-6-2 0 15,1-2 17-15,-1 4 1 16,-2 2-3-16,-5 5 1 16,-2 6 23-16,-3 3 0 15,-3 2 17-15,-1 2 0 16,-2 3 15-16,-2 4 1 15,3-7 6-15,-3 7 0 16,0 0-51-16,0 0 0 16,0 0 30-16,0 11 0 0,2 8 7 15,0 8 0-15,4 6-8 16,-4 5 1-16,1 4-12 16,3 4 0-16,1 5-50 15,-3-4 0-15,1 0-110 16,-3-7 1-16,0-6-236 15,-2-7 0-15,0 0-701 16</inkml:trace>
  <inkml:trace contextRef="#ctx0" brushRef="#br0" timeOffset="120097.38">14984 17491 1390 0,'0'0'196'0,"7"5"1"15,8 4-41-15,-2-3 0 16,4-3-46-16,-1-1 0 15,5-4-110-15,5 0 0 16,-2-1 0-16,3-1 1 16,3 1-37-16,-3-1 0 0,1 0-19 15,-6 3 1-15,0 1-258 16,-9 0 0-16,2 0-684 16</inkml:trace>
  <inkml:trace contextRef="#ctx0" brushRef="#br0" timeOffset="120329.68">15004 17650 931 0,'0'0'214'0,"6"9"0"16,3 7-71-16,0-3 1 15,4 1-12-15,0 1 1 16,4-3-33-16,3-1 0 15,6-4-32-15,2-1 0 16,5-3-68-16,0-1 0 16,4 0-39-16,-2-4 1 15,2-3-112-15,-2-2 0 16,0-1-1155-16</inkml:trace>
  <inkml:trace contextRef="#ctx0" brushRef="#br0" timeOffset="121049.81">16014 17471 1412 0,'0'0'87'16,"0"0"0"-16,0 0 85 16,0 0 1-16,0 0-131 15,0 0 0-15,2-11-9 16,0-7 1-16,0-7-39 0,1-13 0 16,-1-13-16-16,0 8 0 15,-2 1 21-15,0 10 0 16,-2 5 1-16,-3 3 0 15,-3 2 14-15,-1 6 1 16,-4 2-60-16,2 3 1 16,-2 2 5-16,-5 7 1 15,-4 4 19-15,3 7 0 16,1 7 19-16,1 6 0 16,2 7-5-16,4 2 1 15,4 3 15-15,7-3 1 16,5-1-57-16,8-3 1 15,9-1 61-15,2-6 1 16,4-6-33-16,0-1 1 16,0-6 26-16,-3-2 1 0,1-3-14 15,-4-2 0-15,-1-4 92 16,-5 1 0-16,-6-4-5 16,-1 1 0-16,-4 3-50 15,-5 3 1-15,6-8-37 16,-6 8 1-16,0 0 52 15,0 0 1-15,0 0-61 16,0 0 1-16,0 0-47 16,0 0 0-16,0 0 39 15,0 0 0-15,4 11 11 16,-3 0 1-16,3 4 1 0,-2 4 1 16,2 7 38-16,-3 3 1 15,-1 3 9-15,0 10 0 16,2 6-47-16,2-2 0 15,0-1-15-15,1-2 0 16,-3 0-313-16,-4-1 0 16,2 0-838-16</inkml:trace>
  <inkml:trace contextRef="#ctx0" brushRef="#br0" timeOffset="123689.02">3792 11581 718 0,'0'0'0'0,"2"-25"124"15,-2 25 1-15,0 0 5 16,0 0 0-16,4 11-129 15,-4-11 1-15,4 9 60 0,-4-9 1 16,0 0-73 0,-4 5 0-16,4 8 15 0,-9 19 0 15,-6 10 74-15,-3 8 1 16,-5 10-25-16,-1 5 0 16,0 7 3-16,2-8 1 15,-2 1-12-15,11-17 0 16,0-12-47-16,4-8 1 15,4-12 56-15,-1-5 1 16,2-10 15-16,1-10 0 16,1-9-79-16,2-14 0 15,5-11-31-15,-1-6 1 16,5-5-33-16,0-6 0 16,10-3 62-16,-1-13 0 15,3-6-28-15,1 12 0 0,-4 5 35 16,3 9 0-16,1 9 6 15,-4 9 1-15,-3 9-4 16,-2 7 1-16,-7 10-38 16,10 1 0-16,-1 6 53 15,9 14 1-15,4 10 31 16,-1 10 0-16,1 11-50 16,0 13 0-16,-4 8 39 15,0 0 0-15,-2 3-38 16,0-7 0-16,2-4 30 0,-6-6 1 15,1-6-23-15,-8-8 0 16,-2-8-10-16,-1-1 0 16,-8-3-170-16,-10-6 0 15,1-1-1006-15</inkml:trace>
  <inkml:trace contextRef="#ctx0" brushRef="#br0" timeOffset="123998.34">3639 11847 897 0,'0'0'0'0,"15"-4"244"15,7-3 1-15,6-2-131 16,11 0 1-16,10-6-53 16,-2 4 0-16,4-1-64 15,-5 3 1-15,2 2 32 16,-1-4 0-16,-1-2-199 16,-7-1 1-16,1-1-829 15</inkml:trace>
  <inkml:trace contextRef="#ctx0" brushRef="#br0" timeOffset="124428.07">4584 11364 1468 0,'-9'0'0'16,"-6"2"65"-16,6 0 0 16,4-2-36-16,5 0 0 15,0 9-13-15,5 2 1 16,4 3-15-16,1 10 1 0,-7 8 0 15,3 10 1-15,-6 10 102 16,0 1 0-16,4 3-39 16,-4-2 0-16,0 2-27 15,0-9 1-15,1-8-17 16,-1-2 1-16,0-8-40 16,0-8 0-16,-1-5 48 15,1-3 1-15,0-6-59 16,-4 1 1-16,4-5-61 15,0-3 0-15,-6-7-102 0,3-9 1 16,-1-10-110-16,2-4 0 16,-2-1-343-16</inkml:trace>
  <inkml:trace contextRef="#ctx0" brushRef="#br0" timeOffset="124476.26">4529 11700 158 0,'0'-12'0'0,"0"-1"-59"0</inkml:trace>
  <inkml:trace contextRef="#ctx0" brushRef="#br0" timeOffset="125012.24">4496 11451 785 0,'4'11'0'16,"1"5"159"-16,-5-16 1 16,7-13-25-16,-1 4 1 15,-6-3-90-15,4 1 0 16,1 2 13-16,4 0 1 15,1 0-19-15,8-4 1 0,6-3 20 16,8 3 1-16,4 2 5 16,7 4 1-16,3 2-49 15,-11 1 0-15,0 2-24 16,-5 8 1-16,-3 6 45 16,-4 6 0-16,-5 4-42 15,-9 3 0-15,-7 6 44 16,-4 0 1-16,-3 1-36 15,-4 1 0-15,-1-2-3 16,-3-4 0-16,4-2-39 16,4-3 0-16,5-2 2 0,9 1 0 15,9-1 21-15,1-2 1 16,7-2 10-16,1 3 1 16,5 0-3-16,-1 1 1 15,-3 2 12-15,-4 3 1 16,-6 2 33-16,-9 2 0 15,-3 2-33-15,-12 1 0 16,-10 5 37-16,-4-3 0 16,-8 2-5-16,-5-5 0 15,1 0-18-15,-1-6 0 16,5-5-92-16,4-6 0 16,2-3-87-16,7-4 0 15,6-1-51-15,0-6 1 16,5 0-262-16,4 0 1 15,0 0 156-15</inkml:trace>
  <inkml:trace contextRef="#ctx0" brushRef="#br0" timeOffset="126753.89">5574 11408 1132 0,'4'7'0'0,"1"4"9"15,-1-2 1-15,0 0 103 16,-4 16 1-16,0 17-12 16,-4 10 0-16,-2 11-100 15,-1 2 1-15,1 4 2 0,1-11 0 16,1-8-5-16,-1-12 0 16,5-11 80-16,-4-3 0 15,4-8 104-15,-4-5 0 16,4-7-87-16,0-4 1 15,-5-9-88-15,-1-15 1 16,-3-10-45-16,0-4 1 16,-8-6 29-16,6-6 0 15,-2-10-81-15,2 1 1 16,2-6 57-16,1 3 0 16,3 2 26-16,-1 12 1 15,3 6 82-15,-1 11 1 16,2 12-77-16,-2 4 1 15,1 8-43-15,1-2 1 16,2 5-28-16,9 4 1 16,2 0 59-16,17 9 1 0,13 8-6 15,7 2 0-15,11 5 4 16,2 5 1-16,-1-2-23 16,-4 5 1-16,-6 6 78 15,-12-7 1-15,-6 2 1 16,-14 1 0-16,-3-5-40 15,-19 5 1-15,-7 4 19 16,-16 2 1-16,-16 1 22 16,-3 1 0-16,-8 1-53 15,-8 13 1-15,-8 11-6 16,10-13 0-16,9-1-73 0,6-13 0 16,10-12-57-16,17-11 0 15,9-12-197-15,5-10 1 16,-2-4-532-16</inkml:trace>
  <inkml:trace contextRef="#ctx0" brushRef="#br0" timeOffset="127034.2">6427 11321 1255 0,'-13'0'0'0,"-15"2"-92"16,28-2 0-16,0 0-123 15,0 0 0-15,0 0-152 16</inkml:trace>
  <inkml:trace contextRef="#ctx0" brushRef="#br0" timeOffset="127220.58">6442 11321 785 0,'9'5'0'0,"2"3"210"15,17-1 0-15,12-2-53 0,8-5 1 16,11-7-80-16,0 2 0 15,4-1-73-15,-4 1 1 16,-1-1-13-16,-14 3 1 16,-11 1-24-16,-5 2 0 15,-13 0-243-15,-2 0 0 16,-8 2 11-16,-5-2 0 16,0 0-21-16</inkml:trace>
  <inkml:trace contextRef="#ctx0" brushRef="#br0" timeOffset="127550.66">6469 11621 427 0,'10'-15'0'0,"10"-8"205"15,-20 23 0-15,-2 7 24 16,-5 0 0-16,1 2-146 15,1-1 1-15,-3-3 4 16,8-5 1-16,0 0 14 16,17 4 0-16,11 3-39 15,8-2 0-15,11-1-55 16,6-4 1-16,10-6 7 16,-2 5 0-16,-4-3 32 15,-5 2 0-15,-6 2-91 16,-5 2 1-16,-4 0 42 0,-10 0 1 15,-8-1-128 1,-1-1 0-16,-3-3-279 0,7-12 1 16,2 1-173-16</inkml:trace>
  <inkml:trace contextRef="#ctx0" brushRef="#br0" timeOffset="128240.61">7664 11097 1323 0,'-7'-6'0'0,"-3"-6"60"16,5 1 0-16,3 0-9 16,-2 4 0-16,4 1-11 15,0 6 1-15,-3-10-45 16,3 10 0-16,3-9 3 16,-3 9 1-16,11-6 22 0,8-5 0 15,7 0 39-15,11-3 0 16,9 0-48-16,-2 1 1 15,6 0-17-15,-10 6 0 16,-1 5-10-16,-4 4 1 16,-1 5 1-16,-5 8 0 15,-3 8 33-15,-9 17 0 16,-10 12 51-16,-11-3 0 16,-11 0-38-16,-9 3 0 15,-7-1-40-15,-8-2 0 16,-5-1-30-16,-2-10 0 15,-2-1 40-15,4-10 1 16,8-6-6-16,0-3 0 16,2-1 46-16,5-8 0 15,5-4 15-15,5-1 0 16,8-1-11-16,2-6 1 16,0-1-26-16,1-1 1 0,7-4-32 15,-3-2 0-15,8-2-17 16,1-1 1-16,8 1-3 15,2 0 1-15,-2 4 20 16,5 0 0-16,10 2-21 16,5 4 1-16,10 3 12 15,-12 1 0-15,-2 1-84 16,3 5 0-16,1 6 19 16,-5-2 0-16,-8 0-166 15,11-6 0-15,1 1-608 16</inkml:trace>
  <inkml:trace contextRef="#ctx0" brushRef="#br0" timeOffset="128595.96">8493 11041 863 0,'-6'20'0'15,"-5"10"196"-15,9-21 0 16,4-18-4-16,-2 9 0 16,6-10-130-16,-6 10 1 15,2-9-18-15,-4 28 1 16,2 16-37-16,-4-6 1 16,2 0 41-16,4 7 0 15,4 5-28-15,1-6 1 0,-1 3 12 16,-1-8 0-1,2-1-46-15,-5 0 0 0,2 0-145 16,0 2 0-16,-4-1 71 16,0-6 0-16,-4-8 0 15,4-16 0-15,-11-14-208 16,2-4 1-16,-1 1-211 16</inkml:trace>
  <inkml:trace contextRef="#ctx0" brushRef="#br0" timeOffset="129350.65">8421 11386 326 0,'-4'-6'0'0,"0"-6"183"16,-3 3 0-16,-2-4-255 0,-2 2 0 15,-4 2-18-15,2 4 0 16,2 1 124 0,2 2 1-16,0 2 17 0,-1 0 1 15,7 2 29-15,3-2 1 16,0 0 157-16,0 0 0 16,0 0-52-16,0 0 1 15,0 0-65-15,9 4 1 16,7-4-50-16,8 0 0 15,4 0-70-15,2 0 0 16,5 0-6-16,-6 0 1 16,5 0-62-16,-5 0 0 15,1 0-116-15,-8-7 1 16,-2-2 60-16,-3 0 1 16,-3-4 73-16,-4-3 0 15,-5-1 94-15,1 3 0 0,1 1 15 16,-5-3 0-16,2 3 29 15,-1 3 1-15,-1 2-80 16,2-1 1-16,-4 6-104 16,5-10 1-16,3 0 86 15,1 1 0-15,6-1 76 16,0 4 0-16,7-4 33 16,5 1 0-16,10-1-2 15,2 4 0-15,5 2-105 16,-1 5 0-16,-6 2 13 15,-4 5 1-15,-3 5-27 16,-8 6 1-16,-4 5 20 0,-12 12 1 16,-8 12 4-16,-17 2 1 15,-8 4-17-15,-5-6 1 16,-6-7-13-16,4-4 1 16,3-9 1-16,3-3 1 15,6-4 23-15,7-5 1 16,1-4 3-16,4-4 0 15,3 1 24-15,7-6 1 16,0 0 7-16,0 0 0 16,0 0 9-16,0 0 0 15,0 0-59-15,7-11 0 16,3-4-8-16,-1 3 1 16,0-3 11-16,0 4 1 15,2 2-34-15,2 0 0 16,-3 2 30-16,12 4 0 15,5 3-50-15,-1 0 1 16,0 0 15-16,7 3 0 0,6 4 19 16,-4 2 0-16,-5-3 7 15,3 5 1-15,2 0-83 16,-7-1 0-16,-4-4-152 16,0-1 1-16,0 1-744 15</inkml:trace>
  <inkml:trace contextRef="#ctx0" brushRef="#br0" timeOffset="130111.69">9654 10913 1211 0,'-11'9'0'16,"-7"7"154"-16,18-16 1 16,0 0-78-16,0 0 0 15,5-7-40-15,-5 7 0 16,6-8-82-16,-6 8 0 16,3 11 90-16,1 0 0 15,-2 5 16-15,2 19 0 16,-1 10-28-16,1-4 1 15,1 3-2-15,1-5 1 16,-6 1-33-16,4-9 0 0,-4-6-56 16,0-7 0-16,0-7-85 15,0-4 0-15,-4-7 65 16,4 0 0-16,-4-7-268 16,-3-5 0-16,0-1-86 15</inkml:trace>
  <inkml:trace contextRef="#ctx0" brushRef="#br0" timeOffset="130349.29">9464 10994 807 0,'7'7'0'0,"3"8"190"0,-10-15 0 15,0 0-52-15,0 0 0 16,0 0-5-16,14-6 1 15,10-1-101-15,8 0 1 16,6-2-31-16,7 3 0 16,3-3-12-16,-4 6 1 15,0-5-97-15,-3 3 1 16,-2-1-233-16,-4-1 0 16,-4 0-196-16</inkml:trace>
  <inkml:trace contextRef="#ctx0" brushRef="#br0" timeOffset="130867.93">10127 10848 1300 0,'-13'1'0'0,"-2"1"187"16,15-2 0-16,0 0-111 0,6-2 1 15,7 1-30 1,9-7 0-16,11 1-46 0,6-2 1 16,5 0-4-1,8 5 1-15,3 4-1 0,-7 0 1 16,-5 4-34-16,-8 5 1 15,-11 0 37-15,-6 4 0 16,-7-1 54-16,-7 1 0 16,-8 1-18-16,-5 1 0 15,-8 1-45-15,4-1 1 16,0-8 13-16,2 5 0 16,2 1-70-16,2 0 0 15,7 1 62-15,7 6 0 16,8 4-2-16,-2-1 0 15,2 1-31-15,-6 1 1 0,2 2 49 16,-4-2 0 0,-7 1 31-16,-9-5 0 0,-4-1 2 15,-11-2 0-15,-9-3-28 16,-4 1 1-16,-5-3-159 16,1-4 1-16,-2-2-336 15,7 0 1-15,-5 0-44 16</inkml:trace>
  <inkml:trace contextRef="#ctx0" brushRef="#br0" timeOffset="132160.04">11083 10905 225 0,'-2'9'0'0,"0"4"312"15,2-13 1-15,0 0-206 16,0 0 1-16,0-5-210 16,0 5 0-16,0-11 251 15,15 5 1-15,7-1-75 16,17 0 0-16,13 0-17 16,3-2 0-16,8 0-58 0,-2 1 0 15,3 3 5 1,-16 1 1-16,-7 1-17 0,-13 3 0 15,-13 0-37-15,-3 0 0 16,3 0-870-16</inkml:trace>
  <inkml:trace contextRef="#ctx0" brushRef="#br0" timeOffset="132412.1">11052 11097 718 0,'11'-13'0'16,"15"-5"286"-16,-8 18 1 16,4 13-161-16,8-8 0 0,3 2-26 15,4-5 1-15,5 0-140 16,3-9 1-16,3-6-192 15,2 1 0-15,-4-1-558 16</inkml:trace>
  <inkml:trace contextRef="#ctx0" brushRef="#br0" timeOffset="133346.87">12263 10860 1110 0,'-19'0'0'15,"-10"0"166"-15,29 0 1 16,0 0-15-16,0 0 1 15,16-5-94-15,-10 3 1 16,-1-2-24-16,-5 4 0 16,8-3-23-16,-8 3 0 15,0 0-14-15,0 0 1 16,0 0-13-16,0 0 1 16,0 0 10-16,13 0 1 0,11 0 13 15,9 0 0-15,8 0 16 16,10 0 0-16,5-8 4 15,-1 3 1-15,2 0-31 16,-7 1 1-16,-6-1 12 16,-10 3 1-16,-12 0 7 15,-6 0 1-15,-6 2 7 16,-10 0 0-16,7 0-43 16,-7 0 0-16,0 0 9 0,0 0 1 15,0 0 4-15,0 0 0 16,0 0-23-16,0 0 0 15,0 0 22-15,-2 11 1 16,-5 2 6-16,-2 10 1 16,-2 10 24-16,1 1 0 15,-3 4-36-15,4 0 1 16,2 0-3-16,3 3 1 16,-1 3 4-16,3-6 0 15,0-8-7-15,2-1 1 16,-4-2-66-16,2-9 0 15,0-3 1-15,1-10 0 16,1-1-35-16,0-4 0 16,0 0 59-16,-6-13 0 15,-3-5-18-15,1-2 1 16,3-1 78-16,-4-10 1 16,-4-5-69-16,2 0 0 0,-2-2-91 15,4 9 0-15,-4 7-41 16,2 2 0-16,1 9 201 15,3 2 0-15,0 6 173 16,7 3 1-16,0 0-7 16,0 0 1-16,0 0-41 15,0 0 0-15,0 0-108 16,0 0 0-16,0 0 6 16,0 0 0-16,16 2-4 15,6-1 0-15,8 1 17 0,7 2 0 16,9-4-46-16,0 0 0 15,6 0-16-15,-2 0 0 16,-1 0 9-16,-10 0 0 16,-7 0-71-16,-8 0 1 15,-13-4-125-15,0 8 1 16,-4-4-27-16,-7 0 1 16,0 0-538-16</inkml:trace>
  <inkml:trace contextRef="#ctx0" brushRef="#br0" timeOffset="133614.91">12519 10596 404 0,'10'20'0'0,"1"0"-243"0</inkml:trace>
  <inkml:trace contextRef="#ctx0" brushRef="#br0" timeOffset="133961.87">12231 10575 438 0,'-9'7'0'15,"-4"-2"284"-15,-7 12 1 16,-8 8-195-16,2 4 0 16,-1 9 16-16,-1 7 0 15,0 6-64-15,8 5 1 16,2 5-52-16,8 2 1 15,14 6 50-15,20 9 0 16,15 5-41-16,18-15 1 16,19-8 98-16,16-19 1 15,21-19-102-15,-3-15 0 16,9-14 7-16,-9-11 0 16,1-11 46-16,-19-2 0 0,-12-5 12 15,-19-18 0-15,-15-13-18 16,-9 0 1-16,-9-5-72 15,-19 0 1-15,-9-2 86 16,-19 5 0-16,-12 4-97 16,-26 5 0-16,-26 10 35 15,-30 12 0-15,-24 16-328 16,-12 6 0-16,-1 2-610 16</inkml:trace>
  <inkml:trace contextRef="#ctx0" brushRef="#br0" timeOffset="139816.31">16033 16672 438 0,'0'0'3'0,"0"0"1"16,0 0 95-16,0 0 0 16,0 0-13-16,0 0 0 15,0 0-78-15,0 0 0 16,0 20 125-16,0-9 0 16,0-2-94-16,0-2 0 0,0-1 29 15,0-6 0-15,0 0-25 16,0 0 0-16,0 0-65 15,0 0 0-15,0 0 23 16,0 0 0-16,-10-7-1 16,3 1 0-16,-2-1 85 15,-2 3 1-15,-4 1-34 16,2 1 1-16,2 2-60 16,-7 7 1-16,-3 4 11 15,-3 3 0-15,-3 4-3 0,-3 2 0 16,-3 4 2-16,1-3 1 15,-1-1 78-15,5 0 0 16,4-2-28-16,2 0 1 16,0-1-57-16,0 4 1 15,0 3 0-15,2 1 0 16,-1 2-22-16,3 2 0 16,-1 2 21-16,3 0 0 15,-1-1-1-15,4 5 1 16,-2-1 4-16,2-2 0 15,2 1 30-15,2 1 1 16,0 1-41-16,2-3 0 16,3 1 6-16,-2-1 1 15,3-1-1-15,1 1 1 16,-4-1-13-16,3 3 1 0,3 4 28 16,0 2 1-16,0 0 16 15,0 1 1-15,5 3-32 16,1-6 0-16,3-2-1 15,2 0 1-15,4 0-6 16,-2-2 0-16,1 1 0 16,3-3 0-16,0 1 3 15,1-2 0-15,-3-1-6 16,3-1 0-16,4-2 7 16,-1-1 0-16,3-5-20 15,3 1 0-15,9-4-4 0,-1-2 1 16,9-1 23-1,2-4 0-15,2-6-52 0,2-1 0 16,2-6 49-16,-1-2 0 16,3-3-39-16,-6 0 1 15,-2-2 19-15,2-6 0 16,0-5 20-16,2-1 1 16,3-3-108-16,-5-1 0 15,-3 0 48-15,-3-4 0 16,-5-4 64-16,-9 6 1 15,-2 0 1-15,-4 3 0 16,0 3-5-16,-4-6 0 16,1-2 6-16,-8 3 0 15,0 5 16-15,-4-6 0 16,-3-4 26-16,-4-2 0 16,-2-1-32-16,0 9 1 0,-1 3 43 15,1 2 1-15,0 2-8 16,0 6 0-16,2 1-21 15,-2 0 1-15,1 0 1 16,-7-5 1-16,-1-6-32 16,0 0 0-16,-4-3 1 15,-2-4 0-15,0-5-4 16,2 1 0-16,-5-1-55 16,-6-8 1-16,-4-4 2 15,2 0 0-15,-1 1 2 16,-7 2 0-16,-1-1-62 0,4 8 1 15,-4 6-124-15,2-7 0 16,-1 1-16-16,1 4 0 16,0-1 91-16</inkml:trace>
  <inkml:trace contextRef="#ctx0" brushRef="#br0" timeOffset="147335.31">16974 17888 550 0,'0'0'179'0,"0"0"0"16,35 6-107 0,-9-3 1-16,4-1 48 0,3 2 1 15,8-1-4-15,1 1 1 16,6 0 8-16,6-3 0 15,1 1-77-15,2 0 1 16,8 0 16-16,3 0 1 16,6 1 0-16,16-3 0 15,16-2-5-15,-5-1 0 16,3-4-21-16,3-4 1 16,-4-2-6-16,-3 4 0 15,-4 4-53-15,2-1 1 16,1 3 20-16,-1-1 1 15,-4 0 37-15,-5 4 0 16,-6 0-38-16,-11 6 1 0,-9 3-3 16,-12-4 0-16,-10-1-31 15,-10-1 0-15,-7 1-151 16,2 0 0-16,0-1-1301 16</inkml:trace>
  <inkml:trace contextRef="#ctx0" brushRef="#br0" timeOffset="148096.76">20761 17464 1043 0,'0'0'148'16,"0"0"0"-16,0 0-87 15,0 0 1-15,0 0-8 16,0 0 0-16,0 0-11 16,0 0 1-16,0 0-44 0,0 0 1 15,0 0 30-15,0 0 0 16,0 0-32-16,0 0 1 16,-17 2 2-16,1-1 0 15,-8 3 57-15,1 3 0 16,-1 2-3-16,2 4 1 15,0 1-48-15,2 3 1 16,1-1-9-16,3 5 1 16,-1 5-10-16,6 3 0 15,6 5-52-15,3 2 1 16,5 4 40-16,8-2 1 16,8 0 74-16,10-2 0 15,10-4-12-15,6-1 1 16,4-4-36-16,18 0 0 15,12 0 17-15,-5-7 0 16,2-7-15-16,-8-4 0 0,-5-7-10 16,-17-2 1-16,-11-6-26 15,-2-1 1-15,-5-4-268 16,2-3 0-16,-1-1-680 16</inkml:trace>
  <inkml:trace contextRef="#ctx0" brushRef="#br0" timeOffset="149097.54">21592 17157 1166 0,'0'0'172'15,"1"9"1"-15,5 3-61 16,1 6 0-16,3 4-44 16,1 7 0-16,2 7 21 15,-2 7 1-15,0 6-53 16,0 11 1-16,0 7 45 0,2 12 0 16,-2 13-16-16,0-14 1 15,2-6-55-15,-2-9 0 16,0-8 72-16,-4-16 1 15,-1-13-124-15,-2-1 0 16,-2-7-15-16,-1-5 0 16,1-6-62-16,-2-7 1 15,2 7-154-15,-2-7-136 16,-2-7 268 0,0-6 92-16,-3-12 0 15,-3-9-19-15,1-1 0 16,2-3 1-16,-1 2 0 15,0 2 119-15,3 5 0 16,-1 2 4-16,-1-7 1 16,-3-4-21-16,-1 2 1 0,-2 1 15 15,-2 1 0-15,0 0 31 16,2 6 1-16,2 7-27 16,1 3 0-16,1 3 32 15,1-1 1-15,3 0-63 16,-1-1 0-16,0 3-20 15,2-4 1-15,4-4-7 16,4-3 1-16,3-2 14 16,8 0 0-16,7 0-68 15,7 5 0-15,10 4-19 0,3 7 1 16,8 7-60-16,3 8 0 16,6 7 23-16,-4 2 0 15,0 5 29-15,-10-4 0 16,-9-1 193-16,-10-2 0 15,-9-4-43-15,-10 2 0 16,-7 0-67-16,-15 4 1 16,-13 1-6-16,-13 2 0 15,-14 1-25-15,-7-1 0 16,-6 2-63-16,-2 0 1 16,-1 0-985-16</inkml:trace>
  <inkml:trace contextRef="#ctx0" brushRef="#br0" timeOffset="149353.26">22980 17693 1255 0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98C4478-F009-4084-AF5B-5BBC1C5391ED}" type="datetimeFigureOut">
              <a:rPr lang="en-US"/>
              <a:pPr>
                <a:defRPr/>
              </a:pPr>
              <a:t>5/14/2025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AU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AE8BB69-AF1B-45E0-A550-DEEAC09AE992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58512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>
            <a:spLocks noGrp="1" noChangeArrowheads="1"/>
          </p:cNvSpPr>
          <p:nvPr>
            <p:ph type="hdr" sz="quarter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>
                <a:latin typeface="Arial" charset="0"/>
                <a:cs typeface="Arial" charset="0"/>
              </a:rPr>
              <a:t>Header1</a:t>
            </a:r>
            <a:endParaRPr lang="en-US" altLang="ko-KR" dirty="0">
              <a:latin typeface="Arial" charset="0"/>
              <a:cs typeface="Arial" charset="0"/>
            </a:endParaRPr>
          </a:p>
        </p:txBody>
      </p:sp>
      <p:sp>
        <p:nvSpPr>
          <p:cNvPr id="61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2F0B80D-AA9C-4B07-9B7A-DEF1E9678A05}" type="slidenum">
              <a:rPr lang="ko-KR" altLang="en-US">
                <a:latin typeface="Arial" charset="0"/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ko-KR" dirty="0">
              <a:latin typeface="Arial" charset="0"/>
              <a:cs typeface="Arial" charset="0"/>
            </a:endParaRPr>
          </a:p>
        </p:txBody>
      </p:sp>
      <p:sp>
        <p:nvSpPr>
          <p:cNvPr id="61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6762" cy="34321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2813" y="4343400"/>
            <a:ext cx="5032375" cy="4114800"/>
          </a:xfrm>
          <a:noFill/>
        </p:spPr>
        <p:txBody>
          <a:bodyPr wrap="square" lIns="95059" tIns="47530" rIns="95059" bIns="4753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baseline="0" dirty="0">
                <a:cs typeface="Arial" charset="0"/>
              </a:rPr>
              <a:t> </a:t>
            </a:r>
            <a:endParaRPr lang="en-US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551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7BA362-69E2-4DDC-BADC-7B11D5BE817A}" type="datetimeFigureOut">
              <a:rPr lang="en-US"/>
              <a:pPr>
                <a:defRPr/>
              </a:pPr>
              <a:t>5/14/2025</a:t>
            </a:fld>
            <a:endParaRPr lang="en-AU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08EB19-C617-4428-9A2B-3B89409218EA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2282825" y="0"/>
            <a:ext cx="68580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9"/>
          <p:cNvSpPr/>
          <p:nvPr/>
        </p:nvSpPr>
        <p:spPr bwMode="invGray">
          <a:xfrm>
            <a:off x="2286000" y="0"/>
            <a:ext cx="762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Oval 8"/>
          <p:cNvSpPr/>
          <p:nvPr/>
        </p:nvSpPr>
        <p:spPr>
          <a:xfrm>
            <a:off x="2408238" y="2746375"/>
            <a:ext cx="63500" cy="63500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73722BA4-39B3-45A1-A7AC-1F3918C8D142}" type="datetimeFigureOut">
              <a:rPr lang="en-US"/>
              <a:pPr>
                <a:defRPr/>
              </a:pPr>
              <a:t>5/14/2025</a:t>
            </a:fld>
            <a:endParaRPr lang="en-AU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AU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5E03B330-A60E-4F9A-B368-AA9E0D2C0C63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D928D8-2A07-4C9A-AC2B-B87C68A18E32}" type="datetimeFigureOut">
              <a:rPr lang="en-US"/>
              <a:pPr>
                <a:defRPr/>
              </a:pPr>
              <a:t>5/14/2025</a:t>
            </a:fld>
            <a:endParaRPr lang="en-AU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FB0840-58FB-42AE-B722-DA08D68A1B7A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/>
          <a:lstStyle>
            <a:lvl1pPr algn="ctr">
              <a:defRPr sz="4500" b="1" cap="none" baseline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97E289E5-BF1E-4F65-9039-EDEE690F93CE}" type="datetimeFigureOut">
              <a:rPr lang="en-US"/>
              <a:pPr>
                <a:defRPr/>
              </a:pPr>
              <a:t>5/14/2025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96944B55-65F2-47D6-AA9A-06DBBEBDF1AA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5752A6-4FF7-4D96-86DC-D5737A5BCD80}" type="datetimeFigureOut">
              <a:rPr lang="en-US"/>
              <a:pPr>
                <a:defRPr/>
              </a:pPr>
              <a:t>5/14/2025</a:t>
            </a:fld>
            <a:endParaRPr lang="en-AU"/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87F683-B714-4840-9F7B-D54158E195FB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/>
          <p:nvPr/>
        </p:nvSpPr>
        <p:spPr>
          <a:xfrm>
            <a:off x="1014413" y="0"/>
            <a:ext cx="8129587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Rectangle 5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076632DF-7466-44F8-B14F-7E352A8B1400}" type="datetimeFigureOut">
              <a:rPr lang="en-US"/>
              <a:pPr>
                <a:defRPr/>
              </a:pPr>
              <a:t>5/14/2025</a:t>
            </a:fld>
            <a:endParaRPr lang="en-A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9B62068E-3DF5-4F07-A479-6ECFC5B4334B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2FF663F3-C0EA-42A8-9D3C-15DAC77F7ABD}" type="datetimeFigureOut">
              <a:rPr lang="en-US"/>
              <a:pPr>
                <a:defRPr/>
              </a:pPr>
              <a:t>5/14/2025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B1A95174-CFA5-499D-88D0-D09D2FB1806C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tIns="274320">
            <a:normAutofit/>
          </a:bodyPr>
          <a:lstStyle/>
          <a:p>
            <a:pPr indent="-283464" fontAlgn="auto">
              <a:lnSpc>
                <a:spcPts val="3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defRPr/>
            </a:pPr>
            <a:endParaRPr lang="en-US" sz="3200">
              <a:latin typeface="+mn-lt"/>
            </a:endParaRPr>
          </a:p>
        </p:txBody>
      </p:sp>
      <p:sp>
        <p:nvSpPr>
          <p:cNvPr id="6" name="Flowchart: Process 8"/>
          <p:cNvSpPr/>
          <p:nvPr/>
        </p:nvSpPr>
        <p:spPr>
          <a:xfrm rot="19468671">
            <a:off x="396875" y="954088"/>
            <a:ext cx="685800" cy="204787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Flowchart: Process 9"/>
          <p:cNvSpPr/>
          <p:nvPr/>
        </p:nvSpPr>
        <p:spPr>
          <a:xfrm rot="2103354" flipH="1">
            <a:off x="5003800" y="936625"/>
            <a:ext cx="649288" cy="204788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tIns="274320">
            <a:normAutofit/>
          </a:bodyPr>
          <a:lstStyle>
            <a:lvl1pPr indent="0">
              <a:buNone/>
              <a:defRPr sz="3200"/>
            </a:lvl1pPr>
            <a:extLst/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532F19D3-364E-4BE1-AB1D-9389337F1716}" type="datetimeFigureOut">
              <a:rPr lang="en-US"/>
              <a:pPr>
                <a:defRPr/>
              </a:pPr>
              <a:t>5/14/2025</a:t>
            </a:fld>
            <a:endParaRPr lang="en-AU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AU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D314A49B-29C5-41E1-9157-AF7F5FD4ACA7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59DBE8-5B23-4758-B47C-E9E341EE3328}" type="datetimeFigureOut">
              <a:rPr lang="en-US"/>
              <a:pPr>
                <a:defRPr/>
              </a:pPr>
              <a:t>5/14/2025</a:t>
            </a:fld>
            <a:endParaRPr lang="en-AU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88FE86-17E6-4DB8-A3B4-0AF1C45D9DDE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14BA9B-DFDF-4564-91A2-6DF83062B79A}" type="datetimeFigureOut">
              <a:rPr lang="en-US"/>
              <a:pPr>
                <a:defRPr/>
              </a:pPr>
              <a:t>5/14/2025</a:t>
            </a:fld>
            <a:endParaRPr lang="en-AU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20A575-958F-452E-A13F-7BD0F68F6B47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BD23C4-0CBE-41AD-9915-09C3EB7D8FC5}" type="datetimeFigureOut">
              <a:rPr lang="en-US"/>
              <a:pPr>
                <a:defRPr/>
              </a:pPr>
              <a:t>5/14/2025</a:t>
            </a:fld>
            <a:endParaRPr lang="en-AU"/>
          </a:p>
        </p:txBody>
      </p:sp>
      <p:sp>
        <p:nvSpPr>
          <p:cNvPr id="3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D7BE41-6580-421D-AAB4-199544DFCC6F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0111073"/>
      </p:ext>
    </p:extLst>
  </p:cSld>
  <p:clrMapOvr>
    <a:masterClrMapping/>
  </p:clrMapOvr>
  <p:transition spd="slow"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75" y="-815975"/>
            <a:ext cx="1638300" cy="163830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8275" y="20638"/>
            <a:ext cx="1703388" cy="1703387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12825" y="0"/>
            <a:ext cx="813117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1435100" y="1447800"/>
            <a:ext cx="749935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latin typeface="+mn-lt"/>
              </a:defRPr>
            </a:lvl1pPr>
            <a:extLst/>
          </a:lstStyle>
          <a:p>
            <a:pPr>
              <a:defRPr/>
            </a:pPr>
            <a:fld id="{4674603B-BE21-4B82-834E-441265CC936A}" type="datetimeFigureOut">
              <a:rPr lang="en-US"/>
              <a:pPr>
                <a:defRPr/>
              </a:pPr>
              <a:t>5/14/2025</a:t>
            </a:fld>
            <a:endParaRPr lang="en-A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</a:defRPr>
            </a:lvl1pPr>
            <a:extLst/>
          </a:lstStyle>
          <a:p>
            <a:pPr>
              <a:defRPr/>
            </a:pPr>
            <a:endParaRPr lang="en-AU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</a:defRPr>
            </a:lvl1pPr>
            <a:extLst/>
          </a:lstStyle>
          <a:p>
            <a:pPr>
              <a:defRPr/>
            </a:pPr>
            <a:fld id="{25D2816C-7373-4FF3-9DF2-CB9F7B7A5FB2}" type="slidenum">
              <a:rPr lang="en-AU"/>
              <a:pPr>
                <a:defRPr/>
              </a:pPr>
              <a:t>‹#›</a:t>
            </a:fld>
            <a:endParaRPr lang="en-AU"/>
          </a:p>
        </p:txBody>
      </p:sp>
      <p:sp>
        <p:nvSpPr>
          <p:cNvPr id="15" name="Rectangle 14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8" r:id="rId2"/>
    <p:sldLayoutId id="2147483703" r:id="rId3"/>
    <p:sldLayoutId id="2147483709" r:id="rId4"/>
    <p:sldLayoutId id="2147483704" r:id="rId5"/>
    <p:sldLayoutId id="2147483710" r:id="rId6"/>
    <p:sldLayoutId id="2147483711" r:id="rId7"/>
    <p:sldLayoutId id="2147483712" r:id="rId8"/>
    <p:sldLayoutId id="2147483705" r:id="rId9"/>
    <p:sldLayoutId id="2147483706" r:id="rId10"/>
    <p:sldLayoutId id="2147483707" r:id="rId11"/>
    <p:sldLayoutId id="2147483713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300" kern="1200">
          <a:solidFill>
            <a:srgbClr val="572314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9pPr>
      <a:extLst/>
    </p:titleStyle>
    <p:bodyStyle>
      <a:lvl1pPr marL="365125" indent="-282575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36538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Font typeface="Verdana" pitchFamily="34" charset="0"/>
        <a:buChar char="◦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5825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173038" algn="l" rtl="0" eaLnBrk="0" fontAlgn="base" hangingPunct="0">
        <a:spcBef>
          <a:spcPct val="20000"/>
        </a:spcBef>
        <a:spcAft>
          <a:spcPct val="0"/>
        </a:spcAft>
        <a:buClr>
          <a:srgbClr val="C32D2E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6988" indent="-182563" algn="l" rtl="0" eaLnBrk="0" fontAlgn="base" hangingPunct="0">
        <a:spcBef>
          <a:spcPct val="20000"/>
        </a:spcBef>
        <a:spcAft>
          <a:spcPct val="0"/>
        </a:spcAft>
        <a:buClr>
          <a:srgbClr val="84AA33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8"/>
          <p:cNvSpPr>
            <a:spLocks noChangeArrowheads="1"/>
          </p:cNvSpPr>
          <p:nvPr/>
        </p:nvSpPr>
        <p:spPr bwMode="auto">
          <a:xfrm>
            <a:off x="107504" y="236124"/>
            <a:ext cx="8893006" cy="1536692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20000"/>
              </a:spcBef>
              <a:buClr>
                <a:schemeClr val="bg1"/>
              </a:buClr>
              <a:buFontTx/>
              <a:buChar char="•"/>
            </a:pPr>
            <a:endParaRPr lang="en-US" sz="2800" dirty="0">
              <a:latin typeface="Goudy Stout" pitchFamily="18" charset="0"/>
            </a:endParaRPr>
          </a:p>
        </p:txBody>
      </p:sp>
      <p:sp>
        <p:nvSpPr>
          <p:cNvPr id="34820" name="Text Box 5"/>
          <p:cNvSpPr txBox="1">
            <a:spLocks noChangeArrowheads="1"/>
          </p:cNvSpPr>
          <p:nvPr/>
        </p:nvSpPr>
        <p:spPr bwMode="auto">
          <a:xfrm>
            <a:off x="-108520" y="4301081"/>
            <a:ext cx="8568988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pPr marL="511175" indent="-279400" algn="ctr"/>
            <a:endParaRPr lang="en-US" sz="1200" dirty="0">
              <a:cs typeface="Times New Roman" pitchFamily="18" charset="0"/>
            </a:endParaRPr>
          </a:p>
          <a:p>
            <a:pPr marL="511175" indent="-279400" algn="r"/>
            <a:r>
              <a:rPr lang="en-US" dirty="0"/>
              <a:t>Dr. Sumaira Nazir</a:t>
            </a:r>
            <a:endParaRPr lang="en-US" b="1" dirty="0">
              <a:cs typeface="Times New Roman" pitchFamily="18" charset="0"/>
            </a:endParaRPr>
          </a:p>
          <a:p>
            <a:pPr marL="511175" indent="-279400" algn="r"/>
            <a:r>
              <a:rPr lang="en-US" dirty="0"/>
              <a:t>Department of Software Engineering</a:t>
            </a:r>
          </a:p>
          <a:p>
            <a:pPr marL="511175" indent="-279400" algn="r"/>
            <a:r>
              <a:rPr lang="en-US" dirty="0"/>
              <a:t>National University of Modern Languages, Islamabad</a:t>
            </a:r>
          </a:p>
          <a:p>
            <a:pPr marL="511175" indent="-279400"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70068C-DD74-4ED8-9B03-A9F8221E847B}"/>
              </a:ext>
            </a:extLst>
          </p:cNvPr>
          <p:cNvSpPr txBox="1"/>
          <p:nvPr/>
        </p:nvSpPr>
        <p:spPr>
          <a:xfrm>
            <a:off x="269513" y="742860"/>
            <a:ext cx="8568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2800" b="1" dirty="0">
                <a:latin typeface="Times" panose="02020603060405020304" pitchFamily="18" charset="0"/>
              </a:rPr>
              <a:t>Software Project Management</a:t>
            </a:r>
          </a:p>
        </p:txBody>
      </p:sp>
    </p:spTree>
  </p:cSld>
  <p:clrMapOvr>
    <a:masterClrMapping/>
  </p:clrMapOvr>
  <p:transition spd="slow"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AutoShape 2">
            <a:extLst>
              <a:ext uri="{FF2B5EF4-FFF2-40B4-BE49-F238E27FC236}">
                <a16:creationId xmlns:a16="http://schemas.microsoft.com/office/drawing/2014/main" id="{41FF3906-606C-41C2-9417-0401F7474A8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Project Schedule Management-</a:t>
            </a:r>
            <a:r>
              <a:rPr lang="en-MY" sz="2400" dirty="0"/>
              <a:t>Network Diagrams</a:t>
            </a:r>
            <a:endParaRPr lang="en-US" altLang="en-US" sz="2400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7CB1CAE-CA83-4073-9CDF-738A51AB8AF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AU" altLang="en-US" dirty="0"/>
          </a:p>
        </p:txBody>
      </p:sp>
    </p:spTree>
    <p:extLst>
      <p:ext uri="{BB962C8B-B14F-4D97-AF65-F5344CB8AC3E}">
        <p14:creationId xmlns:p14="http://schemas.microsoft.com/office/powerpoint/2010/main" val="293369385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AFB24-243C-4988-A134-B17FC7831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Network Diagrams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A62F6-B783-4353-94BD-9B11F6705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technique for showing activity sequencing</a:t>
            </a:r>
          </a:p>
          <a:p>
            <a:r>
              <a:rPr lang="en-US" dirty="0"/>
              <a:t>a schematic display of the logical relationships among project activities and their sequencing.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625308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001E8-06EA-4771-814B-375D0324C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Elements of Network Diagrams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02FC9-9354-435A-B788-09E42B0E3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Letters A through Z </a:t>
            </a:r>
          </a:p>
          <a:p>
            <a:pPr lvl="1"/>
            <a:r>
              <a:rPr lang="en-US" dirty="0"/>
              <a:t>represent activities with dependencies that are required to complete the project. </a:t>
            </a:r>
          </a:p>
          <a:p>
            <a:pPr lvl="1"/>
            <a:r>
              <a:rPr lang="en-US" dirty="0"/>
              <a:t>These activities come from the WBS and activity definition process described earlier. </a:t>
            </a:r>
          </a:p>
          <a:p>
            <a:r>
              <a:rPr lang="en-US" dirty="0"/>
              <a:t>Arrows </a:t>
            </a:r>
          </a:p>
          <a:p>
            <a:pPr lvl="1"/>
            <a:r>
              <a:rPr lang="en-US" dirty="0"/>
              <a:t>represent the activity sequencing or relationships between tasks</a:t>
            </a:r>
          </a:p>
          <a:p>
            <a:pPr lvl="1" algn="just"/>
            <a:r>
              <a:rPr lang="en-US" dirty="0"/>
              <a:t>For example, Activity A must be done before Activity D, and Activity D must be done before Activity H.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012414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001E8-06EA-4771-814B-375D0324C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AOA/ADM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02FC9-9354-435A-B788-09E42B0E3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Activity-on-arrow (AOA) approach or the arrow diagramming method (ADM)</a:t>
            </a:r>
          </a:p>
          <a:p>
            <a:pPr algn="just"/>
            <a:r>
              <a:rPr lang="en-US" dirty="0"/>
              <a:t>a network diagramming technique in which activities are represented by arrows and connected at points called nodes to illustrate the sequence of activities. </a:t>
            </a:r>
          </a:p>
        </p:txBody>
      </p:sp>
    </p:spTree>
    <p:extLst>
      <p:ext uri="{BB962C8B-B14F-4D97-AF65-F5344CB8AC3E}">
        <p14:creationId xmlns:p14="http://schemas.microsoft.com/office/powerpoint/2010/main" val="3700653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001E8-06EA-4771-814B-375D0324C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AOA/ADM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02FC9-9354-435A-B788-09E42B0E3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node is simply the starting and ending point of an activity. The first node signifies the start of a project and the last node represents the end.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01226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AutoShape 2">
            <a:extLst>
              <a:ext uri="{FF2B5EF4-FFF2-40B4-BE49-F238E27FC236}">
                <a16:creationId xmlns:a16="http://schemas.microsoft.com/office/drawing/2014/main" id="{41FF3906-606C-41C2-9417-0401F7474A8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Project Schedule Management-</a:t>
            </a:r>
            <a:r>
              <a:rPr lang="en-MY" sz="2400" dirty="0"/>
              <a:t>Network Diagrams-AOA</a:t>
            </a:r>
            <a:endParaRPr lang="en-US" altLang="en-US" sz="2400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7CB1CAE-CA83-4073-9CDF-738A51AB8AF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AU" altLang="en-US" dirty="0"/>
          </a:p>
        </p:txBody>
      </p:sp>
    </p:spTree>
    <p:extLst>
      <p:ext uri="{BB962C8B-B14F-4D97-AF65-F5344CB8AC3E}">
        <p14:creationId xmlns:p14="http://schemas.microsoft.com/office/powerpoint/2010/main" val="84596420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EA071-C9BD-453B-A0FC-F2BAD71CE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Steps to create an AOA network diagram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31547-60DB-4406-9E6D-D7EEB4D40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Step 1:</a:t>
            </a:r>
          </a:p>
          <a:p>
            <a:pPr algn="just"/>
            <a:r>
              <a:rPr lang="en-US" sz="2400" dirty="0"/>
              <a:t>Find all of the activities that start at Node 1. </a:t>
            </a:r>
          </a:p>
          <a:p>
            <a:pPr algn="just"/>
            <a:r>
              <a:rPr lang="en-US" sz="2400" dirty="0"/>
              <a:t>Draw their finish nodes, and draw arrows between Node 1 and each of the finish nodes. </a:t>
            </a:r>
          </a:p>
          <a:p>
            <a:pPr algn="just"/>
            <a:r>
              <a:rPr lang="en-US" sz="2400" dirty="0"/>
              <a:t>Put the activity letter or name on the associated arrow. </a:t>
            </a:r>
          </a:p>
          <a:p>
            <a:pPr algn="just"/>
            <a:r>
              <a:rPr lang="en-US" sz="2400" dirty="0"/>
              <a:t>If you have a duration estimate, write it next to the activity letter or name, as shown in Figure 1. </a:t>
            </a:r>
          </a:p>
          <a:p>
            <a:pPr algn="just"/>
            <a:r>
              <a:rPr lang="en-US" sz="2400" dirty="0"/>
              <a:t>For example,  A = 1 means that the duration of Activity A is one day, week, or other standard unit of time. </a:t>
            </a:r>
          </a:p>
          <a:p>
            <a:pPr algn="just"/>
            <a:r>
              <a:rPr lang="en-US" sz="2400" dirty="0"/>
              <a:t>Be sure to put arrowheads on all arrows to signify the direction of the relationships.</a:t>
            </a:r>
            <a:endParaRPr lang="en-MY" sz="2400" dirty="0"/>
          </a:p>
        </p:txBody>
      </p:sp>
    </p:spTree>
    <p:extLst>
      <p:ext uri="{BB962C8B-B14F-4D97-AF65-F5344CB8AC3E}">
        <p14:creationId xmlns:p14="http://schemas.microsoft.com/office/powerpoint/2010/main" val="1512919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EA071-C9BD-453B-A0FC-F2BAD71CE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Steps to create an AOA network diagram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31547-60DB-4406-9E6D-D7EEB4D40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Step 2:</a:t>
            </a:r>
          </a:p>
          <a:p>
            <a:pPr algn="just"/>
            <a:r>
              <a:rPr lang="en-US" sz="2400" dirty="0"/>
              <a:t>Continue drawing the network diagram, working from left to right. </a:t>
            </a:r>
          </a:p>
          <a:p>
            <a:pPr algn="just"/>
            <a:r>
              <a:rPr lang="en-US" sz="2400" dirty="0"/>
              <a:t>Look for bursts and merges. </a:t>
            </a:r>
          </a:p>
          <a:p>
            <a:pPr algn="just"/>
            <a:r>
              <a:rPr lang="en-US" sz="2400" dirty="0"/>
              <a:t>Bursts occur when two or more activities follow a single node. </a:t>
            </a:r>
          </a:p>
          <a:p>
            <a:pPr algn="just"/>
            <a:r>
              <a:rPr lang="en-US" sz="2400" dirty="0"/>
              <a:t>A merge occurs when two or more nodes precede a single node. </a:t>
            </a:r>
          </a:p>
          <a:p>
            <a:pPr algn="just"/>
            <a:r>
              <a:rPr lang="en-US" sz="2400" dirty="0"/>
              <a:t>For example, in Figure 1, </a:t>
            </a:r>
          </a:p>
          <a:p>
            <a:pPr lvl="1" algn="just"/>
            <a:r>
              <a:rPr lang="en-US" sz="2000" dirty="0"/>
              <a:t>Node 1 is a burst because it goes into Nodes 2, 3, and 4. </a:t>
            </a:r>
          </a:p>
          <a:p>
            <a:pPr lvl="1" algn="just"/>
            <a:r>
              <a:rPr lang="en-US" sz="2000" dirty="0"/>
              <a:t>Node 5 is a merge preceded by Nodes 2 and 3.</a:t>
            </a:r>
            <a:endParaRPr lang="en-MY" sz="2000" dirty="0"/>
          </a:p>
        </p:txBody>
      </p:sp>
    </p:spTree>
    <p:extLst>
      <p:ext uri="{BB962C8B-B14F-4D97-AF65-F5344CB8AC3E}">
        <p14:creationId xmlns:p14="http://schemas.microsoft.com/office/powerpoint/2010/main" val="1126963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EA071-C9BD-453B-A0FC-F2BAD71CE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Steps to create an AOA network diagram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31547-60DB-4406-9E6D-D7EEB4D40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Step 3:</a:t>
            </a:r>
          </a:p>
          <a:p>
            <a:pPr algn="just"/>
            <a:r>
              <a:rPr lang="en-US" dirty="0"/>
              <a:t>Continue drawing the AOA network diagram until all activities are included. 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843182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EA071-C9BD-453B-A0FC-F2BAD71CE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Steps to create an AOA network diagram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31547-60DB-4406-9E6D-D7EEB4D40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Step 4:</a:t>
            </a:r>
          </a:p>
          <a:p>
            <a:pPr algn="just"/>
            <a:r>
              <a:rPr lang="en-US" dirty="0"/>
              <a:t>As a rule of thumb, all arrowheads should face toward the right, and no arrows should cross on an AOA network diagram. 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035852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90985-BEA0-40A1-B098-D6A9D40CB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AOA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AF09D3-314A-4399-A584-1C2932F5AA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8386" t="31530" r="33206" b="36037"/>
          <a:stretch/>
        </p:blipFill>
        <p:spPr>
          <a:xfrm>
            <a:off x="1059570" y="1534480"/>
            <a:ext cx="7976926" cy="3789040"/>
          </a:xfrm>
        </p:spPr>
      </p:pic>
    </p:spTree>
    <p:extLst>
      <p:ext uri="{BB962C8B-B14F-4D97-AF65-F5344CB8AC3E}">
        <p14:creationId xmlns:p14="http://schemas.microsoft.com/office/powerpoint/2010/main" val="1414027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0A930-0291-4E7C-B583-18F0F5201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AOA-Example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97B1D70-DCE7-4B1C-BD04-821AF12606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985123"/>
              </p:ext>
            </p:extLst>
          </p:nvPr>
        </p:nvGraphicFramePr>
        <p:xfrm>
          <a:off x="1408830" y="1425576"/>
          <a:ext cx="7499352" cy="26696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874838">
                  <a:extLst>
                    <a:ext uri="{9D8B030D-6E8A-4147-A177-3AD203B41FA5}">
                      <a16:colId xmlns:a16="http://schemas.microsoft.com/office/drawing/2014/main" val="747414555"/>
                    </a:ext>
                  </a:extLst>
                </a:gridCol>
                <a:gridCol w="1874838">
                  <a:extLst>
                    <a:ext uri="{9D8B030D-6E8A-4147-A177-3AD203B41FA5}">
                      <a16:colId xmlns:a16="http://schemas.microsoft.com/office/drawing/2014/main" val="645763022"/>
                    </a:ext>
                  </a:extLst>
                </a:gridCol>
                <a:gridCol w="1874838">
                  <a:extLst>
                    <a:ext uri="{9D8B030D-6E8A-4147-A177-3AD203B41FA5}">
                      <a16:colId xmlns:a16="http://schemas.microsoft.com/office/drawing/2014/main" val="2444418319"/>
                    </a:ext>
                  </a:extLst>
                </a:gridCol>
                <a:gridCol w="1874838">
                  <a:extLst>
                    <a:ext uri="{9D8B030D-6E8A-4147-A177-3AD203B41FA5}">
                      <a16:colId xmlns:a16="http://schemas.microsoft.com/office/drawing/2014/main" val="438060208"/>
                    </a:ext>
                  </a:extLst>
                </a:gridCol>
              </a:tblGrid>
              <a:tr h="405912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Initial 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Final 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Estimated Duration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246128"/>
                  </a:ext>
                </a:extLst>
              </a:tr>
              <a:tr h="405912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785290"/>
                  </a:ext>
                </a:extLst>
              </a:tr>
              <a:tr h="405912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3737705"/>
                  </a:ext>
                </a:extLst>
              </a:tr>
              <a:tr h="405912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099768"/>
                  </a:ext>
                </a:extLst>
              </a:tr>
              <a:tr h="405912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095723"/>
                  </a:ext>
                </a:extLst>
              </a:tr>
              <a:tr h="405912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103201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94276E9-831A-269F-FD98-7BC45CB9FC56}"/>
                  </a:ext>
                </a:extLst>
              </p14:cNvPr>
              <p14:cNvContentPartPr/>
              <p14:nvPr/>
            </p14:nvContentPartPr>
            <p14:xfrm>
              <a:off x="1622976" y="2675904"/>
              <a:ext cx="7053480" cy="4209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94276E9-831A-269F-FD98-7BC45CB9FC5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13616" y="2666544"/>
                <a:ext cx="7072200" cy="422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33858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8660E-74C8-4A4C-9334-CA535806C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Class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24C46-0297-44E3-892A-40AFCC1C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100" y="1196752"/>
            <a:ext cx="7499350" cy="4800600"/>
          </a:xfrm>
        </p:spPr>
        <p:txBody>
          <a:bodyPr/>
          <a:lstStyle/>
          <a:p>
            <a:r>
              <a:rPr lang="en-MY" dirty="0"/>
              <a:t>Draw AOA.</a:t>
            </a:r>
          </a:p>
          <a:p>
            <a:endParaRPr lang="en-MY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1B4C97-D71D-4A0D-8B8E-C8846C0B71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738" t="19201" r="29525" b="38800"/>
          <a:stretch/>
        </p:blipFill>
        <p:spPr>
          <a:xfrm>
            <a:off x="662890" y="2057400"/>
            <a:ext cx="848106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7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DC75E-6AAA-4C93-B68B-604310C80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AOA-Dependency Rule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6FF0B52-16D1-407F-8A7D-9DA94EA25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BCB5DDD-A673-4994-AD94-1FD0ACE4CF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225" t="26200" r="46063" b="41600"/>
          <a:stretch/>
        </p:blipFill>
        <p:spPr>
          <a:xfrm>
            <a:off x="869554" y="1268760"/>
            <a:ext cx="8064896" cy="475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2624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3E357-8801-4FB0-91FD-28A051D37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354162"/>
          </a:xfrm>
        </p:spPr>
        <p:txBody>
          <a:bodyPr>
            <a:normAutofit fontScale="90000"/>
          </a:bodyPr>
          <a:lstStyle/>
          <a:p>
            <a:r>
              <a:rPr lang="en-MY" dirty="0"/>
              <a:t>Consequences of Dependency Rules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1E2B5E-517C-4087-B075-057C126B25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4545" t="17874" r="46649" b="47986"/>
          <a:stretch/>
        </p:blipFill>
        <p:spPr>
          <a:xfrm>
            <a:off x="1296343" y="1268760"/>
            <a:ext cx="7776864" cy="5184576"/>
          </a:xfrm>
        </p:spPr>
      </p:pic>
    </p:spTree>
    <p:extLst>
      <p:ext uri="{BB962C8B-B14F-4D97-AF65-F5344CB8AC3E}">
        <p14:creationId xmlns:p14="http://schemas.microsoft.com/office/powerpoint/2010/main" val="16404800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0B9C9-BF29-4A8F-AA1F-2EE5BFADC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354AA85-CD9A-4F2A-A7C4-F59C452CB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7DAB5B-5375-4B70-95D3-791CEB1780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801" t="23228" r="47637" b="42030"/>
          <a:stretch/>
        </p:blipFill>
        <p:spPr>
          <a:xfrm>
            <a:off x="1457548" y="1516629"/>
            <a:ext cx="6666706" cy="4761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7223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75DC-B0D8-4A5A-92E8-CAC556D5A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 dirty="0"/>
              <a:t>Program Evaluation and Review Technique-PERT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1E65D-11A3-4527-87C9-75D9577091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When there is a high degree of uncertainty about the individual activity duration estimates</a:t>
            </a:r>
          </a:p>
          <a:p>
            <a:pPr algn="just"/>
            <a:r>
              <a:rPr lang="en-US" dirty="0"/>
              <a:t>Program Evaluation and Review Technique (PERT) can be used to estimate project duration. </a:t>
            </a:r>
          </a:p>
        </p:txBody>
      </p:sp>
    </p:spTree>
    <p:extLst>
      <p:ext uri="{BB962C8B-B14F-4D97-AF65-F5344CB8AC3E}">
        <p14:creationId xmlns:p14="http://schemas.microsoft.com/office/powerpoint/2010/main" val="37591321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75DC-B0D8-4A5A-92E8-CAC556D5A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 dirty="0"/>
              <a:t>Program Evaluation and Review Technique-PERT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1E65D-11A3-4527-87C9-75D9577091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PERT uses probabilistic time estimates—duration estimates based on using </a:t>
            </a:r>
          </a:p>
          <a:p>
            <a:pPr lvl="1" algn="just"/>
            <a:r>
              <a:rPr lang="en-US" dirty="0"/>
              <a:t>Optimistic: less than actual time</a:t>
            </a:r>
          </a:p>
          <a:p>
            <a:pPr lvl="1" algn="just"/>
            <a:r>
              <a:rPr lang="en-US" dirty="0"/>
              <a:t>most likely: actual time spent/without applying PERT</a:t>
            </a:r>
          </a:p>
          <a:p>
            <a:pPr lvl="1" algn="just"/>
            <a:r>
              <a:rPr lang="en-US" dirty="0"/>
              <a:t>Pessimistic:  with added delay </a:t>
            </a:r>
          </a:p>
          <a:p>
            <a:pPr lvl="2" algn="just"/>
            <a:r>
              <a:rPr lang="en-US" dirty="0"/>
              <a:t>estimates of activity durations—instead of one specific or discrete duration estimate, as CPM does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229600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75DC-B0D8-4A5A-92E8-CAC556D5A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 dirty="0"/>
              <a:t>Program Evaluation and Review Technique-PERT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424050-44BD-4A0D-AF69-855A5E8090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9347" t="48149" r="28405" b="40069"/>
          <a:stretch/>
        </p:blipFill>
        <p:spPr>
          <a:xfrm>
            <a:off x="758280" y="2493851"/>
            <a:ext cx="8352928" cy="1870298"/>
          </a:xfrm>
        </p:spPr>
      </p:pic>
    </p:spTree>
    <p:extLst>
      <p:ext uri="{BB962C8B-B14F-4D97-AF65-F5344CB8AC3E}">
        <p14:creationId xmlns:p14="http://schemas.microsoft.com/office/powerpoint/2010/main" val="34136543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F89E0-57A6-E33F-EADB-B6B11E817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 dirty="0"/>
              <a:t>Program Evaluation and Review Technique-PERT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5DEB1C7-38A6-8C23-D517-ED529A83E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347463"/>
              </p:ext>
            </p:extLst>
          </p:nvPr>
        </p:nvGraphicFramePr>
        <p:xfrm>
          <a:off x="1907704" y="1916832"/>
          <a:ext cx="6408712" cy="24566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44632">
                  <a:extLst>
                    <a:ext uri="{9D8B030D-6E8A-4147-A177-3AD203B41FA5}">
                      <a16:colId xmlns:a16="http://schemas.microsoft.com/office/drawing/2014/main" val="1780131850"/>
                    </a:ext>
                  </a:extLst>
                </a:gridCol>
                <a:gridCol w="954344">
                  <a:extLst>
                    <a:ext uri="{9D8B030D-6E8A-4147-A177-3AD203B41FA5}">
                      <a16:colId xmlns:a16="http://schemas.microsoft.com/office/drawing/2014/main" val="3850018458"/>
                    </a:ext>
                  </a:extLst>
                </a:gridCol>
                <a:gridCol w="1238780">
                  <a:extLst>
                    <a:ext uri="{9D8B030D-6E8A-4147-A177-3AD203B41FA5}">
                      <a16:colId xmlns:a16="http://schemas.microsoft.com/office/drawing/2014/main" val="1140033468"/>
                    </a:ext>
                  </a:extLst>
                </a:gridCol>
                <a:gridCol w="1285478">
                  <a:extLst>
                    <a:ext uri="{9D8B030D-6E8A-4147-A177-3AD203B41FA5}">
                      <a16:colId xmlns:a16="http://schemas.microsoft.com/office/drawing/2014/main" val="1533250091"/>
                    </a:ext>
                  </a:extLst>
                </a:gridCol>
                <a:gridCol w="1285478">
                  <a:extLst>
                    <a:ext uri="{9D8B030D-6E8A-4147-A177-3AD203B41FA5}">
                      <a16:colId xmlns:a16="http://schemas.microsoft.com/office/drawing/2014/main" val="4277084624"/>
                    </a:ext>
                  </a:extLst>
                </a:gridCol>
              </a:tblGrid>
              <a:tr h="567950">
                <a:tc>
                  <a:txBody>
                    <a:bodyPr/>
                    <a:lstStyle/>
                    <a:p>
                      <a:pPr marR="246380" algn="ctr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Activities</a:t>
                      </a:r>
                      <a:endParaRPr lang="en-MY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46380" algn="ctr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Most likely time</a:t>
                      </a:r>
                      <a:endParaRPr lang="en-MY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46380" algn="ctr"/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Optimistic Time</a:t>
                      </a:r>
                      <a:endParaRPr lang="en-MY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46380" algn="ctr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Pessimistic Time</a:t>
                      </a:r>
                      <a:endParaRPr lang="en-MY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46380" algn="ctr"/>
                      <a:r>
                        <a:rPr lang="en-MY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Estimated Duration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48180212"/>
                  </a:ext>
                </a:extLst>
              </a:tr>
              <a:tr h="575050">
                <a:tc>
                  <a:txBody>
                    <a:bodyPr/>
                    <a:lstStyle/>
                    <a:p>
                      <a:pPr marR="246380" algn="ctr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MY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46380" algn="ctr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05</a:t>
                      </a:r>
                      <a:endParaRPr lang="en-MY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46380" algn="ctr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03</a:t>
                      </a:r>
                      <a:endParaRPr lang="en-MY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46380" algn="ctr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07</a:t>
                      </a:r>
                      <a:endParaRPr lang="en-MY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46380" algn="ctr"/>
                      <a:r>
                        <a:rPr lang="en-MY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84042565"/>
                  </a:ext>
                </a:extLst>
              </a:tr>
              <a:tr h="575050">
                <a:tc>
                  <a:txBody>
                    <a:bodyPr/>
                    <a:lstStyle/>
                    <a:p>
                      <a:pPr marR="246380" algn="ctr"/>
                      <a:r>
                        <a:rPr lang="en-MY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46380" algn="ctr"/>
                      <a:r>
                        <a:rPr lang="en-MY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46380" algn="ctr"/>
                      <a:r>
                        <a:rPr lang="en-MY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46380" algn="ctr"/>
                      <a:r>
                        <a:rPr lang="en-MY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46380" algn="ctr"/>
                      <a:r>
                        <a:rPr lang="en-MY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3435126"/>
                  </a:ext>
                </a:extLst>
              </a:tr>
              <a:tr h="575050">
                <a:tc>
                  <a:txBody>
                    <a:bodyPr/>
                    <a:lstStyle/>
                    <a:p>
                      <a:pPr marR="246380" algn="ctr"/>
                      <a:r>
                        <a:rPr lang="en-MY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46380" algn="ctr"/>
                      <a:r>
                        <a:rPr lang="en-MY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46380" algn="ctr"/>
                      <a:r>
                        <a:rPr lang="en-MY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46380" algn="ctr"/>
                      <a:r>
                        <a:rPr lang="en-MY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46380" algn="ctr"/>
                      <a:r>
                        <a:rPr lang="en-MY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4450601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1F2CD9C-297F-75E3-0178-C96E2291EF24}"/>
              </a:ext>
            </a:extLst>
          </p:cNvPr>
          <p:cNvSpPr txBox="1"/>
          <p:nvPr/>
        </p:nvSpPr>
        <p:spPr>
          <a:xfrm>
            <a:off x="3491880" y="4797152"/>
            <a:ext cx="21602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u="sng" dirty="0"/>
              <a:t>3 + 4 * 05 +07</a:t>
            </a:r>
          </a:p>
          <a:p>
            <a:pPr algn="ctr"/>
            <a:r>
              <a:rPr lang="en-MY" sz="2400" b="1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6414D9-D352-796F-9E4D-E869E0D53297}"/>
              </a:ext>
            </a:extLst>
          </p:cNvPr>
          <p:cNvSpPr txBox="1"/>
          <p:nvPr/>
        </p:nvSpPr>
        <p:spPr>
          <a:xfrm>
            <a:off x="3491880" y="5826451"/>
            <a:ext cx="21602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u="sng" dirty="0"/>
              <a:t>A---- 5   DAYS</a:t>
            </a:r>
          </a:p>
          <a:p>
            <a:r>
              <a:rPr lang="en-MY" sz="2400" b="1" u="sng" dirty="0"/>
              <a:t>B----?   C----?</a:t>
            </a:r>
            <a:endParaRPr lang="en-MY" sz="2400" b="1" dirty="0"/>
          </a:p>
        </p:txBody>
      </p:sp>
    </p:spTree>
    <p:extLst>
      <p:ext uri="{BB962C8B-B14F-4D97-AF65-F5344CB8AC3E}">
        <p14:creationId xmlns:p14="http://schemas.microsoft.com/office/powerpoint/2010/main" val="25088957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F89E0-57A6-E33F-EADB-B6B11E817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 dirty="0"/>
              <a:t>Program Evaluation and Review Technique-PERT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5DEB1C7-38A6-8C23-D517-ED529A83E27A}"/>
              </a:ext>
            </a:extLst>
          </p:cNvPr>
          <p:cNvGraphicFramePr>
            <a:graphicFrameLocks noGrp="1"/>
          </p:cNvGraphicFramePr>
          <p:nvPr/>
        </p:nvGraphicFramePr>
        <p:xfrm>
          <a:off x="1907704" y="1916832"/>
          <a:ext cx="6126620" cy="24566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66733">
                  <a:extLst>
                    <a:ext uri="{9D8B030D-6E8A-4147-A177-3AD203B41FA5}">
                      <a16:colId xmlns:a16="http://schemas.microsoft.com/office/drawing/2014/main" val="1780131850"/>
                    </a:ext>
                  </a:extLst>
                </a:gridCol>
                <a:gridCol w="1141253">
                  <a:extLst>
                    <a:ext uri="{9D8B030D-6E8A-4147-A177-3AD203B41FA5}">
                      <a16:colId xmlns:a16="http://schemas.microsoft.com/office/drawing/2014/main" val="3850018458"/>
                    </a:ext>
                  </a:extLst>
                </a:gridCol>
                <a:gridCol w="1481395">
                  <a:extLst>
                    <a:ext uri="{9D8B030D-6E8A-4147-A177-3AD203B41FA5}">
                      <a16:colId xmlns:a16="http://schemas.microsoft.com/office/drawing/2014/main" val="1140033468"/>
                    </a:ext>
                  </a:extLst>
                </a:gridCol>
                <a:gridCol w="1537239">
                  <a:extLst>
                    <a:ext uri="{9D8B030D-6E8A-4147-A177-3AD203B41FA5}">
                      <a16:colId xmlns:a16="http://schemas.microsoft.com/office/drawing/2014/main" val="1533250091"/>
                    </a:ext>
                  </a:extLst>
                </a:gridCol>
              </a:tblGrid>
              <a:tr h="567950">
                <a:tc>
                  <a:txBody>
                    <a:bodyPr/>
                    <a:lstStyle/>
                    <a:p>
                      <a:pPr marR="246380" algn="ctr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Activities</a:t>
                      </a:r>
                      <a:endParaRPr lang="en-MY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46380" algn="ctr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Most likely time</a:t>
                      </a:r>
                      <a:endParaRPr lang="en-MY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46380" algn="ctr"/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Optimistic Time</a:t>
                      </a:r>
                      <a:endParaRPr lang="en-MY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46380" algn="ctr"/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Pessimistic Time</a:t>
                      </a:r>
                      <a:endParaRPr lang="en-MY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48180212"/>
                  </a:ext>
                </a:extLst>
              </a:tr>
              <a:tr h="575050">
                <a:tc>
                  <a:txBody>
                    <a:bodyPr/>
                    <a:lstStyle/>
                    <a:p>
                      <a:pPr marR="246380" algn="ctr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MY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46380" algn="ctr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05</a:t>
                      </a:r>
                      <a:endParaRPr lang="en-MY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46380" algn="ctr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03</a:t>
                      </a:r>
                      <a:endParaRPr lang="en-MY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46380" algn="ctr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07</a:t>
                      </a:r>
                      <a:endParaRPr lang="en-MY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84042565"/>
                  </a:ext>
                </a:extLst>
              </a:tr>
              <a:tr h="575050">
                <a:tc>
                  <a:txBody>
                    <a:bodyPr/>
                    <a:lstStyle/>
                    <a:p>
                      <a:pPr marR="246380" algn="ctr"/>
                      <a:r>
                        <a:rPr lang="en-MY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46380" algn="ctr"/>
                      <a:r>
                        <a:rPr lang="en-MY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46380" algn="ctr"/>
                      <a:r>
                        <a:rPr lang="en-MY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46380" algn="ctr"/>
                      <a:r>
                        <a:rPr lang="en-MY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3435126"/>
                  </a:ext>
                </a:extLst>
              </a:tr>
              <a:tr h="575050">
                <a:tc>
                  <a:txBody>
                    <a:bodyPr/>
                    <a:lstStyle/>
                    <a:p>
                      <a:pPr marR="246380" algn="ctr"/>
                      <a:r>
                        <a:rPr lang="en-MY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46380" algn="ctr"/>
                      <a:r>
                        <a:rPr lang="en-MY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46380" algn="ctr"/>
                      <a:r>
                        <a:rPr lang="en-MY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46380" algn="ctr"/>
                      <a:r>
                        <a:rPr lang="en-MY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4450601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1F2CD9C-297F-75E3-0178-C96E2291EF24}"/>
              </a:ext>
            </a:extLst>
          </p:cNvPr>
          <p:cNvSpPr txBox="1"/>
          <p:nvPr/>
        </p:nvSpPr>
        <p:spPr>
          <a:xfrm>
            <a:off x="3491880" y="4797152"/>
            <a:ext cx="21602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u="sng" dirty="0"/>
              <a:t>3 + 4 * 05 +07</a:t>
            </a:r>
          </a:p>
          <a:p>
            <a:pPr algn="ctr"/>
            <a:r>
              <a:rPr lang="en-MY" sz="2400" b="1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6414D9-D352-796F-9E4D-E869E0D53297}"/>
              </a:ext>
            </a:extLst>
          </p:cNvPr>
          <p:cNvSpPr txBox="1"/>
          <p:nvPr/>
        </p:nvSpPr>
        <p:spPr>
          <a:xfrm>
            <a:off x="1907704" y="5628149"/>
            <a:ext cx="59046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u="sng" dirty="0"/>
              <a:t>A---- 5   B------11 DAYS  APPROX</a:t>
            </a:r>
          </a:p>
          <a:p>
            <a:r>
              <a:rPr lang="en-MY" sz="2400" b="1" u="sng" dirty="0"/>
              <a:t>C----?  4 DAYA</a:t>
            </a:r>
            <a:endParaRPr lang="en-MY" sz="2400" b="1" dirty="0"/>
          </a:p>
        </p:txBody>
      </p:sp>
    </p:spTree>
    <p:extLst>
      <p:ext uri="{BB962C8B-B14F-4D97-AF65-F5344CB8AC3E}">
        <p14:creationId xmlns:p14="http://schemas.microsoft.com/office/powerpoint/2010/main" val="18119119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2979</TotalTime>
  <Words>675</Words>
  <Application>Microsoft Office PowerPoint</Application>
  <PresentationFormat>On-screen Show (4:3)</PresentationFormat>
  <Paragraphs>134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Calibri</vt:lpstr>
      <vt:lpstr>Gill Sans MT</vt:lpstr>
      <vt:lpstr>Goudy Stout</vt:lpstr>
      <vt:lpstr>Times</vt:lpstr>
      <vt:lpstr>Times New Roman</vt:lpstr>
      <vt:lpstr>Verdana</vt:lpstr>
      <vt:lpstr>Wingdings 2</vt:lpstr>
      <vt:lpstr>Solstice</vt:lpstr>
      <vt:lpstr>PowerPoint Presentation</vt:lpstr>
      <vt:lpstr>Project Schedule Management-Network Diagrams</vt:lpstr>
      <vt:lpstr>Network Diagrams</vt:lpstr>
      <vt:lpstr>Elements of Network Diagrams</vt:lpstr>
      <vt:lpstr>AOA/ADM</vt:lpstr>
      <vt:lpstr>AOA/ADM</vt:lpstr>
      <vt:lpstr>Project Schedule Management-Network Diagrams-AOA</vt:lpstr>
      <vt:lpstr>Steps to create an AOA network diagram</vt:lpstr>
      <vt:lpstr>Steps to create an AOA network diagram</vt:lpstr>
      <vt:lpstr>Steps to create an AOA network diagram</vt:lpstr>
      <vt:lpstr>Steps to create an AOA network diagram</vt:lpstr>
      <vt:lpstr>AOA</vt:lpstr>
      <vt:lpstr>AOA-Example</vt:lpstr>
      <vt:lpstr>Class Activity</vt:lpstr>
      <vt:lpstr>AOA-Dependency Rule</vt:lpstr>
      <vt:lpstr>Consequences of Dependency Rules</vt:lpstr>
      <vt:lpstr>PowerPoint Presentation</vt:lpstr>
      <vt:lpstr>Program Evaluation and Review Technique-PERT</vt:lpstr>
      <vt:lpstr>Program Evaluation and Review Technique-PERT</vt:lpstr>
      <vt:lpstr>Program Evaluation and Review Technique-PERT</vt:lpstr>
      <vt:lpstr>Program Evaluation and Review Technique-PERT</vt:lpstr>
      <vt:lpstr>Program Evaluation and Review Technique-PERT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MN</dc:creator>
  <cp:lastModifiedBy>Sumaira Nazir</cp:lastModifiedBy>
  <cp:revision>234</cp:revision>
  <cp:lastPrinted>2014-09-07T17:36:35Z</cp:lastPrinted>
  <dcterms:created xsi:type="dcterms:W3CDTF">2006-12-08T11:09:38Z</dcterms:created>
  <dcterms:modified xsi:type="dcterms:W3CDTF">2025-05-14T11:10:44Z</dcterms:modified>
</cp:coreProperties>
</file>