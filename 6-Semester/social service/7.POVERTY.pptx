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66" r:id="rId2"/>
    <p:sldId id="257" r:id="rId3"/>
    <p:sldId id="258" r:id="rId4"/>
    <p:sldId id="259" r:id="rId5"/>
    <p:sldId id="267"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6840" autoAdjust="0"/>
  </p:normalViewPr>
  <p:slideViewPr>
    <p:cSldViewPr snapToGrid="0">
      <p:cViewPr varScale="1">
        <p:scale>
          <a:sx n="57" d="100"/>
          <a:sy n="57" d="100"/>
        </p:scale>
        <p:origin x="121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43830E-48AB-4253-B201-AADFAA252DF7}" type="doc">
      <dgm:prSet loTypeId="urn:microsoft.com/office/officeart/2005/8/layout/hierarchy1" loCatId="hierarchy" qsTypeId="urn:microsoft.com/office/officeart/2005/8/quickstyle/simple1" qsCatId="simple" csTypeId="urn:microsoft.com/office/officeart/2005/8/colors/accent2_2" csCatId="accent2"/>
      <dgm:spPr/>
      <dgm:t>
        <a:bodyPr/>
        <a:lstStyle/>
        <a:p>
          <a:endParaRPr lang="en-US"/>
        </a:p>
      </dgm:t>
    </dgm:pt>
    <dgm:pt modelId="{120CBBAA-AA2B-4B1C-A743-37BD19173356}">
      <dgm:prSet/>
      <dgm:spPr/>
      <dgm:t>
        <a:bodyPr/>
        <a:lstStyle/>
        <a:p>
          <a:r>
            <a:rPr lang="en-US"/>
            <a:t>1 Absolute and/or relative poverty? </a:t>
          </a:r>
        </a:p>
      </dgm:t>
    </dgm:pt>
    <dgm:pt modelId="{9A3323DC-64AA-4F4E-B1E7-F7E112FD9CB0}" type="parTrans" cxnId="{FBD0F76C-104E-4673-BBD6-B6F0770B02AB}">
      <dgm:prSet/>
      <dgm:spPr/>
      <dgm:t>
        <a:bodyPr/>
        <a:lstStyle/>
        <a:p>
          <a:endParaRPr lang="en-US"/>
        </a:p>
      </dgm:t>
    </dgm:pt>
    <dgm:pt modelId="{FA8AFEDC-C5C3-4010-978A-65477DF4513E}" type="sibTrans" cxnId="{FBD0F76C-104E-4673-BBD6-B6F0770B02AB}">
      <dgm:prSet/>
      <dgm:spPr/>
      <dgm:t>
        <a:bodyPr/>
        <a:lstStyle/>
        <a:p>
          <a:endParaRPr lang="en-US"/>
        </a:p>
      </dgm:t>
    </dgm:pt>
    <dgm:pt modelId="{DCE3B7E6-B58B-4AF9-8BD9-C82CF27307AE}">
      <dgm:prSet/>
      <dgm:spPr/>
      <dgm:t>
        <a:bodyPr/>
        <a:lstStyle/>
        <a:p>
          <a:r>
            <a:rPr lang="en-US"/>
            <a:t>2 Income and/or opportunities? </a:t>
          </a:r>
        </a:p>
      </dgm:t>
    </dgm:pt>
    <dgm:pt modelId="{9A5CAA95-7854-4192-B803-1F7306354F5C}" type="parTrans" cxnId="{37B712BF-3B49-443E-83BE-EE2D11F6AF09}">
      <dgm:prSet/>
      <dgm:spPr/>
      <dgm:t>
        <a:bodyPr/>
        <a:lstStyle/>
        <a:p>
          <a:endParaRPr lang="en-US"/>
        </a:p>
      </dgm:t>
    </dgm:pt>
    <dgm:pt modelId="{3ED26F17-DAD1-44AB-982F-3A6A8504C1F2}" type="sibTrans" cxnId="{37B712BF-3B49-443E-83BE-EE2D11F6AF09}">
      <dgm:prSet/>
      <dgm:spPr/>
      <dgm:t>
        <a:bodyPr/>
        <a:lstStyle/>
        <a:p>
          <a:endParaRPr lang="en-US"/>
        </a:p>
      </dgm:t>
    </dgm:pt>
    <dgm:pt modelId="{4E61D109-3842-4423-AA61-D227D2E90298}">
      <dgm:prSet/>
      <dgm:spPr/>
      <dgm:t>
        <a:bodyPr/>
        <a:lstStyle/>
        <a:p>
          <a:r>
            <a:rPr lang="en-US"/>
            <a:t>3 Individual and/or social causes? </a:t>
          </a:r>
        </a:p>
      </dgm:t>
    </dgm:pt>
    <dgm:pt modelId="{282E3FB1-48A2-4172-A3A3-4407497D7C20}" type="parTrans" cxnId="{C098D65F-2D1B-4161-85C2-816247185226}">
      <dgm:prSet/>
      <dgm:spPr/>
      <dgm:t>
        <a:bodyPr/>
        <a:lstStyle/>
        <a:p>
          <a:endParaRPr lang="en-US"/>
        </a:p>
      </dgm:t>
    </dgm:pt>
    <dgm:pt modelId="{D223F768-2D0E-4CCB-8AB5-176D3E41CDB0}" type="sibTrans" cxnId="{C098D65F-2D1B-4161-85C2-816247185226}">
      <dgm:prSet/>
      <dgm:spPr/>
      <dgm:t>
        <a:bodyPr/>
        <a:lstStyle/>
        <a:p>
          <a:endParaRPr lang="en-US"/>
        </a:p>
      </dgm:t>
    </dgm:pt>
    <dgm:pt modelId="{39C43203-A0F6-451B-94A1-E716BD15441C}">
      <dgm:prSet/>
      <dgm:spPr/>
      <dgm:t>
        <a:bodyPr/>
        <a:lstStyle/>
        <a:p>
          <a:r>
            <a:rPr lang="en-US"/>
            <a:t>4 Material and/or social consequences? </a:t>
          </a:r>
        </a:p>
      </dgm:t>
    </dgm:pt>
    <dgm:pt modelId="{49BEC927-64C0-4D12-8828-F636B17C9DAE}" type="parTrans" cxnId="{2E8C41FC-EBB1-4514-86FD-D7F9D51C82EE}">
      <dgm:prSet/>
      <dgm:spPr/>
      <dgm:t>
        <a:bodyPr/>
        <a:lstStyle/>
        <a:p>
          <a:endParaRPr lang="en-US"/>
        </a:p>
      </dgm:t>
    </dgm:pt>
    <dgm:pt modelId="{24EC445A-8505-4094-982A-A18997211A01}" type="sibTrans" cxnId="{2E8C41FC-EBB1-4514-86FD-D7F9D51C82EE}">
      <dgm:prSet/>
      <dgm:spPr/>
      <dgm:t>
        <a:bodyPr/>
        <a:lstStyle/>
        <a:p>
          <a:endParaRPr lang="en-US"/>
        </a:p>
      </dgm:t>
    </dgm:pt>
    <dgm:pt modelId="{2FDF816A-9797-4B8E-9539-DC24CC0EA057}" type="pres">
      <dgm:prSet presAssocID="{F143830E-48AB-4253-B201-AADFAA252DF7}" presName="hierChild1" presStyleCnt="0">
        <dgm:presLayoutVars>
          <dgm:chPref val="1"/>
          <dgm:dir/>
          <dgm:animOne val="branch"/>
          <dgm:animLvl val="lvl"/>
          <dgm:resizeHandles/>
        </dgm:presLayoutVars>
      </dgm:prSet>
      <dgm:spPr/>
      <dgm:t>
        <a:bodyPr/>
        <a:lstStyle/>
        <a:p>
          <a:endParaRPr lang="en-GB"/>
        </a:p>
      </dgm:t>
    </dgm:pt>
    <dgm:pt modelId="{3F0A6A45-6F11-43DC-A7AF-8D0941485191}" type="pres">
      <dgm:prSet presAssocID="{120CBBAA-AA2B-4B1C-A743-37BD19173356}" presName="hierRoot1" presStyleCnt="0"/>
      <dgm:spPr/>
    </dgm:pt>
    <dgm:pt modelId="{310E9713-2E21-4502-AE15-D352D0B1B141}" type="pres">
      <dgm:prSet presAssocID="{120CBBAA-AA2B-4B1C-A743-37BD19173356}" presName="composite" presStyleCnt="0"/>
      <dgm:spPr/>
    </dgm:pt>
    <dgm:pt modelId="{D07B0820-E815-4228-8C74-22C1BBA9EB00}" type="pres">
      <dgm:prSet presAssocID="{120CBBAA-AA2B-4B1C-A743-37BD19173356}" presName="background" presStyleLbl="node0" presStyleIdx="0" presStyleCnt="4"/>
      <dgm:spPr/>
    </dgm:pt>
    <dgm:pt modelId="{10C2E9DB-C42F-462C-9155-CF48091BFFEA}" type="pres">
      <dgm:prSet presAssocID="{120CBBAA-AA2B-4B1C-A743-37BD19173356}" presName="text" presStyleLbl="fgAcc0" presStyleIdx="0" presStyleCnt="4">
        <dgm:presLayoutVars>
          <dgm:chPref val="3"/>
        </dgm:presLayoutVars>
      </dgm:prSet>
      <dgm:spPr/>
      <dgm:t>
        <a:bodyPr/>
        <a:lstStyle/>
        <a:p>
          <a:endParaRPr lang="en-GB"/>
        </a:p>
      </dgm:t>
    </dgm:pt>
    <dgm:pt modelId="{809232D9-11BB-49B8-9A65-F360CAE14028}" type="pres">
      <dgm:prSet presAssocID="{120CBBAA-AA2B-4B1C-A743-37BD19173356}" presName="hierChild2" presStyleCnt="0"/>
      <dgm:spPr/>
    </dgm:pt>
    <dgm:pt modelId="{DA0BD88E-9D5D-4434-9F96-D0E842E110FE}" type="pres">
      <dgm:prSet presAssocID="{DCE3B7E6-B58B-4AF9-8BD9-C82CF27307AE}" presName="hierRoot1" presStyleCnt="0"/>
      <dgm:spPr/>
    </dgm:pt>
    <dgm:pt modelId="{E80D475B-ACCF-4CBA-ADAA-E8318AFDFC84}" type="pres">
      <dgm:prSet presAssocID="{DCE3B7E6-B58B-4AF9-8BD9-C82CF27307AE}" presName="composite" presStyleCnt="0"/>
      <dgm:spPr/>
    </dgm:pt>
    <dgm:pt modelId="{1A6CF84A-77BF-4E90-B60B-8637DFA1B3DB}" type="pres">
      <dgm:prSet presAssocID="{DCE3B7E6-B58B-4AF9-8BD9-C82CF27307AE}" presName="background" presStyleLbl="node0" presStyleIdx="1" presStyleCnt="4"/>
      <dgm:spPr/>
    </dgm:pt>
    <dgm:pt modelId="{A0661C7B-0A19-4B92-9E54-3A3B6E747BE9}" type="pres">
      <dgm:prSet presAssocID="{DCE3B7E6-B58B-4AF9-8BD9-C82CF27307AE}" presName="text" presStyleLbl="fgAcc0" presStyleIdx="1" presStyleCnt="4">
        <dgm:presLayoutVars>
          <dgm:chPref val="3"/>
        </dgm:presLayoutVars>
      </dgm:prSet>
      <dgm:spPr/>
      <dgm:t>
        <a:bodyPr/>
        <a:lstStyle/>
        <a:p>
          <a:endParaRPr lang="en-GB"/>
        </a:p>
      </dgm:t>
    </dgm:pt>
    <dgm:pt modelId="{F287AF22-09D2-4432-A4A0-927BC5B63FF2}" type="pres">
      <dgm:prSet presAssocID="{DCE3B7E6-B58B-4AF9-8BD9-C82CF27307AE}" presName="hierChild2" presStyleCnt="0"/>
      <dgm:spPr/>
    </dgm:pt>
    <dgm:pt modelId="{EE95E307-43F5-4127-B1B1-5C9ABB26A389}" type="pres">
      <dgm:prSet presAssocID="{4E61D109-3842-4423-AA61-D227D2E90298}" presName="hierRoot1" presStyleCnt="0"/>
      <dgm:spPr/>
    </dgm:pt>
    <dgm:pt modelId="{63E64BBD-3D11-4E63-9D7C-C794DDD8CFAF}" type="pres">
      <dgm:prSet presAssocID="{4E61D109-3842-4423-AA61-D227D2E90298}" presName="composite" presStyleCnt="0"/>
      <dgm:spPr/>
    </dgm:pt>
    <dgm:pt modelId="{7664931E-689B-44AA-AD99-7C6A213EF803}" type="pres">
      <dgm:prSet presAssocID="{4E61D109-3842-4423-AA61-D227D2E90298}" presName="background" presStyleLbl="node0" presStyleIdx="2" presStyleCnt="4"/>
      <dgm:spPr/>
    </dgm:pt>
    <dgm:pt modelId="{2185106A-93C8-4461-8D64-2006F885144B}" type="pres">
      <dgm:prSet presAssocID="{4E61D109-3842-4423-AA61-D227D2E90298}" presName="text" presStyleLbl="fgAcc0" presStyleIdx="2" presStyleCnt="4">
        <dgm:presLayoutVars>
          <dgm:chPref val="3"/>
        </dgm:presLayoutVars>
      </dgm:prSet>
      <dgm:spPr/>
      <dgm:t>
        <a:bodyPr/>
        <a:lstStyle/>
        <a:p>
          <a:endParaRPr lang="en-GB"/>
        </a:p>
      </dgm:t>
    </dgm:pt>
    <dgm:pt modelId="{CCEFB9E5-9409-4854-9E42-E21F9C192067}" type="pres">
      <dgm:prSet presAssocID="{4E61D109-3842-4423-AA61-D227D2E90298}" presName="hierChild2" presStyleCnt="0"/>
      <dgm:spPr/>
    </dgm:pt>
    <dgm:pt modelId="{22E84C37-3316-46C0-A6B5-0E3CA9678C78}" type="pres">
      <dgm:prSet presAssocID="{39C43203-A0F6-451B-94A1-E716BD15441C}" presName="hierRoot1" presStyleCnt="0"/>
      <dgm:spPr/>
    </dgm:pt>
    <dgm:pt modelId="{A39BEDB0-2299-4804-B333-1710DC241D4A}" type="pres">
      <dgm:prSet presAssocID="{39C43203-A0F6-451B-94A1-E716BD15441C}" presName="composite" presStyleCnt="0"/>
      <dgm:spPr/>
    </dgm:pt>
    <dgm:pt modelId="{F05F21C3-DB86-4BBE-9ECD-37B3D5854F65}" type="pres">
      <dgm:prSet presAssocID="{39C43203-A0F6-451B-94A1-E716BD15441C}" presName="background" presStyleLbl="node0" presStyleIdx="3" presStyleCnt="4"/>
      <dgm:spPr/>
    </dgm:pt>
    <dgm:pt modelId="{9727CDB6-4CEA-490B-960C-9280138447E9}" type="pres">
      <dgm:prSet presAssocID="{39C43203-A0F6-451B-94A1-E716BD15441C}" presName="text" presStyleLbl="fgAcc0" presStyleIdx="3" presStyleCnt="4">
        <dgm:presLayoutVars>
          <dgm:chPref val="3"/>
        </dgm:presLayoutVars>
      </dgm:prSet>
      <dgm:spPr/>
      <dgm:t>
        <a:bodyPr/>
        <a:lstStyle/>
        <a:p>
          <a:endParaRPr lang="en-GB"/>
        </a:p>
      </dgm:t>
    </dgm:pt>
    <dgm:pt modelId="{E42823FF-A08E-4146-BCE1-99678006A565}" type="pres">
      <dgm:prSet presAssocID="{39C43203-A0F6-451B-94A1-E716BD15441C}" presName="hierChild2" presStyleCnt="0"/>
      <dgm:spPr/>
    </dgm:pt>
  </dgm:ptLst>
  <dgm:cxnLst>
    <dgm:cxn modelId="{A60005DF-C3F5-4E8F-AE8E-4460F4039498}" type="presOf" srcId="{120CBBAA-AA2B-4B1C-A743-37BD19173356}" destId="{10C2E9DB-C42F-462C-9155-CF48091BFFEA}" srcOrd="0" destOrd="0" presId="urn:microsoft.com/office/officeart/2005/8/layout/hierarchy1"/>
    <dgm:cxn modelId="{2E8C41FC-EBB1-4514-86FD-D7F9D51C82EE}" srcId="{F143830E-48AB-4253-B201-AADFAA252DF7}" destId="{39C43203-A0F6-451B-94A1-E716BD15441C}" srcOrd="3" destOrd="0" parTransId="{49BEC927-64C0-4D12-8828-F636B17C9DAE}" sibTransId="{24EC445A-8505-4094-982A-A18997211A01}"/>
    <dgm:cxn modelId="{37B712BF-3B49-443E-83BE-EE2D11F6AF09}" srcId="{F143830E-48AB-4253-B201-AADFAA252DF7}" destId="{DCE3B7E6-B58B-4AF9-8BD9-C82CF27307AE}" srcOrd="1" destOrd="0" parTransId="{9A5CAA95-7854-4192-B803-1F7306354F5C}" sibTransId="{3ED26F17-DAD1-44AB-982F-3A6A8504C1F2}"/>
    <dgm:cxn modelId="{A474535D-5E7C-41D0-B4E4-AF1FEBD9A027}" type="presOf" srcId="{DCE3B7E6-B58B-4AF9-8BD9-C82CF27307AE}" destId="{A0661C7B-0A19-4B92-9E54-3A3B6E747BE9}" srcOrd="0" destOrd="0" presId="urn:microsoft.com/office/officeart/2005/8/layout/hierarchy1"/>
    <dgm:cxn modelId="{67807CC6-FB62-43D1-B6A1-6710D6015821}" type="presOf" srcId="{4E61D109-3842-4423-AA61-D227D2E90298}" destId="{2185106A-93C8-4461-8D64-2006F885144B}" srcOrd="0" destOrd="0" presId="urn:microsoft.com/office/officeart/2005/8/layout/hierarchy1"/>
    <dgm:cxn modelId="{FBD0F76C-104E-4673-BBD6-B6F0770B02AB}" srcId="{F143830E-48AB-4253-B201-AADFAA252DF7}" destId="{120CBBAA-AA2B-4B1C-A743-37BD19173356}" srcOrd="0" destOrd="0" parTransId="{9A3323DC-64AA-4F4E-B1E7-F7E112FD9CB0}" sibTransId="{FA8AFEDC-C5C3-4010-978A-65477DF4513E}"/>
    <dgm:cxn modelId="{C098D65F-2D1B-4161-85C2-816247185226}" srcId="{F143830E-48AB-4253-B201-AADFAA252DF7}" destId="{4E61D109-3842-4423-AA61-D227D2E90298}" srcOrd="2" destOrd="0" parTransId="{282E3FB1-48A2-4172-A3A3-4407497D7C20}" sibTransId="{D223F768-2D0E-4CCB-8AB5-176D3E41CDB0}"/>
    <dgm:cxn modelId="{6DCEF6BC-BFD7-4937-849B-95F086D52DFA}" type="presOf" srcId="{F143830E-48AB-4253-B201-AADFAA252DF7}" destId="{2FDF816A-9797-4B8E-9539-DC24CC0EA057}" srcOrd="0" destOrd="0" presId="urn:microsoft.com/office/officeart/2005/8/layout/hierarchy1"/>
    <dgm:cxn modelId="{DC3DCDF8-5F0E-4F54-995C-21F4EBC24A3A}" type="presOf" srcId="{39C43203-A0F6-451B-94A1-E716BD15441C}" destId="{9727CDB6-4CEA-490B-960C-9280138447E9}" srcOrd="0" destOrd="0" presId="urn:microsoft.com/office/officeart/2005/8/layout/hierarchy1"/>
    <dgm:cxn modelId="{48E4CEA1-B33B-4F6D-8E95-7B076425A1F6}" type="presParOf" srcId="{2FDF816A-9797-4B8E-9539-DC24CC0EA057}" destId="{3F0A6A45-6F11-43DC-A7AF-8D0941485191}" srcOrd="0" destOrd="0" presId="urn:microsoft.com/office/officeart/2005/8/layout/hierarchy1"/>
    <dgm:cxn modelId="{531891BE-AEA6-4F4E-B21A-02B493BD1701}" type="presParOf" srcId="{3F0A6A45-6F11-43DC-A7AF-8D0941485191}" destId="{310E9713-2E21-4502-AE15-D352D0B1B141}" srcOrd="0" destOrd="0" presId="urn:microsoft.com/office/officeart/2005/8/layout/hierarchy1"/>
    <dgm:cxn modelId="{E0434F71-AD99-4359-830C-81246EBDD0A8}" type="presParOf" srcId="{310E9713-2E21-4502-AE15-D352D0B1B141}" destId="{D07B0820-E815-4228-8C74-22C1BBA9EB00}" srcOrd="0" destOrd="0" presId="urn:microsoft.com/office/officeart/2005/8/layout/hierarchy1"/>
    <dgm:cxn modelId="{39B1DF37-31FB-4B76-BD58-DA1DCC47C2C6}" type="presParOf" srcId="{310E9713-2E21-4502-AE15-D352D0B1B141}" destId="{10C2E9DB-C42F-462C-9155-CF48091BFFEA}" srcOrd="1" destOrd="0" presId="urn:microsoft.com/office/officeart/2005/8/layout/hierarchy1"/>
    <dgm:cxn modelId="{C07C6589-4A5E-44A3-ADF3-3F223B4C3DC9}" type="presParOf" srcId="{3F0A6A45-6F11-43DC-A7AF-8D0941485191}" destId="{809232D9-11BB-49B8-9A65-F360CAE14028}" srcOrd="1" destOrd="0" presId="urn:microsoft.com/office/officeart/2005/8/layout/hierarchy1"/>
    <dgm:cxn modelId="{99175D2F-4D7B-4A36-8652-E351B3551434}" type="presParOf" srcId="{2FDF816A-9797-4B8E-9539-DC24CC0EA057}" destId="{DA0BD88E-9D5D-4434-9F96-D0E842E110FE}" srcOrd="1" destOrd="0" presId="urn:microsoft.com/office/officeart/2005/8/layout/hierarchy1"/>
    <dgm:cxn modelId="{FB2E86EE-B38E-48AE-AB95-2708267B4723}" type="presParOf" srcId="{DA0BD88E-9D5D-4434-9F96-D0E842E110FE}" destId="{E80D475B-ACCF-4CBA-ADAA-E8318AFDFC84}" srcOrd="0" destOrd="0" presId="urn:microsoft.com/office/officeart/2005/8/layout/hierarchy1"/>
    <dgm:cxn modelId="{59A85EBC-3EBB-438F-9C54-C29DDFE9A29C}" type="presParOf" srcId="{E80D475B-ACCF-4CBA-ADAA-E8318AFDFC84}" destId="{1A6CF84A-77BF-4E90-B60B-8637DFA1B3DB}" srcOrd="0" destOrd="0" presId="urn:microsoft.com/office/officeart/2005/8/layout/hierarchy1"/>
    <dgm:cxn modelId="{AE155E24-EE77-42AB-B40E-03CCD43094D8}" type="presParOf" srcId="{E80D475B-ACCF-4CBA-ADAA-E8318AFDFC84}" destId="{A0661C7B-0A19-4B92-9E54-3A3B6E747BE9}" srcOrd="1" destOrd="0" presId="urn:microsoft.com/office/officeart/2005/8/layout/hierarchy1"/>
    <dgm:cxn modelId="{2F6E4D38-8FBB-4959-AD42-7817F4F5071D}" type="presParOf" srcId="{DA0BD88E-9D5D-4434-9F96-D0E842E110FE}" destId="{F287AF22-09D2-4432-A4A0-927BC5B63FF2}" srcOrd="1" destOrd="0" presId="urn:microsoft.com/office/officeart/2005/8/layout/hierarchy1"/>
    <dgm:cxn modelId="{7D96E70D-DA2D-4F94-99C3-5E7243DC068F}" type="presParOf" srcId="{2FDF816A-9797-4B8E-9539-DC24CC0EA057}" destId="{EE95E307-43F5-4127-B1B1-5C9ABB26A389}" srcOrd="2" destOrd="0" presId="urn:microsoft.com/office/officeart/2005/8/layout/hierarchy1"/>
    <dgm:cxn modelId="{98EFAC19-B2E3-431E-92F9-D8B03A249A0E}" type="presParOf" srcId="{EE95E307-43F5-4127-B1B1-5C9ABB26A389}" destId="{63E64BBD-3D11-4E63-9D7C-C794DDD8CFAF}" srcOrd="0" destOrd="0" presId="urn:microsoft.com/office/officeart/2005/8/layout/hierarchy1"/>
    <dgm:cxn modelId="{FF04998D-F120-442A-84FB-E9921BC12842}" type="presParOf" srcId="{63E64BBD-3D11-4E63-9D7C-C794DDD8CFAF}" destId="{7664931E-689B-44AA-AD99-7C6A213EF803}" srcOrd="0" destOrd="0" presId="urn:microsoft.com/office/officeart/2005/8/layout/hierarchy1"/>
    <dgm:cxn modelId="{3945FE9C-67B2-4D77-BB86-BC5C1CE95263}" type="presParOf" srcId="{63E64BBD-3D11-4E63-9D7C-C794DDD8CFAF}" destId="{2185106A-93C8-4461-8D64-2006F885144B}" srcOrd="1" destOrd="0" presId="urn:microsoft.com/office/officeart/2005/8/layout/hierarchy1"/>
    <dgm:cxn modelId="{1C380497-AD4D-4130-9D34-99EE5FD42E47}" type="presParOf" srcId="{EE95E307-43F5-4127-B1B1-5C9ABB26A389}" destId="{CCEFB9E5-9409-4854-9E42-E21F9C192067}" srcOrd="1" destOrd="0" presId="urn:microsoft.com/office/officeart/2005/8/layout/hierarchy1"/>
    <dgm:cxn modelId="{04FBEC53-92C3-4359-82A5-0A2D5DBD51A7}" type="presParOf" srcId="{2FDF816A-9797-4B8E-9539-DC24CC0EA057}" destId="{22E84C37-3316-46C0-A6B5-0E3CA9678C78}" srcOrd="3" destOrd="0" presId="urn:microsoft.com/office/officeart/2005/8/layout/hierarchy1"/>
    <dgm:cxn modelId="{D68AFFC5-780F-4367-BD42-05B9EF8D362B}" type="presParOf" srcId="{22E84C37-3316-46C0-A6B5-0E3CA9678C78}" destId="{A39BEDB0-2299-4804-B333-1710DC241D4A}" srcOrd="0" destOrd="0" presId="urn:microsoft.com/office/officeart/2005/8/layout/hierarchy1"/>
    <dgm:cxn modelId="{58630ABC-D5F5-4446-A901-0B18370D5EA5}" type="presParOf" srcId="{A39BEDB0-2299-4804-B333-1710DC241D4A}" destId="{F05F21C3-DB86-4BBE-9ECD-37B3D5854F65}" srcOrd="0" destOrd="0" presId="urn:microsoft.com/office/officeart/2005/8/layout/hierarchy1"/>
    <dgm:cxn modelId="{86938B22-607B-4B9D-94C3-E9ADAA59BD3E}" type="presParOf" srcId="{A39BEDB0-2299-4804-B333-1710DC241D4A}" destId="{9727CDB6-4CEA-490B-960C-9280138447E9}" srcOrd="1" destOrd="0" presId="urn:microsoft.com/office/officeart/2005/8/layout/hierarchy1"/>
    <dgm:cxn modelId="{F770D98B-E512-4FE8-89AD-ABB5E3C73247}" type="presParOf" srcId="{22E84C37-3316-46C0-A6B5-0E3CA9678C78}" destId="{E42823FF-A08E-4146-BCE1-99678006A56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3086FEC-4D94-4836-8050-079FE8E1FC56}"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CC3B6468-FEEE-40C9-91EA-466C7A1EEA01}">
      <dgm:prSet/>
      <dgm:spPr/>
      <dgm:t>
        <a:bodyPr/>
        <a:lstStyle/>
        <a:p>
          <a:r>
            <a:rPr lang="en-US"/>
            <a:t>Support</a:t>
          </a:r>
        </a:p>
      </dgm:t>
    </dgm:pt>
    <dgm:pt modelId="{8E870E09-EDD9-4BBC-B6D2-A0041E8AE83A}" type="parTrans" cxnId="{17B149E9-FEF6-4E83-96BF-F5E48DF98CD1}">
      <dgm:prSet/>
      <dgm:spPr/>
      <dgm:t>
        <a:bodyPr/>
        <a:lstStyle/>
        <a:p>
          <a:endParaRPr lang="en-US"/>
        </a:p>
      </dgm:t>
    </dgm:pt>
    <dgm:pt modelId="{9647157C-02E9-4ADF-9AE7-811D488A9DD4}" type="sibTrans" cxnId="{17B149E9-FEF6-4E83-96BF-F5E48DF98CD1}">
      <dgm:prSet/>
      <dgm:spPr/>
      <dgm:t>
        <a:bodyPr/>
        <a:lstStyle/>
        <a:p>
          <a:endParaRPr lang="en-US"/>
        </a:p>
      </dgm:t>
    </dgm:pt>
    <dgm:pt modelId="{B53D4F01-D3E8-45F8-A260-43CEA946826D}">
      <dgm:prSet/>
      <dgm:spPr/>
      <dgm:t>
        <a:bodyPr/>
        <a:lstStyle/>
        <a:p>
          <a:r>
            <a:rPr lang="en-US"/>
            <a:t>Opportunity</a:t>
          </a:r>
        </a:p>
      </dgm:t>
    </dgm:pt>
    <dgm:pt modelId="{188F1148-B18C-4661-B187-8159CA577AC7}" type="parTrans" cxnId="{58927099-1D15-450A-987D-83542CD6B9CD}">
      <dgm:prSet/>
      <dgm:spPr/>
      <dgm:t>
        <a:bodyPr/>
        <a:lstStyle/>
        <a:p>
          <a:endParaRPr lang="en-US"/>
        </a:p>
      </dgm:t>
    </dgm:pt>
    <dgm:pt modelId="{9827CAF0-547A-47E7-82AD-0FE311CAAA1D}" type="sibTrans" cxnId="{58927099-1D15-450A-987D-83542CD6B9CD}">
      <dgm:prSet/>
      <dgm:spPr/>
      <dgm:t>
        <a:bodyPr/>
        <a:lstStyle/>
        <a:p>
          <a:endParaRPr lang="en-US"/>
        </a:p>
      </dgm:t>
    </dgm:pt>
    <dgm:pt modelId="{1694C01F-7EB9-4DE7-964B-B32C6D1DDC78}">
      <dgm:prSet/>
      <dgm:spPr/>
      <dgm:t>
        <a:bodyPr/>
        <a:lstStyle/>
        <a:p>
          <a:r>
            <a:rPr lang="en-US"/>
            <a:t>Behavior</a:t>
          </a:r>
        </a:p>
      </dgm:t>
    </dgm:pt>
    <dgm:pt modelId="{E6222020-F658-43EA-9430-7AE0E0D43FDB}" type="parTrans" cxnId="{596CE542-C9B8-44DA-8061-E03A4B7E5944}">
      <dgm:prSet/>
      <dgm:spPr/>
      <dgm:t>
        <a:bodyPr/>
        <a:lstStyle/>
        <a:p>
          <a:endParaRPr lang="en-US"/>
        </a:p>
      </dgm:t>
    </dgm:pt>
    <dgm:pt modelId="{9722326F-1570-4AD4-B4EE-78F09D8D0835}" type="sibTrans" cxnId="{596CE542-C9B8-44DA-8061-E03A4B7E5944}">
      <dgm:prSet/>
      <dgm:spPr/>
      <dgm:t>
        <a:bodyPr/>
        <a:lstStyle/>
        <a:p>
          <a:endParaRPr lang="en-US"/>
        </a:p>
      </dgm:t>
    </dgm:pt>
    <dgm:pt modelId="{8A7CD5F2-9877-454E-BB09-2685FD884406}" type="pres">
      <dgm:prSet presAssocID="{93086FEC-4D94-4836-8050-079FE8E1FC56}" presName="linear" presStyleCnt="0">
        <dgm:presLayoutVars>
          <dgm:dir/>
          <dgm:animLvl val="lvl"/>
          <dgm:resizeHandles val="exact"/>
        </dgm:presLayoutVars>
      </dgm:prSet>
      <dgm:spPr/>
      <dgm:t>
        <a:bodyPr/>
        <a:lstStyle/>
        <a:p>
          <a:endParaRPr lang="en-GB"/>
        </a:p>
      </dgm:t>
    </dgm:pt>
    <dgm:pt modelId="{10B67CAB-DEA9-4ACF-A75D-EE7034C67DBC}" type="pres">
      <dgm:prSet presAssocID="{CC3B6468-FEEE-40C9-91EA-466C7A1EEA01}" presName="parentLin" presStyleCnt="0"/>
      <dgm:spPr/>
    </dgm:pt>
    <dgm:pt modelId="{DD2F18E2-C2C2-4F1B-868B-060A083ABB47}" type="pres">
      <dgm:prSet presAssocID="{CC3B6468-FEEE-40C9-91EA-466C7A1EEA01}" presName="parentLeftMargin" presStyleLbl="node1" presStyleIdx="0" presStyleCnt="3"/>
      <dgm:spPr/>
      <dgm:t>
        <a:bodyPr/>
        <a:lstStyle/>
        <a:p>
          <a:endParaRPr lang="en-GB"/>
        </a:p>
      </dgm:t>
    </dgm:pt>
    <dgm:pt modelId="{3D5E34F6-9DD8-46F1-86EB-7477018B4920}" type="pres">
      <dgm:prSet presAssocID="{CC3B6468-FEEE-40C9-91EA-466C7A1EEA01}" presName="parentText" presStyleLbl="node1" presStyleIdx="0" presStyleCnt="3">
        <dgm:presLayoutVars>
          <dgm:chMax val="0"/>
          <dgm:bulletEnabled val="1"/>
        </dgm:presLayoutVars>
      </dgm:prSet>
      <dgm:spPr/>
      <dgm:t>
        <a:bodyPr/>
        <a:lstStyle/>
        <a:p>
          <a:endParaRPr lang="en-GB"/>
        </a:p>
      </dgm:t>
    </dgm:pt>
    <dgm:pt modelId="{8DEA1EED-7F5F-4082-B88B-F3A10C3E087B}" type="pres">
      <dgm:prSet presAssocID="{CC3B6468-FEEE-40C9-91EA-466C7A1EEA01}" presName="negativeSpace" presStyleCnt="0"/>
      <dgm:spPr/>
    </dgm:pt>
    <dgm:pt modelId="{1FD5559B-FCEC-4806-A99B-887E92E01A5E}" type="pres">
      <dgm:prSet presAssocID="{CC3B6468-FEEE-40C9-91EA-466C7A1EEA01}" presName="childText" presStyleLbl="conFgAcc1" presStyleIdx="0" presStyleCnt="3">
        <dgm:presLayoutVars>
          <dgm:bulletEnabled val="1"/>
        </dgm:presLayoutVars>
      </dgm:prSet>
      <dgm:spPr/>
    </dgm:pt>
    <dgm:pt modelId="{9B7B38AD-B132-45B0-AEDD-0D5600974DF4}" type="pres">
      <dgm:prSet presAssocID="{9647157C-02E9-4ADF-9AE7-811D488A9DD4}" presName="spaceBetweenRectangles" presStyleCnt="0"/>
      <dgm:spPr/>
    </dgm:pt>
    <dgm:pt modelId="{8BD687DD-C92C-44F8-A7A5-DA98A139D2EF}" type="pres">
      <dgm:prSet presAssocID="{B53D4F01-D3E8-45F8-A260-43CEA946826D}" presName="parentLin" presStyleCnt="0"/>
      <dgm:spPr/>
    </dgm:pt>
    <dgm:pt modelId="{E100915D-E0B4-4742-8EBF-A4975F39F0A7}" type="pres">
      <dgm:prSet presAssocID="{B53D4F01-D3E8-45F8-A260-43CEA946826D}" presName="parentLeftMargin" presStyleLbl="node1" presStyleIdx="0" presStyleCnt="3"/>
      <dgm:spPr/>
      <dgm:t>
        <a:bodyPr/>
        <a:lstStyle/>
        <a:p>
          <a:endParaRPr lang="en-GB"/>
        </a:p>
      </dgm:t>
    </dgm:pt>
    <dgm:pt modelId="{2E75A880-30B4-400F-808F-1B3F3D1E7431}" type="pres">
      <dgm:prSet presAssocID="{B53D4F01-D3E8-45F8-A260-43CEA946826D}" presName="parentText" presStyleLbl="node1" presStyleIdx="1" presStyleCnt="3">
        <dgm:presLayoutVars>
          <dgm:chMax val="0"/>
          <dgm:bulletEnabled val="1"/>
        </dgm:presLayoutVars>
      </dgm:prSet>
      <dgm:spPr/>
      <dgm:t>
        <a:bodyPr/>
        <a:lstStyle/>
        <a:p>
          <a:endParaRPr lang="en-GB"/>
        </a:p>
      </dgm:t>
    </dgm:pt>
    <dgm:pt modelId="{D08FCE22-A22F-4D2B-A752-D53F1349DC28}" type="pres">
      <dgm:prSet presAssocID="{B53D4F01-D3E8-45F8-A260-43CEA946826D}" presName="negativeSpace" presStyleCnt="0"/>
      <dgm:spPr/>
    </dgm:pt>
    <dgm:pt modelId="{8FF543D7-2A1F-4C7F-A463-AB541CC2DA0A}" type="pres">
      <dgm:prSet presAssocID="{B53D4F01-D3E8-45F8-A260-43CEA946826D}" presName="childText" presStyleLbl="conFgAcc1" presStyleIdx="1" presStyleCnt="3">
        <dgm:presLayoutVars>
          <dgm:bulletEnabled val="1"/>
        </dgm:presLayoutVars>
      </dgm:prSet>
      <dgm:spPr/>
    </dgm:pt>
    <dgm:pt modelId="{7B70B087-B23E-45ED-9D04-5EB210721A8C}" type="pres">
      <dgm:prSet presAssocID="{9827CAF0-547A-47E7-82AD-0FE311CAAA1D}" presName="spaceBetweenRectangles" presStyleCnt="0"/>
      <dgm:spPr/>
    </dgm:pt>
    <dgm:pt modelId="{279BE97E-AD5C-4C51-8DC2-DBBCE80D361E}" type="pres">
      <dgm:prSet presAssocID="{1694C01F-7EB9-4DE7-964B-B32C6D1DDC78}" presName="parentLin" presStyleCnt="0"/>
      <dgm:spPr/>
    </dgm:pt>
    <dgm:pt modelId="{062E2560-C3DD-4413-9A57-5F5A9DDBAD0C}" type="pres">
      <dgm:prSet presAssocID="{1694C01F-7EB9-4DE7-964B-B32C6D1DDC78}" presName="parentLeftMargin" presStyleLbl="node1" presStyleIdx="1" presStyleCnt="3"/>
      <dgm:spPr/>
      <dgm:t>
        <a:bodyPr/>
        <a:lstStyle/>
        <a:p>
          <a:endParaRPr lang="en-GB"/>
        </a:p>
      </dgm:t>
    </dgm:pt>
    <dgm:pt modelId="{F964C1DA-B98E-4D11-8CFC-A20F246D8CF0}" type="pres">
      <dgm:prSet presAssocID="{1694C01F-7EB9-4DE7-964B-B32C6D1DDC78}" presName="parentText" presStyleLbl="node1" presStyleIdx="2" presStyleCnt="3">
        <dgm:presLayoutVars>
          <dgm:chMax val="0"/>
          <dgm:bulletEnabled val="1"/>
        </dgm:presLayoutVars>
      </dgm:prSet>
      <dgm:spPr/>
      <dgm:t>
        <a:bodyPr/>
        <a:lstStyle/>
        <a:p>
          <a:endParaRPr lang="en-GB"/>
        </a:p>
      </dgm:t>
    </dgm:pt>
    <dgm:pt modelId="{1298C5F3-C7F1-452A-B88D-12E2043FCB44}" type="pres">
      <dgm:prSet presAssocID="{1694C01F-7EB9-4DE7-964B-B32C6D1DDC78}" presName="negativeSpace" presStyleCnt="0"/>
      <dgm:spPr/>
    </dgm:pt>
    <dgm:pt modelId="{C9C39EEC-AED0-4B56-88EF-6484A473DAFB}" type="pres">
      <dgm:prSet presAssocID="{1694C01F-7EB9-4DE7-964B-B32C6D1DDC78}" presName="childText" presStyleLbl="conFgAcc1" presStyleIdx="2" presStyleCnt="3">
        <dgm:presLayoutVars>
          <dgm:bulletEnabled val="1"/>
        </dgm:presLayoutVars>
      </dgm:prSet>
      <dgm:spPr/>
    </dgm:pt>
  </dgm:ptLst>
  <dgm:cxnLst>
    <dgm:cxn modelId="{17B149E9-FEF6-4E83-96BF-F5E48DF98CD1}" srcId="{93086FEC-4D94-4836-8050-079FE8E1FC56}" destId="{CC3B6468-FEEE-40C9-91EA-466C7A1EEA01}" srcOrd="0" destOrd="0" parTransId="{8E870E09-EDD9-4BBC-B6D2-A0041E8AE83A}" sibTransId="{9647157C-02E9-4ADF-9AE7-811D488A9DD4}"/>
    <dgm:cxn modelId="{EC90D197-77B9-48C3-9D4A-85087F9D24D4}" type="presOf" srcId="{93086FEC-4D94-4836-8050-079FE8E1FC56}" destId="{8A7CD5F2-9877-454E-BB09-2685FD884406}" srcOrd="0" destOrd="0" presId="urn:microsoft.com/office/officeart/2005/8/layout/list1"/>
    <dgm:cxn modelId="{7D8A2CF7-C882-41D8-935A-7C46D5DC65FD}" type="presOf" srcId="{1694C01F-7EB9-4DE7-964B-B32C6D1DDC78}" destId="{F964C1DA-B98E-4D11-8CFC-A20F246D8CF0}" srcOrd="1" destOrd="0" presId="urn:microsoft.com/office/officeart/2005/8/layout/list1"/>
    <dgm:cxn modelId="{3148EF50-691D-41B3-9BD7-6FC9790FF96A}" type="presOf" srcId="{1694C01F-7EB9-4DE7-964B-B32C6D1DDC78}" destId="{062E2560-C3DD-4413-9A57-5F5A9DDBAD0C}" srcOrd="0" destOrd="0" presId="urn:microsoft.com/office/officeart/2005/8/layout/list1"/>
    <dgm:cxn modelId="{596CE542-C9B8-44DA-8061-E03A4B7E5944}" srcId="{93086FEC-4D94-4836-8050-079FE8E1FC56}" destId="{1694C01F-7EB9-4DE7-964B-B32C6D1DDC78}" srcOrd="2" destOrd="0" parTransId="{E6222020-F658-43EA-9430-7AE0E0D43FDB}" sibTransId="{9722326F-1570-4AD4-B4EE-78F09D8D0835}"/>
    <dgm:cxn modelId="{58927099-1D15-450A-987D-83542CD6B9CD}" srcId="{93086FEC-4D94-4836-8050-079FE8E1FC56}" destId="{B53D4F01-D3E8-45F8-A260-43CEA946826D}" srcOrd="1" destOrd="0" parTransId="{188F1148-B18C-4661-B187-8159CA577AC7}" sibTransId="{9827CAF0-547A-47E7-82AD-0FE311CAAA1D}"/>
    <dgm:cxn modelId="{6AAF9CE2-442E-486A-95BD-B0B84CB50E52}" type="presOf" srcId="{CC3B6468-FEEE-40C9-91EA-466C7A1EEA01}" destId="{DD2F18E2-C2C2-4F1B-868B-060A083ABB47}" srcOrd="0" destOrd="0" presId="urn:microsoft.com/office/officeart/2005/8/layout/list1"/>
    <dgm:cxn modelId="{0F2A581A-28E2-45EB-8C96-BC8572B6C693}" type="presOf" srcId="{B53D4F01-D3E8-45F8-A260-43CEA946826D}" destId="{2E75A880-30B4-400F-808F-1B3F3D1E7431}" srcOrd="1" destOrd="0" presId="urn:microsoft.com/office/officeart/2005/8/layout/list1"/>
    <dgm:cxn modelId="{5D9C949D-FAD8-4937-9A2D-0B82A5DF2155}" type="presOf" srcId="{CC3B6468-FEEE-40C9-91EA-466C7A1EEA01}" destId="{3D5E34F6-9DD8-46F1-86EB-7477018B4920}" srcOrd="1" destOrd="0" presId="urn:microsoft.com/office/officeart/2005/8/layout/list1"/>
    <dgm:cxn modelId="{7B5B528A-E1D2-426C-BEDE-853B2BC2CD51}" type="presOf" srcId="{B53D4F01-D3E8-45F8-A260-43CEA946826D}" destId="{E100915D-E0B4-4742-8EBF-A4975F39F0A7}" srcOrd="0" destOrd="0" presId="urn:microsoft.com/office/officeart/2005/8/layout/list1"/>
    <dgm:cxn modelId="{84E24314-6E11-4D89-B5F8-9D61F5CD40AD}" type="presParOf" srcId="{8A7CD5F2-9877-454E-BB09-2685FD884406}" destId="{10B67CAB-DEA9-4ACF-A75D-EE7034C67DBC}" srcOrd="0" destOrd="0" presId="urn:microsoft.com/office/officeart/2005/8/layout/list1"/>
    <dgm:cxn modelId="{3E549F4E-DA3A-418C-9F11-6A218F2A8B92}" type="presParOf" srcId="{10B67CAB-DEA9-4ACF-A75D-EE7034C67DBC}" destId="{DD2F18E2-C2C2-4F1B-868B-060A083ABB47}" srcOrd="0" destOrd="0" presId="urn:microsoft.com/office/officeart/2005/8/layout/list1"/>
    <dgm:cxn modelId="{930A4D8F-C13B-4641-884F-654D460CBD54}" type="presParOf" srcId="{10B67CAB-DEA9-4ACF-A75D-EE7034C67DBC}" destId="{3D5E34F6-9DD8-46F1-86EB-7477018B4920}" srcOrd="1" destOrd="0" presId="urn:microsoft.com/office/officeart/2005/8/layout/list1"/>
    <dgm:cxn modelId="{CAC8D20F-C83C-4206-B71D-1BE5F34F1C4E}" type="presParOf" srcId="{8A7CD5F2-9877-454E-BB09-2685FD884406}" destId="{8DEA1EED-7F5F-4082-B88B-F3A10C3E087B}" srcOrd="1" destOrd="0" presId="urn:microsoft.com/office/officeart/2005/8/layout/list1"/>
    <dgm:cxn modelId="{E8000D8B-78C4-49AB-9ED8-8AB675858BE6}" type="presParOf" srcId="{8A7CD5F2-9877-454E-BB09-2685FD884406}" destId="{1FD5559B-FCEC-4806-A99B-887E92E01A5E}" srcOrd="2" destOrd="0" presId="urn:microsoft.com/office/officeart/2005/8/layout/list1"/>
    <dgm:cxn modelId="{D225CCB9-9A61-4837-BF4E-FFB435874CEC}" type="presParOf" srcId="{8A7CD5F2-9877-454E-BB09-2685FD884406}" destId="{9B7B38AD-B132-45B0-AEDD-0D5600974DF4}" srcOrd="3" destOrd="0" presId="urn:microsoft.com/office/officeart/2005/8/layout/list1"/>
    <dgm:cxn modelId="{F8011CD8-8CE6-47A2-AA7B-E37BECE2A77D}" type="presParOf" srcId="{8A7CD5F2-9877-454E-BB09-2685FD884406}" destId="{8BD687DD-C92C-44F8-A7A5-DA98A139D2EF}" srcOrd="4" destOrd="0" presId="urn:microsoft.com/office/officeart/2005/8/layout/list1"/>
    <dgm:cxn modelId="{65397996-9BA9-4C8F-8F43-2C2CC7CBD9E1}" type="presParOf" srcId="{8BD687DD-C92C-44F8-A7A5-DA98A139D2EF}" destId="{E100915D-E0B4-4742-8EBF-A4975F39F0A7}" srcOrd="0" destOrd="0" presId="urn:microsoft.com/office/officeart/2005/8/layout/list1"/>
    <dgm:cxn modelId="{DB9A59F8-4649-4310-94B0-9AA81D471B5E}" type="presParOf" srcId="{8BD687DD-C92C-44F8-A7A5-DA98A139D2EF}" destId="{2E75A880-30B4-400F-808F-1B3F3D1E7431}" srcOrd="1" destOrd="0" presId="urn:microsoft.com/office/officeart/2005/8/layout/list1"/>
    <dgm:cxn modelId="{F0119BC1-4D74-4174-B0E5-44FE34FB0E2A}" type="presParOf" srcId="{8A7CD5F2-9877-454E-BB09-2685FD884406}" destId="{D08FCE22-A22F-4D2B-A752-D53F1349DC28}" srcOrd="5" destOrd="0" presId="urn:microsoft.com/office/officeart/2005/8/layout/list1"/>
    <dgm:cxn modelId="{7CC20A0A-7429-48E2-9065-9B97B6338ADC}" type="presParOf" srcId="{8A7CD5F2-9877-454E-BB09-2685FD884406}" destId="{8FF543D7-2A1F-4C7F-A463-AB541CC2DA0A}" srcOrd="6" destOrd="0" presId="urn:microsoft.com/office/officeart/2005/8/layout/list1"/>
    <dgm:cxn modelId="{1633090E-9BB8-4148-9D3E-D591A4777402}" type="presParOf" srcId="{8A7CD5F2-9877-454E-BB09-2685FD884406}" destId="{7B70B087-B23E-45ED-9D04-5EB210721A8C}" srcOrd="7" destOrd="0" presId="urn:microsoft.com/office/officeart/2005/8/layout/list1"/>
    <dgm:cxn modelId="{D53DE896-E4C6-408A-8A53-475DAB225168}" type="presParOf" srcId="{8A7CD5F2-9877-454E-BB09-2685FD884406}" destId="{279BE97E-AD5C-4C51-8DC2-DBBCE80D361E}" srcOrd="8" destOrd="0" presId="urn:microsoft.com/office/officeart/2005/8/layout/list1"/>
    <dgm:cxn modelId="{C3AEBF85-F6CD-482C-B13F-DE92100048B6}" type="presParOf" srcId="{279BE97E-AD5C-4C51-8DC2-DBBCE80D361E}" destId="{062E2560-C3DD-4413-9A57-5F5A9DDBAD0C}" srcOrd="0" destOrd="0" presId="urn:microsoft.com/office/officeart/2005/8/layout/list1"/>
    <dgm:cxn modelId="{C936AE0E-79BF-4B5A-A545-ACCA119ED78B}" type="presParOf" srcId="{279BE97E-AD5C-4C51-8DC2-DBBCE80D361E}" destId="{F964C1DA-B98E-4D11-8CFC-A20F246D8CF0}" srcOrd="1" destOrd="0" presId="urn:microsoft.com/office/officeart/2005/8/layout/list1"/>
    <dgm:cxn modelId="{445BFFA9-223B-44C4-9F98-E68F74AA831F}" type="presParOf" srcId="{8A7CD5F2-9877-454E-BB09-2685FD884406}" destId="{1298C5F3-C7F1-452A-B88D-12E2043FCB44}" srcOrd="9" destOrd="0" presId="urn:microsoft.com/office/officeart/2005/8/layout/list1"/>
    <dgm:cxn modelId="{751069D3-121D-4EAA-BA6B-88374F2F95FC}" type="presParOf" srcId="{8A7CD5F2-9877-454E-BB09-2685FD884406}" destId="{C9C39EEC-AED0-4B56-88EF-6484A473DAFB}"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7B0820-E815-4228-8C74-22C1BBA9EB00}">
      <dsp:nvSpPr>
        <dsp:cNvPr id="0" name=""/>
        <dsp:cNvSpPr/>
      </dsp:nvSpPr>
      <dsp:spPr>
        <a:xfrm>
          <a:off x="3201" y="998291"/>
          <a:ext cx="2285879" cy="145153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C2E9DB-C42F-462C-9155-CF48091BFFEA}">
      <dsp:nvSpPr>
        <dsp:cNvPr id="0" name=""/>
        <dsp:cNvSpPr/>
      </dsp:nvSpPr>
      <dsp:spPr>
        <a:xfrm>
          <a:off x="257188" y="1239579"/>
          <a:ext cx="2285879" cy="145153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kern="1200"/>
            <a:t>1 Absolute and/or relative poverty? </a:t>
          </a:r>
        </a:p>
      </dsp:txBody>
      <dsp:txXfrm>
        <a:off x="299702" y="1282093"/>
        <a:ext cx="2200851" cy="1366505"/>
      </dsp:txXfrm>
    </dsp:sp>
    <dsp:sp modelId="{1A6CF84A-77BF-4E90-B60B-8637DFA1B3DB}">
      <dsp:nvSpPr>
        <dsp:cNvPr id="0" name=""/>
        <dsp:cNvSpPr/>
      </dsp:nvSpPr>
      <dsp:spPr>
        <a:xfrm>
          <a:off x="2797054" y="998291"/>
          <a:ext cx="2285879" cy="145153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661C7B-0A19-4B92-9E54-3A3B6E747BE9}">
      <dsp:nvSpPr>
        <dsp:cNvPr id="0" name=""/>
        <dsp:cNvSpPr/>
      </dsp:nvSpPr>
      <dsp:spPr>
        <a:xfrm>
          <a:off x="3051041" y="1239579"/>
          <a:ext cx="2285879" cy="145153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kern="1200"/>
            <a:t>2 Income and/or opportunities? </a:t>
          </a:r>
        </a:p>
      </dsp:txBody>
      <dsp:txXfrm>
        <a:off x="3093555" y="1282093"/>
        <a:ext cx="2200851" cy="1366505"/>
      </dsp:txXfrm>
    </dsp:sp>
    <dsp:sp modelId="{7664931E-689B-44AA-AD99-7C6A213EF803}">
      <dsp:nvSpPr>
        <dsp:cNvPr id="0" name=""/>
        <dsp:cNvSpPr/>
      </dsp:nvSpPr>
      <dsp:spPr>
        <a:xfrm>
          <a:off x="5590907" y="998291"/>
          <a:ext cx="2285879" cy="145153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85106A-93C8-4461-8D64-2006F885144B}">
      <dsp:nvSpPr>
        <dsp:cNvPr id="0" name=""/>
        <dsp:cNvSpPr/>
      </dsp:nvSpPr>
      <dsp:spPr>
        <a:xfrm>
          <a:off x="5844894" y="1239579"/>
          <a:ext cx="2285879" cy="145153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kern="1200"/>
            <a:t>3 Individual and/or social causes? </a:t>
          </a:r>
        </a:p>
      </dsp:txBody>
      <dsp:txXfrm>
        <a:off x="5887408" y="1282093"/>
        <a:ext cx="2200851" cy="1366505"/>
      </dsp:txXfrm>
    </dsp:sp>
    <dsp:sp modelId="{F05F21C3-DB86-4BBE-9ECD-37B3D5854F65}">
      <dsp:nvSpPr>
        <dsp:cNvPr id="0" name=""/>
        <dsp:cNvSpPr/>
      </dsp:nvSpPr>
      <dsp:spPr>
        <a:xfrm>
          <a:off x="8384760" y="998291"/>
          <a:ext cx="2285879" cy="145153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27CDB6-4CEA-490B-960C-9280138447E9}">
      <dsp:nvSpPr>
        <dsp:cNvPr id="0" name=""/>
        <dsp:cNvSpPr/>
      </dsp:nvSpPr>
      <dsp:spPr>
        <a:xfrm>
          <a:off x="8638747" y="1239579"/>
          <a:ext cx="2285879" cy="145153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kern="1200"/>
            <a:t>4 Material and/or social consequences? </a:t>
          </a:r>
        </a:p>
      </dsp:txBody>
      <dsp:txXfrm>
        <a:off x="8681261" y="1282093"/>
        <a:ext cx="2200851" cy="13665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D5559B-FCEC-4806-A99B-887E92E01A5E}">
      <dsp:nvSpPr>
        <dsp:cNvPr id="0" name=""/>
        <dsp:cNvSpPr/>
      </dsp:nvSpPr>
      <dsp:spPr>
        <a:xfrm>
          <a:off x="0" y="653180"/>
          <a:ext cx="6666833" cy="10332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3D5E34F6-9DD8-46F1-86EB-7477018B4920}">
      <dsp:nvSpPr>
        <dsp:cNvPr id="0" name=""/>
        <dsp:cNvSpPr/>
      </dsp:nvSpPr>
      <dsp:spPr>
        <a:xfrm>
          <a:off x="333341" y="48020"/>
          <a:ext cx="4666783" cy="121032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lvl="0" algn="l" defTabSz="1822450">
            <a:lnSpc>
              <a:spcPct val="90000"/>
            </a:lnSpc>
            <a:spcBef>
              <a:spcPct val="0"/>
            </a:spcBef>
            <a:spcAft>
              <a:spcPct val="35000"/>
            </a:spcAft>
          </a:pPr>
          <a:r>
            <a:rPr lang="en-US" sz="4100" kern="1200"/>
            <a:t>Support</a:t>
          </a:r>
        </a:p>
      </dsp:txBody>
      <dsp:txXfrm>
        <a:off x="392424" y="107103"/>
        <a:ext cx="4548617" cy="1092154"/>
      </dsp:txXfrm>
    </dsp:sp>
    <dsp:sp modelId="{8FF543D7-2A1F-4C7F-A463-AB541CC2DA0A}">
      <dsp:nvSpPr>
        <dsp:cNvPr id="0" name=""/>
        <dsp:cNvSpPr/>
      </dsp:nvSpPr>
      <dsp:spPr>
        <a:xfrm>
          <a:off x="0" y="2512940"/>
          <a:ext cx="6666833" cy="1033200"/>
        </a:xfrm>
        <a:prstGeom prst="rect">
          <a:avLst/>
        </a:prstGeom>
        <a:solidFill>
          <a:schemeClr val="lt1">
            <a:alpha val="90000"/>
            <a:hueOff val="0"/>
            <a:satOff val="0"/>
            <a:lumOff val="0"/>
            <a:alphaOff val="0"/>
          </a:schemeClr>
        </a:solidFill>
        <a:ln w="6350" cap="flat" cmpd="sng" algn="ctr">
          <a:solidFill>
            <a:schemeClr val="accent2">
              <a:hueOff val="-727682"/>
              <a:satOff val="-41964"/>
              <a:lumOff val="4314"/>
              <a:alphaOff val="0"/>
            </a:schemeClr>
          </a:solidFill>
          <a:prstDash val="solid"/>
          <a:miter lim="800000"/>
        </a:ln>
        <a:effectLst/>
      </dsp:spPr>
      <dsp:style>
        <a:lnRef idx="1">
          <a:scrgbClr r="0" g="0" b="0"/>
        </a:lnRef>
        <a:fillRef idx="1">
          <a:scrgbClr r="0" g="0" b="0"/>
        </a:fillRef>
        <a:effectRef idx="0">
          <a:scrgbClr r="0" g="0" b="0"/>
        </a:effectRef>
        <a:fontRef idx="minor"/>
      </dsp:style>
    </dsp:sp>
    <dsp:sp modelId="{2E75A880-30B4-400F-808F-1B3F3D1E7431}">
      <dsp:nvSpPr>
        <dsp:cNvPr id="0" name=""/>
        <dsp:cNvSpPr/>
      </dsp:nvSpPr>
      <dsp:spPr>
        <a:xfrm>
          <a:off x="333341" y="1907780"/>
          <a:ext cx="4666783" cy="1210320"/>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lvl="0" algn="l" defTabSz="1822450">
            <a:lnSpc>
              <a:spcPct val="90000"/>
            </a:lnSpc>
            <a:spcBef>
              <a:spcPct val="0"/>
            </a:spcBef>
            <a:spcAft>
              <a:spcPct val="35000"/>
            </a:spcAft>
          </a:pPr>
          <a:r>
            <a:rPr lang="en-US" sz="4100" kern="1200"/>
            <a:t>Opportunity</a:t>
          </a:r>
        </a:p>
      </dsp:txBody>
      <dsp:txXfrm>
        <a:off x="392424" y="1966863"/>
        <a:ext cx="4548617" cy="1092154"/>
      </dsp:txXfrm>
    </dsp:sp>
    <dsp:sp modelId="{C9C39EEC-AED0-4B56-88EF-6484A473DAFB}">
      <dsp:nvSpPr>
        <dsp:cNvPr id="0" name=""/>
        <dsp:cNvSpPr/>
      </dsp:nvSpPr>
      <dsp:spPr>
        <a:xfrm>
          <a:off x="0" y="4372700"/>
          <a:ext cx="6666833" cy="1033200"/>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sp>
    <dsp:sp modelId="{F964C1DA-B98E-4D11-8CFC-A20F246D8CF0}">
      <dsp:nvSpPr>
        <dsp:cNvPr id="0" name=""/>
        <dsp:cNvSpPr/>
      </dsp:nvSpPr>
      <dsp:spPr>
        <a:xfrm>
          <a:off x="333341" y="3767540"/>
          <a:ext cx="4666783" cy="121032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lvl="0" algn="l" defTabSz="1822450">
            <a:lnSpc>
              <a:spcPct val="90000"/>
            </a:lnSpc>
            <a:spcBef>
              <a:spcPct val="0"/>
            </a:spcBef>
            <a:spcAft>
              <a:spcPct val="35000"/>
            </a:spcAft>
          </a:pPr>
          <a:r>
            <a:rPr lang="en-US" sz="4100" kern="1200"/>
            <a:t>Behavior</a:t>
          </a:r>
        </a:p>
      </dsp:txBody>
      <dsp:txXfrm>
        <a:off x="392424" y="3826623"/>
        <a:ext cx="4548617" cy="109215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DC6DF0-6A83-4F90-9358-5B2DDB30DC6D}" type="datetimeFigureOut">
              <a:rPr lang="en-GB" smtClean="0"/>
              <a:t>11/12/2023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A77DED-84BB-4F4B-BE43-D820E75C23BA}" type="slidenum">
              <a:rPr lang="en-GB" smtClean="0"/>
              <a:t>‹#›</a:t>
            </a:fld>
            <a:endParaRPr lang="en-GB"/>
          </a:p>
        </p:txBody>
      </p:sp>
    </p:spTree>
    <p:extLst>
      <p:ext uri="{BB962C8B-B14F-4D97-AF65-F5344CB8AC3E}">
        <p14:creationId xmlns:p14="http://schemas.microsoft.com/office/powerpoint/2010/main" val="3167018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questions about poverty 1 Absolute and/or relative poverty? Where is the ‘poverty line’? Should it be the minimum income necessary for survival, or should it be the amount of money to have a generally acceptable standard of living in one’s society? Who decides how much money is needed for either of these poverty lines? How? (For example, what counts as part of a ‘generally acceptable standard’ – subscription television channels, holidays, new clothes or second hand, alcohol?) 2 Income and/or opportunities? Should poverty be measured simply in terms of the income and financial assets of an individual or household, or should it include other factors like educational attainment, health, employment, standard of housing? Access to services such as decent schools and health care? Quality of </a:t>
            </a:r>
            <a:r>
              <a:rPr lang="en-US" dirty="0" err="1"/>
              <a:t>neighbourhood</a:t>
            </a:r>
            <a:r>
              <a:rPr lang="en-US" dirty="0"/>
              <a:t> life, low crime rates? 3 Individual and/or social causes? How do we understand the causes of poverty? Individual misfortune, individual choices? Intergenerational or community attitudes and cultures? Lack of effective services and support? Wider structural causes (e.g. social class, gender, race)? The exploitative relations of capitalism</a:t>
            </a:r>
          </a:p>
          <a:p>
            <a:r>
              <a:rPr lang="en-US" dirty="0"/>
              <a:t>4 Material and/or social consequences? Do we measure poverty solely in terms of the material impact (poor diet, clothing, health, housing, education), or do we also look at the impact on social relations (shame and stigma, disrespect and humiliation, powerlessness, stereotyping)? Lister’s (2004) ‘wheel of poverty’ has the material aspects at the </a:t>
            </a:r>
            <a:r>
              <a:rPr lang="en-US" dirty="0" err="1"/>
              <a:t>centre</a:t>
            </a:r>
            <a:r>
              <a:rPr lang="en-US" dirty="0"/>
              <a:t> and the non-material, symbolic and relational aspects round the edge</a:t>
            </a:r>
          </a:p>
        </p:txBody>
      </p:sp>
      <p:sp>
        <p:nvSpPr>
          <p:cNvPr id="4" name="Slide Number Placeholder 3"/>
          <p:cNvSpPr>
            <a:spLocks noGrp="1"/>
          </p:cNvSpPr>
          <p:nvPr>
            <p:ph type="sldNum" sz="quarter" idx="5"/>
          </p:nvPr>
        </p:nvSpPr>
        <p:spPr/>
        <p:txBody>
          <a:bodyPr/>
          <a:lstStyle/>
          <a:p>
            <a:fld id="{3C9AE4EA-F671-4864-8883-63F5832336A2}" type="slidenum">
              <a:rPr lang="en-US" smtClean="0"/>
              <a:t>4</a:t>
            </a:fld>
            <a:endParaRPr lang="en-US"/>
          </a:p>
        </p:txBody>
      </p:sp>
    </p:spTree>
    <p:extLst>
      <p:ext uri="{BB962C8B-B14F-4D97-AF65-F5344CB8AC3E}">
        <p14:creationId xmlns:p14="http://schemas.microsoft.com/office/powerpoint/2010/main" val="1496461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 includes improved financial help, such as raising benefit levels, improving the operation of the tax credit and benefit systems, and raising the minimum wage. It also involves skilled support and guidance for helping people find and start jobs, and help for gaining skills and Key issues 96 97 Inequality and poverty qualifications. This echoes Harker (2006: 61), who argues for a welfare to work system that is more tuned into parents’ needs and helps them to make progress in jobs, not just to find jobs. • Opportunity includes good-quality childcare, jobs with family-friendly hours, flexible working and jobs which offer training and progression. • </a:t>
            </a:r>
            <a:r>
              <a:rPr lang="en-US" dirty="0" err="1"/>
              <a:t>Behaviour</a:t>
            </a:r>
            <a:r>
              <a:rPr lang="en-US" dirty="0"/>
              <a:t> is important too, but the question is how can the government facilitate and encourage the </a:t>
            </a:r>
            <a:r>
              <a:rPr lang="en-US" dirty="0" err="1"/>
              <a:t>behaviours</a:t>
            </a:r>
            <a:r>
              <a:rPr lang="en-US" dirty="0"/>
              <a:t> it wants (such as more parents in work, or gaining skills)? This needs a shift to a partnership approach, </a:t>
            </a:r>
            <a:r>
              <a:rPr lang="en-US" dirty="0" err="1"/>
              <a:t>recognising</a:t>
            </a:r>
            <a:r>
              <a:rPr lang="en-US" dirty="0"/>
              <a:t> people’s different circumstances without blaming and punishing them</a:t>
            </a:r>
          </a:p>
          <a:p>
            <a:endParaRPr lang="en-US" dirty="0"/>
          </a:p>
        </p:txBody>
      </p:sp>
      <p:sp>
        <p:nvSpPr>
          <p:cNvPr id="4" name="Slide Number Placeholder 3"/>
          <p:cNvSpPr>
            <a:spLocks noGrp="1"/>
          </p:cNvSpPr>
          <p:nvPr>
            <p:ph type="sldNum" sz="quarter" idx="5"/>
          </p:nvPr>
        </p:nvSpPr>
        <p:spPr/>
        <p:txBody>
          <a:bodyPr/>
          <a:lstStyle/>
          <a:p>
            <a:fld id="{3C9AE4EA-F671-4864-8883-63F5832336A2}" type="slidenum">
              <a:rPr lang="en-US" smtClean="0"/>
              <a:t>11</a:t>
            </a:fld>
            <a:endParaRPr lang="en-US"/>
          </a:p>
        </p:txBody>
      </p:sp>
    </p:spTree>
    <p:extLst>
      <p:ext uri="{BB962C8B-B14F-4D97-AF65-F5344CB8AC3E}">
        <p14:creationId xmlns:p14="http://schemas.microsoft.com/office/powerpoint/2010/main" val="787323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F58D0DF-F747-4F07-A56A-67B300B085C5}" type="datetimeFigureOut">
              <a:rPr lang="en-GB" smtClean="0"/>
              <a:t>11/12/2023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5B6E11D-BE12-4235-BACE-52799293FE89}" type="slidenum">
              <a:rPr lang="en-GB" smtClean="0"/>
              <a:t>‹#›</a:t>
            </a:fld>
            <a:endParaRPr lang="en-GB"/>
          </a:p>
        </p:txBody>
      </p:sp>
    </p:spTree>
    <p:extLst>
      <p:ext uri="{BB962C8B-B14F-4D97-AF65-F5344CB8AC3E}">
        <p14:creationId xmlns:p14="http://schemas.microsoft.com/office/powerpoint/2010/main" val="1033194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58D0DF-F747-4F07-A56A-67B300B085C5}" type="datetimeFigureOut">
              <a:rPr lang="en-GB" smtClean="0"/>
              <a:t>11/12/2023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5B6E11D-BE12-4235-BACE-52799293FE89}" type="slidenum">
              <a:rPr lang="en-GB" smtClean="0"/>
              <a:t>‹#›</a:t>
            </a:fld>
            <a:endParaRPr lang="en-GB"/>
          </a:p>
        </p:txBody>
      </p:sp>
    </p:spTree>
    <p:extLst>
      <p:ext uri="{BB962C8B-B14F-4D97-AF65-F5344CB8AC3E}">
        <p14:creationId xmlns:p14="http://schemas.microsoft.com/office/powerpoint/2010/main" val="987420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58D0DF-F747-4F07-A56A-67B300B085C5}" type="datetimeFigureOut">
              <a:rPr lang="en-GB" smtClean="0"/>
              <a:t>11/12/2023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5B6E11D-BE12-4235-BACE-52799293FE89}" type="slidenum">
              <a:rPr lang="en-GB" smtClean="0"/>
              <a:t>‹#›</a:t>
            </a:fld>
            <a:endParaRPr lang="en-GB"/>
          </a:p>
        </p:txBody>
      </p:sp>
    </p:spTree>
    <p:extLst>
      <p:ext uri="{BB962C8B-B14F-4D97-AF65-F5344CB8AC3E}">
        <p14:creationId xmlns:p14="http://schemas.microsoft.com/office/powerpoint/2010/main" val="2769479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F58D0DF-F747-4F07-A56A-67B300B085C5}" type="datetimeFigureOut">
              <a:rPr lang="en-GB" smtClean="0"/>
              <a:t>11/12/2023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5B6E11D-BE12-4235-BACE-52799293FE89}" type="slidenum">
              <a:rPr lang="en-GB" smtClean="0"/>
              <a:t>‹#›</a:t>
            </a:fld>
            <a:endParaRPr lang="en-GB"/>
          </a:p>
        </p:txBody>
      </p:sp>
    </p:spTree>
    <p:extLst>
      <p:ext uri="{BB962C8B-B14F-4D97-AF65-F5344CB8AC3E}">
        <p14:creationId xmlns:p14="http://schemas.microsoft.com/office/powerpoint/2010/main" val="1150441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F58D0DF-F747-4F07-A56A-67B300B085C5}" type="datetimeFigureOut">
              <a:rPr lang="en-GB" smtClean="0"/>
              <a:t>11/12/2023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5B6E11D-BE12-4235-BACE-52799293FE89}" type="slidenum">
              <a:rPr lang="en-GB" smtClean="0"/>
              <a:t>‹#›</a:t>
            </a:fld>
            <a:endParaRPr lang="en-GB"/>
          </a:p>
        </p:txBody>
      </p:sp>
    </p:spTree>
    <p:extLst>
      <p:ext uri="{BB962C8B-B14F-4D97-AF65-F5344CB8AC3E}">
        <p14:creationId xmlns:p14="http://schemas.microsoft.com/office/powerpoint/2010/main" val="1020069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F58D0DF-F747-4F07-A56A-67B300B085C5}" type="datetimeFigureOut">
              <a:rPr lang="en-GB" smtClean="0"/>
              <a:t>11/12/2023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5B6E11D-BE12-4235-BACE-52799293FE89}" type="slidenum">
              <a:rPr lang="en-GB" smtClean="0"/>
              <a:t>‹#›</a:t>
            </a:fld>
            <a:endParaRPr lang="en-GB"/>
          </a:p>
        </p:txBody>
      </p:sp>
    </p:spTree>
    <p:extLst>
      <p:ext uri="{BB962C8B-B14F-4D97-AF65-F5344CB8AC3E}">
        <p14:creationId xmlns:p14="http://schemas.microsoft.com/office/powerpoint/2010/main" val="1984149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58D0DF-F747-4F07-A56A-67B300B085C5}" type="datetimeFigureOut">
              <a:rPr lang="en-GB" smtClean="0"/>
              <a:t>11/12/2023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5B6E11D-BE12-4235-BACE-52799293FE89}" type="slidenum">
              <a:rPr lang="en-GB" smtClean="0"/>
              <a:t>‹#›</a:t>
            </a:fld>
            <a:endParaRPr lang="en-GB"/>
          </a:p>
        </p:txBody>
      </p:sp>
    </p:spTree>
    <p:extLst>
      <p:ext uri="{BB962C8B-B14F-4D97-AF65-F5344CB8AC3E}">
        <p14:creationId xmlns:p14="http://schemas.microsoft.com/office/powerpoint/2010/main" val="223153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58D0DF-F747-4F07-A56A-67B300B085C5}" type="datetimeFigureOut">
              <a:rPr lang="en-GB" smtClean="0"/>
              <a:t>11/12/2023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5B6E11D-BE12-4235-BACE-52799293FE89}" type="slidenum">
              <a:rPr lang="en-GB" smtClean="0"/>
              <a:t>‹#›</a:t>
            </a:fld>
            <a:endParaRPr lang="en-GB"/>
          </a:p>
        </p:txBody>
      </p:sp>
    </p:spTree>
    <p:extLst>
      <p:ext uri="{BB962C8B-B14F-4D97-AF65-F5344CB8AC3E}">
        <p14:creationId xmlns:p14="http://schemas.microsoft.com/office/powerpoint/2010/main" val="477750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58D0DF-F747-4F07-A56A-67B300B085C5}" type="datetimeFigureOut">
              <a:rPr lang="en-GB" smtClean="0"/>
              <a:t>11/12/2023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5B6E11D-BE12-4235-BACE-52799293FE89}" type="slidenum">
              <a:rPr lang="en-GB" smtClean="0"/>
              <a:t>‹#›</a:t>
            </a:fld>
            <a:endParaRPr lang="en-GB"/>
          </a:p>
        </p:txBody>
      </p:sp>
    </p:spTree>
    <p:extLst>
      <p:ext uri="{BB962C8B-B14F-4D97-AF65-F5344CB8AC3E}">
        <p14:creationId xmlns:p14="http://schemas.microsoft.com/office/powerpoint/2010/main" val="1780395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58D0DF-F747-4F07-A56A-67B300B085C5}" type="datetimeFigureOut">
              <a:rPr lang="en-GB" smtClean="0"/>
              <a:t>11/12/2023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5B6E11D-BE12-4235-BACE-52799293FE89}" type="slidenum">
              <a:rPr lang="en-GB" smtClean="0"/>
              <a:t>‹#›</a:t>
            </a:fld>
            <a:endParaRPr lang="en-GB"/>
          </a:p>
        </p:txBody>
      </p:sp>
    </p:spTree>
    <p:extLst>
      <p:ext uri="{BB962C8B-B14F-4D97-AF65-F5344CB8AC3E}">
        <p14:creationId xmlns:p14="http://schemas.microsoft.com/office/powerpoint/2010/main" val="1607386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58D0DF-F747-4F07-A56A-67B300B085C5}" type="datetimeFigureOut">
              <a:rPr lang="en-GB" smtClean="0"/>
              <a:t>11/12/2023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5B6E11D-BE12-4235-BACE-52799293FE89}" type="slidenum">
              <a:rPr lang="en-GB" smtClean="0"/>
              <a:t>‹#›</a:t>
            </a:fld>
            <a:endParaRPr lang="en-GB"/>
          </a:p>
        </p:txBody>
      </p:sp>
    </p:spTree>
    <p:extLst>
      <p:ext uri="{BB962C8B-B14F-4D97-AF65-F5344CB8AC3E}">
        <p14:creationId xmlns:p14="http://schemas.microsoft.com/office/powerpoint/2010/main" val="2967914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58D0DF-F747-4F07-A56A-67B300B085C5}" type="datetimeFigureOut">
              <a:rPr lang="en-GB" smtClean="0"/>
              <a:t>11/12/2023</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B6E11D-BE12-4235-BACE-52799293FE89}" type="slidenum">
              <a:rPr lang="en-GB" smtClean="0"/>
              <a:t>‹#›</a:t>
            </a:fld>
            <a:endParaRPr lang="en-GB"/>
          </a:p>
        </p:txBody>
      </p:sp>
    </p:spTree>
    <p:extLst>
      <p:ext uri="{BB962C8B-B14F-4D97-AF65-F5344CB8AC3E}">
        <p14:creationId xmlns:p14="http://schemas.microsoft.com/office/powerpoint/2010/main" val="37938000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8" name="Rectangle 10">
            <a:extLst>
              <a:ext uri="{FF2B5EF4-FFF2-40B4-BE49-F238E27FC236}">
                <a16:creationId xmlns="" xmlns:a16="http://schemas.microsoft.com/office/drawing/2014/main" id="{0671A8AE-40A1-4631-A6B8-581AFF06548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6">
            <a:extLst>
              <a:ext uri="{FF2B5EF4-FFF2-40B4-BE49-F238E27FC236}">
                <a16:creationId xmlns="" xmlns:a16="http://schemas.microsoft.com/office/drawing/2014/main" id="{74DD03C2-A55B-91E5-A6B5-4ADE00C370CC}"/>
              </a:ext>
            </a:extLst>
          </p:cNvPr>
          <p:cNvPicPr>
            <a:picLocks noChangeAspect="1"/>
          </p:cNvPicPr>
          <p:nvPr/>
        </p:nvPicPr>
        <p:blipFill rotWithShape="1">
          <a:blip r:embed="rId2"/>
          <a:srcRect l="11276" r="13201" b="2"/>
          <a:stretch/>
        </p:blipFill>
        <p:spPr>
          <a:xfrm>
            <a:off x="3523488" y="10"/>
            <a:ext cx="8668512" cy="6857990"/>
          </a:xfrm>
          <a:prstGeom prst="rect">
            <a:avLst/>
          </a:prstGeom>
        </p:spPr>
      </p:pic>
      <p:sp>
        <p:nvSpPr>
          <p:cNvPr id="20" name="Rectangle 12">
            <a:extLst>
              <a:ext uri="{FF2B5EF4-FFF2-40B4-BE49-F238E27FC236}">
                <a16:creationId xmlns="" xmlns:a16="http://schemas.microsoft.com/office/drawing/2014/main" id="{AB58EF07-17C2-48CF-ABB0-EEF1F17CB8F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 xmlns:a16="http://schemas.microsoft.com/office/drawing/2014/main" id="{22E002CF-636A-45A5-5316-C87770A2E2BC}"/>
              </a:ext>
            </a:extLst>
          </p:cNvPr>
          <p:cNvSpPr>
            <a:spLocks noGrp="1"/>
          </p:cNvSpPr>
          <p:nvPr>
            <p:ph type="ctrTitle"/>
          </p:nvPr>
        </p:nvSpPr>
        <p:spPr>
          <a:xfrm>
            <a:off x="477981" y="1122363"/>
            <a:ext cx="4023360" cy="3204134"/>
          </a:xfrm>
        </p:spPr>
        <p:txBody>
          <a:bodyPr anchor="b">
            <a:normAutofit/>
          </a:bodyPr>
          <a:lstStyle/>
          <a:p>
            <a:pPr algn="l"/>
            <a:r>
              <a:rPr lang="en-US" b="1" dirty="0">
                <a:latin typeface="+mn-lt"/>
              </a:rPr>
              <a:t>POVERTY</a:t>
            </a:r>
          </a:p>
        </p:txBody>
      </p:sp>
      <p:sp>
        <p:nvSpPr>
          <p:cNvPr id="5" name="Subtitle 4">
            <a:extLst>
              <a:ext uri="{FF2B5EF4-FFF2-40B4-BE49-F238E27FC236}">
                <a16:creationId xmlns="" xmlns:a16="http://schemas.microsoft.com/office/drawing/2014/main" id="{72AAD738-3012-6E69-7C3F-4E1C8CB9A106}"/>
              </a:ext>
            </a:extLst>
          </p:cNvPr>
          <p:cNvSpPr>
            <a:spLocks noGrp="1"/>
          </p:cNvSpPr>
          <p:nvPr>
            <p:ph type="subTitle" idx="1"/>
          </p:nvPr>
        </p:nvSpPr>
        <p:spPr>
          <a:xfrm>
            <a:off x="477980" y="4872922"/>
            <a:ext cx="4023359" cy="1208141"/>
          </a:xfrm>
        </p:spPr>
        <p:txBody>
          <a:bodyPr>
            <a:normAutofit/>
          </a:bodyPr>
          <a:lstStyle/>
          <a:p>
            <a:pPr algn="l"/>
            <a:endParaRPr lang="en-US" sz="2000"/>
          </a:p>
        </p:txBody>
      </p:sp>
      <p:sp>
        <p:nvSpPr>
          <p:cNvPr id="21" name="Rectangle 14">
            <a:extLst>
              <a:ext uri="{FF2B5EF4-FFF2-40B4-BE49-F238E27FC236}">
                <a16:creationId xmlns="" xmlns:a16="http://schemas.microsoft.com/office/drawing/2014/main" id="{AF2F604E-43BE-4DC3-B983-E071523364F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 xmlns:a16="http://schemas.microsoft.com/office/drawing/2014/main" id="{08C9B587-E65E-4B52-B37C-ABEBB6E8792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1379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AB8C311F-7253-4AED-9701-7FC0708C41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E2384209-CB15-4CDF-9D31-C44FD9A3F20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2633B3B5-CC90-43F0-8714-D31D1F3F020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A8D57A06-A426-446D-B02C-A2DC6B62E45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ext&#10;&#10;Description automatically generated">
            <a:extLst>
              <a:ext uri="{FF2B5EF4-FFF2-40B4-BE49-F238E27FC236}">
                <a16:creationId xmlns="" xmlns:a16="http://schemas.microsoft.com/office/drawing/2014/main" id="{E6F905BE-6775-744F-2C0C-A13D790C370B}"/>
              </a:ext>
            </a:extLst>
          </p:cNvPr>
          <p:cNvPicPr>
            <a:picLocks noGrp="1" noChangeAspect="1"/>
          </p:cNvPicPr>
          <p:nvPr>
            <p:ph idx="1"/>
          </p:nvPr>
        </p:nvPicPr>
        <p:blipFill>
          <a:blip r:embed="rId2"/>
          <a:stretch>
            <a:fillRect/>
          </a:stretch>
        </p:blipFill>
        <p:spPr>
          <a:xfrm>
            <a:off x="882313" y="457200"/>
            <a:ext cx="10427373" cy="5943600"/>
          </a:xfrm>
          <a:prstGeom prst="rect">
            <a:avLst/>
          </a:prstGeom>
        </p:spPr>
      </p:pic>
    </p:spTree>
    <p:extLst>
      <p:ext uri="{BB962C8B-B14F-4D97-AF65-F5344CB8AC3E}">
        <p14:creationId xmlns:p14="http://schemas.microsoft.com/office/powerpoint/2010/main" val="844406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raphical user interface, text&#10;&#10;Description automatically generated">
            <a:extLst>
              <a:ext uri="{FF2B5EF4-FFF2-40B4-BE49-F238E27FC236}">
                <a16:creationId xmlns="" xmlns:a16="http://schemas.microsoft.com/office/drawing/2014/main" id="{06453F4A-4A4A-E105-8EFA-6436DAF74738}"/>
              </a:ext>
            </a:extLst>
          </p:cNvPr>
          <p:cNvPicPr>
            <a:picLocks noGrp="1" noChangeAspect="1"/>
          </p:cNvPicPr>
          <p:nvPr>
            <p:ph idx="1"/>
          </p:nvPr>
        </p:nvPicPr>
        <p:blipFill>
          <a:blip r:embed="rId2"/>
          <a:stretch>
            <a:fillRect/>
          </a:stretch>
        </p:blipFill>
        <p:spPr>
          <a:xfrm>
            <a:off x="2029527" y="643467"/>
            <a:ext cx="8132945" cy="5571065"/>
          </a:xfrm>
          <a:prstGeom prst="rect">
            <a:avLst/>
          </a:prstGeom>
          <a:ln>
            <a:noFill/>
          </a:ln>
        </p:spPr>
      </p:pic>
      <p:sp>
        <p:nvSpPr>
          <p:cNvPr id="22" name="Isosceles Triangle 21">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1383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1" name="Rectangle 8">
            <a:extLst>
              <a:ext uri="{FF2B5EF4-FFF2-40B4-BE49-F238E27FC236}">
                <a16:creationId xmlns="" xmlns:a16="http://schemas.microsoft.com/office/drawing/2014/main" id="{BACC6370-2D7E-4714-9D71-7542949D7D5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0">
            <a:extLst>
              <a:ext uri="{FF2B5EF4-FFF2-40B4-BE49-F238E27FC236}">
                <a16:creationId xmlns="" xmlns:a16="http://schemas.microsoft.com/office/drawing/2014/main" id="{F68B3F68-107C-434F-AA38-110D5EA91B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2">
            <a:extLst>
              <a:ext uri="{FF2B5EF4-FFF2-40B4-BE49-F238E27FC236}">
                <a16:creationId xmlns="" xmlns:a16="http://schemas.microsoft.com/office/drawing/2014/main" id="{AAD0DBB9-1A4B-4391-81D4-CB19F9AB918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4">
            <a:extLst>
              <a:ext uri="{FF2B5EF4-FFF2-40B4-BE49-F238E27FC236}">
                <a16:creationId xmlns="" xmlns:a16="http://schemas.microsoft.com/office/drawing/2014/main" id="{063BBA22-50EA-4C4D-BE05-F1CE4E63AA5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C3EB06FF-9A88-1C0D-95C5-90BF23D2A86D}"/>
              </a:ext>
            </a:extLst>
          </p:cNvPr>
          <p:cNvSpPr>
            <a:spLocks noGrp="1"/>
          </p:cNvSpPr>
          <p:nvPr>
            <p:ph type="title"/>
          </p:nvPr>
        </p:nvSpPr>
        <p:spPr>
          <a:xfrm>
            <a:off x="1383564" y="348865"/>
            <a:ext cx="9718111" cy="1576446"/>
          </a:xfrm>
        </p:spPr>
        <p:txBody>
          <a:bodyPr anchor="ctr">
            <a:normAutofit/>
          </a:bodyPr>
          <a:lstStyle/>
          <a:p>
            <a:r>
              <a:rPr lang="en-US" sz="4000" b="1">
                <a:solidFill>
                  <a:srgbClr val="FFFFFF"/>
                </a:solidFill>
                <a:latin typeface="+mn-lt"/>
              </a:rPr>
              <a:t>Four Questions About Poverty</a:t>
            </a:r>
          </a:p>
        </p:txBody>
      </p:sp>
      <p:graphicFrame>
        <p:nvGraphicFramePr>
          <p:cNvPr id="25" name="Content Placeholder 2">
            <a:extLst>
              <a:ext uri="{FF2B5EF4-FFF2-40B4-BE49-F238E27FC236}">
                <a16:creationId xmlns="" xmlns:a16="http://schemas.microsoft.com/office/drawing/2014/main" id="{463DD98C-2431-EB5F-B225-E67C11FD6AEB}"/>
              </a:ext>
            </a:extLst>
          </p:cNvPr>
          <p:cNvGraphicFramePr>
            <a:graphicFrameLocks noGrp="1"/>
          </p:cNvGraphicFramePr>
          <p:nvPr>
            <p:ph idx="1"/>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26501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70478" y="365125"/>
            <a:ext cx="5414971" cy="6053238"/>
          </a:xfrm>
        </p:spPr>
      </p:pic>
    </p:spTree>
    <p:extLst>
      <p:ext uri="{BB962C8B-B14F-4D97-AF65-F5344CB8AC3E}">
        <p14:creationId xmlns:p14="http://schemas.microsoft.com/office/powerpoint/2010/main" val="15603190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ext&#10;&#10;Description automatically generated">
            <a:extLst>
              <a:ext uri="{FF2B5EF4-FFF2-40B4-BE49-F238E27FC236}">
                <a16:creationId xmlns="" xmlns:a16="http://schemas.microsoft.com/office/drawing/2014/main" id="{C00E6785-EB9F-DDEE-4FA5-DD556639BC7B}"/>
              </a:ext>
            </a:extLst>
          </p:cNvPr>
          <p:cNvPicPr>
            <a:picLocks noGrp="1" noChangeAspect="1"/>
          </p:cNvPicPr>
          <p:nvPr>
            <p:ph idx="1"/>
          </p:nvPr>
        </p:nvPicPr>
        <p:blipFill>
          <a:blip r:embed="rId2"/>
          <a:stretch>
            <a:fillRect/>
          </a:stretch>
        </p:blipFill>
        <p:spPr>
          <a:xfrm>
            <a:off x="1794020" y="643467"/>
            <a:ext cx="8603960" cy="5571065"/>
          </a:xfrm>
          <a:prstGeom prst="rect">
            <a:avLst/>
          </a:prstGeom>
          <a:ln>
            <a:noFill/>
          </a:ln>
        </p:spPr>
      </p:pic>
      <p:sp>
        <p:nvSpPr>
          <p:cNvPr id="22" name="Isosceles Triangle 21">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77092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hild eating a hot dog&#10;&#10;Description automatically generated with medium confidence">
            <a:extLst>
              <a:ext uri="{FF2B5EF4-FFF2-40B4-BE49-F238E27FC236}">
                <a16:creationId xmlns="" xmlns:a16="http://schemas.microsoft.com/office/drawing/2014/main" id="{2D131320-BFB6-09D1-B2B8-40F82B13882A}"/>
              </a:ext>
            </a:extLst>
          </p:cNvPr>
          <p:cNvPicPr>
            <a:picLocks noGrp="1" noChangeAspect="1"/>
          </p:cNvPicPr>
          <p:nvPr>
            <p:ph idx="1"/>
          </p:nvPr>
        </p:nvPicPr>
        <p:blipFill>
          <a:blip r:embed="rId2"/>
          <a:stretch>
            <a:fillRect/>
          </a:stretch>
        </p:blipFill>
        <p:spPr>
          <a:xfrm>
            <a:off x="2267089" y="643467"/>
            <a:ext cx="7657822" cy="5571065"/>
          </a:xfrm>
          <a:prstGeom prst="rect">
            <a:avLst/>
          </a:prstGeom>
          <a:ln>
            <a:noFill/>
          </a:ln>
        </p:spPr>
      </p:pic>
      <p:sp>
        <p:nvSpPr>
          <p:cNvPr id="22" name="Isosceles Triangle 21">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52082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ext, letter&#10;&#10;Description automatically generated">
            <a:extLst>
              <a:ext uri="{FF2B5EF4-FFF2-40B4-BE49-F238E27FC236}">
                <a16:creationId xmlns="" xmlns:a16="http://schemas.microsoft.com/office/drawing/2014/main" id="{68758A41-B14C-B79D-4A01-6F3A05E7E428}"/>
              </a:ext>
            </a:extLst>
          </p:cNvPr>
          <p:cNvPicPr>
            <a:picLocks noGrp="1" noChangeAspect="1"/>
          </p:cNvPicPr>
          <p:nvPr>
            <p:ph idx="1"/>
          </p:nvPr>
        </p:nvPicPr>
        <p:blipFill>
          <a:blip r:embed="rId2"/>
          <a:stretch>
            <a:fillRect/>
          </a:stretch>
        </p:blipFill>
        <p:spPr>
          <a:xfrm>
            <a:off x="1938487" y="672043"/>
            <a:ext cx="8315026" cy="5571065"/>
          </a:xfrm>
          <a:prstGeom prst="rect">
            <a:avLst/>
          </a:prstGeom>
          <a:ln>
            <a:noFill/>
          </a:ln>
        </p:spPr>
      </p:pic>
      <p:sp>
        <p:nvSpPr>
          <p:cNvPr id="22" name="Isosceles Triangle 21">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1108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ext&#10;&#10;Description automatically generated">
            <a:extLst>
              <a:ext uri="{FF2B5EF4-FFF2-40B4-BE49-F238E27FC236}">
                <a16:creationId xmlns="" xmlns:a16="http://schemas.microsoft.com/office/drawing/2014/main" id="{7A0C2E87-9F57-8E0E-A23B-F472FFA573A3}"/>
              </a:ext>
            </a:extLst>
          </p:cNvPr>
          <p:cNvPicPr>
            <a:picLocks noGrp="1" noChangeAspect="1"/>
          </p:cNvPicPr>
          <p:nvPr>
            <p:ph idx="1"/>
          </p:nvPr>
        </p:nvPicPr>
        <p:blipFill>
          <a:blip r:embed="rId2"/>
          <a:stretch>
            <a:fillRect/>
          </a:stretch>
        </p:blipFill>
        <p:spPr>
          <a:xfrm>
            <a:off x="1313969" y="643467"/>
            <a:ext cx="9564062" cy="5571065"/>
          </a:xfrm>
          <a:prstGeom prst="rect">
            <a:avLst/>
          </a:prstGeom>
          <a:ln>
            <a:noFill/>
          </a:ln>
        </p:spPr>
      </p:pic>
      <p:sp>
        <p:nvSpPr>
          <p:cNvPr id="22" name="Isosceles Triangle 21">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270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9">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11">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13">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5">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17">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ext&#10;&#10;Description automatically generated">
            <a:extLst>
              <a:ext uri="{FF2B5EF4-FFF2-40B4-BE49-F238E27FC236}">
                <a16:creationId xmlns="" xmlns:a16="http://schemas.microsoft.com/office/drawing/2014/main" id="{AA547663-9FF3-7C46-DD37-385C5A05E5D2}"/>
              </a:ext>
            </a:extLst>
          </p:cNvPr>
          <p:cNvPicPr>
            <a:picLocks noGrp="1" noChangeAspect="1"/>
          </p:cNvPicPr>
          <p:nvPr>
            <p:ph idx="1"/>
          </p:nvPr>
        </p:nvPicPr>
        <p:blipFill>
          <a:blip r:embed="rId2"/>
          <a:stretch>
            <a:fillRect/>
          </a:stretch>
        </p:blipFill>
        <p:spPr>
          <a:xfrm>
            <a:off x="1054311" y="643467"/>
            <a:ext cx="10083378" cy="5571065"/>
          </a:xfrm>
          <a:prstGeom prst="rect">
            <a:avLst/>
          </a:prstGeom>
          <a:ln>
            <a:noFill/>
          </a:ln>
        </p:spPr>
      </p:pic>
      <p:sp>
        <p:nvSpPr>
          <p:cNvPr id="22" name="Isosceles Triangle 21">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0412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 xmlns:a16="http://schemas.microsoft.com/office/drawing/2014/main" id="{BACC6370-2D7E-4714-9D71-7542949D7D5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256B2C21-A230-48C0-8DF1-C46611373C4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 xmlns:a16="http://schemas.microsoft.com/office/drawing/2014/main" id="{3847E18C-932D-4C95-AABA-FEC7C9499AD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 xmlns:a16="http://schemas.microsoft.com/office/drawing/2014/main" id="{3150CB11-0C61-439E-910F-5787759E72A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 xmlns:a16="http://schemas.microsoft.com/office/drawing/2014/main" id="{43F8A58B-5155-44CE-A5FF-7647B47D0A7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 xmlns:a16="http://schemas.microsoft.com/office/drawing/2014/main" id="{443F2ACA-E6D6-4028-82DD-F03C262D5DE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B6ACCC29-2F8E-48A5-B9FD-0CEDC357D493}"/>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latin typeface="+mn-lt"/>
              </a:rPr>
              <a:t>Reduce Poverty</a:t>
            </a:r>
          </a:p>
        </p:txBody>
      </p:sp>
      <p:graphicFrame>
        <p:nvGraphicFramePr>
          <p:cNvPr id="5" name="Content Placeholder 2">
            <a:extLst>
              <a:ext uri="{FF2B5EF4-FFF2-40B4-BE49-F238E27FC236}">
                <a16:creationId xmlns="" xmlns:a16="http://schemas.microsoft.com/office/drawing/2014/main" id="{17A328A0-8951-8367-0135-8DE39E0521F5}"/>
              </a:ext>
            </a:extLst>
          </p:cNvPr>
          <p:cNvGraphicFramePr>
            <a:graphicFrameLocks noGrp="1"/>
          </p:cNvGraphicFramePr>
          <p:nvPr>
            <p:ph idx="1"/>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02348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299</TotalTime>
  <Words>493</Words>
  <Application>Microsoft Office PowerPoint</Application>
  <PresentationFormat>Widescreen</PresentationFormat>
  <Paragraphs>15</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POVERTY</vt:lpstr>
      <vt:lpstr>PowerPoint Presentation</vt:lpstr>
      <vt:lpstr>PowerPoint Presentation</vt:lpstr>
      <vt:lpstr>Four Questions About Poverty</vt:lpstr>
      <vt:lpstr>PowerPoint Presentation</vt:lpstr>
      <vt:lpstr>PowerPoint Presentation</vt:lpstr>
      <vt:lpstr>PowerPoint Presentation</vt:lpstr>
      <vt:lpstr>PowerPoint Presentation</vt:lpstr>
      <vt:lpstr>PowerPoint Presentation</vt:lpstr>
      <vt:lpstr>PowerPoint Presentation</vt:lpstr>
      <vt:lpstr>Reduce Poverty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POVERTY</dc:title>
  <dc:creator>Microsoft account</dc:creator>
  <cp:lastModifiedBy>Microsoft account</cp:lastModifiedBy>
  <cp:revision>4</cp:revision>
  <dcterms:created xsi:type="dcterms:W3CDTF">2023-12-03T19:42:59Z</dcterms:created>
  <dcterms:modified xsi:type="dcterms:W3CDTF">2023-12-11T09:02:29Z</dcterms:modified>
</cp:coreProperties>
</file>