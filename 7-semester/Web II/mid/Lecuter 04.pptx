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15"/>
  </p:notesMasterIdLst>
  <p:sldIdLst>
    <p:sldId id="292" r:id="rId2"/>
    <p:sldId id="293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 autoAdjust="0"/>
    <p:restoredTop sz="95501" autoAdjust="0"/>
  </p:normalViewPr>
  <p:slideViewPr>
    <p:cSldViewPr snapToGrid="0">
      <p:cViewPr varScale="1">
        <p:scale>
          <a:sx n="74" d="100"/>
          <a:sy n="74" d="100"/>
        </p:scale>
        <p:origin x="4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C7E43-56F6-45CB-A194-C69F9D70AB1E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2DFD2-0C38-4B29-9BF4-608CE31B7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87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5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3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85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5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65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47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95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89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82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69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39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3/27/2025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32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1524000" y="1279525"/>
            <a:ext cx="533400" cy="228600"/>
          </a:xfrm>
          <a:custGeom>
            <a:avLst/>
            <a:gdLst>
              <a:gd name="connsiteX0" fmla="*/ 0 w 533400"/>
              <a:gd name="connsiteY0" fmla="*/ 228600 h 228600"/>
              <a:gd name="connsiteX1" fmla="*/ 533400 w 533400"/>
              <a:gd name="connsiteY1" fmla="*/ 228600 h 228600"/>
              <a:gd name="connsiteX2" fmla="*/ 533400 w 533400"/>
              <a:gd name="connsiteY2" fmla="*/ 0 h 228600"/>
              <a:gd name="connsiteX3" fmla="*/ 0 w 533400"/>
              <a:gd name="connsiteY3" fmla="*/ 0 h 228600"/>
              <a:gd name="connsiteX4" fmla="*/ 0 w 53340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CC8E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2114550" y="1279525"/>
            <a:ext cx="8553450" cy="228600"/>
          </a:xfrm>
          <a:custGeom>
            <a:avLst/>
            <a:gdLst>
              <a:gd name="connsiteX0" fmla="*/ 0 w 8553450"/>
              <a:gd name="connsiteY0" fmla="*/ 228600 h 228600"/>
              <a:gd name="connsiteX1" fmla="*/ 8553450 w 8553450"/>
              <a:gd name="connsiteY1" fmla="*/ 228600 h 228600"/>
              <a:gd name="connsiteX2" fmla="*/ 8553450 w 8553450"/>
              <a:gd name="connsiteY2" fmla="*/ 0 h 228600"/>
              <a:gd name="connsiteX3" fmla="*/ 0 w 8553450"/>
              <a:gd name="connsiteY3" fmla="*/ 0 h 228600"/>
              <a:gd name="connsiteX4" fmla="*/ 0 w 855345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7E97A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1604990" y="434527"/>
            <a:ext cx="54546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dirty="0">
                <a:solidFill>
                  <a:srgbClr val="1F2123"/>
                </a:solidFill>
                <a:latin typeface="Lucida Sans Unicode" panose="020B0602030504020204" pitchFamily="34" charset="0"/>
              </a:rPr>
              <a:t>Contact</a:t>
            </a:r>
            <a:r>
              <a:rPr lang="en-US" altLang="zh-CN" sz="4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solidFill>
                  <a:srgbClr val="1F2123"/>
                </a:solidFill>
                <a:latin typeface="Lucida Sans Unicode" panose="020B0602030504020204" pitchFamily="34" charset="0"/>
              </a:rPr>
              <a:t>Information</a:t>
            </a:r>
          </a:p>
        </p:txBody>
      </p:sp>
      <p:sp>
        <p:nvSpPr>
          <p:cNvPr id="6152" name="TextBox 1"/>
          <p:cNvSpPr txBox="1">
            <a:spLocks noChangeArrowheads="1"/>
          </p:cNvSpPr>
          <p:nvPr/>
        </p:nvSpPr>
        <p:spPr bwMode="auto">
          <a:xfrm>
            <a:off x="1552613" y="1734218"/>
            <a:ext cx="9293716" cy="208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81113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811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811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2500"/>
              </a:lnSpc>
              <a:buNone/>
            </a:pPr>
            <a:r>
              <a:rPr lang="en-US" altLang="zh-CN" sz="2400" dirty="0" smtClean="0">
                <a:solidFill>
                  <a:srgbClr val="000000"/>
                </a:solidFill>
                <a:latin typeface="Lucida Sans Unicode" panose="020B0602030504020204" pitchFamily="34" charset="0"/>
              </a:rPr>
              <a:t>Instructor: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Engr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Khateeb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Khan</a:t>
            </a:r>
          </a:p>
          <a:p>
            <a:pPr defTabSz="914400">
              <a:lnSpc>
                <a:spcPts val="2500"/>
              </a:lnSpc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Lecturer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(Software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Engineering)</a:t>
            </a:r>
          </a:p>
          <a:p>
            <a:pPr defTabSz="914400">
              <a:lnSpc>
                <a:spcPts val="2500"/>
              </a:lnSpc>
              <a:buNone/>
            </a:pPr>
            <a:r>
              <a:rPr lang="en-US" sz="2400" dirty="0" smtClean="0"/>
              <a:t>Department of Software </a:t>
            </a:r>
            <a:r>
              <a:rPr lang="en-US" sz="2400" dirty="0"/>
              <a:t>Engineering NUML University</a:t>
            </a:r>
            <a:r>
              <a:rPr lang="en-US" sz="2400" dirty="0" smtClean="0"/>
              <a:t>, </a:t>
            </a:r>
            <a:r>
              <a:rPr lang="en-US" sz="2400" dirty="0"/>
              <a:t>Islamabad</a:t>
            </a:r>
            <a:r>
              <a:rPr lang="en-US" sz="2400" dirty="0" smtClean="0"/>
              <a:t>  </a:t>
            </a:r>
          </a:p>
          <a:p>
            <a:pPr defTabSz="914400">
              <a:lnSpc>
                <a:spcPts val="2500"/>
              </a:lnSpc>
              <a:buNone/>
            </a:pPr>
            <a:endParaRPr lang="en-US" sz="4000" dirty="0"/>
          </a:p>
          <a:p>
            <a:pPr defTabSz="914400">
              <a:lnSpc>
                <a:spcPts val="3200"/>
              </a:lnSpc>
              <a:buFontTx/>
              <a:buNone/>
            </a:pPr>
            <a:endParaRPr lang="en-US" altLang="zh-CN" sz="2400" dirty="0">
              <a:solidFill>
                <a:srgbClr val="C0000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6153" name="TextBox 1"/>
          <p:cNvSpPr txBox="1">
            <a:spLocks noChangeArrowheads="1"/>
          </p:cNvSpPr>
          <p:nvPr/>
        </p:nvSpPr>
        <p:spPr bwMode="auto">
          <a:xfrm>
            <a:off x="1552613" y="3099456"/>
            <a:ext cx="1753685" cy="63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2000"/>
              </a:lnSpc>
            </a:pPr>
            <a:r>
              <a:rPr lang="en-US" altLang="zh-CN" sz="2000" dirty="0" smtClean="0">
                <a:solidFill>
                  <a:srgbClr val="000000"/>
                </a:solidFill>
                <a:latin typeface="Lucida Sans Unicode" panose="020B0602030504020204" pitchFamily="34" charset="0"/>
              </a:rPr>
              <a:t>Email:</a:t>
            </a:r>
          </a:p>
          <a:p>
            <a:pPr defTabSz="914400">
              <a:lnSpc>
                <a:spcPts val="2000"/>
              </a:lnSpc>
            </a:pPr>
            <a:r>
              <a:rPr lang="en-US" altLang="zh-CN" sz="2000" dirty="0" smtClean="0">
                <a:solidFill>
                  <a:srgbClr val="000000"/>
                </a:solidFill>
                <a:latin typeface="Lucida Sans Unicode" panose="020B0602030504020204" pitchFamily="34" charset="0"/>
              </a:rPr>
              <a:t>Office</a:t>
            </a:r>
            <a:r>
              <a:rPr lang="en-US" altLang="zh-CN" sz="2000" dirty="0" smtClean="0">
                <a:solidFill>
                  <a:prstClr val="black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Lucida Sans Unicode" panose="020B0602030504020204" pitchFamily="34" charset="0"/>
              </a:rPr>
              <a:t>hours: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78630" y="3771805"/>
            <a:ext cx="82676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000" b="1" dirty="0" smtClean="0">
                <a:solidFill>
                  <a:schemeClr val="tx2"/>
                </a:solidFill>
              </a:rPr>
              <a:t>ACADEMIC BACKGROUND </a:t>
            </a:r>
          </a:p>
          <a:p>
            <a:pPr algn="r">
              <a:lnSpc>
                <a:spcPct val="200000"/>
              </a:lnSpc>
            </a:pPr>
            <a:r>
              <a:rPr lang="en-US" sz="2000" b="1" dirty="0" smtClean="0">
                <a:solidFill>
                  <a:schemeClr val="tx2"/>
                </a:solidFill>
              </a:rPr>
              <a:t>BS-SE (MUST) MIRPUR, AJK </a:t>
            </a:r>
          </a:p>
          <a:p>
            <a:pPr algn="r">
              <a:lnSpc>
                <a:spcPct val="200000"/>
              </a:lnSpc>
            </a:pPr>
            <a:r>
              <a:rPr lang="en-US" sz="2000" b="1" dirty="0" smtClean="0">
                <a:solidFill>
                  <a:schemeClr val="tx2"/>
                </a:solidFill>
              </a:rPr>
              <a:t>MS-SE(UET) TAXILA, PAKISTAN</a:t>
            </a:r>
          </a:p>
          <a:p>
            <a:pPr algn="r">
              <a:lnSpc>
                <a:spcPct val="200000"/>
              </a:lnSpc>
            </a:pPr>
            <a:r>
              <a:rPr lang="en-US" sz="2000" b="1" dirty="0" smtClean="0">
                <a:solidFill>
                  <a:schemeClr val="tx2"/>
                </a:solidFill>
              </a:rPr>
              <a:t>PHD-SE(UET) TAXILA, PAKISTAN ( IN PROGRESS)</a:t>
            </a:r>
            <a:endParaRPr lang="en-US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52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1524000" y="1279525"/>
            <a:ext cx="533400" cy="228600"/>
          </a:xfrm>
          <a:custGeom>
            <a:avLst/>
            <a:gdLst>
              <a:gd name="connsiteX0" fmla="*/ 0 w 533400"/>
              <a:gd name="connsiteY0" fmla="*/ 228600 h 228600"/>
              <a:gd name="connsiteX1" fmla="*/ 533400 w 533400"/>
              <a:gd name="connsiteY1" fmla="*/ 228600 h 228600"/>
              <a:gd name="connsiteX2" fmla="*/ 533400 w 533400"/>
              <a:gd name="connsiteY2" fmla="*/ 0 h 228600"/>
              <a:gd name="connsiteX3" fmla="*/ 0 w 533400"/>
              <a:gd name="connsiteY3" fmla="*/ 0 h 228600"/>
              <a:gd name="connsiteX4" fmla="*/ 0 w 53340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CC8E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2114550" y="1279525"/>
            <a:ext cx="8553450" cy="228600"/>
          </a:xfrm>
          <a:custGeom>
            <a:avLst/>
            <a:gdLst>
              <a:gd name="connsiteX0" fmla="*/ 0 w 8553450"/>
              <a:gd name="connsiteY0" fmla="*/ 228600 h 228600"/>
              <a:gd name="connsiteX1" fmla="*/ 8553450 w 8553450"/>
              <a:gd name="connsiteY1" fmla="*/ 228600 h 228600"/>
              <a:gd name="connsiteX2" fmla="*/ 8553450 w 8553450"/>
              <a:gd name="connsiteY2" fmla="*/ 0 h 228600"/>
              <a:gd name="connsiteX3" fmla="*/ 0 w 8553450"/>
              <a:gd name="connsiteY3" fmla="*/ 0 h 228600"/>
              <a:gd name="connsiteX4" fmla="*/ 0 w 855345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7E97A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20958" y="395890"/>
            <a:ext cx="2005357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WEB 11</a:t>
            </a:r>
            <a:endParaRPr lang="en-US" altLang="zh-CN" sz="4400" b="1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6152" name="TextBox 1"/>
          <p:cNvSpPr txBox="1">
            <a:spLocks noChangeArrowheads="1"/>
          </p:cNvSpPr>
          <p:nvPr/>
        </p:nvSpPr>
        <p:spPr bwMode="auto">
          <a:xfrm>
            <a:off x="4620958" y="3711592"/>
            <a:ext cx="3518490" cy="8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81113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811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811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2500"/>
              </a:lnSpc>
              <a:buNone/>
            </a:pPr>
            <a:r>
              <a:rPr lang="en-US" sz="6600" b="1" dirty="0">
                <a:solidFill>
                  <a:schemeClr val="accent2"/>
                </a:solidFill>
              </a:rPr>
              <a:t>React JS</a:t>
            </a:r>
            <a:r>
              <a:rPr lang="en-US" sz="6600" dirty="0">
                <a:solidFill>
                  <a:schemeClr val="accent2"/>
                </a:solidFill>
              </a:rPr>
              <a:t/>
            </a:r>
            <a:br>
              <a:rPr lang="en-US" sz="6600" dirty="0">
                <a:solidFill>
                  <a:schemeClr val="accent2"/>
                </a:solidFill>
              </a:rPr>
            </a:br>
            <a:endParaRPr lang="en-US" sz="6600" b="1" dirty="0" smtClean="0">
              <a:solidFill>
                <a:schemeClr val="accent2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88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157339" cy="63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 smtClean="0">
                <a:solidFill>
                  <a:srgbClr val="002060"/>
                </a:solidFill>
              </a:rPr>
              <a:t>Props in JSX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0451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SzPct val="110000"/>
            </a:pPr>
            <a:r>
              <a:rPr lang="en-US" sz="2400" dirty="0"/>
              <a:t>In React, </a:t>
            </a:r>
            <a:r>
              <a:rPr lang="en-US" sz="2400" b="1" dirty="0"/>
              <a:t>props</a:t>
            </a:r>
            <a:r>
              <a:rPr lang="en-US" sz="2400" dirty="0"/>
              <a:t> (short for "properties") are used to </a:t>
            </a:r>
            <a:r>
              <a:rPr lang="en-US" sz="2400" dirty="0">
                <a:solidFill>
                  <a:srgbClr val="FF0000"/>
                </a:solidFill>
              </a:rPr>
              <a:t>pass data from</a:t>
            </a:r>
            <a:r>
              <a:rPr lang="en-US" sz="2400" dirty="0"/>
              <a:t> a parent component to a child component. They enable components to be dynamic and reusable by </a:t>
            </a:r>
            <a:r>
              <a:rPr lang="en-US" sz="2400" dirty="0">
                <a:solidFill>
                  <a:srgbClr val="FF0000"/>
                </a:solidFill>
              </a:rPr>
              <a:t>allowing customization </a:t>
            </a:r>
            <a:r>
              <a:rPr lang="en-US" sz="2400" dirty="0"/>
              <a:t>based on the provided values</a:t>
            </a:r>
            <a:r>
              <a:rPr lang="en-US" sz="2400" dirty="0" smtClean="0"/>
              <a:t>. </a:t>
            </a:r>
            <a:r>
              <a:rPr lang="en-US" sz="2400" dirty="0"/>
              <a:t>Props might remind you of HTML attributes, but you can pass any JavaScript</a:t>
            </a:r>
            <a:br>
              <a:rPr lang="en-US" sz="2400" dirty="0"/>
            </a:br>
            <a:r>
              <a:rPr lang="en-US" sz="2400" dirty="0"/>
              <a:t>value through them, including </a:t>
            </a:r>
            <a:r>
              <a:rPr lang="en-US" sz="2400" dirty="0">
                <a:solidFill>
                  <a:srgbClr val="FF0000"/>
                </a:solidFill>
              </a:rPr>
              <a:t>objects, arrays, and functions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16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7109767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 smtClean="0">
                <a:solidFill>
                  <a:srgbClr val="002060"/>
                </a:solidFill>
              </a:rPr>
              <a:t>Key Features of Props in JSX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0451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(Read-Only) Nature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 are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they cannot be modified by the child component. The parent component owns and controls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follows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data 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data is passed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to child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components. The child component cannot send data back directly to the parent via props.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 can accept various data types, including: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(Callback Functions)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SzPct val="11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7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1801775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Card </a:t>
            </a:r>
            <a:r>
              <a:rPr lang="en-US" altLang="zh-CN" sz="4400" b="1" dirty="0" err="1" smtClean="0">
                <a:solidFill>
                  <a:srgbClr val="002060"/>
                </a:solidFill>
              </a:rPr>
              <a:t>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2852" y="1598613"/>
            <a:ext cx="104705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import React from "react";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import './index.css';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import './index.js';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function Card(props)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return (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&lt;div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="card"&gt;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{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props.imageUrl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&amp;&amp; &lt;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props.imageUrl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 alt={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props.title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 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="card-image"/&gt;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&lt;div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="card-content"&gt;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    &lt;h2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="card-title"&gt;{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props.title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}&lt;/h2&gt;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    &lt;p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="card-description"&gt;{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props.descripton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}&lt;/p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&lt;/div&gt;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&lt;/div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export default Card;</a:t>
            </a:r>
            <a:endParaRPr lang="en-US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1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2750176" cy="63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 smtClean="0">
                <a:solidFill>
                  <a:srgbClr val="002060"/>
                </a:solidFill>
              </a:rPr>
              <a:t>Props in 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2852" y="1598613"/>
            <a:ext cx="104705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import React from "react";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import './index.css';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import './index.js';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function Card(props)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return (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&lt;div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="card"&gt;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{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props.imageUrl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&amp;&amp; &lt;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img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props.imageUrl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 alt={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props.title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 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="card-image"/&gt;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&lt;div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="card-content"&gt;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    &lt;h2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="card-title"&gt;{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props.title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}&lt;/h2&gt;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    &lt;p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="card-description"&gt;{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props.descripton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}&lt;/p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    &lt;/div&gt;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    &lt;/div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export default Card;</a:t>
            </a:r>
            <a:endParaRPr lang="en-US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873583"/>
            <a:ext cx="64770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6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2224968" cy="63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Card 2 </a:t>
            </a:r>
            <a:r>
              <a:rPr lang="en-US" altLang="zh-CN" sz="4400" b="1" dirty="0" err="1" smtClean="0">
                <a:solidFill>
                  <a:srgbClr val="002060"/>
                </a:solidFill>
              </a:rPr>
              <a:t>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2852" y="1598613"/>
            <a:ext cx="104705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r>
              <a:rPr lang="en-US" dirty="0"/>
              <a:t>import './index.css'</a:t>
            </a:r>
          </a:p>
          <a:p>
            <a:r>
              <a:rPr lang="en-US" dirty="0"/>
              <a:t>import './index.js'</a:t>
            </a:r>
          </a:p>
          <a:p>
            <a:r>
              <a:rPr lang="en-US" dirty="0">
                <a:solidFill>
                  <a:srgbClr val="00B050"/>
                </a:solidFill>
              </a:rPr>
              <a:t>function Card2(props1)</a:t>
            </a:r>
          </a:p>
          <a:p>
            <a:r>
              <a:rPr lang="en-US" dirty="0">
                <a:solidFill>
                  <a:srgbClr val="00B050"/>
                </a:solidFill>
              </a:rPr>
              <a:t>{</a:t>
            </a:r>
          </a:p>
          <a:p>
            <a:r>
              <a:rPr lang="en-US" dirty="0"/>
              <a:t>    return(</a:t>
            </a:r>
          </a:p>
          <a:p>
            <a:r>
              <a:rPr lang="en-US" dirty="0"/>
              <a:t>      </a:t>
            </a:r>
            <a:r>
              <a:rPr lang="en-US" dirty="0">
                <a:solidFill>
                  <a:srgbClr val="FF0000"/>
                </a:solidFill>
              </a:rPr>
              <a:t>  &lt;div </a:t>
            </a:r>
            <a:r>
              <a:rPr lang="en-US" dirty="0" err="1">
                <a:solidFill>
                  <a:srgbClr val="FF0000"/>
                </a:solidFill>
              </a:rPr>
              <a:t>className</a:t>
            </a:r>
            <a:r>
              <a:rPr lang="en-US" dirty="0">
                <a:solidFill>
                  <a:srgbClr val="FF0000"/>
                </a:solidFill>
              </a:rPr>
              <a:t>="card"&gt;</a:t>
            </a:r>
          </a:p>
          <a:p>
            <a:r>
              <a:rPr lang="en-US" dirty="0"/>
              <a:t>            {props1.imagUrl&amp;&amp;&lt;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={[props1.imagUrl]} alt={props1.imagUrl}</a:t>
            </a:r>
          </a:p>
          <a:p>
            <a:r>
              <a:rPr lang="en-US" dirty="0"/>
              <a:t>            </a:t>
            </a:r>
            <a:r>
              <a:rPr lang="en-US" dirty="0" err="1"/>
              <a:t>className</a:t>
            </a:r>
            <a:r>
              <a:rPr lang="en-US" dirty="0"/>
              <a:t>="card-image"/&gt;}</a:t>
            </a:r>
          </a:p>
          <a:p>
            <a:r>
              <a:rPr lang="en-US" dirty="0"/>
              <a:t>           </a:t>
            </a:r>
            <a:r>
              <a:rPr lang="en-US" dirty="0">
                <a:solidFill>
                  <a:srgbClr val="FF0000"/>
                </a:solidFill>
              </a:rPr>
              <a:t> &lt;div </a:t>
            </a:r>
            <a:r>
              <a:rPr lang="en-US" dirty="0" err="1">
                <a:solidFill>
                  <a:srgbClr val="FF0000"/>
                </a:solidFill>
              </a:rPr>
              <a:t>className</a:t>
            </a:r>
            <a:r>
              <a:rPr lang="en-US" dirty="0">
                <a:solidFill>
                  <a:srgbClr val="FF0000"/>
                </a:solidFill>
              </a:rPr>
              <a:t>="card-content"&gt;</a:t>
            </a:r>
          </a:p>
          <a:p>
            <a:r>
              <a:rPr lang="en-US" dirty="0"/>
              <a:t>                &lt;h1 </a:t>
            </a:r>
            <a:r>
              <a:rPr lang="en-US" dirty="0" err="1"/>
              <a:t>className</a:t>
            </a:r>
            <a:r>
              <a:rPr lang="en-US" dirty="0"/>
              <a:t>="card-title"&gt; {props1.title}&lt;/h1&gt;</a:t>
            </a:r>
          </a:p>
          <a:p>
            <a:r>
              <a:rPr lang="en-US" dirty="0"/>
              <a:t>                &lt;p </a:t>
            </a:r>
            <a:r>
              <a:rPr lang="en-US" dirty="0" err="1"/>
              <a:t>className</a:t>
            </a:r>
            <a:r>
              <a:rPr lang="en-US" dirty="0"/>
              <a:t>="card-description"&gt;{props1.content}&lt;/p&gt;</a:t>
            </a:r>
          </a:p>
          <a:p>
            <a:r>
              <a:rPr lang="en-US" dirty="0"/>
              <a:t>            &lt;/div</a:t>
            </a:r>
            <a:r>
              <a:rPr lang="en-US" dirty="0" smtClean="0"/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    &lt;/div</a:t>
            </a:r>
            <a:r>
              <a:rPr lang="en-US" dirty="0" smtClean="0"/>
              <a:t>&gt;</a:t>
            </a:r>
            <a:endParaRPr lang="en-US" dirty="0"/>
          </a:p>
          <a:p>
            <a:r>
              <a:rPr lang="en-US" dirty="0"/>
              <a:t>    );</a:t>
            </a:r>
          </a:p>
          <a:p>
            <a:r>
              <a:rPr lang="en-US" dirty="0"/>
              <a:t>}</a:t>
            </a:r>
          </a:p>
          <a:p>
            <a:r>
              <a:rPr lang="en-US" dirty="0">
                <a:solidFill>
                  <a:srgbClr val="00B050"/>
                </a:solidFill>
              </a:rPr>
              <a:t>export default Card2;</a:t>
            </a:r>
          </a:p>
          <a:p>
            <a:endParaRPr lang="en-US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30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1583767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App.js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75" y="1749184"/>
            <a:ext cx="5610225" cy="4886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25" y="1084504"/>
            <a:ext cx="88392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6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821559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Arrays in React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2852" y="1875800"/>
            <a:ext cx="1004514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React, arrays are commonly used to </a:t>
            </a:r>
            <a:r>
              <a:rPr lang="en-US" dirty="0">
                <a:solidFill>
                  <a:srgbClr val="FF0000"/>
                </a:solidFill>
              </a:rPr>
              <a:t>manage and render lists of data dynamically</a:t>
            </a:r>
            <a:r>
              <a:rPr lang="en-US" dirty="0"/>
              <a:t>. Since React is JavaScript-based, you can work with arrays using standard JavaScript methods like .map(), .filter(), and .reduce</a:t>
            </a:r>
            <a:r>
              <a:rPr lang="en-US" dirty="0" smtClean="0"/>
              <a:t>()</a:t>
            </a:r>
          </a:p>
          <a:p>
            <a:pPr algn="just"/>
            <a:endParaRPr lang="en-US" dirty="0"/>
          </a:p>
          <a:p>
            <a:pPr algn="just"/>
            <a:r>
              <a:rPr lang="en-US" sz="3200" dirty="0" smtClean="0">
                <a:solidFill>
                  <a:srgbClr val="FF0000"/>
                </a:solidFill>
              </a:rPr>
              <a:t>Syntax 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98919" y="3990535"/>
            <a:ext cx="57450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00B050"/>
                </a:solidFill>
              </a:rPr>
              <a:t>const</a:t>
            </a:r>
            <a:r>
              <a:rPr lang="en-US" sz="2400" dirty="0">
                <a:solidFill>
                  <a:srgbClr val="00B050"/>
                </a:solidFill>
              </a:rPr>
              <a:t> fruits = ["Apple", "Banana", "Orange"];</a:t>
            </a:r>
          </a:p>
        </p:txBody>
      </p:sp>
    </p:spTree>
    <p:extLst>
      <p:ext uri="{BB962C8B-B14F-4D97-AF65-F5344CB8AC3E}">
        <p14:creationId xmlns:p14="http://schemas.microsoft.com/office/powerpoint/2010/main" val="353932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2566023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SDATA.JS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2852" y="1598613"/>
            <a:ext cx="878195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r>
              <a:rPr lang="en-US" dirty="0"/>
              <a:t>import './index.css'</a:t>
            </a:r>
          </a:p>
          <a:p>
            <a:r>
              <a:rPr lang="en-US" dirty="0"/>
              <a:t>import './index.js'</a:t>
            </a:r>
          </a:p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sdata</a:t>
            </a:r>
            <a:r>
              <a:rPr lang="en-US" dirty="0"/>
              <a:t>=[</a:t>
            </a:r>
          </a:p>
          <a:p>
            <a:r>
              <a:rPr lang="en-US" dirty="0"/>
              <a:t>    </a:t>
            </a:r>
            <a:r>
              <a:rPr lang="en-US" dirty="0" smtClean="0"/>
              <a:t>{   </a:t>
            </a:r>
            <a:r>
              <a:rPr lang="en-US" dirty="0" err="1" smtClean="0"/>
              <a:t>title</a:t>
            </a:r>
            <a:r>
              <a:rPr lang="en-US" dirty="0" err="1"/>
              <a:t>:"card</a:t>
            </a:r>
            <a:r>
              <a:rPr lang="en-US" dirty="0"/>
              <a:t> 1</a:t>
            </a:r>
            <a:r>
              <a:rPr lang="en-US" dirty="0" smtClean="0"/>
              <a:t>",  </a:t>
            </a:r>
            <a:r>
              <a:rPr lang="en-US" dirty="0" err="1"/>
              <a:t>description:"this</a:t>
            </a:r>
            <a:r>
              <a:rPr lang="en-US" dirty="0"/>
              <a:t> is card 1",</a:t>
            </a:r>
          </a:p>
          <a:p>
            <a:r>
              <a:rPr lang="en-US" dirty="0"/>
              <a:t>        </a:t>
            </a:r>
            <a:r>
              <a:rPr lang="en-US" dirty="0" err="1"/>
              <a:t>imageURL</a:t>
            </a:r>
            <a:r>
              <a:rPr lang="en-US" dirty="0"/>
              <a:t>:"https://picsum.photos/seed/picsum/200/300",</a:t>
            </a:r>
          </a:p>
          <a:p>
            <a:r>
              <a:rPr lang="en-US" dirty="0"/>
              <a:t>        </a:t>
            </a:r>
            <a:r>
              <a:rPr lang="en-US" dirty="0" err="1"/>
              <a:t>links:'https</a:t>
            </a:r>
            <a:r>
              <a:rPr lang="en-US" dirty="0"/>
              <a:t>://www.google.co.uk/'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{</a:t>
            </a:r>
            <a:r>
              <a:rPr lang="en-US" dirty="0" err="1"/>
              <a:t>title:"card</a:t>
            </a:r>
            <a:r>
              <a:rPr lang="en-US" dirty="0"/>
              <a:t> 2</a:t>
            </a:r>
            <a:r>
              <a:rPr lang="en-US" dirty="0" smtClean="0"/>
              <a:t>", </a:t>
            </a:r>
            <a:r>
              <a:rPr lang="en-US" dirty="0" err="1"/>
              <a:t>description:"this</a:t>
            </a:r>
            <a:r>
              <a:rPr lang="en-US" dirty="0"/>
              <a:t> is card 2",</a:t>
            </a:r>
          </a:p>
          <a:p>
            <a:r>
              <a:rPr lang="en-US" dirty="0"/>
              <a:t>        </a:t>
            </a:r>
            <a:r>
              <a:rPr lang="en-US" dirty="0" err="1"/>
              <a:t>imageURL</a:t>
            </a:r>
            <a:r>
              <a:rPr lang="en-US" dirty="0"/>
              <a:t>:"https://picsum.photos/seed/picsum/200/300",</a:t>
            </a:r>
          </a:p>
          <a:p>
            <a:r>
              <a:rPr lang="en-US" dirty="0"/>
              <a:t>        </a:t>
            </a:r>
            <a:r>
              <a:rPr lang="en-US" dirty="0" err="1"/>
              <a:t>links:'https</a:t>
            </a:r>
            <a:r>
              <a:rPr lang="en-US" dirty="0"/>
              <a:t>://www.google.co.uk/'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{</a:t>
            </a:r>
            <a:r>
              <a:rPr lang="en-US" dirty="0" err="1"/>
              <a:t>title:"card</a:t>
            </a:r>
            <a:r>
              <a:rPr lang="en-US" dirty="0"/>
              <a:t> 3</a:t>
            </a:r>
            <a:r>
              <a:rPr lang="en-US" dirty="0" smtClean="0"/>
              <a:t>", </a:t>
            </a:r>
            <a:r>
              <a:rPr lang="en-US" dirty="0" err="1"/>
              <a:t>description:"this</a:t>
            </a:r>
            <a:r>
              <a:rPr lang="en-US" dirty="0"/>
              <a:t> is card 3",</a:t>
            </a:r>
          </a:p>
          <a:p>
            <a:r>
              <a:rPr lang="en-US" dirty="0"/>
              <a:t>        </a:t>
            </a:r>
            <a:r>
              <a:rPr lang="en-US" dirty="0" err="1"/>
              <a:t>imageURL</a:t>
            </a:r>
            <a:r>
              <a:rPr lang="en-US" dirty="0"/>
              <a:t>:"https://picsum.photos/seed/picsum/200/300",</a:t>
            </a:r>
          </a:p>
          <a:p>
            <a:r>
              <a:rPr lang="en-US" dirty="0"/>
              <a:t>        </a:t>
            </a:r>
            <a:r>
              <a:rPr lang="en-US" dirty="0" err="1"/>
              <a:t>links:'https</a:t>
            </a:r>
            <a:r>
              <a:rPr lang="en-US" dirty="0"/>
              <a:t>://www.google.co.uk/'</a:t>
            </a:r>
          </a:p>
          <a:p>
            <a:r>
              <a:rPr lang="en-US" dirty="0"/>
              <a:t>    }</a:t>
            </a:r>
          </a:p>
          <a:p>
            <a:r>
              <a:rPr lang="en-US" dirty="0" smtClean="0"/>
              <a:t>];</a:t>
            </a:r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sdata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8512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22852" y="1063410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2648161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CARD3.JS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2852" y="1338048"/>
            <a:ext cx="878195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r>
              <a:rPr lang="en-US" dirty="0"/>
              <a:t>import './index.css';</a:t>
            </a:r>
          </a:p>
          <a:p>
            <a:r>
              <a:rPr lang="en-US" dirty="0"/>
              <a:t>function card3(props) {</a:t>
            </a:r>
          </a:p>
          <a:p>
            <a:r>
              <a:rPr lang="en-US" dirty="0"/>
              <a:t>    return (</a:t>
            </a:r>
          </a:p>
          <a:p>
            <a:r>
              <a:rPr lang="en-US" dirty="0"/>
              <a:t>        &lt;div </a:t>
            </a:r>
            <a:r>
              <a:rPr lang="en-US" dirty="0" err="1"/>
              <a:t>className</a:t>
            </a:r>
            <a:r>
              <a:rPr lang="en-US" dirty="0"/>
              <a:t>="card"&gt;</a:t>
            </a:r>
          </a:p>
          <a:p>
            <a:r>
              <a:rPr lang="en-US" dirty="0"/>
              <a:t>            {</a:t>
            </a:r>
            <a:r>
              <a:rPr lang="en-US" dirty="0" err="1"/>
              <a:t>props.imageUrl</a:t>
            </a:r>
            <a:r>
              <a:rPr lang="en-US" dirty="0"/>
              <a:t> &amp;&amp; (</a:t>
            </a:r>
          </a:p>
          <a:p>
            <a:r>
              <a:rPr lang="en-US" dirty="0"/>
              <a:t>               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={</a:t>
            </a:r>
            <a:r>
              <a:rPr lang="en-US" dirty="0" err="1"/>
              <a:t>props.imageUrl</a:t>
            </a:r>
            <a:r>
              <a:rPr lang="en-US" dirty="0"/>
              <a:t>} alt={</a:t>
            </a:r>
            <a:r>
              <a:rPr lang="en-US" dirty="0" err="1"/>
              <a:t>props.title</a:t>
            </a:r>
            <a:r>
              <a:rPr lang="en-US" dirty="0"/>
              <a:t>} </a:t>
            </a:r>
            <a:r>
              <a:rPr lang="en-US" dirty="0" err="1"/>
              <a:t>className</a:t>
            </a:r>
            <a:r>
              <a:rPr lang="en-US" dirty="0"/>
              <a:t>="card-image" /&gt;</a:t>
            </a:r>
          </a:p>
          <a:p>
            <a:r>
              <a:rPr lang="en-US" dirty="0"/>
              <a:t>            )}</a:t>
            </a:r>
          </a:p>
          <a:p>
            <a:r>
              <a:rPr lang="en-US" dirty="0"/>
              <a:t>            &lt;div </a:t>
            </a:r>
            <a:r>
              <a:rPr lang="en-US" dirty="0" err="1"/>
              <a:t>className</a:t>
            </a:r>
            <a:r>
              <a:rPr lang="en-US" dirty="0"/>
              <a:t>="card-content"&gt;</a:t>
            </a:r>
          </a:p>
          <a:p>
            <a:r>
              <a:rPr lang="en-US" dirty="0"/>
              <a:t>                &lt;h2 </a:t>
            </a:r>
            <a:r>
              <a:rPr lang="en-US" dirty="0" err="1"/>
              <a:t>className</a:t>
            </a:r>
            <a:r>
              <a:rPr lang="en-US" dirty="0"/>
              <a:t>="card-title"&gt;{</a:t>
            </a:r>
            <a:r>
              <a:rPr lang="en-US" dirty="0" err="1"/>
              <a:t>props.title</a:t>
            </a:r>
            <a:r>
              <a:rPr lang="en-US" dirty="0"/>
              <a:t>}&lt;/h2&gt;</a:t>
            </a:r>
          </a:p>
          <a:p>
            <a:r>
              <a:rPr lang="en-US" dirty="0"/>
              <a:t>                &lt;p </a:t>
            </a:r>
            <a:r>
              <a:rPr lang="en-US" dirty="0" err="1"/>
              <a:t>className</a:t>
            </a:r>
            <a:r>
              <a:rPr lang="en-US" dirty="0"/>
              <a:t>="card-description"&gt;{</a:t>
            </a:r>
            <a:r>
              <a:rPr lang="en-US" dirty="0" err="1"/>
              <a:t>props.description</a:t>
            </a:r>
            <a:r>
              <a:rPr lang="en-US" dirty="0"/>
              <a:t>}&lt;/p&gt;</a:t>
            </a:r>
          </a:p>
          <a:p>
            <a:r>
              <a:rPr lang="en-US" dirty="0"/>
              <a:t>                &lt;a </a:t>
            </a:r>
            <a:r>
              <a:rPr lang="en-US" dirty="0" err="1"/>
              <a:t>href</a:t>
            </a:r>
            <a:r>
              <a:rPr lang="en-US" dirty="0"/>
              <a:t>={</a:t>
            </a:r>
            <a:r>
              <a:rPr lang="en-US" dirty="0" err="1"/>
              <a:t>props.link</a:t>
            </a:r>
            <a:r>
              <a:rPr lang="en-US" dirty="0"/>
              <a:t>} target="_blank" </a:t>
            </a:r>
            <a:r>
              <a:rPr lang="en-US" dirty="0" err="1"/>
              <a:t>rel</a:t>
            </a:r>
            <a:r>
              <a:rPr lang="en-US" dirty="0"/>
              <a:t>="</a:t>
            </a:r>
            <a:r>
              <a:rPr lang="en-US" dirty="0" err="1"/>
              <a:t>noopener</a:t>
            </a:r>
            <a:r>
              <a:rPr lang="en-US" dirty="0"/>
              <a:t> </a:t>
            </a:r>
            <a:r>
              <a:rPr lang="en-US" dirty="0" err="1"/>
              <a:t>noreferrer</a:t>
            </a:r>
            <a:r>
              <a:rPr lang="en-US" dirty="0"/>
              <a:t>"&gt;</a:t>
            </a:r>
          </a:p>
          <a:p>
            <a:r>
              <a:rPr lang="en-US" dirty="0"/>
              <a:t>                    &lt;button </a:t>
            </a:r>
            <a:r>
              <a:rPr lang="en-US" dirty="0" err="1"/>
              <a:t>className</a:t>
            </a:r>
            <a:r>
              <a:rPr lang="en-US" dirty="0"/>
              <a:t>="button-click"&gt;Click Me&lt;/button&gt;</a:t>
            </a:r>
          </a:p>
          <a:p>
            <a:r>
              <a:rPr lang="en-US" dirty="0"/>
              <a:t>                &lt;/a&gt;</a:t>
            </a:r>
          </a:p>
          <a:p>
            <a:r>
              <a:rPr lang="en-US" dirty="0"/>
              <a:t>            &lt;/div&gt;</a:t>
            </a:r>
          </a:p>
          <a:p>
            <a:r>
              <a:rPr lang="en-US" dirty="0"/>
              <a:t>        &lt;/div&gt;</a:t>
            </a:r>
          </a:p>
          <a:p>
            <a:r>
              <a:rPr lang="en-US" dirty="0"/>
              <a:t>    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export default card3</a:t>
            </a:r>
            <a:r>
              <a:rPr lang="en-US" dirty="0" smtClean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2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81184" y="1084504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1583767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App.js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2852" y="1468980"/>
            <a:ext cx="826680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function App() {</a:t>
            </a:r>
          </a:p>
          <a:p>
            <a:r>
              <a:rPr lang="en-US" sz="1600" dirty="0"/>
              <a:t>  return (</a:t>
            </a:r>
          </a:p>
          <a:p>
            <a:r>
              <a:rPr lang="en-US" sz="1600" dirty="0"/>
              <a:t>    &lt;div </a:t>
            </a:r>
            <a:r>
              <a:rPr lang="en-US" sz="1600" dirty="0" err="1"/>
              <a:t>className</a:t>
            </a:r>
            <a:r>
              <a:rPr lang="en-US" sz="1600" dirty="0"/>
              <a:t>="App"&gt;  </a:t>
            </a:r>
          </a:p>
          <a:p>
            <a:r>
              <a:rPr lang="en-US" sz="1600" dirty="0"/>
              <a:t>       &lt;card3 </a:t>
            </a:r>
          </a:p>
          <a:p>
            <a:r>
              <a:rPr lang="en-US" sz="1600" dirty="0"/>
              <a:t>        title={</a:t>
            </a:r>
            <a:r>
              <a:rPr lang="en-US" sz="1600" dirty="0" err="1"/>
              <a:t>sdata</a:t>
            </a:r>
            <a:r>
              <a:rPr lang="en-US" sz="1600" dirty="0"/>
              <a:t>[0].title} </a:t>
            </a:r>
          </a:p>
          <a:p>
            <a:r>
              <a:rPr lang="en-US" sz="1600" dirty="0"/>
              <a:t>        description={</a:t>
            </a:r>
            <a:r>
              <a:rPr lang="en-US" sz="1600" dirty="0" err="1"/>
              <a:t>sdata</a:t>
            </a:r>
            <a:r>
              <a:rPr lang="en-US" sz="1600" dirty="0"/>
              <a:t>[0].description} </a:t>
            </a:r>
          </a:p>
          <a:p>
            <a:r>
              <a:rPr lang="en-US" sz="1600" dirty="0"/>
              <a:t>        link={</a:t>
            </a:r>
            <a:r>
              <a:rPr lang="en-US" sz="1600" dirty="0" err="1"/>
              <a:t>sdata</a:t>
            </a:r>
            <a:r>
              <a:rPr lang="en-US" sz="1600" dirty="0"/>
              <a:t>[0].links}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imageUrl</a:t>
            </a:r>
            <a:r>
              <a:rPr lang="en-US" sz="1600" dirty="0"/>
              <a:t>={</a:t>
            </a:r>
            <a:r>
              <a:rPr lang="en-US" sz="1600" dirty="0" err="1"/>
              <a:t>sdata</a:t>
            </a:r>
            <a:r>
              <a:rPr lang="en-US" sz="1600" dirty="0"/>
              <a:t>[0].</a:t>
            </a:r>
            <a:r>
              <a:rPr lang="en-US" sz="1600" dirty="0" err="1"/>
              <a:t>imageURL</a:t>
            </a:r>
            <a:r>
              <a:rPr lang="en-US" sz="1600" dirty="0"/>
              <a:t>} </a:t>
            </a:r>
          </a:p>
          <a:p>
            <a:r>
              <a:rPr lang="en-US" sz="1600" dirty="0"/>
              <a:t>      /&gt;</a:t>
            </a:r>
          </a:p>
          <a:p>
            <a:r>
              <a:rPr lang="en-US" sz="1600" dirty="0"/>
              <a:t>      &lt;card3 </a:t>
            </a:r>
          </a:p>
          <a:p>
            <a:r>
              <a:rPr lang="en-US" sz="1600" dirty="0"/>
              <a:t>        title={</a:t>
            </a:r>
            <a:r>
              <a:rPr lang="en-US" sz="1600" dirty="0" err="1"/>
              <a:t>sdata</a:t>
            </a:r>
            <a:r>
              <a:rPr lang="en-US" sz="1600" dirty="0"/>
              <a:t>[1].title} </a:t>
            </a:r>
          </a:p>
          <a:p>
            <a:r>
              <a:rPr lang="en-US" sz="1600" dirty="0"/>
              <a:t>        description={</a:t>
            </a:r>
            <a:r>
              <a:rPr lang="en-US" sz="1600" dirty="0" err="1"/>
              <a:t>sdata</a:t>
            </a:r>
            <a:r>
              <a:rPr lang="en-US" sz="1600" dirty="0"/>
              <a:t>[1].description} </a:t>
            </a:r>
          </a:p>
          <a:p>
            <a:r>
              <a:rPr lang="en-US" sz="1600" dirty="0"/>
              <a:t>        link={</a:t>
            </a:r>
            <a:r>
              <a:rPr lang="en-US" sz="1600" dirty="0" err="1"/>
              <a:t>sdata</a:t>
            </a:r>
            <a:r>
              <a:rPr lang="en-US" sz="1600" dirty="0"/>
              <a:t>[1].links}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imageUrl</a:t>
            </a:r>
            <a:r>
              <a:rPr lang="en-US" sz="1600" dirty="0"/>
              <a:t>={</a:t>
            </a:r>
            <a:r>
              <a:rPr lang="en-US" sz="1600" dirty="0" err="1"/>
              <a:t>sdata</a:t>
            </a:r>
            <a:r>
              <a:rPr lang="en-US" sz="1600" dirty="0"/>
              <a:t>[1].</a:t>
            </a:r>
            <a:r>
              <a:rPr lang="en-US" sz="1600" dirty="0" err="1"/>
              <a:t>imageURL</a:t>
            </a:r>
            <a:r>
              <a:rPr lang="en-US" sz="1600" dirty="0"/>
              <a:t>} </a:t>
            </a:r>
          </a:p>
          <a:p>
            <a:r>
              <a:rPr lang="en-US" sz="1600" dirty="0"/>
              <a:t>      /&gt;</a:t>
            </a:r>
          </a:p>
          <a:p>
            <a:r>
              <a:rPr lang="en-US" sz="1600" dirty="0" smtClean="0"/>
              <a:t>&lt;/</a:t>
            </a:r>
            <a:r>
              <a:rPr lang="en-US" sz="1600" dirty="0"/>
              <a:t>div&gt;</a:t>
            </a:r>
          </a:p>
          <a:p>
            <a:r>
              <a:rPr lang="en-US" sz="1600" dirty="0"/>
              <a:t>  );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283979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81184" y="1084504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5158463" cy="63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 smtClean="0">
                <a:solidFill>
                  <a:srgbClr val="002060"/>
                </a:solidFill>
              </a:rPr>
              <a:t>App.js Map Function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1184" y="1533642"/>
            <a:ext cx="826680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function App() {</a:t>
            </a:r>
          </a:p>
          <a:p>
            <a:r>
              <a:rPr lang="en-US" sz="2000" dirty="0"/>
              <a:t>  return (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    &lt;div </a:t>
            </a:r>
            <a:r>
              <a:rPr lang="en-US" sz="2000" dirty="0" err="1"/>
              <a:t>className</a:t>
            </a:r>
            <a:r>
              <a:rPr lang="en-US" sz="2000" dirty="0"/>
              <a:t>="App"&gt;</a:t>
            </a:r>
          </a:p>
          <a:p>
            <a:r>
              <a:rPr lang="en-US" sz="2000" dirty="0"/>
              <a:t>      &lt;div&gt;</a:t>
            </a:r>
          </a:p>
          <a:p>
            <a:r>
              <a:rPr lang="en-US" sz="2000" dirty="0"/>
              <a:t>      {</a:t>
            </a:r>
            <a:r>
              <a:rPr lang="en-US" sz="2000" dirty="0" err="1">
                <a:solidFill>
                  <a:srgbClr val="FF0000"/>
                </a:solidFill>
              </a:rPr>
              <a:t>sdata.map</a:t>
            </a:r>
            <a:r>
              <a:rPr lang="en-US" sz="2000" dirty="0"/>
              <a:t>((item, index) =&gt; (</a:t>
            </a:r>
          </a:p>
          <a:p>
            <a:r>
              <a:rPr lang="en-US" sz="2000" dirty="0"/>
              <a:t>        &lt;Card3 </a:t>
            </a:r>
          </a:p>
          <a:p>
            <a:r>
              <a:rPr lang="en-US" sz="2000" dirty="0"/>
              <a:t>          key={index} </a:t>
            </a:r>
          </a:p>
          <a:p>
            <a:r>
              <a:rPr lang="en-US" sz="2000" dirty="0"/>
              <a:t>          title={</a:t>
            </a:r>
            <a:r>
              <a:rPr lang="en-US" sz="2000" dirty="0" err="1"/>
              <a:t>item.title</a:t>
            </a:r>
            <a:r>
              <a:rPr lang="en-US" sz="2000" dirty="0"/>
              <a:t>} </a:t>
            </a:r>
          </a:p>
          <a:p>
            <a:r>
              <a:rPr lang="en-US" sz="2000" dirty="0"/>
              <a:t>          description={</a:t>
            </a:r>
            <a:r>
              <a:rPr lang="en-US" sz="2000" dirty="0" err="1"/>
              <a:t>item.description</a:t>
            </a:r>
            <a:r>
              <a:rPr lang="en-US" sz="2000" dirty="0"/>
              <a:t>} </a:t>
            </a:r>
          </a:p>
          <a:p>
            <a:r>
              <a:rPr lang="en-US" sz="2000" dirty="0"/>
              <a:t>          link={</a:t>
            </a:r>
            <a:r>
              <a:rPr lang="en-US" sz="2000" dirty="0" err="1"/>
              <a:t>item.links</a:t>
            </a:r>
            <a:r>
              <a:rPr lang="en-US" sz="2000" dirty="0"/>
              <a:t>} </a:t>
            </a:r>
          </a:p>
          <a:p>
            <a:r>
              <a:rPr lang="en-US" sz="2000" dirty="0"/>
              <a:t>          </a:t>
            </a:r>
            <a:r>
              <a:rPr lang="en-US" sz="2000" dirty="0" err="1"/>
              <a:t>imageUrl</a:t>
            </a:r>
            <a:r>
              <a:rPr lang="en-US" sz="2000" dirty="0"/>
              <a:t>={</a:t>
            </a:r>
            <a:r>
              <a:rPr lang="en-US" sz="2000" dirty="0" err="1"/>
              <a:t>item.imageURL</a:t>
            </a:r>
            <a:r>
              <a:rPr lang="en-US" sz="2000" dirty="0"/>
              <a:t>} </a:t>
            </a:r>
          </a:p>
          <a:p>
            <a:r>
              <a:rPr lang="en-US" sz="2000" dirty="0"/>
              <a:t>        /&gt;</a:t>
            </a:r>
          </a:p>
          <a:p>
            <a:r>
              <a:rPr lang="en-US" sz="2000" dirty="0"/>
              <a:t>      ))}</a:t>
            </a:r>
          </a:p>
          <a:p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6233374" y="2207481"/>
            <a:ext cx="32197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React, the </a:t>
            </a:r>
            <a:r>
              <a:rPr lang="en-US" dirty="0">
                <a:solidFill>
                  <a:srgbClr val="FF0000"/>
                </a:solidFill>
              </a:rPr>
              <a:t>.map() function</a:t>
            </a:r>
            <a:r>
              <a:rPr lang="en-US" dirty="0"/>
              <a:t> is commonly used to dynamically render lists of components based on an array of data. It helps make the code more concise and maintainable.</a:t>
            </a:r>
          </a:p>
        </p:txBody>
      </p:sp>
    </p:spTree>
    <p:extLst>
      <p:ext uri="{BB962C8B-B14F-4D97-AF65-F5344CB8AC3E}">
        <p14:creationId xmlns:p14="http://schemas.microsoft.com/office/powerpoint/2010/main" val="350416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2113</TotalTime>
  <Words>596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SimSun</vt:lpstr>
      <vt:lpstr>Adobe Fan Heiti Std B</vt:lpstr>
      <vt:lpstr>Arial</vt:lpstr>
      <vt:lpstr>Calibri</vt:lpstr>
      <vt:lpstr>Calibri Light</vt:lpstr>
      <vt:lpstr>Consolas</vt:lpstr>
      <vt:lpstr>Lucida Sans Unicode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Mariya Hanif</dc:creator>
  <cp:lastModifiedBy>Engr.Khateeb</cp:lastModifiedBy>
  <cp:revision>264</cp:revision>
  <dcterms:created xsi:type="dcterms:W3CDTF">2021-02-08T18:52:44Z</dcterms:created>
  <dcterms:modified xsi:type="dcterms:W3CDTF">2025-03-26T22:36:34Z</dcterms:modified>
</cp:coreProperties>
</file>