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E55-DB92-4334-816A-4F46C51D9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E3B5A-8E40-4F02-9E85-1CE885EE3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099DA-DDD8-4245-B087-178D49F3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ADB2-7DCA-4854-917A-55C23165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93F42-81A2-4306-B7D1-F60D7B7A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5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F3AA-03BE-4BC5-BCA0-48E2EEF4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1D1DD-9CC0-4B9B-9D6E-37CAE6D03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A3016-EC00-4015-861B-CDA8CBE2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BDCDC-ACD2-4ABD-B1BE-79638B74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8DC1B-290E-4C88-BB21-4CB28230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45F7-D388-4988-BAEA-6CD1899D2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5F6D-5B83-40D7-99D8-5390E6087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EB98-76E1-4A24-B459-5C3734C56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6C857-10CA-43F0-A1A6-50984598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0EE1-158D-417E-8DB8-4EDB3CC6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7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9773-D918-46EB-B5FD-C435F329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44CE0-C957-469E-83BC-56CBD4D53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59365-7562-444D-B311-F6B34A95A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851EE-D99B-4A0A-BD89-AA1198E4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08882-685C-441D-9956-636ADD29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1AABF-5909-4734-8D71-9D1173BF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3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9047-C69B-4CCE-A89B-F79F4F39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BEA2C-8BC7-40F8-B45A-77F897B0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56FE7-45C3-4281-9AA7-8D0A250D7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D9201-9D63-42F2-AC4E-79244C0F5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DEDCB-500A-4921-ABE9-FF182545C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F2B4B-51A2-4DF0-830F-93AB132C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D32FB-B6D9-4370-983A-03D567F6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14716-B873-4340-A50E-F2F8C029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2029-F7A1-4B5B-B212-F6EFC77B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3C6C4-7ED0-419F-9C01-985B413F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4435-472A-415D-A938-F681B1CC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9F994-D492-4E7D-9E8B-43833044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4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642F0-3BD9-41BC-962D-E3CF7E65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FB3D1-BB12-4C91-8E92-766FAFF3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0CDC2-F24B-4760-AF6E-C5C12974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8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EBCC-1042-4D85-8CE5-52F5BF27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46299-F80C-4478-9CEA-7D40A4169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A6592-7397-43AC-B003-1CEC935BC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52421-A72C-4977-ABAD-901DB066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68FD4-F3BC-4F67-B579-4528E5F8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31D4E-4029-4713-88D0-56084E56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7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D1C7-C55C-40B0-943E-D7529820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5A160-DA36-4CD9-9534-3DD4B9D55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CD4E1-91CD-4FFD-A14D-132523E7B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94BB7-BED5-4C06-BA16-DB1FF4AF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B2089-A9B2-4DB7-B36B-5F908597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3F2C-7505-4086-9ABD-FE928255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4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4DA3-DB5C-40C7-AE53-91C9DE1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5F743-8537-4F46-B0F5-70FEE3148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BC1D4-276C-4689-A01A-1104453D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1FCC6-EF08-4BB0-8F32-4400097F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57A6F-E2C5-455A-B6A3-9644C0AD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E9CA1-A228-434E-B358-04191F9B8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E2E7-AA69-4B66-8BCE-24FE0AFA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CF4E-8B27-4986-9EEA-95862469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D72E-1A91-46F0-B183-C3C25403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DD488-324D-4441-A45C-782C2334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5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BB401-FF9A-450F-AE07-C7C54F3D6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688BB-332E-4ECD-B6E1-CD1BD466A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CDE07-DA14-4BA8-977A-05E4B8602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0AE2-6FE1-4216-AEF1-64CF8528CC5E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4C28-1C02-44F1-AC92-7C062320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C4D7C-1C15-4019-B6A4-A0FAF6083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0540B-451F-4F2D-A127-2C46AFD1E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6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FAE6-B820-472E-9F9A-86ECBBB6D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701" y="1066798"/>
            <a:ext cx="5213684" cy="1724527"/>
          </a:xfrm>
        </p:spPr>
        <p:txBody>
          <a:bodyPr>
            <a:normAutofit fontScale="90000"/>
          </a:bodyPr>
          <a:lstStyle/>
          <a:p>
            <a:br>
              <a:rPr lang="en-US" dirty="0">
                <a:highlight>
                  <a:srgbClr val="000000"/>
                </a:highlight>
              </a:rPr>
            </a:b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Well-Designed Product: </a:t>
            </a:r>
            <a:b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Keep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7FD12E-FB01-42C9-B0C3-9AC86FE7C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926" y="0"/>
            <a:ext cx="5490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9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5EC7-C738-458F-BD4D-8441A5C4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5"/>
            <a:ext cx="5935579" cy="208931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Poorly-Designed Product: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Teller Machine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(ATM)</a:t>
            </a:r>
          </a:p>
        </p:txBody>
      </p:sp>
      <p:pic>
        <p:nvPicPr>
          <p:cNvPr id="1026" name="Picture 2" descr="Top 5 ATM Malware Families Used By Hackers to Dispense Money from ...">
            <a:extLst>
              <a:ext uri="{FF2B5EF4-FFF2-40B4-BE49-F238E27FC236}">
                <a16:creationId xmlns:a16="http://schemas.microsoft.com/office/drawing/2014/main" id="{2979B417-50D4-4578-9436-66510E31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579" y="0"/>
            <a:ext cx="638475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47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3C26-AECA-4BDD-9D86-F9FB406A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88A3B-8286-4D3F-B77A-F1B1B204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is the product?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Keep is a note-taking application that allows users to create, organize, and share notes, lists, and reminders.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task does the product perform?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Keep helps users capture and organize information quickly and efficiently. It supports text notes, voice notes, checklists, and photo notes.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Present one way in which this product is easy for you to use: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Keep has an intuitive, minimalist interface with clear icons and simple navigation. Adding a new note is straightforward, and the drag-and-drop functionality for rearranging notes is very user-friendly.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How would someone else find this product difficult to use?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who is not familiar with digital note-taking tools or who prefers more structured note organization might find Google Keep's freeform approach to be chaotic and disorganized.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How could this difficulty be resolved?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users who prefer more structure, Google Keep could offer templates or customizable note formats that guide users in creating and organizing their notes more systematically.</a:t>
            </a:r>
          </a:p>
        </p:txBody>
      </p:sp>
    </p:spTree>
    <p:extLst>
      <p:ext uri="{BB962C8B-B14F-4D97-AF65-F5344CB8AC3E}">
        <p14:creationId xmlns:p14="http://schemas.microsoft.com/office/powerpoint/2010/main" val="332170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9C65-CDA9-440B-99D1-CCC9A7B6E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8547"/>
            <a:ext cx="12224084" cy="994611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Difficult-to-use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0889D-62FC-4BE3-AB82-BB323A250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203159"/>
            <a:ext cx="12063663" cy="5654842"/>
          </a:xfrm>
        </p:spPr>
        <p:txBody>
          <a:bodyPr>
            <a:norm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is the product?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product is an Automated Teller Machine (ATM) from a local bank.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task does the product perform?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ATM allows users to perform banking transactions such as withdrawing cash, checking account balances, and transferring money between accounts.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Present one way in which this product is difficult for you to use: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ATM's interface is cluttered and confusing, with a mixture of touch screen and physical buttons. The prompts are not clear, and the flow of actions is not intuitive, often leading to user errors.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How could this difficulty be resolved?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ATM interface could be redesigned to have a more streamlined, step-by-step process with clearer instructions and fewer options presented at once. Consistent use of either touch screen or physical buttons would also improve usability.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How would someone else find this product easy to use?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who frequently uses this specific ATM and is familiar </a:t>
            </a:r>
            <a:r>
              <a:rPr lang="en-US" sz="1200" dirty="0"/>
              <a:t>with its quirks and layout might find it easy to navigate due to their repeated exposure and learned experience.</a:t>
            </a:r>
          </a:p>
        </p:txBody>
      </p:sp>
    </p:spTree>
    <p:extLst>
      <p:ext uri="{BB962C8B-B14F-4D97-AF65-F5344CB8AC3E}">
        <p14:creationId xmlns:p14="http://schemas.microsoft.com/office/powerpoint/2010/main" val="47757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9B6E-717E-46A1-955B-0ABD523F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Important Difference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AFAB-E1F9-487D-940D-455D1CAE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8596" cy="2351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difference between Google Keep and the local bank's ATM lies in the design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user interface clarity. Google Keep’s minimalist and intuitive design caters to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novice and experienced users by providing a straightforward, easy-to-navigate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interface. In contrast, the local bank’s ATM has a cluttered and inconsistent interface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confuses new users and relies on familiarity rather than intuitive design,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the importance of clear and user-centered design principles.</a:t>
            </a:r>
          </a:p>
        </p:txBody>
      </p:sp>
    </p:spTree>
    <p:extLst>
      <p:ext uri="{BB962C8B-B14F-4D97-AF65-F5344CB8AC3E}">
        <p14:creationId xmlns:p14="http://schemas.microsoft.com/office/powerpoint/2010/main" val="415834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500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 Well-Designed Product:   Google Keep</vt:lpstr>
      <vt:lpstr>Poorly-Designed Product:    Automated Teller Machine  (ATM)</vt:lpstr>
      <vt:lpstr>Easy-to-use</vt:lpstr>
      <vt:lpstr>Difficult-to-use</vt:lpstr>
      <vt:lpstr>Summary of Important Difference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Well-Designed Product: Google Keep</dc:title>
  <dc:creator>zulqarnain hassan</dc:creator>
  <cp:lastModifiedBy>zulqarnain hassan</cp:lastModifiedBy>
  <cp:revision>4</cp:revision>
  <dcterms:created xsi:type="dcterms:W3CDTF">2024-05-22T04:02:07Z</dcterms:created>
  <dcterms:modified xsi:type="dcterms:W3CDTF">2024-05-22T04:49:03Z</dcterms:modified>
</cp:coreProperties>
</file>