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F8375-3427-4702-5F13-3CF4FF5AC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CED42-BFFF-D536-29EB-6FBF681E0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538CB-D73E-D9FE-AA8B-E5790E34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8BFFE-DE3C-3FC1-5094-B4D42A9E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398FF-BA69-863A-E576-C1D91240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14D1-F9ED-4449-0CC1-2E6A7013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C4A6-A2BD-F483-3DC7-67A81B906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AA75-49F4-2387-84D4-B349A933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06EC-3DE0-2A40-6B09-10084E0D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C5E1E-19C0-13C7-4A34-2FCF6023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8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DE5D-CDF4-E08A-5044-FF76A126E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2B5D-F9C7-5B57-2FEC-B1EA4B0A2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89037-561F-8305-A459-B1357104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6FD8B-015F-0672-8B32-329A54C5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6E094-63BA-48AB-2E8E-9DE47241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0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170D-CA0D-C8F5-C415-DC48AC50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70F3A-7F92-5F7B-A8D8-8C4CC8F22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52630-40E1-60BC-F0F8-3D5AB271E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33A96-2278-D5E8-BE19-CA09E8CF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B9F81-3AF4-8576-E445-D7D18518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01973-EDDE-5ADD-192D-99FFAEAE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8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8467-F23A-F9AF-C79B-3405F396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CACC4-F94E-428D-D2D6-85B2CC335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B6EE9-20A9-7D16-8648-3D2CCA9BB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B09B5-57C8-4E13-A6EA-59C757F8A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9378B4-E5B8-A1E7-02A0-215F38AD9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C8B959-E1E5-D63A-6133-427D3187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79F3DD-FCB4-95F8-7FF1-AD5498F3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550A7-05D6-556B-97A1-741A26C3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6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B195-BB70-791B-FFDE-B86513F2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69E3D-9E39-94AD-6269-6591E71BF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6EB3C-9E17-7258-60CE-0B45B8BA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04B5C-D815-B719-4997-2CE9E5D1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8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02F1F-223A-119C-1E17-2988B14F2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7B9D3-3F5D-1D13-CAD7-84A8F92B4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18FDA-C168-3AC2-7EEE-764F276F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1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76F6-C102-E900-8CBF-5F6681A7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D8D0A-E194-0D59-8947-6563DC913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EAA6C-B384-236C-4357-46349AD79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C29A7-615E-5797-D57B-18DF83D0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9BF26-07DC-A756-2AB3-10613EEF2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E1899-94FD-6C2D-3487-30F2DF1C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9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9A5F-867A-99B0-F3B4-0C04CDD02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959B1E-5588-DAAD-3938-F7ABBF9FC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0BE6C-0585-F198-10FA-3637B8776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4334C-CCFE-5005-2D62-FAE1F1B9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A9A1C-E513-5984-9490-492FA836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E3A87-A70B-7DAC-0B69-1363C7CB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35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F531-86DA-A290-BA57-C47378B5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086C0-F877-AA22-E2F2-F3FD414CD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79A37-DEDC-8952-2E3E-E8E699BD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E9A32-727B-58B8-4C56-568CA677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39C0E-DA85-B9A6-61DC-BF748ADB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9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FD6FFA-F06C-C203-FF79-23AC8E655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F7C7A-1032-8995-B1E1-06A139020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67C7B-B1A3-9335-27FB-856D1A10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DBFE-386E-B4A7-4A45-795B08076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7F68A-D9B1-9E08-9489-D294C373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6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6CD44-E7EE-BD49-AD4D-CC95B570C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4800C-5632-F597-2E44-F11314256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381FD-B437-E181-5321-C87EDE161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4CC6E-BE67-4C83-8599-603B143488A5}" type="datetimeFigureOut">
              <a:rPr lang="en-US" smtClean="0"/>
              <a:t>15-May-23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88730-1021-C480-FF20-8FFB79624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8E85A-62DE-CB13-9DFB-B0A07CF91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CDC59-417A-4DB2-B0C8-B054CE83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7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8FDDD-1E7B-D60F-2BB3-74982EAEF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33355-BAA2-F75C-5A75-9BDF82AC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AB0A6-48A2-A38B-4554-D7D3471E1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679" y="1392378"/>
            <a:ext cx="3482642" cy="407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86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4C88-BF95-C178-FA18-B1CD5C84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449FF-71E5-306B-C4A5-6A573BB09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102A0B-0B2D-6175-66B9-5F1CCACA2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542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DAD9-D99F-DB29-BDF7-1AF70EC4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00E05-DA4E-A9E4-FC24-1E8543D1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D6B1EB-4C2E-D7D0-96E1-209E401E2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023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5D19-7749-2BB0-7F7A-C9480D6F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FF7C7-F587-206C-ED17-8B2F43476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41D151F-5CB7-323F-525F-2FA58F6F6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62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419A-546A-8502-37B1-42ACA6E2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593C3-FA7D-6B78-1BB1-39F9CE282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4DB422F-5B17-E9DF-984D-365EFF973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49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87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3D09-0000-A7F5-E5C0-C10B5271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D633-63CD-266B-DD30-1DA43D0F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54D56F5-5172-B5DE-42D6-CD3A08FDA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15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3862-D779-3CA3-057E-3B680483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11594-659C-C7FD-C458-715C94DE4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8D2AC24-578D-BCD2-198F-2116E54FF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15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E2C4-5214-6BFD-369A-EE7138AB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E883-F6F9-8F72-8104-BA6DD7871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C5E47C8-5BE7-17F2-0E47-0CDAC35EE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248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498C-76CB-568C-2F1E-DFF0869F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D60A5-65F7-92E0-9524-D0AE110F7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4C8BCDF-D63F-F143-64AB-AF6A4B46F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474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0B06-A1EC-1EA1-D0A0-31F36121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659B6-16DE-4E4C-FFE5-6D9DB8D26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C7B2D6C-6261-9A39-AADE-C2EB71D5B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235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2976-ED0D-A9DD-2569-4CBAD891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162FF-D979-9957-3B98-AFC3EF199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E8A19A4-5F46-C964-12A0-2247A6F7E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273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D097-773F-5106-B514-302C326F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E544F-74AD-34B9-E20D-E880E7B52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6DB1147-56F3-CB59-2253-8C67EB650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112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EB00-A510-C76A-72C5-4BF35E46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C926C-B1D7-7450-3506-CAD2CDE0B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7576BF2-046B-7576-CF6A-34AA92CEF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044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5A33-FD3C-36FB-7149-02E35708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469F-4FBA-B707-B222-D3DD2E7EE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6AAAF10A-6B46-F991-9684-5D2800C4E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128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39DC-B834-53B9-164F-9547ACA7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106A5-2301-77BC-CCAE-54587672A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9B99F25-F429-5B15-7183-55536E222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586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336D-989A-C185-7DE4-9EADCBEC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DECA-B7A2-741A-FDF5-4DED59776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A8867788-3CBF-9EAC-E663-AF648B252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736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744AE-3FA7-7298-1E07-F20A5C3D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8C66-1E0A-00DD-0ED2-292931E66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8C71CA83-F17D-1D5B-A7A5-A8347ED12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72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A31D-E78F-85AC-015D-2E686EC3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C238-D4F9-2570-1044-17D349001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FFA21059-E593-E374-4BD1-A6767279B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454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73D4-887C-9B99-E2DE-AC2B7866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1F08F-5FD2-328C-CBEA-20A1F4E1C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373" y="1815152"/>
            <a:ext cx="10580427" cy="436181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1D86409-260B-508B-946D-BB78AD5A2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45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9680-6DC6-91E1-D3C8-ABBB44F8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35BE-B0D7-54A3-61BF-3FB8E8DE7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EA8BB969-3ABC-4C22-FA65-CF9D53145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825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0206E-213C-A8A1-B527-41013643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A2583-F499-81DC-CE1D-95284978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10F1B4B6-12EF-F9A3-D752-04AAADF27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314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50FA-69CE-E648-E36B-85C10C2D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366F0-A27D-D1D1-9FF7-FE9223E77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9302423F-8BAE-FB9A-88F7-E31A215D3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206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Hasan Shah</dc:creator>
  <cp:lastModifiedBy>Hasan Shah</cp:lastModifiedBy>
  <cp:revision>1</cp:revision>
  <dcterms:created xsi:type="dcterms:W3CDTF">2023-05-15T18:06:11Z</dcterms:created>
  <dcterms:modified xsi:type="dcterms:W3CDTF">2023-05-15T18:06:30Z</dcterms:modified>
</cp:coreProperties>
</file>