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02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34430A-7C7A-4DD4-AA1A-41C951525AB7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A4AD9F-4CC6-4059-BBD9-7BE854074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002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A4AD9F-4CC6-4059-BBD9-7BE854074BF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685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1F45-12A6-47E8-8C57-BEC2E861E109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58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1F45-12A6-47E8-8C57-BEC2E861E109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933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1F45-12A6-47E8-8C57-BEC2E861E109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808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1F45-12A6-47E8-8C57-BEC2E861E109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760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1F45-12A6-47E8-8C57-BEC2E861E109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59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1F45-12A6-47E8-8C57-BEC2E861E109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157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1F45-12A6-47E8-8C57-BEC2E861E109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41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1F45-12A6-47E8-8C57-BEC2E861E109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54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1F45-12A6-47E8-8C57-BEC2E861E109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047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1F45-12A6-47E8-8C57-BEC2E861E109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381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D1F45-12A6-47E8-8C57-BEC2E861E109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855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6"/>
          </a:fgClr>
          <a:bgClr>
            <a:srgbClr val="92D050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9D1F45-12A6-47E8-8C57-BEC2E861E109}" type="datetimeFigureOut">
              <a:rPr lang="en-US" smtClean="0"/>
              <a:t>9/28/2020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99C880-4FAB-474D-B386-365E8304E6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307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3" r:id="rId1"/>
    <p:sldLayoutId id="2147484104" r:id="rId2"/>
    <p:sldLayoutId id="2147484105" r:id="rId3"/>
    <p:sldLayoutId id="2147484106" r:id="rId4"/>
    <p:sldLayoutId id="2147484107" r:id="rId5"/>
    <p:sldLayoutId id="2147484108" r:id="rId6"/>
    <p:sldLayoutId id="2147484109" r:id="rId7"/>
    <p:sldLayoutId id="2147484110" r:id="rId8"/>
    <p:sldLayoutId id="2147484111" r:id="rId9"/>
    <p:sldLayoutId id="2147484112" r:id="rId10"/>
    <p:sldLayoutId id="21474841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Aligarh Movement and Sir Sayyad Ahmed Khan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en-US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0ct 1817-1898</a:t>
            </a:r>
          </a:p>
        </p:txBody>
      </p:sp>
    </p:spTree>
    <p:extLst>
      <p:ext uri="{BB962C8B-B14F-4D97-AF65-F5344CB8AC3E}">
        <p14:creationId xmlns:p14="http://schemas.microsoft.com/office/powerpoint/2010/main" val="994391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Life of Sir Sayyad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Munsib or Sub-Judge (1841-1846, in Fatehpur Sikri)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Transferred to Delhi in 1846 and stationed there till 1855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Persian Madrassah in Moradabad in 1858</a:t>
            </a:r>
          </a:p>
          <a:p>
            <a:pPr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707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Contributions/Works of Sir Sayyad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causes of Indian Revolt (1858-1870)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Society (1864)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Aligarh Institute Gazette (3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March 1866)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Went to England in 1869 and after return wrote “Khutbat-e-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Ahmadia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Seerat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Nabi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(1970) in response to William Muir book on Prophet life.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Muhammadan Anglo Oriental School (24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1875)</a:t>
            </a:r>
          </a:p>
          <a:p>
            <a:pPr marL="0" indent="0" algn="just">
              <a:lnSpc>
                <a:spcPct val="20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436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Contributions/Works of Sir Sayyad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Muhammadan Anglo Oriental College (18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Jan, 1877) and Theodor Beck a Cambridge graduate became its 1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Principal.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Indian Muhammadan Educational Conference (27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Dec, 1886)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around 42 books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Died 27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March 1898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Aligarh Muslim University (1920)</a:t>
            </a:r>
          </a:p>
        </p:txBody>
      </p:sp>
    </p:spTree>
    <p:extLst>
      <p:ext uri="{BB962C8B-B14F-4D97-AF65-F5344CB8AC3E}">
        <p14:creationId xmlns:p14="http://schemas.microsoft.com/office/powerpoint/2010/main" val="1371725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 of Aligarh Movement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Urdu Hind Controversy Banaras 1871 Lt. Governor &amp; Molvi Imdad in a public gathering (1867-1905)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Urdu defense Association at Aligarh 2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May, 1900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 of Bengal  (16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October,1905, Lord Curzon) 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Simla deputation 1906 led by Sir Agha Khan-3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(Lord Minto)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Formation of All India Muslim League in 1906 at annual meeting of All Indian Muhammadan Educational Conference.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968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Leaders of Pakistan Movement Produced or in Contact with Aligarh Movement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Quaid-I-Azam, Allama Muhammad Iqbal, Nawab Mohsen-ul-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Mulana Zafar Ali Khan, Viqar-ul-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Ali Johar</a:t>
            </a:r>
          </a:p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Mulana Shoukat Ali, Hasrat Mohani, Chudary Rehmat Ali etc.</a:t>
            </a:r>
          </a:p>
        </p:txBody>
      </p:sp>
    </p:spTree>
    <p:extLst>
      <p:ext uri="{BB962C8B-B14F-4D97-AF65-F5344CB8AC3E}">
        <p14:creationId xmlns:p14="http://schemas.microsoft.com/office/powerpoint/2010/main" val="2299317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</TotalTime>
  <Words>275</Words>
  <Application>Microsoft Office PowerPoint</Application>
  <PresentationFormat>Widescreen</PresentationFormat>
  <Paragraphs>30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Aligarh Movement and Sir Sayyad Ahmed Khan</vt:lpstr>
      <vt:lpstr>Initial Life of Sir Sayyad</vt:lpstr>
      <vt:lpstr>Contributions/Works of Sir Sayyad</vt:lpstr>
      <vt:lpstr>Contributions/Works of Sir Sayyad</vt:lpstr>
      <vt:lpstr>Outcomes of Aligarh Movement </vt:lpstr>
      <vt:lpstr>Leaders of Pakistan Movement Produced or in Contact with Aligarh Movement 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1857</dc:title>
  <dc:creator>Ahmed Khan</dc:creator>
  <cp:lastModifiedBy>Ahmed Khan</cp:lastModifiedBy>
  <cp:revision>30</cp:revision>
  <dcterms:created xsi:type="dcterms:W3CDTF">2019-10-09T07:32:25Z</dcterms:created>
  <dcterms:modified xsi:type="dcterms:W3CDTF">2020-09-28T07:03:26Z</dcterms:modified>
</cp:coreProperties>
</file>