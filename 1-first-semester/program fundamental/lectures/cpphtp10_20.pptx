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0"/>
  </p:notesMasterIdLst>
  <p:sldIdLst>
    <p:sldId id="29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64CB-F7B6-4612-9A1D-5324D0848265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73D45-E660-488A-91AD-40699C5732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193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5580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FA6-4F2B-4055-8DD7-BF87F8800EE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285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C508-6167-4542-A210-F1B0F8CB78A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575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57078-1F78-45DC-886F-5BEB06C826F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8355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CB52C-8905-4DB6-89E8-7CA62DC131C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0744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D1DC4-1B1A-43E8-9F93-4130CC6AF98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245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7A73-F7F1-4E1D-8AC4-560C13A5119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307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63D5-F721-451F-AA9B-5E5FABE4094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5891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CEA3F-4170-4026-97DF-321BF8B036F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81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262A8-85F3-497C-BB39-9C94C783185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484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C7FF-1770-483B-9DE4-66A7F258540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255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2182-D820-47C1-8A97-7F663061EBA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9159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1BEDA-7237-4AAD-9681-3F86DDC4F49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16A2C-0FC7-40A6-B884-79E193EA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199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Searching and Sorting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20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571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60475"/>
            <a:ext cx="12192000" cy="43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4587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1400"/>
            <a:ext cx="12192000" cy="47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597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22263"/>
            <a:ext cx="12192000" cy="62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1553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682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565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17638"/>
            <a:ext cx="12192000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15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89075"/>
            <a:ext cx="12192000" cy="38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1536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140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4101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9238" y="0"/>
            <a:ext cx="116919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755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8880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9030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6920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" y="0"/>
            <a:ext cx="11106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499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880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7963"/>
            <a:ext cx="12192000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4408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6369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20304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88528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7963"/>
            <a:ext cx="12192000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86442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5065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24164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884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2997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0850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633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5591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6996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94005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9477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60645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2738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90870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84113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7522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54125" y="0"/>
            <a:ext cx="96821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57184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0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1388"/>
            <a:ext cx="12192000" cy="49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794255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cpphtp10_11</Template>
  <TotalTime>0</TotalTime>
  <Words>472</Words>
  <Application>Microsoft Office PowerPoint</Application>
  <PresentationFormat>Custom</PresentationFormat>
  <Paragraphs>41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Theme1</vt:lpstr>
      <vt:lpstr>Searching and Sorting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and Sorting</dc:title>
  <dc:creator>Paul Deitel</dc:creator>
  <cp:lastModifiedBy>Binod</cp:lastModifiedBy>
  <cp:revision>2</cp:revision>
  <dcterms:created xsi:type="dcterms:W3CDTF">2016-07-20T20:43:38Z</dcterms:created>
  <dcterms:modified xsi:type="dcterms:W3CDTF">2016-09-22T10:21:00Z</dcterms:modified>
</cp:coreProperties>
</file>