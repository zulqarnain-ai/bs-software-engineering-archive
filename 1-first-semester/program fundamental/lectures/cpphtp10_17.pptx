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1"/>
  </p:notesMasterIdLst>
  <p:sldIdLst>
    <p:sldId id="30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3A09B-4B6C-45FE-86F2-404F6E5F9F4C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AEC453-B7AF-4324-AC5D-DBD92494D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8114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AFF98-033A-4CF3-885F-5D750793F76E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2523364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3DD85-2904-49A7-BEBC-A0487FBA3E7E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E12AC-E2A8-47D9-AA22-A6D8AC34DC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74410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05D4-AAFD-4170-A074-D7B428D1FC43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E12AC-E2A8-47D9-AA22-A6D8AC34DC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64864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E6D4C-46D6-420D-AB31-C047F2073D88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E12AC-E2A8-47D9-AA22-A6D8AC34DC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11929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257F-9269-4B6E-B8C8-257B36643AFB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E12AC-E2A8-47D9-AA22-A6D8AC34DC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70927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A5D70-50D3-4940-AC48-757DAA64A0E6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E12AC-E2A8-47D9-AA22-A6D8AC34DC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26777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F178B-E2E8-4021-9F71-A05CD7CD595E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E12AC-E2A8-47D9-AA22-A6D8AC34DC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51379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8265-3CF5-42EF-8748-3F35FA5C7460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E12AC-E2A8-47D9-AA22-A6D8AC34DC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39460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4CD5-2200-45E8-B05D-3C4E10B93B6B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E12AC-E2A8-47D9-AA22-A6D8AC34DC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98928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5E37D-AE4A-491A-BA90-07016B708989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E12AC-E2A8-47D9-AA22-A6D8AC34DC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26463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9AECA-769D-4747-AAFF-E4B25FA1C8A1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E12AC-E2A8-47D9-AA22-A6D8AC34DC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55764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4D307-A131-4B20-8082-A15935FBF925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E12AC-E2A8-47D9-AA22-A6D8AC34DC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43731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0A4A4-5426-404E-B93C-D6DEC5CB7E10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E12AC-E2A8-47D9-AA22-A6D8AC34DC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12680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Exception Handling: </a:t>
            </a:r>
            <a:br>
              <a:rPr lang="en-US" dirty="0" smtClean="0">
                <a:solidFill>
                  <a:srgbClr val="3380E6"/>
                </a:solidFill>
                <a:latin typeface="Goudy Sans Medium"/>
              </a:rPr>
            </a:b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A Deeper Look</a:t>
            </a:r>
          </a:p>
        </p:txBody>
      </p:sp>
      <p:sp>
        <p:nvSpPr>
          <p:cNvPr id="10243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/>
            <a:r>
              <a:rPr lang="en-US" altLang="en-US" dirty="0" smtClean="0"/>
              <a:t>Based on Chapter 17 of C++ How to Program, 10/e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18587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0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95325"/>
            <a:ext cx="12192000" cy="54673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63618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0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34950"/>
            <a:ext cx="12192000" cy="6386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21838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0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79425"/>
            <a:ext cx="12192000" cy="589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2695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0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73238"/>
            <a:ext cx="12192000" cy="33099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32039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0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68438"/>
            <a:ext cx="12192000" cy="39195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86012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0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46113"/>
            <a:ext cx="12192000" cy="55657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65868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0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54063"/>
            <a:ext cx="12192000" cy="5348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81598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47644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62075" y="0"/>
            <a:ext cx="94662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05641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1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35100"/>
            <a:ext cx="12192000" cy="39862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57183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1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14438"/>
            <a:ext cx="12192000" cy="442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5237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41500"/>
            <a:ext cx="12192000" cy="317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64059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74825"/>
            <a:ext cx="12192000" cy="33083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67636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55813"/>
            <a:ext cx="12192000" cy="27447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81475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1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82763"/>
            <a:ext cx="12192000" cy="32924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71495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1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08088"/>
            <a:ext cx="12192000" cy="4441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53774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1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01838"/>
            <a:ext cx="12192000" cy="285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64417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1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74825"/>
            <a:ext cx="12192000" cy="33083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9741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2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55813"/>
            <a:ext cx="12192000" cy="274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5055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2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36763"/>
            <a:ext cx="12192000" cy="278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30955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2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39770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2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4425" y="0"/>
            <a:ext cx="99615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7014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2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62813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2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945836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2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71625"/>
            <a:ext cx="1219200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407643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2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69925"/>
            <a:ext cx="12192000" cy="551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36977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2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17613"/>
            <a:ext cx="12192000" cy="44227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906219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2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95500"/>
            <a:ext cx="121920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6891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3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52575"/>
            <a:ext cx="12192000" cy="37512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082370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3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68475"/>
            <a:ext cx="12192000" cy="33194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204513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3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98600"/>
            <a:ext cx="12192000" cy="38592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063885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3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03325" y="0"/>
            <a:ext cx="9783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784667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3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43088"/>
            <a:ext cx="1219200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235543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3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36763"/>
            <a:ext cx="12192000" cy="278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723768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3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190068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3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81050" y="0"/>
            <a:ext cx="106283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546458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3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54063"/>
            <a:ext cx="12192000" cy="5348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640733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3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41863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4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87450"/>
            <a:ext cx="12192000" cy="4481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158777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4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033320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4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96988"/>
            <a:ext cx="12192000" cy="42624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133707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4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3200" y="0"/>
            <a:ext cx="117840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359967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4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74638" y="0"/>
            <a:ext cx="116411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817491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4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82700"/>
            <a:ext cx="12192000" cy="42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511830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4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82763"/>
            <a:ext cx="12192000" cy="32908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906938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4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46150"/>
            <a:ext cx="12192000" cy="496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601163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4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19200"/>
            <a:ext cx="12192000" cy="44180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079538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7_Page_4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93838"/>
            <a:ext cx="12192000" cy="3870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5647068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heme1" id="{3DE4FA8F-8ACA-45D7-93E4-7534A5F48D5B}" vid="{D4CC59B7-4017-4F3C-84AE-F6ED526978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cpphtp10_11</Template>
  <TotalTime>0</TotalTime>
  <Words>604</Words>
  <Application>Microsoft Office PowerPoint</Application>
  <PresentationFormat>Custom</PresentationFormat>
  <Paragraphs>52</Paragraphs>
  <Slides>49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Theme1</vt:lpstr>
      <vt:lpstr>Exception Handling:  A Deeper Look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 Handling:  A Deeper Look</dc:title>
  <dc:creator>Paul Deitel</dc:creator>
  <cp:lastModifiedBy>Binod</cp:lastModifiedBy>
  <cp:revision>2</cp:revision>
  <dcterms:created xsi:type="dcterms:W3CDTF">2016-07-20T20:39:11Z</dcterms:created>
  <dcterms:modified xsi:type="dcterms:W3CDTF">2016-09-22T10:20:00Z</dcterms:modified>
</cp:coreProperties>
</file>