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50"/>
  </p:notesMasterIdLst>
  <p:handoutMasterIdLst>
    <p:handoutMasterId r:id="rId51"/>
  </p:handoutMasterIdLst>
  <p:sldIdLst>
    <p:sldId id="256" r:id="rId2"/>
    <p:sldId id="665" r:id="rId3"/>
    <p:sldId id="483" r:id="rId4"/>
    <p:sldId id="666" r:id="rId5"/>
    <p:sldId id="667" r:id="rId6"/>
    <p:sldId id="598" r:id="rId7"/>
    <p:sldId id="599" r:id="rId8"/>
    <p:sldId id="624" r:id="rId9"/>
    <p:sldId id="658" r:id="rId10"/>
    <p:sldId id="649" r:id="rId11"/>
    <p:sldId id="647" r:id="rId12"/>
    <p:sldId id="650" r:id="rId13"/>
    <p:sldId id="651" r:id="rId14"/>
    <p:sldId id="636" r:id="rId15"/>
    <p:sldId id="301" r:id="rId16"/>
    <p:sldId id="641" r:id="rId17"/>
    <p:sldId id="638" r:id="rId18"/>
    <p:sldId id="668" r:id="rId19"/>
    <p:sldId id="268" r:id="rId20"/>
    <p:sldId id="642" r:id="rId21"/>
    <p:sldId id="640" r:id="rId22"/>
    <p:sldId id="603" r:id="rId23"/>
    <p:sldId id="643" r:id="rId24"/>
    <p:sldId id="644" r:id="rId25"/>
    <p:sldId id="627" r:id="rId26"/>
    <p:sldId id="629" r:id="rId27"/>
    <p:sldId id="652" r:id="rId28"/>
    <p:sldId id="630" r:id="rId29"/>
    <p:sldId id="645" r:id="rId30"/>
    <p:sldId id="262" r:id="rId31"/>
    <p:sldId id="653" r:id="rId32"/>
    <p:sldId id="654" r:id="rId33"/>
    <p:sldId id="623" r:id="rId34"/>
    <p:sldId id="257" r:id="rId35"/>
    <p:sldId id="655" r:id="rId36"/>
    <p:sldId id="297" r:id="rId37"/>
    <p:sldId id="656" r:id="rId38"/>
    <p:sldId id="273" r:id="rId39"/>
    <p:sldId id="657" r:id="rId40"/>
    <p:sldId id="302" r:id="rId41"/>
    <p:sldId id="659" r:id="rId42"/>
    <p:sldId id="625" r:id="rId43"/>
    <p:sldId id="660" r:id="rId44"/>
    <p:sldId id="646" r:id="rId45"/>
    <p:sldId id="661" r:id="rId46"/>
    <p:sldId id="664" r:id="rId47"/>
    <p:sldId id="663" r:id="rId48"/>
    <p:sldId id="662" r:id="rId49"/>
  </p:sldIdLst>
  <p:sldSz cx="9144000" cy="6858000" type="screen4x3"/>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modifyVerifier cryptProviderType="rsaAES" cryptAlgorithmClass="hash" cryptAlgorithmType="typeAny" cryptAlgorithmSid="14" spinCount="100000" saltData="1ddxwlfJTr/7USINFaQTTQ==" hashData="NmsmtWUj7l3AQEFsBCMzqWpUJZv5HRCNj4r/dqCe4vsAJ8puC4dRiB9x+5od0juhnHqbPN7uvrcTqJj/VgueUw=="/>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04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622" autoAdjust="0"/>
  </p:normalViewPr>
  <p:slideViewPr>
    <p:cSldViewPr>
      <p:cViewPr varScale="1">
        <p:scale>
          <a:sx n="75" d="100"/>
          <a:sy n="75" d="100"/>
        </p:scale>
        <p:origin x="1428" y="4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EED25A-CC34-4E38-914D-8E97CDD8FE55}"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2B7CF4FA-FEA1-4AAA-A8CA-6567DF88AE6E}">
      <dgm:prSet/>
      <dgm:spPr/>
      <dgm:t>
        <a:bodyPr/>
        <a:lstStyle/>
        <a:p>
          <a:r>
            <a:rPr lang="en-MY" i="0"/>
            <a:t>Poorly defined project scope</a:t>
          </a:r>
          <a:endParaRPr lang="en-US"/>
        </a:p>
      </dgm:t>
    </dgm:pt>
    <dgm:pt modelId="{9E96DAB1-07EB-4365-B0E3-D9C258AF7466}" type="parTrans" cxnId="{3A7FF983-C11F-4757-BA61-F0480826F8A1}">
      <dgm:prSet/>
      <dgm:spPr/>
      <dgm:t>
        <a:bodyPr/>
        <a:lstStyle/>
        <a:p>
          <a:endParaRPr lang="en-US"/>
        </a:p>
      </dgm:t>
    </dgm:pt>
    <dgm:pt modelId="{94FEA138-C2C6-40E9-B789-D4177E410EC2}" type="sibTrans" cxnId="{3A7FF983-C11F-4757-BA61-F0480826F8A1}">
      <dgm:prSet/>
      <dgm:spPr/>
      <dgm:t>
        <a:bodyPr/>
        <a:lstStyle/>
        <a:p>
          <a:endParaRPr lang="en-US"/>
        </a:p>
      </dgm:t>
    </dgm:pt>
    <dgm:pt modelId="{665CF0F4-53F1-47DA-AD6C-F4E3D41CFEC6}">
      <dgm:prSet/>
      <dgm:spPr/>
      <dgm:t>
        <a:bodyPr/>
        <a:lstStyle/>
        <a:p>
          <a:r>
            <a:rPr lang="en-US"/>
            <a:t>Poor Product Requirements</a:t>
          </a:r>
        </a:p>
      </dgm:t>
    </dgm:pt>
    <dgm:pt modelId="{D281C592-B6EF-4CB5-8B01-C65924FD9D83}" type="parTrans" cxnId="{05188D1D-AD9E-40D7-9775-1A8A145AAFF0}">
      <dgm:prSet/>
      <dgm:spPr/>
      <dgm:t>
        <a:bodyPr/>
        <a:lstStyle/>
        <a:p>
          <a:endParaRPr lang="en-US"/>
        </a:p>
      </dgm:t>
    </dgm:pt>
    <dgm:pt modelId="{8F1D43D5-B65F-4E1A-AAA6-16A1611D5A3B}" type="sibTrans" cxnId="{05188D1D-AD9E-40D7-9775-1A8A145AAFF0}">
      <dgm:prSet/>
      <dgm:spPr/>
      <dgm:t>
        <a:bodyPr/>
        <a:lstStyle/>
        <a:p>
          <a:endParaRPr lang="en-US"/>
        </a:p>
      </dgm:t>
    </dgm:pt>
    <dgm:pt modelId="{B0FF2EAF-D918-4D3B-9BC0-F4E06D1DF3D1}">
      <dgm:prSet/>
      <dgm:spPr/>
      <dgm:t>
        <a:bodyPr/>
        <a:lstStyle/>
        <a:p>
          <a:r>
            <a:rPr lang="en-US"/>
            <a:t>Insufficient stakeholders’ management</a:t>
          </a:r>
        </a:p>
      </dgm:t>
    </dgm:pt>
    <dgm:pt modelId="{FF1BCF0B-8AF9-429A-B652-1F85A7FF3D00}" type="parTrans" cxnId="{6CDB7FE3-5883-4876-8030-B91AEEDE2E67}">
      <dgm:prSet/>
      <dgm:spPr/>
      <dgm:t>
        <a:bodyPr/>
        <a:lstStyle/>
        <a:p>
          <a:endParaRPr lang="en-US"/>
        </a:p>
      </dgm:t>
    </dgm:pt>
    <dgm:pt modelId="{4E1A726D-CA4F-4794-9EE3-D1C34124DC51}" type="sibTrans" cxnId="{6CDB7FE3-5883-4876-8030-B91AEEDE2E67}">
      <dgm:prSet/>
      <dgm:spPr/>
      <dgm:t>
        <a:bodyPr/>
        <a:lstStyle/>
        <a:p>
          <a:endParaRPr lang="en-US"/>
        </a:p>
      </dgm:t>
    </dgm:pt>
    <dgm:pt modelId="{69227C8D-6E9F-44D7-8492-43C1DD6F3EC4}">
      <dgm:prSet/>
      <dgm:spPr/>
      <dgm:t>
        <a:bodyPr/>
        <a:lstStyle/>
        <a:p>
          <a:r>
            <a:rPr lang="en-US"/>
            <a:t>Inefficient Communication</a:t>
          </a:r>
        </a:p>
      </dgm:t>
    </dgm:pt>
    <dgm:pt modelId="{87D1495D-921A-469B-A47E-BA4D399ADF2B}" type="parTrans" cxnId="{25C75D67-96F0-48E8-9213-7654540CBD51}">
      <dgm:prSet/>
      <dgm:spPr/>
      <dgm:t>
        <a:bodyPr/>
        <a:lstStyle/>
        <a:p>
          <a:endParaRPr lang="en-US"/>
        </a:p>
      </dgm:t>
    </dgm:pt>
    <dgm:pt modelId="{0DD90757-69C0-4AEF-9B05-1C520C8BFFD9}" type="sibTrans" cxnId="{25C75D67-96F0-48E8-9213-7654540CBD51}">
      <dgm:prSet/>
      <dgm:spPr/>
      <dgm:t>
        <a:bodyPr/>
        <a:lstStyle/>
        <a:p>
          <a:endParaRPr lang="en-US"/>
        </a:p>
      </dgm:t>
    </dgm:pt>
    <dgm:pt modelId="{087731ED-8C1A-4D25-8937-188212F7E8AF}">
      <dgm:prSet/>
      <dgm:spPr/>
      <dgm:t>
        <a:bodyPr/>
        <a:lstStyle/>
        <a:p>
          <a:r>
            <a:rPr lang="en-US"/>
            <a:t>No Sufficient Project and Planning Phases</a:t>
          </a:r>
        </a:p>
      </dgm:t>
    </dgm:pt>
    <dgm:pt modelId="{568B1237-FC47-474D-AC5E-EFB806C1F29D}" type="parTrans" cxnId="{0B170718-FC5D-4C78-8BF3-2287F19B0812}">
      <dgm:prSet/>
      <dgm:spPr/>
      <dgm:t>
        <a:bodyPr/>
        <a:lstStyle/>
        <a:p>
          <a:endParaRPr lang="en-US"/>
        </a:p>
      </dgm:t>
    </dgm:pt>
    <dgm:pt modelId="{6D3B1117-E643-4E2F-9AAC-3CCFEABADB5E}" type="sibTrans" cxnId="{0B170718-FC5D-4C78-8BF3-2287F19B0812}">
      <dgm:prSet/>
      <dgm:spPr/>
      <dgm:t>
        <a:bodyPr/>
        <a:lstStyle/>
        <a:p>
          <a:endParaRPr lang="en-US"/>
        </a:p>
      </dgm:t>
    </dgm:pt>
    <dgm:pt modelId="{E6941F0A-289A-4662-9840-C0BC34DAC82C}">
      <dgm:prSet/>
      <dgm:spPr/>
      <dgm:t>
        <a:bodyPr/>
        <a:lstStyle/>
        <a:p>
          <a:r>
            <a:rPr lang="en-US"/>
            <a:t>Project constraints are not identified</a:t>
          </a:r>
        </a:p>
      </dgm:t>
    </dgm:pt>
    <dgm:pt modelId="{6D1D1DFE-9F42-4AC2-8033-B42ACE0120D7}" type="parTrans" cxnId="{9CC1E4E4-A094-40CC-B80B-A426DAE222FE}">
      <dgm:prSet/>
      <dgm:spPr/>
      <dgm:t>
        <a:bodyPr/>
        <a:lstStyle/>
        <a:p>
          <a:endParaRPr lang="en-US"/>
        </a:p>
      </dgm:t>
    </dgm:pt>
    <dgm:pt modelId="{A5EE4829-F4A7-4C28-A403-6B6055F6E4D5}" type="sibTrans" cxnId="{9CC1E4E4-A094-40CC-B80B-A426DAE222FE}">
      <dgm:prSet/>
      <dgm:spPr/>
      <dgm:t>
        <a:bodyPr/>
        <a:lstStyle/>
        <a:p>
          <a:endParaRPr lang="en-US"/>
        </a:p>
      </dgm:t>
    </dgm:pt>
    <dgm:pt modelId="{35091FE4-A4C7-457D-9EA3-92B95C1E3F7A}" type="pres">
      <dgm:prSet presAssocID="{B3EED25A-CC34-4E38-914D-8E97CDD8FE55}" presName="linear" presStyleCnt="0">
        <dgm:presLayoutVars>
          <dgm:animLvl val="lvl"/>
          <dgm:resizeHandles val="exact"/>
        </dgm:presLayoutVars>
      </dgm:prSet>
      <dgm:spPr/>
    </dgm:pt>
    <dgm:pt modelId="{E02AE27A-B64C-424C-9D83-1DCA489EB6B0}" type="pres">
      <dgm:prSet presAssocID="{2B7CF4FA-FEA1-4AAA-A8CA-6567DF88AE6E}" presName="parentText" presStyleLbl="node1" presStyleIdx="0" presStyleCnt="6">
        <dgm:presLayoutVars>
          <dgm:chMax val="0"/>
          <dgm:bulletEnabled val="1"/>
        </dgm:presLayoutVars>
      </dgm:prSet>
      <dgm:spPr/>
    </dgm:pt>
    <dgm:pt modelId="{BACABA70-AF57-4E7D-AFAC-A70E709A5201}" type="pres">
      <dgm:prSet presAssocID="{94FEA138-C2C6-40E9-B789-D4177E410EC2}" presName="spacer" presStyleCnt="0"/>
      <dgm:spPr/>
    </dgm:pt>
    <dgm:pt modelId="{DEEADE50-DA56-44C9-871E-7AA2F5C7ED84}" type="pres">
      <dgm:prSet presAssocID="{665CF0F4-53F1-47DA-AD6C-F4E3D41CFEC6}" presName="parentText" presStyleLbl="node1" presStyleIdx="1" presStyleCnt="6">
        <dgm:presLayoutVars>
          <dgm:chMax val="0"/>
          <dgm:bulletEnabled val="1"/>
        </dgm:presLayoutVars>
      </dgm:prSet>
      <dgm:spPr/>
    </dgm:pt>
    <dgm:pt modelId="{BB851971-92C1-4E34-9DAE-1257157B55FE}" type="pres">
      <dgm:prSet presAssocID="{8F1D43D5-B65F-4E1A-AAA6-16A1611D5A3B}" presName="spacer" presStyleCnt="0"/>
      <dgm:spPr/>
    </dgm:pt>
    <dgm:pt modelId="{1157B563-D0B3-4C3A-84E4-70B439F10AC5}" type="pres">
      <dgm:prSet presAssocID="{B0FF2EAF-D918-4D3B-9BC0-F4E06D1DF3D1}" presName="parentText" presStyleLbl="node1" presStyleIdx="2" presStyleCnt="6">
        <dgm:presLayoutVars>
          <dgm:chMax val="0"/>
          <dgm:bulletEnabled val="1"/>
        </dgm:presLayoutVars>
      </dgm:prSet>
      <dgm:spPr/>
    </dgm:pt>
    <dgm:pt modelId="{DD37BAA5-73C9-451B-B28D-67BBFCE870BF}" type="pres">
      <dgm:prSet presAssocID="{4E1A726D-CA4F-4794-9EE3-D1C34124DC51}" presName="spacer" presStyleCnt="0"/>
      <dgm:spPr/>
    </dgm:pt>
    <dgm:pt modelId="{152DD0C8-CD35-43FA-9049-CE2776AE73B6}" type="pres">
      <dgm:prSet presAssocID="{69227C8D-6E9F-44D7-8492-43C1DD6F3EC4}" presName="parentText" presStyleLbl="node1" presStyleIdx="3" presStyleCnt="6">
        <dgm:presLayoutVars>
          <dgm:chMax val="0"/>
          <dgm:bulletEnabled val="1"/>
        </dgm:presLayoutVars>
      </dgm:prSet>
      <dgm:spPr/>
    </dgm:pt>
    <dgm:pt modelId="{F24CCB30-9DD3-497A-8F8B-5348335D3308}" type="pres">
      <dgm:prSet presAssocID="{0DD90757-69C0-4AEF-9B05-1C520C8BFFD9}" presName="spacer" presStyleCnt="0"/>
      <dgm:spPr/>
    </dgm:pt>
    <dgm:pt modelId="{171E2301-9517-4AA0-9921-4FFC58CCE34C}" type="pres">
      <dgm:prSet presAssocID="{087731ED-8C1A-4D25-8937-188212F7E8AF}" presName="parentText" presStyleLbl="node1" presStyleIdx="4" presStyleCnt="6">
        <dgm:presLayoutVars>
          <dgm:chMax val="0"/>
          <dgm:bulletEnabled val="1"/>
        </dgm:presLayoutVars>
      </dgm:prSet>
      <dgm:spPr/>
    </dgm:pt>
    <dgm:pt modelId="{3FF44477-43C7-417E-A2EE-231912F98C24}" type="pres">
      <dgm:prSet presAssocID="{6D3B1117-E643-4E2F-9AAC-3CCFEABADB5E}" presName="spacer" presStyleCnt="0"/>
      <dgm:spPr/>
    </dgm:pt>
    <dgm:pt modelId="{88F0D241-6DB7-44BC-8741-B1F44DA7BB0B}" type="pres">
      <dgm:prSet presAssocID="{E6941F0A-289A-4662-9840-C0BC34DAC82C}" presName="parentText" presStyleLbl="node1" presStyleIdx="5" presStyleCnt="6">
        <dgm:presLayoutVars>
          <dgm:chMax val="0"/>
          <dgm:bulletEnabled val="1"/>
        </dgm:presLayoutVars>
      </dgm:prSet>
      <dgm:spPr/>
    </dgm:pt>
  </dgm:ptLst>
  <dgm:cxnLst>
    <dgm:cxn modelId="{DB568911-C6F5-4C0A-BF70-0460F7334C16}" type="presOf" srcId="{B0FF2EAF-D918-4D3B-9BC0-F4E06D1DF3D1}" destId="{1157B563-D0B3-4C3A-84E4-70B439F10AC5}" srcOrd="0" destOrd="0" presId="urn:microsoft.com/office/officeart/2005/8/layout/vList2"/>
    <dgm:cxn modelId="{0B170718-FC5D-4C78-8BF3-2287F19B0812}" srcId="{B3EED25A-CC34-4E38-914D-8E97CDD8FE55}" destId="{087731ED-8C1A-4D25-8937-188212F7E8AF}" srcOrd="4" destOrd="0" parTransId="{568B1237-FC47-474D-AC5E-EFB806C1F29D}" sibTransId="{6D3B1117-E643-4E2F-9AAC-3CCFEABADB5E}"/>
    <dgm:cxn modelId="{05188D1D-AD9E-40D7-9775-1A8A145AAFF0}" srcId="{B3EED25A-CC34-4E38-914D-8E97CDD8FE55}" destId="{665CF0F4-53F1-47DA-AD6C-F4E3D41CFEC6}" srcOrd="1" destOrd="0" parTransId="{D281C592-B6EF-4CB5-8B01-C65924FD9D83}" sibTransId="{8F1D43D5-B65F-4E1A-AAA6-16A1611D5A3B}"/>
    <dgm:cxn modelId="{4A480C3A-5E24-4A5C-97E4-54488202ACEF}" type="presOf" srcId="{E6941F0A-289A-4662-9840-C0BC34DAC82C}" destId="{88F0D241-6DB7-44BC-8741-B1F44DA7BB0B}" srcOrd="0" destOrd="0" presId="urn:microsoft.com/office/officeart/2005/8/layout/vList2"/>
    <dgm:cxn modelId="{3DFFE55B-FB97-4B91-A2E8-5681415B2E92}" type="presOf" srcId="{B3EED25A-CC34-4E38-914D-8E97CDD8FE55}" destId="{35091FE4-A4C7-457D-9EA3-92B95C1E3F7A}" srcOrd="0" destOrd="0" presId="urn:microsoft.com/office/officeart/2005/8/layout/vList2"/>
    <dgm:cxn modelId="{25C75D67-96F0-48E8-9213-7654540CBD51}" srcId="{B3EED25A-CC34-4E38-914D-8E97CDD8FE55}" destId="{69227C8D-6E9F-44D7-8492-43C1DD6F3EC4}" srcOrd="3" destOrd="0" parTransId="{87D1495D-921A-469B-A47E-BA4D399ADF2B}" sibTransId="{0DD90757-69C0-4AEF-9B05-1C520C8BFFD9}"/>
    <dgm:cxn modelId="{F869BC6A-AAB4-47B9-B75F-9F2A2B0EC392}" type="presOf" srcId="{2B7CF4FA-FEA1-4AAA-A8CA-6567DF88AE6E}" destId="{E02AE27A-B64C-424C-9D83-1DCA489EB6B0}" srcOrd="0" destOrd="0" presId="urn:microsoft.com/office/officeart/2005/8/layout/vList2"/>
    <dgm:cxn modelId="{058ACB54-F7BD-4319-8D09-372A1702AB09}" type="presOf" srcId="{087731ED-8C1A-4D25-8937-188212F7E8AF}" destId="{171E2301-9517-4AA0-9921-4FFC58CCE34C}" srcOrd="0" destOrd="0" presId="urn:microsoft.com/office/officeart/2005/8/layout/vList2"/>
    <dgm:cxn modelId="{3A7FF983-C11F-4757-BA61-F0480826F8A1}" srcId="{B3EED25A-CC34-4E38-914D-8E97CDD8FE55}" destId="{2B7CF4FA-FEA1-4AAA-A8CA-6567DF88AE6E}" srcOrd="0" destOrd="0" parTransId="{9E96DAB1-07EB-4365-B0E3-D9C258AF7466}" sibTransId="{94FEA138-C2C6-40E9-B789-D4177E410EC2}"/>
    <dgm:cxn modelId="{FF069894-4050-4E8E-B20E-D10BD77C74A9}" type="presOf" srcId="{69227C8D-6E9F-44D7-8492-43C1DD6F3EC4}" destId="{152DD0C8-CD35-43FA-9049-CE2776AE73B6}" srcOrd="0" destOrd="0" presId="urn:microsoft.com/office/officeart/2005/8/layout/vList2"/>
    <dgm:cxn modelId="{7E8F2AD9-00D4-4FBD-81C5-3542F059E84E}" type="presOf" srcId="{665CF0F4-53F1-47DA-AD6C-F4E3D41CFEC6}" destId="{DEEADE50-DA56-44C9-871E-7AA2F5C7ED84}" srcOrd="0" destOrd="0" presId="urn:microsoft.com/office/officeart/2005/8/layout/vList2"/>
    <dgm:cxn modelId="{6CDB7FE3-5883-4876-8030-B91AEEDE2E67}" srcId="{B3EED25A-CC34-4E38-914D-8E97CDD8FE55}" destId="{B0FF2EAF-D918-4D3B-9BC0-F4E06D1DF3D1}" srcOrd="2" destOrd="0" parTransId="{FF1BCF0B-8AF9-429A-B652-1F85A7FF3D00}" sibTransId="{4E1A726D-CA4F-4794-9EE3-D1C34124DC51}"/>
    <dgm:cxn modelId="{9CC1E4E4-A094-40CC-B80B-A426DAE222FE}" srcId="{B3EED25A-CC34-4E38-914D-8E97CDD8FE55}" destId="{E6941F0A-289A-4662-9840-C0BC34DAC82C}" srcOrd="5" destOrd="0" parTransId="{6D1D1DFE-9F42-4AC2-8033-B42ACE0120D7}" sibTransId="{A5EE4829-F4A7-4C28-A403-6B6055F6E4D5}"/>
    <dgm:cxn modelId="{4A89BF62-EBAB-4814-9D5D-4A3B6B813B78}" type="presParOf" srcId="{35091FE4-A4C7-457D-9EA3-92B95C1E3F7A}" destId="{E02AE27A-B64C-424C-9D83-1DCA489EB6B0}" srcOrd="0" destOrd="0" presId="urn:microsoft.com/office/officeart/2005/8/layout/vList2"/>
    <dgm:cxn modelId="{CFB5F836-33C9-4563-9F28-9D67C0DBEECA}" type="presParOf" srcId="{35091FE4-A4C7-457D-9EA3-92B95C1E3F7A}" destId="{BACABA70-AF57-4E7D-AFAC-A70E709A5201}" srcOrd="1" destOrd="0" presId="urn:microsoft.com/office/officeart/2005/8/layout/vList2"/>
    <dgm:cxn modelId="{5008DD4E-8FF1-4577-AE39-D59B7E6741FC}" type="presParOf" srcId="{35091FE4-A4C7-457D-9EA3-92B95C1E3F7A}" destId="{DEEADE50-DA56-44C9-871E-7AA2F5C7ED84}" srcOrd="2" destOrd="0" presId="urn:microsoft.com/office/officeart/2005/8/layout/vList2"/>
    <dgm:cxn modelId="{959C833D-F517-4D4E-8422-F19ECBA236D0}" type="presParOf" srcId="{35091FE4-A4C7-457D-9EA3-92B95C1E3F7A}" destId="{BB851971-92C1-4E34-9DAE-1257157B55FE}" srcOrd="3" destOrd="0" presId="urn:microsoft.com/office/officeart/2005/8/layout/vList2"/>
    <dgm:cxn modelId="{88F94D59-330C-4879-A1BF-D889F3E4FDDB}" type="presParOf" srcId="{35091FE4-A4C7-457D-9EA3-92B95C1E3F7A}" destId="{1157B563-D0B3-4C3A-84E4-70B439F10AC5}" srcOrd="4" destOrd="0" presId="urn:microsoft.com/office/officeart/2005/8/layout/vList2"/>
    <dgm:cxn modelId="{8D5BDC05-5C24-4720-B83D-A35A1A099C3F}" type="presParOf" srcId="{35091FE4-A4C7-457D-9EA3-92B95C1E3F7A}" destId="{DD37BAA5-73C9-451B-B28D-67BBFCE870BF}" srcOrd="5" destOrd="0" presId="urn:microsoft.com/office/officeart/2005/8/layout/vList2"/>
    <dgm:cxn modelId="{9CC6F433-F989-4870-BB13-13A8F6997419}" type="presParOf" srcId="{35091FE4-A4C7-457D-9EA3-92B95C1E3F7A}" destId="{152DD0C8-CD35-43FA-9049-CE2776AE73B6}" srcOrd="6" destOrd="0" presId="urn:microsoft.com/office/officeart/2005/8/layout/vList2"/>
    <dgm:cxn modelId="{45CF7B43-11B4-4522-BD31-AB45FF3DE147}" type="presParOf" srcId="{35091FE4-A4C7-457D-9EA3-92B95C1E3F7A}" destId="{F24CCB30-9DD3-497A-8F8B-5348335D3308}" srcOrd="7" destOrd="0" presId="urn:microsoft.com/office/officeart/2005/8/layout/vList2"/>
    <dgm:cxn modelId="{95E32EE1-511B-4C8B-9F04-64904425A461}" type="presParOf" srcId="{35091FE4-A4C7-457D-9EA3-92B95C1E3F7A}" destId="{171E2301-9517-4AA0-9921-4FFC58CCE34C}" srcOrd="8" destOrd="0" presId="urn:microsoft.com/office/officeart/2005/8/layout/vList2"/>
    <dgm:cxn modelId="{5405EF9B-8C42-47E4-A710-4A517EF79B8C}" type="presParOf" srcId="{35091FE4-A4C7-457D-9EA3-92B95C1E3F7A}" destId="{3FF44477-43C7-417E-A2EE-231912F98C24}" srcOrd="9" destOrd="0" presId="urn:microsoft.com/office/officeart/2005/8/layout/vList2"/>
    <dgm:cxn modelId="{E8984542-A291-4262-BEC0-3FBB0D9AF0E8}" type="presParOf" srcId="{35091FE4-A4C7-457D-9EA3-92B95C1E3F7A}" destId="{88F0D241-6DB7-44BC-8741-B1F44DA7BB0B}"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43DFEF9-452E-4529-86F8-EC618564F02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3CDE2598-ED2C-43B3-81C4-B446834DA472}">
      <dgm:prSet/>
      <dgm:spPr/>
      <dgm:t>
        <a:bodyPr/>
        <a:lstStyle/>
        <a:p>
          <a:r>
            <a:rPr lang="en-US" i="0"/>
            <a:t>Inaccurate estimates</a:t>
          </a:r>
          <a:endParaRPr lang="en-US"/>
        </a:p>
      </dgm:t>
    </dgm:pt>
    <dgm:pt modelId="{EF42B5F3-582B-4953-8C15-B9E4D82EF484}" type="parTrans" cxnId="{769410FF-9C86-4325-9C8B-371BC05D1221}">
      <dgm:prSet/>
      <dgm:spPr/>
      <dgm:t>
        <a:bodyPr/>
        <a:lstStyle/>
        <a:p>
          <a:endParaRPr lang="en-US"/>
        </a:p>
      </dgm:t>
    </dgm:pt>
    <dgm:pt modelId="{06421EA6-574E-4D76-97A9-A1F3BA735236}" type="sibTrans" cxnId="{769410FF-9C86-4325-9C8B-371BC05D1221}">
      <dgm:prSet/>
      <dgm:spPr/>
      <dgm:t>
        <a:bodyPr/>
        <a:lstStyle/>
        <a:p>
          <a:endParaRPr lang="en-US"/>
        </a:p>
      </dgm:t>
    </dgm:pt>
    <dgm:pt modelId="{E56F742E-D776-45E5-827A-56CBE9909708}">
      <dgm:prSet/>
      <dgm:spPr/>
      <dgm:t>
        <a:bodyPr/>
        <a:lstStyle/>
        <a:p>
          <a:r>
            <a:rPr lang="en-US"/>
            <a:t>Poor Risk Management </a:t>
          </a:r>
        </a:p>
      </dgm:t>
    </dgm:pt>
    <dgm:pt modelId="{B05462A6-857C-4263-99FC-008329025D25}" type="parTrans" cxnId="{A0803EB5-AD5D-443B-A51B-FEA029C32AEA}">
      <dgm:prSet/>
      <dgm:spPr/>
      <dgm:t>
        <a:bodyPr/>
        <a:lstStyle/>
        <a:p>
          <a:endParaRPr lang="en-US"/>
        </a:p>
      </dgm:t>
    </dgm:pt>
    <dgm:pt modelId="{65396D48-3B56-4954-B10C-FAB5F2C80349}" type="sibTrans" cxnId="{A0803EB5-AD5D-443B-A51B-FEA029C32AEA}">
      <dgm:prSet/>
      <dgm:spPr/>
      <dgm:t>
        <a:bodyPr/>
        <a:lstStyle/>
        <a:p>
          <a:endParaRPr lang="en-US"/>
        </a:p>
      </dgm:t>
    </dgm:pt>
    <dgm:pt modelId="{0CCB4B6E-123C-4FC6-A721-9A0EB0B5E538}">
      <dgm:prSet/>
      <dgm:spPr/>
      <dgm:t>
        <a:bodyPr/>
        <a:lstStyle/>
        <a:p>
          <a:r>
            <a:rPr lang="en-US"/>
            <a:t>Insufficient Quality Assurance </a:t>
          </a:r>
        </a:p>
      </dgm:t>
    </dgm:pt>
    <dgm:pt modelId="{F263D7AF-236D-4586-8EA1-CDC25FB1E849}" type="parTrans" cxnId="{B734F0AE-5B21-4F24-9623-41B2A60A042A}">
      <dgm:prSet/>
      <dgm:spPr/>
      <dgm:t>
        <a:bodyPr/>
        <a:lstStyle/>
        <a:p>
          <a:endParaRPr lang="en-US"/>
        </a:p>
      </dgm:t>
    </dgm:pt>
    <dgm:pt modelId="{F45EAF07-806A-4520-988E-61216D1A7032}" type="sibTrans" cxnId="{B734F0AE-5B21-4F24-9623-41B2A60A042A}">
      <dgm:prSet/>
      <dgm:spPr/>
      <dgm:t>
        <a:bodyPr/>
        <a:lstStyle/>
        <a:p>
          <a:endParaRPr lang="en-US"/>
        </a:p>
      </dgm:t>
    </dgm:pt>
    <dgm:pt modelId="{9489C24A-CEC5-43D1-BC14-17FBF7F16B17}">
      <dgm:prSet/>
      <dgm:spPr/>
      <dgm:t>
        <a:bodyPr/>
        <a:lstStyle/>
        <a:p>
          <a:r>
            <a:rPr lang="en-US"/>
            <a:t>Poor Resource Management</a:t>
          </a:r>
        </a:p>
      </dgm:t>
    </dgm:pt>
    <dgm:pt modelId="{BBEF8D53-FEB4-4EBB-A039-F7BC8850A6FE}" type="parTrans" cxnId="{3D680AC3-383E-4578-ADEF-A53082AD9565}">
      <dgm:prSet/>
      <dgm:spPr/>
      <dgm:t>
        <a:bodyPr/>
        <a:lstStyle/>
        <a:p>
          <a:endParaRPr lang="en-US"/>
        </a:p>
      </dgm:t>
    </dgm:pt>
    <dgm:pt modelId="{1D66C768-CA66-4701-BB5F-0B53FDA5F37A}" type="sibTrans" cxnId="{3D680AC3-383E-4578-ADEF-A53082AD9565}">
      <dgm:prSet/>
      <dgm:spPr/>
      <dgm:t>
        <a:bodyPr/>
        <a:lstStyle/>
        <a:p>
          <a:endParaRPr lang="en-US"/>
        </a:p>
      </dgm:t>
    </dgm:pt>
    <dgm:pt modelId="{26C7F6D2-52BE-4CBC-952A-21E9C6A8E474}">
      <dgm:prSet/>
      <dgm:spPr/>
      <dgm:t>
        <a:bodyPr/>
        <a:lstStyle/>
        <a:p>
          <a:r>
            <a:rPr lang="en-US"/>
            <a:t>Poor Project Monitoring and Controlling</a:t>
          </a:r>
        </a:p>
      </dgm:t>
    </dgm:pt>
    <dgm:pt modelId="{EAF3CB34-6BE7-444E-82C3-A5F31E93B790}" type="parTrans" cxnId="{8760EEAE-0A6C-4D35-8891-93D4C441FD0B}">
      <dgm:prSet/>
      <dgm:spPr/>
      <dgm:t>
        <a:bodyPr/>
        <a:lstStyle/>
        <a:p>
          <a:endParaRPr lang="en-US"/>
        </a:p>
      </dgm:t>
    </dgm:pt>
    <dgm:pt modelId="{2444719C-EB86-4F05-B0AE-C76CAD005902}" type="sibTrans" cxnId="{8760EEAE-0A6C-4D35-8891-93D4C441FD0B}">
      <dgm:prSet/>
      <dgm:spPr/>
      <dgm:t>
        <a:bodyPr/>
        <a:lstStyle/>
        <a:p>
          <a:endParaRPr lang="en-US"/>
        </a:p>
      </dgm:t>
    </dgm:pt>
    <dgm:pt modelId="{C47F50AA-A2C2-496A-BD93-A5EBBAC0D4FD}">
      <dgm:prSet/>
      <dgm:spPr/>
      <dgm:t>
        <a:bodyPr/>
        <a:lstStyle/>
        <a:p>
          <a:r>
            <a:rPr lang="en-US"/>
            <a:t>Poor Procurement Management</a:t>
          </a:r>
        </a:p>
      </dgm:t>
    </dgm:pt>
    <dgm:pt modelId="{1D296C43-786B-406F-B0AE-4097665A86FD}" type="parTrans" cxnId="{9C8E4485-D1D2-4CCC-9E24-322EACA140F0}">
      <dgm:prSet/>
      <dgm:spPr/>
      <dgm:t>
        <a:bodyPr/>
        <a:lstStyle/>
        <a:p>
          <a:endParaRPr lang="en-US"/>
        </a:p>
      </dgm:t>
    </dgm:pt>
    <dgm:pt modelId="{45A66F56-3D0D-471D-90DA-EF2A325A5123}" type="sibTrans" cxnId="{9C8E4485-D1D2-4CCC-9E24-322EACA140F0}">
      <dgm:prSet/>
      <dgm:spPr/>
      <dgm:t>
        <a:bodyPr/>
        <a:lstStyle/>
        <a:p>
          <a:endParaRPr lang="en-US"/>
        </a:p>
      </dgm:t>
    </dgm:pt>
    <dgm:pt modelId="{9262B5BB-E310-402B-BDFC-B3CE45B79220}" type="pres">
      <dgm:prSet presAssocID="{243DFEF9-452E-4529-86F8-EC618564F02E}" presName="linear" presStyleCnt="0">
        <dgm:presLayoutVars>
          <dgm:animLvl val="lvl"/>
          <dgm:resizeHandles val="exact"/>
        </dgm:presLayoutVars>
      </dgm:prSet>
      <dgm:spPr/>
    </dgm:pt>
    <dgm:pt modelId="{ABD8D056-788F-438F-A365-29F6629F2AC5}" type="pres">
      <dgm:prSet presAssocID="{3CDE2598-ED2C-43B3-81C4-B446834DA472}" presName="parentText" presStyleLbl="node1" presStyleIdx="0" presStyleCnt="6">
        <dgm:presLayoutVars>
          <dgm:chMax val="0"/>
          <dgm:bulletEnabled val="1"/>
        </dgm:presLayoutVars>
      </dgm:prSet>
      <dgm:spPr/>
    </dgm:pt>
    <dgm:pt modelId="{E0A68652-6722-42B8-A228-BF43F1F4B363}" type="pres">
      <dgm:prSet presAssocID="{06421EA6-574E-4D76-97A9-A1F3BA735236}" presName="spacer" presStyleCnt="0"/>
      <dgm:spPr/>
    </dgm:pt>
    <dgm:pt modelId="{FE7FBB9B-9763-48CA-93E9-87DC07C83774}" type="pres">
      <dgm:prSet presAssocID="{E56F742E-D776-45E5-827A-56CBE9909708}" presName="parentText" presStyleLbl="node1" presStyleIdx="1" presStyleCnt="6">
        <dgm:presLayoutVars>
          <dgm:chMax val="0"/>
          <dgm:bulletEnabled val="1"/>
        </dgm:presLayoutVars>
      </dgm:prSet>
      <dgm:spPr/>
    </dgm:pt>
    <dgm:pt modelId="{620C74EF-1CD5-47BC-93F8-51557F0252BE}" type="pres">
      <dgm:prSet presAssocID="{65396D48-3B56-4954-B10C-FAB5F2C80349}" presName="spacer" presStyleCnt="0"/>
      <dgm:spPr/>
    </dgm:pt>
    <dgm:pt modelId="{FBED1829-FD33-4486-A38A-F6B0FFBD69DF}" type="pres">
      <dgm:prSet presAssocID="{0CCB4B6E-123C-4FC6-A721-9A0EB0B5E538}" presName="parentText" presStyleLbl="node1" presStyleIdx="2" presStyleCnt="6">
        <dgm:presLayoutVars>
          <dgm:chMax val="0"/>
          <dgm:bulletEnabled val="1"/>
        </dgm:presLayoutVars>
      </dgm:prSet>
      <dgm:spPr/>
    </dgm:pt>
    <dgm:pt modelId="{95BCC102-3A83-4132-8E03-3644CEEFB793}" type="pres">
      <dgm:prSet presAssocID="{F45EAF07-806A-4520-988E-61216D1A7032}" presName="spacer" presStyleCnt="0"/>
      <dgm:spPr/>
    </dgm:pt>
    <dgm:pt modelId="{E0137967-83CD-41BD-B25F-D4C376715A71}" type="pres">
      <dgm:prSet presAssocID="{9489C24A-CEC5-43D1-BC14-17FBF7F16B17}" presName="parentText" presStyleLbl="node1" presStyleIdx="3" presStyleCnt="6">
        <dgm:presLayoutVars>
          <dgm:chMax val="0"/>
          <dgm:bulletEnabled val="1"/>
        </dgm:presLayoutVars>
      </dgm:prSet>
      <dgm:spPr/>
    </dgm:pt>
    <dgm:pt modelId="{D7B98E64-7235-4B41-BE9E-74C974EC78C8}" type="pres">
      <dgm:prSet presAssocID="{1D66C768-CA66-4701-BB5F-0B53FDA5F37A}" presName="spacer" presStyleCnt="0"/>
      <dgm:spPr/>
    </dgm:pt>
    <dgm:pt modelId="{AA5CEB0E-1C84-4247-AA1D-E100E22AA746}" type="pres">
      <dgm:prSet presAssocID="{26C7F6D2-52BE-4CBC-952A-21E9C6A8E474}" presName="parentText" presStyleLbl="node1" presStyleIdx="4" presStyleCnt="6">
        <dgm:presLayoutVars>
          <dgm:chMax val="0"/>
          <dgm:bulletEnabled val="1"/>
        </dgm:presLayoutVars>
      </dgm:prSet>
      <dgm:spPr/>
    </dgm:pt>
    <dgm:pt modelId="{924B2026-67E0-4B24-A804-7A423402A3FB}" type="pres">
      <dgm:prSet presAssocID="{2444719C-EB86-4F05-B0AE-C76CAD005902}" presName="spacer" presStyleCnt="0"/>
      <dgm:spPr/>
    </dgm:pt>
    <dgm:pt modelId="{ED094EC4-69E8-4283-9869-27F24CAA7071}" type="pres">
      <dgm:prSet presAssocID="{C47F50AA-A2C2-496A-BD93-A5EBBAC0D4FD}" presName="parentText" presStyleLbl="node1" presStyleIdx="5" presStyleCnt="6">
        <dgm:presLayoutVars>
          <dgm:chMax val="0"/>
          <dgm:bulletEnabled val="1"/>
        </dgm:presLayoutVars>
      </dgm:prSet>
      <dgm:spPr/>
    </dgm:pt>
  </dgm:ptLst>
  <dgm:cxnLst>
    <dgm:cxn modelId="{69FE4705-D384-4B03-B8A0-498DD85A54B8}" type="presOf" srcId="{9489C24A-CEC5-43D1-BC14-17FBF7F16B17}" destId="{E0137967-83CD-41BD-B25F-D4C376715A71}" srcOrd="0" destOrd="0" presId="urn:microsoft.com/office/officeart/2005/8/layout/vList2"/>
    <dgm:cxn modelId="{FE15D305-8861-4780-B95C-0C719F001833}" type="presOf" srcId="{E56F742E-D776-45E5-827A-56CBE9909708}" destId="{FE7FBB9B-9763-48CA-93E9-87DC07C83774}" srcOrd="0" destOrd="0" presId="urn:microsoft.com/office/officeart/2005/8/layout/vList2"/>
    <dgm:cxn modelId="{4DBD4029-FA16-42B2-A4CA-2A1A7F93C849}" type="presOf" srcId="{3CDE2598-ED2C-43B3-81C4-B446834DA472}" destId="{ABD8D056-788F-438F-A365-29F6629F2AC5}" srcOrd="0" destOrd="0" presId="urn:microsoft.com/office/officeart/2005/8/layout/vList2"/>
    <dgm:cxn modelId="{2EE9FE4E-582F-49F1-AB4D-639C102384DB}" type="presOf" srcId="{0CCB4B6E-123C-4FC6-A721-9A0EB0B5E538}" destId="{FBED1829-FD33-4486-A38A-F6B0FFBD69DF}" srcOrd="0" destOrd="0" presId="urn:microsoft.com/office/officeart/2005/8/layout/vList2"/>
    <dgm:cxn modelId="{9C8E4485-D1D2-4CCC-9E24-322EACA140F0}" srcId="{243DFEF9-452E-4529-86F8-EC618564F02E}" destId="{C47F50AA-A2C2-496A-BD93-A5EBBAC0D4FD}" srcOrd="5" destOrd="0" parTransId="{1D296C43-786B-406F-B0AE-4097665A86FD}" sibTransId="{45A66F56-3D0D-471D-90DA-EF2A325A5123}"/>
    <dgm:cxn modelId="{8760EEAE-0A6C-4D35-8891-93D4C441FD0B}" srcId="{243DFEF9-452E-4529-86F8-EC618564F02E}" destId="{26C7F6D2-52BE-4CBC-952A-21E9C6A8E474}" srcOrd="4" destOrd="0" parTransId="{EAF3CB34-6BE7-444E-82C3-A5F31E93B790}" sibTransId="{2444719C-EB86-4F05-B0AE-C76CAD005902}"/>
    <dgm:cxn modelId="{B734F0AE-5B21-4F24-9623-41B2A60A042A}" srcId="{243DFEF9-452E-4529-86F8-EC618564F02E}" destId="{0CCB4B6E-123C-4FC6-A721-9A0EB0B5E538}" srcOrd="2" destOrd="0" parTransId="{F263D7AF-236D-4586-8EA1-CDC25FB1E849}" sibTransId="{F45EAF07-806A-4520-988E-61216D1A7032}"/>
    <dgm:cxn modelId="{A0803EB5-AD5D-443B-A51B-FEA029C32AEA}" srcId="{243DFEF9-452E-4529-86F8-EC618564F02E}" destId="{E56F742E-D776-45E5-827A-56CBE9909708}" srcOrd="1" destOrd="0" parTransId="{B05462A6-857C-4263-99FC-008329025D25}" sibTransId="{65396D48-3B56-4954-B10C-FAB5F2C80349}"/>
    <dgm:cxn modelId="{3D680AC3-383E-4578-ADEF-A53082AD9565}" srcId="{243DFEF9-452E-4529-86F8-EC618564F02E}" destId="{9489C24A-CEC5-43D1-BC14-17FBF7F16B17}" srcOrd="3" destOrd="0" parTransId="{BBEF8D53-FEB4-4EBB-A039-F7BC8850A6FE}" sibTransId="{1D66C768-CA66-4701-BB5F-0B53FDA5F37A}"/>
    <dgm:cxn modelId="{011386C8-4CF2-4D82-B3CE-70E4EC1DBB7D}" type="presOf" srcId="{C47F50AA-A2C2-496A-BD93-A5EBBAC0D4FD}" destId="{ED094EC4-69E8-4283-9869-27F24CAA7071}" srcOrd="0" destOrd="0" presId="urn:microsoft.com/office/officeart/2005/8/layout/vList2"/>
    <dgm:cxn modelId="{A77587EE-9BCA-4520-A677-6089D1462653}" type="presOf" srcId="{243DFEF9-452E-4529-86F8-EC618564F02E}" destId="{9262B5BB-E310-402B-BDFC-B3CE45B79220}" srcOrd="0" destOrd="0" presId="urn:microsoft.com/office/officeart/2005/8/layout/vList2"/>
    <dgm:cxn modelId="{759127FC-E4DB-4870-A3A5-199700946CDB}" type="presOf" srcId="{26C7F6D2-52BE-4CBC-952A-21E9C6A8E474}" destId="{AA5CEB0E-1C84-4247-AA1D-E100E22AA746}" srcOrd="0" destOrd="0" presId="urn:microsoft.com/office/officeart/2005/8/layout/vList2"/>
    <dgm:cxn modelId="{769410FF-9C86-4325-9C8B-371BC05D1221}" srcId="{243DFEF9-452E-4529-86F8-EC618564F02E}" destId="{3CDE2598-ED2C-43B3-81C4-B446834DA472}" srcOrd="0" destOrd="0" parTransId="{EF42B5F3-582B-4953-8C15-B9E4D82EF484}" sibTransId="{06421EA6-574E-4D76-97A9-A1F3BA735236}"/>
    <dgm:cxn modelId="{25DD88BD-0086-4F7A-804F-F18D55C7E80C}" type="presParOf" srcId="{9262B5BB-E310-402B-BDFC-B3CE45B79220}" destId="{ABD8D056-788F-438F-A365-29F6629F2AC5}" srcOrd="0" destOrd="0" presId="urn:microsoft.com/office/officeart/2005/8/layout/vList2"/>
    <dgm:cxn modelId="{7D627D2C-4E74-4B24-902B-BEECBA1749E3}" type="presParOf" srcId="{9262B5BB-E310-402B-BDFC-B3CE45B79220}" destId="{E0A68652-6722-42B8-A228-BF43F1F4B363}" srcOrd="1" destOrd="0" presId="urn:microsoft.com/office/officeart/2005/8/layout/vList2"/>
    <dgm:cxn modelId="{A4A637BF-4C73-4846-BB75-BF65A31542DC}" type="presParOf" srcId="{9262B5BB-E310-402B-BDFC-B3CE45B79220}" destId="{FE7FBB9B-9763-48CA-93E9-87DC07C83774}" srcOrd="2" destOrd="0" presId="urn:microsoft.com/office/officeart/2005/8/layout/vList2"/>
    <dgm:cxn modelId="{327CBCC6-3525-4436-80B5-F9ED6AFDC0EA}" type="presParOf" srcId="{9262B5BB-E310-402B-BDFC-B3CE45B79220}" destId="{620C74EF-1CD5-47BC-93F8-51557F0252BE}" srcOrd="3" destOrd="0" presId="urn:microsoft.com/office/officeart/2005/8/layout/vList2"/>
    <dgm:cxn modelId="{737655D8-4A12-432B-B83B-85FC887FCD02}" type="presParOf" srcId="{9262B5BB-E310-402B-BDFC-B3CE45B79220}" destId="{FBED1829-FD33-4486-A38A-F6B0FFBD69DF}" srcOrd="4" destOrd="0" presId="urn:microsoft.com/office/officeart/2005/8/layout/vList2"/>
    <dgm:cxn modelId="{8A5574C8-1D04-409B-B094-2180E06C6191}" type="presParOf" srcId="{9262B5BB-E310-402B-BDFC-B3CE45B79220}" destId="{95BCC102-3A83-4132-8E03-3644CEEFB793}" srcOrd="5" destOrd="0" presId="urn:microsoft.com/office/officeart/2005/8/layout/vList2"/>
    <dgm:cxn modelId="{C373E2AF-8F53-4F01-9C84-57BCB18F31AF}" type="presParOf" srcId="{9262B5BB-E310-402B-BDFC-B3CE45B79220}" destId="{E0137967-83CD-41BD-B25F-D4C376715A71}" srcOrd="6" destOrd="0" presId="urn:microsoft.com/office/officeart/2005/8/layout/vList2"/>
    <dgm:cxn modelId="{1C3746E4-9797-470C-BD21-372A8F65E3FF}" type="presParOf" srcId="{9262B5BB-E310-402B-BDFC-B3CE45B79220}" destId="{D7B98E64-7235-4B41-BE9E-74C974EC78C8}" srcOrd="7" destOrd="0" presId="urn:microsoft.com/office/officeart/2005/8/layout/vList2"/>
    <dgm:cxn modelId="{0551A4DE-A9BE-4A06-999C-C24D57F863B6}" type="presParOf" srcId="{9262B5BB-E310-402B-BDFC-B3CE45B79220}" destId="{AA5CEB0E-1C84-4247-AA1D-E100E22AA746}" srcOrd="8" destOrd="0" presId="urn:microsoft.com/office/officeart/2005/8/layout/vList2"/>
    <dgm:cxn modelId="{03977ED2-866A-4200-8EBA-99A1956DA354}" type="presParOf" srcId="{9262B5BB-E310-402B-BDFC-B3CE45B79220}" destId="{924B2026-67E0-4B24-A804-7A423402A3FB}" srcOrd="9" destOrd="0" presId="urn:microsoft.com/office/officeart/2005/8/layout/vList2"/>
    <dgm:cxn modelId="{067802E5-3104-410D-9A4A-B6D2C6DBAA8C}" type="presParOf" srcId="{9262B5BB-E310-402B-BDFC-B3CE45B79220}" destId="{ED094EC4-69E8-4283-9869-27F24CAA7071}"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2AE27A-B64C-424C-9D83-1DCA489EB6B0}">
      <dsp:nvSpPr>
        <dsp:cNvPr id="0" name=""/>
        <dsp:cNvSpPr/>
      </dsp:nvSpPr>
      <dsp:spPr>
        <a:xfrm>
          <a:off x="0" y="3863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MY" sz="2800" i="0" kern="1200"/>
            <a:t>Poorly defined project scope</a:t>
          </a:r>
          <a:endParaRPr lang="en-US" sz="2800" kern="1200"/>
        </a:p>
      </dsp:txBody>
      <dsp:txXfrm>
        <a:off x="31984" y="70615"/>
        <a:ext cx="7435382" cy="591232"/>
      </dsp:txXfrm>
    </dsp:sp>
    <dsp:sp modelId="{DEEADE50-DA56-44C9-871E-7AA2F5C7ED84}">
      <dsp:nvSpPr>
        <dsp:cNvPr id="0" name=""/>
        <dsp:cNvSpPr/>
      </dsp:nvSpPr>
      <dsp:spPr>
        <a:xfrm>
          <a:off x="0" y="77447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Poor Product Requirements</a:t>
          </a:r>
        </a:p>
      </dsp:txBody>
      <dsp:txXfrm>
        <a:off x="31984" y="806455"/>
        <a:ext cx="7435382" cy="591232"/>
      </dsp:txXfrm>
    </dsp:sp>
    <dsp:sp modelId="{1157B563-D0B3-4C3A-84E4-70B439F10AC5}">
      <dsp:nvSpPr>
        <dsp:cNvPr id="0" name=""/>
        <dsp:cNvSpPr/>
      </dsp:nvSpPr>
      <dsp:spPr>
        <a:xfrm>
          <a:off x="0" y="151031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Insufficient stakeholders’ management</a:t>
          </a:r>
        </a:p>
      </dsp:txBody>
      <dsp:txXfrm>
        <a:off x="31984" y="1542295"/>
        <a:ext cx="7435382" cy="591232"/>
      </dsp:txXfrm>
    </dsp:sp>
    <dsp:sp modelId="{152DD0C8-CD35-43FA-9049-CE2776AE73B6}">
      <dsp:nvSpPr>
        <dsp:cNvPr id="0" name=""/>
        <dsp:cNvSpPr/>
      </dsp:nvSpPr>
      <dsp:spPr>
        <a:xfrm>
          <a:off x="0" y="224615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Inefficient Communication</a:t>
          </a:r>
        </a:p>
      </dsp:txBody>
      <dsp:txXfrm>
        <a:off x="31984" y="2278135"/>
        <a:ext cx="7435382" cy="591232"/>
      </dsp:txXfrm>
    </dsp:sp>
    <dsp:sp modelId="{171E2301-9517-4AA0-9921-4FFC58CCE34C}">
      <dsp:nvSpPr>
        <dsp:cNvPr id="0" name=""/>
        <dsp:cNvSpPr/>
      </dsp:nvSpPr>
      <dsp:spPr>
        <a:xfrm>
          <a:off x="0" y="2981990"/>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No Sufficient Project and Planning Phases</a:t>
          </a:r>
        </a:p>
      </dsp:txBody>
      <dsp:txXfrm>
        <a:off x="31984" y="3013974"/>
        <a:ext cx="7435382" cy="591232"/>
      </dsp:txXfrm>
    </dsp:sp>
    <dsp:sp modelId="{88F0D241-6DB7-44BC-8741-B1F44DA7BB0B}">
      <dsp:nvSpPr>
        <dsp:cNvPr id="0" name=""/>
        <dsp:cNvSpPr/>
      </dsp:nvSpPr>
      <dsp:spPr>
        <a:xfrm>
          <a:off x="0" y="3717830"/>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Project constraints are not identified</a:t>
          </a:r>
        </a:p>
      </dsp:txBody>
      <dsp:txXfrm>
        <a:off x="31984" y="3749814"/>
        <a:ext cx="7435382" cy="5912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D8D056-788F-438F-A365-29F6629F2AC5}">
      <dsp:nvSpPr>
        <dsp:cNvPr id="0" name=""/>
        <dsp:cNvSpPr/>
      </dsp:nvSpPr>
      <dsp:spPr>
        <a:xfrm>
          <a:off x="0" y="3863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i="0" kern="1200"/>
            <a:t>Inaccurate estimates</a:t>
          </a:r>
          <a:endParaRPr lang="en-US" sz="2800" kern="1200"/>
        </a:p>
      </dsp:txBody>
      <dsp:txXfrm>
        <a:off x="31984" y="70615"/>
        <a:ext cx="7435382" cy="591232"/>
      </dsp:txXfrm>
    </dsp:sp>
    <dsp:sp modelId="{FE7FBB9B-9763-48CA-93E9-87DC07C83774}">
      <dsp:nvSpPr>
        <dsp:cNvPr id="0" name=""/>
        <dsp:cNvSpPr/>
      </dsp:nvSpPr>
      <dsp:spPr>
        <a:xfrm>
          <a:off x="0" y="77447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Poor Risk Management </a:t>
          </a:r>
        </a:p>
      </dsp:txBody>
      <dsp:txXfrm>
        <a:off x="31984" y="806455"/>
        <a:ext cx="7435382" cy="591232"/>
      </dsp:txXfrm>
    </dsp:sp>
    <dsp:sp modelId="{FBED1829-FD33-4486-A38A-F6B0FFBD69DF}">
      <dsp:nvSpPr>
        <dsp:cNvPr id="0" name=""/>
        <dsp:cNvSpPr/>
      </dsp:nvSpPr>
      <dsp:spPr>
        <a:xfrm>
          <a:off x="0" y="151031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Insufficient Quality Assurance </a:t>
          </a:r>
        </a:p>
      </dsp:txBody>
      <dsp:txXfrm>
        <a:off x="31984" y="1542295"/>
        <a:ext cx="7435382" cy="591232"/>
      </dsp:txXfrm>
    </dsp:sp>
    <dsp:sp modelId="{E0137967-83CD-41BD-B25F-D4C376715A71}">
      <dsp:nvSpPr>
        <dsp:cNvPr id="0" name=""/>
        <dsp:cNvSpPr/>
      </dsp:nvSpPr>
      <dsp:spPr>
        <a:xfrm>
          <a:off x="0" y="2246151"/>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Poor Resource Management</a:t>
          </a:r>
        </a:p>
      </dsp:txBody>
      <dsp:txXfrm>
        <a:off x="31984" y="2278135"/>
        <a:ext cx="7435382" cy="591232"/>
      </dsp:txXfrm>
    </dsp:sp>
    <dsp:sp modelId="{AA5CEB0E-1C84-4247-AA1D-E100E22AA746}">
      <dsp:nvSpPr>
        <dsp:cNvPr id="0" name=""/>
        <dsp:cNvSpPr/>
      </dsp:nvSpPr>
      <dsp:spPr>
        <a:xfrm>
          <a:off x="0" y="2981990"/>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Poor Project Monitoring and Controlling</a:t>
          </a:r>
        </a:p>
      </dsp:txBody>
      <dsp:txXfrm>
        <a:off x="31984" y="3013974"/>
        <a:ext cx="7435382" cy="591232"/>
      </dsp:txXfrm>
    </dsp:sp>
    <dsp:sp modelId="{ED094EC4-69E8-4283-9869-27F24CAA7071}">
      <dsp:nvSpPr>
        <dsp:cNvPr id="0" name=""/>
        <dsp:cNvSpPr/>
      </dsp:nvSpPr>
      <dsp:spPr>
        <a:xfrm>
          <a:off x="0" y="3717830"/>
          <a:ext cx="7499350" cy="6552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US" sz="2800" kern="1200"/>
            <a:t>Poor Procurement Management</a:t>
          </a:r>
        </a:p>
      </dsp:txBody>
      <dsp:txXfrm>
        <a:off x="31984" y="3749814"/>
        <a:ext cx="7435382" cy="5912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4820"/>
          </a:xfrm>
          <a:prstGeom prst="rect">
            <a:avLst/>
          </a:prstGeom>
        </p:spPr>
        <p:txBody>
          <a:bodyPr vert="horz" lIns="93177" tIns="46589" rIns="93177" bIns="46589" rtlCol="0"/>
          <a:lstStyle>
            <a:lvl1pPr algn="r">
              <a:defRPr sz="1200"/>
            </a:lvl1pPr>
          </a:lstStyle>
          <a:p>
            <a:fld id="{44B210D1-BB10-4D3F-84EE-23EFEA341F4D}" type="datetimeFigureOut">
              <a:rPr lang="en-US" smtClean="0"/>
              <a:t>2/26/2025</a:t>
            </a:fld>
            <a:endParaRPr lang="en-US"/>
          </a:p>
        </p:txBody>
      </p:sp>
      <p:sp>
        <p:nvSpPr>
          <p:cNvPr id="4" name="Footer Placeholder 3"/>
          <p:cNvSpPr>
            <a:spLocks noGrp="1"/>
          </p:cNvSpPr>
          <p:nvPr>
            <p:ph type="ftr" sz="quarter" idx="2"/>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77" tIns="46589" rIns="93177" bIns="46589" rtlCol="0" anchor="b"/>
          <a:lstStyle>
            <a:lvl1pPr algn="r">
              <a:defRPr sz="1200"/>
            </a:lvl1pPr>
          </a:lstStyle>
          <a:p>
            <a:fld id="{09735464-44F0-47AE-8A8C-CFA2DB97902C}" type="slidenum">
              <a:rPr lang="en-US" smtClean="0"/>
              <a:t>‹#›</a:t>
            </a:fld>
            <a:endParaRPr lang="en-US"/>
          </a:p>
        </p:txBody>
      </p:sp>
    </p:spTree>
    <p:extLst>
      <p:ext uri="{BB962C8B-B14F-4D97-AF65-F5344CB8AC3E}">
        <p14:creationId xmlns:p14="http://schemas.microsoft.com/office/powerpoint/2010/main" val="77385605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fontAlgn="auto">
              <a:spcBef>
                <a:spcPts val="0"/>
              </a:spcBef>
              <a:spcAft>
                <a:spcPts val="0"/>
              </a:spcAft>
              <a:defRPr sz="1200">
                <a:latin typeface="+mn-lt"/>
              </a:defRPr>
            </a:lvl1pPr>
          </a:lstStyle>
          <a:p>
            <a:pPr>
              <a:defRPr/>
            </a:pPr>
            <a:endParaRPr lang="en-AU"/>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fontAlgn="auto">
              <a:spcBef>
                <a:spcPts val="0"/>
              </a:spcBef>
              <a:spcAft>
                <a:spcPts val="0"/>
              </a:spcAft>
              <a:defRPr sz="1200">
                <a:latin typeface="+mn-lt"/>
              </a:defRPr>
            </a:lvl1pPr>
          </a:lstStyle>
          <a:p>
            <a:pPr>
              <a:defRPr/>
            </a:pPr>
            <a:fld id="{398C4478-F009-4084-AF5B-5BBC1C5391ED}" type="datetimeFigureOut">
              <a:rPr lang="en-US"/>
              <a:pPr>
                <a:defRPr/>
              </a:pPr>
              <a:t>2/26/2025</a:t>
            </a:fld>
            <a:endParaRPr lang="en-AU"/>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pPr lvl="0"/>
            <a:endParaRPr lang="en-AU" noProof="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AU" noProof="0"/>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fontAlgn="auto">
              <a:spcBef>
                <a:spcPts val="0"/>
              </a:spcBef>
              <a:spcAft>
                <a:spcPts val="0"/>
              </a:spcAft>
              <a:defRPr sz="1200">
                <a:latin typeface="+mn-lt"/>
              </a:defRPr>
            </a:lvl1pPr>
          </a:lstStyle>
          <a:p>
            <a:pPr>
              <a:defRPr/>
            </a:pPr>
            <a:endParaRPr lang="en-AU"/>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fontAlgn="auto">
              <a:spcBef>
                <a:spcPts val="0"/>
              </a:spcBef>
              <a:spcAft>
                <a:spcPts val="0"/>
              </a:spcAft>
              <a:defRPr sz="1200">
                <a:latin typeface="+mn-lt"/>
              </a:defRPr>
            </a:lvl1pPr>
          </a:lstStyle>
          <a:p>
            <a:pPr>
              <a:defRPr/>
            </a:pPr>
            <a:fld id="{4AE8BB69-AF1B-45E0-A550-DEEAC09AE992}" type="slidenum">
              <a:rPr lang="en-AU"/>
              <a:pPr>
                <a:defRPr/>
              </a:pPr>
              <a:t>‹#›</a:t>
            </a:fld>
            <a:endParaRPr lang="en-AU"/>
          </a:p>
        </p:txBody>
      </p:sp>
    </p:spTree>
    <p:extLst>
      <p:ext uri="{BB962C8B-B14F-4D97-AF65-F5344CB8AC3E}">
        <p14:creationId xmlns:p14="http://schemas.microsoft.com/office/powerpoint/2010/main" val="7458512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6D7BA362-69E2-4DDC-BADC-7B11D5BE817A}" type="datetimeFigureOut">
              <a:rPr lang="en-US"/>
              <a:pPr>
                <a:defRPr/>
              </a:pPr>
              <a:t>2/26/2025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DB08EB19-C617-4428-9A2B-3B89409218EA}" type="slidenum">
              <a:rPr lang="en-AU"/>
              <a:pPr>
                <a:defRPr/>
              </a:pPr>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6"/>
          <p:cNvSpPr/>
          <p:nvPr/>
        </p:nvSpPr>
        <p:spPr>
          <a:xfrm>
            <a:off x="2282825" y="0"/>
            <a:ext cx="6858000"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Rectangle 9"/>
          <p:cNvSpPr/>
          <p:nvPr/>
        </p:nvSpPr>
        <p:spPr bwMode="invGray">
          <a:xfrm>
            <a:off x="2286000" y="0"/>
            <a:ext cx="76200"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6"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7" name="Oval 8"/>
          <p:cNvSpPr/>
          <p:nvPr/>
        </p:nvSpPr>
        <p:spPr>
          <a:xfrm>
            <a:off x="2408238" y="2746375"/>
            <a:ext cx="63500" cy="63500"/>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fontAlgn="auto">
              <a:spcBef>
                <a:spcPts val="0"/>
              </a:spcBef>
              <a:spcAft>
                <a:spcPts val="0"/>
              </a:spcAft>
              <a:defRPr/>
            </a:pPr>
            <a:endParaRPr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8" name="Date Placeholder 3"/>
          <p:cNvSpPr>
            <a:spLocks noGrp="1"/>
          </p:cNvSpPr>
          <p:nvPr>
            <p:ph type="dt" sz="half" idx="10"/>
          </p:nvPr>
        </p:nvSpPr>
        <p:spPr/>
        <p:txBody>
          <a:bodyPr/>
          <a:lstStyle>
            <a:lvl1pPr>
              <a:defRPr/>
            </a:lvl1pPr>
            <a:extLst/>
          </a:lstStyle>
          <a:p>
            <a:pPr>
              <a:defRPr/>
            </a:pPr>
            <a:fld id="{73722BA4-39B3-45A1-A7AC-1F3918C8D142}" type="datetimeFigureOut">
              <a:rPr lang="en-US"/>
              <a:pPr>
                <a:defRPr/>
              </a:pPr>
              <a:t>2/26/2025</a:t>
            </a:fld>
            <a:endParaRPr lang="en-AU"/>
          </a:p>
        </p:txBody>
      </p:sp>
      <p:sp>
        <p:nvSpPr>
          <p:cNvPr id="9" name="Footer Placeholder 4"/>
          <p:cNvSpPr>
            <a:spLocks noGrp="1"/>
          </p:cNvSpPr>
          <p:nvPr>
            <p:ph type="ftr" sz="quarter" idx="11"/>
          </p:nvPr>
        </p:nvSpPr>
        <p:spPr/>
        <p:txBody>
          <a:bodyPr/>
          <a:lstStyle>
            <a:lvl1pPr>
              <a:defRPr/>
            </a:lvl1pPr>
            <a:extLst/>
          </a:lstStyle>
          <a:p>
            <a:pPr>
              <a:defRPr/>
            </a:pPr>
            <a:endParaRPr lang="en-AU"/>
          </a:p>
        </p:txBody>
      </p:sp>
      <p:sp>
        <p:nvSpPr>
          <p:cNvPr id="10" name="Slide Number Placeholder 5"/>
          <p:cNvSpPr>
            <a:spLocks noGrp="1"/>
          </p:cNvSpPr>
          <p:nvPr>
            <p:ph type="sldNum" sz="quarter" idx="12"/>
          </p:nvPr>
        </p:nvSpPr>
        <p:spPr/>
        <p:txBody>
          <a:bodyPr/>
          <a:lstStyle>
            <a:lvl1pPr>
              <a:defRPr/>
            </a:lvl1pPr>
            <a:extLst/>
          </a:lstStyle>
          <a:p>
            <a:pPr>
              <a:defRPr/>
            </a:pPr>
            <a:fld id="{5E03B330-A60E-4F9A-B368-AA9E0D2C0C63}" type="slidenum">
              <a:rPr lang="en-AU"/>
              <a:pPr>
                <a:defRPr/>
              </a:pPr>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3"/>
          <p:cNvSpPr>
            <a:spLocks noGrp="1"/>
          </p:cNvSpPr>
          <p:nvPr>
            <p:ph type="dt" sz="half" idx="10"/>
          </p:nvPr>
        </p:nvSpPr>
        <p:spPr/>
        <p:txBody>
          <a:bodyPr/>
          <a:lstStyle>
            <a:lvl1pPr>
              <a:defRPr/>
            </a:lvl1pPr>
          </a:lstStyle>
          <a:p>
            <a:pPr>
              <a:defRPr/>
            </a:pPr>
            <a:fld id="{FAD928D8-2A07-4C9A-AC2B-B87C68A18E32}" type="datetimeFigureOut">
              <a:rPr lang="en-US"/>
              <a:pPr>
                <a:defRPr/>
              </a:pPr>
              <a:t>2/26/2025</a:t>
            </a:fld>
            <a:endParaRPr lang="en-AU"/>
          </a:p>
        </p:txBody>
      </p:sp>
      <p:sp>
        <p:nvSpPr>
          <p:cNvPr id="6" name="Footer Placeholder 9"/>
          <p:cNvSpPr>
            <a:spLocks noGrp="1"/>
          </p:cNvSpPr>
          <p:nvPr>
            <p:ph type="ftr" sz="quarter" idx="11"/>
          </p:nvPr>
        </p:nvSpPr>
        <p:spPr/>
        <p:txBody>
          <a:bodyPr/>
          <a:lstStyle>
            <a:lvl1pPr>
              <a:defRPr/>
            </a:lvl1pPr>
          </a:lstStyle>
          <a:p>
            <a:pPr>
              <a:defRPr/>
            </a:pPr>
            <a:endParaRPr lang="en-AU"/>
          </a:p>
        </p:txBody>
      </p:sp>
      <p:sp>
        <p:nvSpPr>
          <p:cNvPr id="7" name="Slide Number Placeholder 21"/>
          <p:cNvSpPr>
            <a:spLocks noGrp="1"/>
          </p:cNvSpPr>
          <p:nvPr>
            <p:ph type="sldNum" sz="quarter" idx="12"/>
          </p:nvPr>
        </p:nvSpPr>
        <p:spPr/>
        <p:txBody>
          <a:bodyPr/>
          <a:lstStyle>
            <a:lvl1pPr>
              <a:defRPr/>
            </a:lvl1pPr>
          </a:lstStyle>
          <a:p>
            <a:pPr>
              <a:defRPr/>
            </a:pPr>
            <a:fld id="{09FB0840-58FB-42AE-B722-DA08D68A1B7A}" type="slidenum">
              <a:rPr lang="en-AU"/>
              <a:pPr>
                <a:defRPr/>
              </a:pPr>
              <a:t>‹#›</a:t>
            </a:fld>
            <a:endParaRPr lang="en-A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lstStyle>
            <a:lvl1pPr algn="ctr">
              <a:defRPr sz="4500" b="1" cap="none" baseline="0"/>
            </a:lvl1pPr>
            <a:extLst/>
          </a:lstStyle>
          <a:p>
            <a:r>
              <a:rPr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extLst/>
          </a:lstStyle>
          <a:p>
            <a:pPr>
              <a:defRPr/>
            </a:pPr>
            <a:fld id="{97E289E5-BF1E-4F65-9039-EDEE690F93CE}" type="datetimeFigureOut">
              <a:rPr lang="en-US"/>
              <a:pPr>
                <a:defRPr/>
              </a:pPr>
              <a:t>2/26/2025</a:t>
            </a:fld>
            <a:endParaRPr lang="en-AU"/>
          </a:p>
        </p:txBody>
      </p:sp>
      <p:sp>
        <p:nvSpPr>
          <p:cNvPr id="8" name="Footer Placeholder 7"/>
          <p:cNvSpPr>
            <a:spLocks noGrp="1"/>
          </p:cNvSpPr>
          <p:nvPr>
            <p:ph type="ftr" sz="quarter" idx="11"/>
          </p:nvPr>
        </p:nvSpPr>
        <p:spPr/>
        <p:txBody>
          <a:bodyPr/>
          <a:lstStyle>
            <a:lvl1pPr>
              <a:defRPr/>
            </a:lvl1pPr>
            <a:extLst/>
          </a:lstStyle>
          <a:p>
            <a:pPr>
              <a:defRPr/>
            </a:pPr>
            <a:endParaRPr lang="en-AU"/>
          </a:p>
        </p:txBody>
      </p:sp>
      <p:sp>
        <p:nvSpPr>
          <p:cNvPr id="9" name="Slide Number Placeholder 8"/>
          <p:cNvSpPr>
            <a:spLocks noGrp="1"/>
          </p:cNvSpPr>
          <p:nvPr>
            <p:ph type="sldNum" sz="quarter" idx="12"/>
          </p:nvPr>
        </p:nvSpPr>
        <p:spPr/>
        <p:txBody>
          <a:bodyPr/>
          <a:lstStyle>
            <a:lvl1pPr>
              <a:defRPr/>
            </a:lvl1pPr>
            <a:extLst/>
          </a:lstStyle>
          <a:p>
            <a:pPr>
              <a:defRPr/>
            </a:pPr>
            <a:fld id="{96944B55-65F2-47D6-AA9A-06DBBEBDF1AA}" type="slidenum">
              <a:rPr lang="en-AU"/>
              <a:pPr>
                <a:defRPr/>
              </a:pPr>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lang="en-US"/>
              <a:t>Click to edit Master title style</a:t>
            </a:r>
          </a:p>
        </p:txBody>
      </p:sp>
      <p:sp>
        <p:nvSpPr>
          <p:cNvPr id="3" name="Date Placeholder 23"/>
          <p:cNvSpPr>
            <a:spLocks noGrp="1"/>
          </p:cNvSpPr>
          <p:nvPr>
            <p:ph type="dt" sz="half" idx="10"/>
          </p:nvPr>
        </p:nvSpPr>
        <p:spPr/>
        <p:txBody>
          <a:bodyPr/>
          <a:lstStyle>
            <a:lvl1pPr>
              <a:defRPr/>
            </a:lvl1pPr>
          </a:lstStyle>
          <a:p>
            <a:pPr>
              <a:defRPr/>
            </a:pPr>
            <a:fld id="{E85752A6-4FF7-4D96-86DC-D5737A5BCD80}" type="datetimeFigureOut">
              <a:rPr lang="en-US"/>
              <a:pPr>
                <a:defRPr/>
              </a:pPr>
              <a:t>2/26/2025</a:t>
            </a:fld>
            <a:endParaRPr lang="en-AU"/>
          </a:p>
        </p:txBody>
      </p:sp>
      <p:sp>
        <p:nvSpPr>
          <p:cNvPr id="4" name="Footer Placeholder 9"/>
          <p:cNvSpPr>
            <a:spLocks noGrp="1"/>
          </p:cNvSpPr>
          <p:nvPr>
            <p:ph type="ftr" sz="quarter" idx="11"/>
          </p:nvPr>
        </p:nvSpPr>
        <p:spPr/>
        <p:txBody>
          <a:bodyPr/>
          <a:lstStyle>
            <a:lvl1pPr>
              <a:defRPr/>
            </a:lvl1pPr>
          </a:lstStyle>
          <a:p>
            <a:pPr>
              <a:defRPr/>
            </a:pPr>
            <a:endParaRPr lang="en-AU"/>
          </a:p>
        </p:txBody>
      </p:sp>
      <p:sp>
        <p:nvSpPr>
          <p:cNvPr id="5" name="Slide Number Placeholder 21"/>
          <p:cNvSpPr>
            <a:spLocks noGrp="1"/>
          </p:cNvSpPr>
          <p:nvPr>
            <p:ph type="sldNum" sz="quarter" idx="12"/>
          </p:nvPr>
        </p:nvSpPr>
        <p:spPr/>
        <p:txBody>
          <a:bodyPr/>
          <a:lstStyle>
            <a:lvl1pPr>
              <a:defRPr/>
            </a:lvl1pPr>
          </a:lstStyle>
          <a:p>
            <a:pPr>
              <a:defRPr/>
            </a:pPr>
            <a:fld id="{6787F683-B714-4840-9F7B-D54158E195FB}" type="slidenum">
              <a:rPr lang="en-AU"/>
              <a:pPr>
                <a:defRPr/>
              </a:pPr>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4"/>
          <p:cNvSpPr/>
          <p:nvPr/>
        </p:nvSpPr>
        <p:spPr>
          <a:xfrm>
            <a:off x="1014413" y="0"/>
            <a:ext cx="8129587"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3" name="Rectangle 5"/>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4" name="Date Placeholder 1"/>
          <p:cNvSpPr>
            <a:spLocks noGrp="1"/>
          </p:cNvSpPr>
          <p:nvPr>
            <p:ph type="dt" sz="half" idx="10"/>
          </p:nvPr>
        </p:nvSpPr>
        <p:spPr/>
        <p:txBody>
          <a:bodyPr/>
          <a:lstStyle>
            <a:lvl1pPr>
              <a:defRPr/>
            </a:lvl1pPr>
            <a:extLst/>
          </a:lstStyle>
          <a:p>
            <a:pPr>
              <a:defRPr/>
            </a:pPr>
            <a:fld id="{076632DF-7466-44F8-B14F-7E352A8B1400}" type="datetimeFigureOut">
              <a:rPr lang="en-US"/>
              <a:pPr>
                <a:defRPr/>
              </a:pPr>
              <a:t>2/26/2025</a:t>
            </a:fld>
            <a:endParaRPr lang="en-AU"/>
          </a:p>
        </p:txBody>
      </p:sp>
      <p:sp>
        <p:nvSpPr>
          <p:cNvPr id="5" name="Footer Placeholder 2"/>
          <p:cNvSpPr>
            <a:spLocks noGrp="1"/>
          </p:cNvSpPr>
          <p:nvPr>
            <p:ph type="ftr" sz="quarter" idx="11"/>
          </p:nvPr>
        </p:nvSpPr>
        <p:spPr/>
        <p:txBody>
          <a:bodyPr/>
          <a:lstStyle>
            <a:lvl1pPr>
              <a:defRPr/>
            </a:lvl1pPr>
            <a:extLst/>
          </a:lstStyle>
          <a:p>
            <a:pPr>
              <a:defRPr/>
            </a:pPr>
            <a:endParaRPr lang="en-AU"/>
          </a:p>
        </p:txBody>
      </p:sp>
      <p:sp>
        <p:nvSpPr>
          <p:cNvPr id="6" name="Slide Number Placeholder 3"/>
          <p:cNvSpPr>
            <a:spLocks noGrp="1"/>
          </p:cNvSpPr>
          <p:nvPr>
            <p:ph type="sldNum" sz="quarter" idx="12"/>
          </p:nvPr>
        </p:nvSpPr>
        <p:spPr/>
        <p:txBody>
          <a:bodyPr/>
          <a:lstStyle>
            <a:lvl1pPr>
              <a:defRPr/>
            </a:lvl1pPr>
            <a:extLst/>
          </a:lstStyle>
          <a:p>
            <a:pPr>
              <a:defRPr/>
            </a:pPr>
            <a:fld id="{9B62068E-3DF5-4F07-A479-6ECFC5B4334B}" type="slidenum">
              <a:rPr lang="en-AU"/>
              <a:pPr>
                <a:defRPr/>
              </a:pPr>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extLst/>
          </a:lstStyle>
          <a:p>
            <a:pPr>
              <a:defRPr/>
            </a:pPr>
            <a:fld id="{2FF663F3-C0EA-42A8-9D3C-15DAC77F7ABD}" type="datetimeFigureOut">
              <a:rPr lang="en-US"/>
              <a:pPr>
                <a:defRPr/>
              </a:pPr>
              <a:t>2/26/2025</a:t>
            </a:fld>
            <a:endParaRPr lang="en-AU"/>
          </a:p>
        </p:txBody>
      </p:sp>
      <p:sp>
        <p:nvSpPr>
          <p:cNvPr id="6" name="Footer Placeholder 5"/>
          <p:cNvSpPr>
            <a:spLocks noGrp="1"/>
          </p:cNvSpPr>
          <p:nvPr>
            <p:ph type="ftr" sz="quarter" idx="11"/>
          </p:nvPr>
        </p:nvSpPr>
        <p:spPr/>
        <p:txBody>
          <a:bodyPr/>
          <a:lstStyle>
            <a:lvl1pPr>
              <a:defRPr/>
            </a:lvl1pPr>
            <a:extLst/>
          </a:lstStyle>
          <a:p>
            <a:pPr>
              <a:defRPr/>
            </a:pPr>
            <a:endParaRPr lang="en-AU"/>
          </a:p>
        </p:txBody>
      </p:sp>
      <p:sp>
        <p:nvSpPr>
          <p:cNvPr id="7" name="Slide Number Placeholder 6"/>
          <p:cNvSpPr>
            <a:spLocks noGrp="1"/>
          </p:cNvSpPr>
          <p:nvPr>
            <p:ph type="sldNum" sz="quarter" idx="12"/>
          </p:nvPr>
        </p:nvSpPr>
        <p:spPr/>
        <p:txBody>
          <a:bodyPr/>
          <a:lstStyle>
            <a:lvl1pPr>
              <a:defRPr/>
            </a:lvl1pPr>
            <a:extLst/>
          </a:lstStyle>
          <a:p>
            <a:pPr>
              <a:defRPr/>
            </a:pPr>
            <a:fld id="{B1A95174-CFA5-499D-88D0-D09D2FB1806C}" type="slidenum">
              <a:rPr lang="en-AU"/>
              <a:pPr>
                <a:defRPr/>
              </a:pPr>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tIns="274320">
            <a:normAutofit/>
          </a:bodyPr>
          <a:lstStyle/>
          <a:p>
            <a:pPr indent="-283464" fontAlgn="auto">
              <a:lnSpc>
                <a:spcPts val="3000"/>
              </a:lnSpc>
              <a:spcBef>
                <a:spcPts val="600"/>
              </a:spcBef>
              <a:spcAft>
                <a:spcPts val="0"/>
              </a:spcAft>
              <a:buClr>
                <a:schemeClr val="accent1"/>
              </a:buClr>
              <a:buSzPct val="80000"/>
              <a:buFont typeface="Wingdings 2"/>
              <a:buNone/>
              <a:defRPr/>
            </a:pPr>
            <a:endParaRPr lang="en-US" sz="3200">
              <a:latin typeface="+mn-lt"/>
            </a:endParaRPr>
          </a:p>
        </p:txBody>
      </p:sp>
      <p:sp>
        <p:nvSpPr>
          <p:cNvPr id="6" name="Flowchart: Process 8"/>
          <p:cNvSpPr/>
          <p:nvPr/>
        </p:nvSpPr>
        <p:spPr>
          <a:xfrm rot="19468671">
            <a:off x="396875" y="954088"/>
            <a:ext cx="685800" cy="204787"/>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7" name="Flowchart: Process 9"/>
          <p:cNvSpPr/>
          <p:nvPr/>
        </p:nvSpPr>
        <p:spPr>
          <a:xfrm rot="2103354" flipH="1">
            <a:off x="5003800" y="936625"/>
            <a:ext cx="649288" cy="204788"/>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lang="en-US"/>
              <a:t>Click to edit Master title style</a:t>
            </a: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tIns="274320">
            <a:normAutofit/>
          </a:bodyPr>
          <a:lstStyle>
            <a:lvl1pPr indent="0">
              <a:buNone/>
              <a:defRPr sz="3200"/>
            </a:lvl1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a:r>
              <a:rPr lang="en-US"/>
              <a:t>Click to edit Master text styles</a:t>
            </a:r>
          </a:p>
        </p:txBody>
      </p:sp>
      <p:sp>
        <p:nvSpPr>
          <p:cNvPr id="8" name="Date Placeholder 4"/>
          <p:cNvSpPr>
            <a:spLocks noGrp="1"/>
          </p:cNvSpPr>
          <p:nvPr>
            <p:ph type="dt" sz="half" idx="10"/>
          </p:nvPr>
        </p:nvSpPr>
        <p:spPr/>
        <p:txBody>
          <a:bodyPr/>
          <a:lstStyle>
            <a:lvl1pPr>
              <a:defRPr/>
            </a:lvl1pPr>
            <a:extLst/>
          </a:lstStyle>
          <a:p>
            <a:pPr>
              <a:defRPr/>
            </a:pPr>
            <a:fld id="{532F19D3-364E-4BE1-AB1D-9389337F1716}" type="datetimeFigureOut">
              <a:rPr lang="en-US"/>
              <a:pPr>
                <a:defRPr/>
              </a:pPr>
              <a:t>2/26/2025</a:t>
            </a:fld>
            <a:endParaRPr lang="en-AU"/>
          </a:p>
        </p:txBody>
      </p:sp>
      <p:sp>
        <p:nvSpPr>
          <p:cNvPr id="9" name="Footer Placeholder 5"/>
          <p:cNvSpPr>
            <a:spLocks noGrp="1"/>
          </p:cNvSpPr>
          <p:nvPr>
            <p:ph type="ftr" sz="quarter" idx="11"/>
          </p:nvPr>
        </p:nvSpPr>
        <p:spPr/>
        <p:txBody>
          <a:bodyPr/>
          <a:lstStyle>
            <a:lvl1pPr>
              <a:defRPr/>
            </a:lvl1pPr>
            <a:extLst/>
          </a:lstStyle>
          <a:p>
            <a:pPr>
              <a:defRPr/>
            </a:pPr>
            <a:endParaRPr lang="en-AU"/>
          </a:p>
        </p:txBody>
      </p:sp>
      <p:sp>
        <p:nvSpPr>
          <p:cNvPr id="10" name="Slide Number Placeholder 6"/>
          <p:cNvSpPr>
            <a:spLocks noGrp="1"/>
          </p:cNvSpPr>
          <p:nvPr>
            <p:ph type="sldNum" sz="quarter" idx="12"/>
          </p:nvPr>
        </p:nvSpPr>
        <p:spPr/>
        <p:txBody>
          <a:bodyPr/>
          <a:lstStyle>
            <a:lvl1pPr>
              <a:defRPr/>
            </a:lvl1pPr>
            <a:extLst/>
          </a:lstStyle>
          <a:p>
            <a:pPr>
              <a:defRPr/>
            </a:pPr>
            <a:fld id="{D314A49B-29C5-41E1-9157-AF7F5FD4ACA7}" type="slidenum">
              <a:rPr lang="en-AU"/>
              <a:pPr>
                <a:defRPr/>
              </a:pPr>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9659DBE8-5B23-4758-B47C-E9E341EE3328}" type="datetimeFigureOut">
              <a:rPr lang="en-US"/>
              <a:pPr>
                <a:defRPr/>
              </a:pPr>
              <a:t>2/26/2025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388FE86-17E6-4DB8-A3B4-0AF1C45D9DDE}" type="slidenum">
              <a:rPr lang="en-AU"/>
              <a:pPr>
                <a:defRPr/>
              </a:pPr>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3"/>
          <p:cNvSpPr>
            <a:spLocks noGrp="1"/>
          </p:cNvSpPr>
          <p:nvPr>
            <p:ph type="dt" sz="half" idx="10"/>
          </p:nvPr>
        </p:nvSpPr>
        <p:spPr/>
        <p:txBody>
          <a:bodyPr/>
          <a:lstStyle>
            <a:lvl1pPr>
              <a:defRPr/>
            </a:lvl1pPr>
          </a:lstStyle>
          <a:p>
            <a:pPr>
              <a:defRPr/>
            </a:pPr>
            <a:fld id="{4914BA9B-DFDF-4564-91A2-6DF83062B79A}" type="datetimeFigureOut">
              <a:rPr lang="en-US"/>
              <a:pPr>
                <a:defRPr/>
              </a:pPr>
              <a:t>2/26/2025</a:t>
            </a:fld>
            <a:endParaRPr lang="en-AU"/>
          </a:p>
        </p:txBody>
      </p:sp>
      <p:sp>
        <p:nvSpPr>
          <p:cNvPr id="5" name="Footer Placeholder 9"/>
          <p:cNvSpPr>
            <a:spLocks noGrp="1"/>
          </p:cNvSpPr>
          <p:nvPr>
            <p:ph type="ftr" sz="quarter" idx="11"/>
          </p:nvPr>
        </p:nvSpPr>
        <p:spPr/>
        <p:txBody>
          <a:bodyPr/>
          <a:lstStyle>
            <a:lvl1pPr>
              <a:defRPr/>
            </a:lvl1pPr>
          </a:lstStyle>
          <a:p>
            <a:pPr>
              <a:defRPr/>
            </a:pPr>
            <a:endParaRPr lang="en-AU"/>
          </a:p>
        </p:txBody>
      </p:sp>
      <p:sp>
        <p:nvSpPr>
          <p:cNvPr id="6" name="Slide Number Placeholder 21"/>
          <p:cNvSpPr>
            <a:spLocks noGrp="1"/>
          </p:cNvSpPr>
          <p:nvPr>
            <p:ph type="sldNum" sz="quarter" idx="12"/>
          </p:nvPr>
        </p:nvSpPr>
        <p:spPr/>
        <p:txBody>
          <a:bodyPr/>
          <a:lstStyle>
            <a:lvl1pPr>
              <a:defRPr/>
            </a:lvl1pPr>
          </a:lstStyle>
          <a:p>
            <a:pPr>
              <a:defRPr/>
            </a:pPr>
            <a:fld id="{2920A575-958F-452E-A13F-7BD0F68F6B47}" type="slidenum">
              <a:rPr lang="en-AU"/>
              <a:pPr>
                <a:defRPr/>
              </a:pPr>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2" name="Date Placeholder 23"/>
          <p:cNvSpPr>
            <a:spLocks noGrp="1"/>
          </p:cNvSpPr>
          <p:nvPr>
            <p:ph type="dt" sz="half" idx="10"/>
          </p:nvPr>
        </p:nvSpPr>
        <p:spPr/>
        <p:txBody>
          <a:bodyPr/>
          <a:lstStyle>
            <a:lvl1pPr>
              <a:defRPr/>
            </a:lvl1pPr>
          </a:lstStyle>
          <a:p>
            <a:pPr>
              <a:defRPr/>
            </a:pPr>
            <a:fld id="{14BD23C4-0CBE-41AD-9915-09C3EB7D8FC5}" type="datetimeFigureOut">
              <a:rPr lang="en-US"/>
              <a:pPr>
                <a:defRPr/>
              </a:pPr>
              <a:t>2/26/2025</a:t>
            </a:fld>
            <a:endParaRPr lang="en-AU"/>
          </a:p>
        </p:txBody>
      </p:sp>
      <p:sp>
        <p:nvSpPr>
          <p:cNvPr id="3" name="Footer Placeholder 9"/>
          <p:cNvSpPr>
            <a:spLocks noGrp="1"/>
          </p:cNvSpPr>
          <p:nvPr>
            <p:ph type="ftr" sz="quarter" idx="11"/>
          </p:nvPr>
        </p:nvSpPr>
        <p:spPr/>
        <p:txBody>
          <a:bodyPr/>
          <a:lstStyle>
            <a:lvl1pPr>
              <a:defRPr/>
            </a:lvl1pPr>
          </a:lstStyle>
          <a:p>
            <a:pPr>
              <a:defRPr/>
            </a:pPr>
            <a:endParaRPr lang="en-AU"/>
          </a:p>
        </p:txBody>
      </p:sp>
      <p:sp>
        <p:nvSpPr>
          <p:cNvPr id="4" name="Slide Number Placeholder 21"/>
          <p:cNvSpPr>
            <a:spLocks noGrp="1"/>
          </p:cNvSpPr>
          <p:nvPr>
            <p:ph type="sldNum" sz="quarter" idx="12"/>
          </p:nvPr>
        </p:nvSpPr>
        <p:spPr/>
        <p:txBody>
          <a:bodyPr/>
          <a:lstStyle>
            <a:lvl1pPr>
              <a:defRPr/>
            </a:lvl1pPr>
          </a:lstStyle>
          <a:p>
            <a:pPr>
              <a:defRPr/>
            </a:pPr>
            <a:fld id="{1AD7BE41-6580-421D-AAB4-199544DFCC6F}" type="slidenum">
              <a:rPr lang="en-AU"/>
              <a:pPr>
                <a:defRPr/>
              </a:pPr>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2/26/2025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0111073"/>
      </p:ext>
    </p:extLst>
  </p:cSld>
  <p:clrMapOvr>
    <a:masterClrMapping/>
  </p:clrMapOvr>
  <p:transition spd="slow">
    <p:blinds dir="vert"/>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762000"/>
            <a:ext cx="7924800" cy="1143000"/>
          </a:xfrm>
        </p:spPr>
        <p:txBody>
          <a:bodyPr/>
          <a:lstStyle/>
          <a:p>
            <a:r>
              <a:rPr lang="en-US"/>
              <a:t>Click to edit Master title style</a:t>
            </a:r>
            <a:endParaRPr lang="en-MY"/>
          </a:p>
        </p:txBody>
      </p:sp>
      <p:sp>
        <p:nvSpPr>
          <p:cNvPr id="3" name="Content Placeholder 2"/>
          <p:cNvSpPr>
            <a:spLocks noGrp="1"/>
          </p:cNvSpPr>
          <p:nvPr>
            <p:ph sz="half" idx="1"/>
          </p:nvPr>
        </p:nvSpPr>
        <p:spPr>
          <a:xfrm>
            <a:off x="838200" y="2362200"/>
            <a:ext cx="3770313" cy="3724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quarter" idx="2"/>
          </p:nvPr>
        </p:nvSpPr>
        <p:spPr>
          <a:xfrm>
            <a:off x="4760913" y="2362200"/>
            <a:ext cx="3770312" cy="1785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4"/>
          <p:cNvSpPr>
            <a:spLocks noGrp="1"/>
          </p:cNvSpPr>
          <p:nvPr>
            <p:ph sz="quarter" idx="3"/>
          </p:nvPr>
        </p:nvSpPr>
        <p:spPr>
          <a:xfrm>
            <a:off x="4760913" y="4300538"/>
            <a:ext cx="3770312" cy="1785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Rectangle 11">
            <a:extLst>
              <a:ext uri="{FF2B5EF4-FFF2-40B4-BE49-F238E27FC236}">
                <a16:creationId xmlns:a16="http://schemas.microsoft.com/office/drawing/2014/main" id="{FD61F14A-18C5-4F81-9C84-6820F88F7EFA}"/>
              </a:ext>
            </a:extLst>
          </p:cNvPr>
          <p:cNvSpPr>
            <a:spLocks noGrp="1" noChangeArrowheads="1"/>
          </p:cNvSpPr>
          <p:nvPr>
            <p:ph type="dt" sz="half" idx="10"/>
          </p:nvPr>
        </p:nvSpPr>
        <p:spPr>
          <a:ln/>
        </p:spPr>
        <p:txBody>
          <a:bodyPr/>
          <a:lstStyle>
            <a:lvl1pPr>
              <a:defRPr/>
            </a:lvl1pPr>
          </a:lstStyle>
          <a:p>
            <a:pPr>
              <a:defRPr/>
            </a:pPr>
            <a:endParaRPr lang="en-AU" altLang="en-US"/>
          </a:p>
        </p:txBody>
      </p:sp>
      <p:sp>
        <p:nvSpPr>
          <p:cNvPr id="7" name="Rectangle 12">
            <a:extLst>
              <a:ext uri="{FF2B5EF4-FFF2-40B4-BE49-F238E27FC236}">
                <a16:creationId xmlns:a16="http://schemas.microsoft.com/office/drawing/2014/main" id="{1544DB54-3D63-4873-82D5-C15F237FA291}"/>
              </a:ext>
            </a:extLst>
          </p:cNvPr>
          <p:cNvSpPr>
            <a:spLocks noGrp="1" noChangeArrowheads="1"/>
          </p:cNvSpPr>
          <p:nvPr>
            <p:ph type="ftr" sz="quarter" idx="11"/>
          </p:nvPr>
        </p:nvSpPr>
        <p:spPr>
          <a:ln/>
        </p:spPr>
        <p:txBody>
          <a:bodyPr/>
          <a:lstStyle>
            <a:lvl1pPr>
              <a:defRPr/>
            </a:lvl1pPr>
          </a:lstStyle>
          <a:p>
            <a:pPr>
              <a:defRPr/>
            </a:pPr>
            <a:endParaRPr lang="en-AU" altLang="en-US"/>
          </a:p>
        </p:txBody>
      </p:sp>
      <p:sp>
        <p:nvSpPr>
          <p:cNvPr id="8" name="Rectangle 13">
            <a:extLst>
              <a:ext uri="{FF2B5EF4-FFF2-40B4-BE49-F238E27FC236}">
                <a16:creationId xmlns:a16="http://schemas.microsoft.com/office/drawing/2014/main" id="{E2675F34-7783-461D-8614-AA62129FF4DF}"/>
              </a:ext>
            </a:extLst>
          </p:cNvPr>
          <p:cNvSpPr>
            <a:spLocks noGrp="1" noChangeArrowheads="1"/>
          </p:cNvSpPr>
          <p:nvPr>
            <p:ph type="sldNum" sz="quarter" idx="12"/>
          </p:nvPr>
        </p:nvSpPr>
        <p:spPr>
          <a:ln/>
        </p:spPr>
        <p:txBody>
          <a:bodyPr/>
          <a:lstStyle>
            <a:lvl1pPr>
              <a:defRPr/>
            </a:lvl1pPr>
          </a:lstStyle>
          <a:p>
            <a:pPr>
              <a:defRPr/>
            </a:pPr>
            <a:fld id="{FFEC01EC-FB82-40E8-BF87-B3A9B9309D83}" type="slidenum">
              <a:rPr lang="en-AU" altLang="en-US"/>
              <a:pPr>
                <a:defRPr/>
              </a:pPr>
              <a:t>‹#›</a:t>
            </a:fld>
            <a:endParaRPr lang="en-AU" altLang="en-US"/>
          </a:p>
        </p:txBody>
      </p:sp>
    </p:spTree>
    <p:extLst>
      <p:ext uri="{BB962C8B-B14F-4D97-AF65-F5344CB8AC3E}">
        <p14:creationId xmlns:p14="http://schemas.microsoft.com/office/powerpoint/2010/main" val="834227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75" y="-815975"/>
            <a:ext cx="1638300" cy="1638300"/>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8" name="Oval 7"/>
          <p:cNvSpPr/>
          <p:nvPr/>
        </p:nvSpPr>
        <p:spPr>
          <a:xfrm>
            <a:off x="168275" y="20638"/>
            <a:ext cx="1703388" cy="1703387"/>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12" name="Rectangle 11"/>
          <p:cNvSpPr/>
          <p:nvPr/>
        </p:nvSpPr>
        <p:spPr>
          <a:xfrm>
            <a:off x="1012825" y="0"/>
            <a:ext cx="8131175"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
        <p:nvSpPr>
          <p:cNvPr id="5" name="Title Placeholder 4"/>
          <p:cNvSpPr>
            <a:spLocks noGrp="1"/>
          </p:cNvSpPr>
          <p:nvPr>
            <p:ph type="title"/>
          </p:nvPr>
        </p:nvSpPr>
        <p:spPr>
          <a:xfrm>
            <a:off x="1435100" y="274638"/>
            <a:ext cx="7499350" cy="1143000"/>
          </a:xfrm>
          <a:prstGeom prst="rect">
            <a:avLst/>
          </a:prstGeom>
        </p:spPr>
        <p:txBody>
          <a:bodyPr anchor="ctr">
            <a:normAutofit/>
          </a:bodyPr>
          <a:lstStyle/>
          <a:p>
            <a:r>
              <a:rPr lang="en-US"/>
              <a:t>Click to edit Master title style</a:t>
            </a:r>
          </a:p>
        </p:txBody>
      </p:sp>
      <p:sp>
        <p:nvSpPr>
          <p:cNvPr id="1033" name="Text Placeholder 8"/>
          <p:cNvSpPr>
            <a:spLocks noGrp="1"/>
          </p:cNvSpPr>
          <p:nvPr>
            <p:ph type="body" idx="1"/>
          </p:nvPr>
        </p:nvSpPr>
        <p:spPr bwMode="auto">
          <a:xfrm>
            <a:off x="1435100" y="1447800"/>
            <a:ext cx="7499350" cy="48006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fontAlgn="auto" latinLnBrk="0" hangingPunct="1">
              <a:spcBef>
                <a:spcPts val="0"/>
              </a:spcBef>
              <a:spcAft>
                <a:spcPts val="0"/>
              </a:spcAft>
              <a:defRPr kumimoji="0" sz="1200">
                <a:solidFill>
                  <a:schemeClr val="bg2">
                    <a:shade val="50000"/>
                    <a:satMod val="200000"/>
                  </a:schemeClr>
                </a:solidFill>
                <a:latin typeface="+mn-lt"/>
              </a:defRPr>
            </a:lvl1pPr>
            <a:extLst/>
          </a:lstStyle>
          <a:p>
            <a:pPr>
              <a:defRPr/>
            </a:pPr>
            <a:fld id="{4674603B-BE21-4B82-834E-441265CC936A}" type="datetimeFigureOut">
              <a:rPr lang="en-US"/>
              <a:pPr>
                <a:defRPr/>
              </a:pPr>
              <a:t>2/26/2025</a:t>
            </a:fld>
            <a:endParaRPr lang="en-AU"/>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endParaRPr lang="en-AU"/>
          </a:p>
        </p:txBody>
      </p:sp>
      <p:sp>
        <p:nvSpPr>
          <p:cNvPr id="22" name="Slide Number Placeholder 21"/>
          <p:cNvSpPr>
            <a:spLocks noGrp="1"/>
          </p:cNvSpPr>
          <p:nvPr>
            <p:ph type="sldNum" sz="quarter" idx="4"/>
          </p:nvPr>
        </p:nvSpPr>
        <p:spPr>
          <a:xfrm>
            <a:off x="8613775" y="6305550"/>
            <a:ext cx="457200" cy="476250"/>
          </a:xfrm>
          <a:prstGeom prst="rect">
            <a:avLst/>
          </a:prstGeom>
        </p:spPr>
        <p:txBody>
          <a:bodyPr anchor="b"/>
          <a:lstStyle>
            <a:lvl1pPr algn="ctr" eaLnBrk="1" fontAlgn="auto" latinLnBrk="0" hangingPunct="1">
              <a:spcBef>
                <a:spcPts val="0"/>
              </a:spcBef>
              <a:spcAft>
                <a:spcPts val="0"/>
              </a:spcAft>
              <a:defRPr kumimoji="0" sz="1200">
                <a:solidFill>
                  <a:schemeClr val="bg2">
                    <a:shade val="50000"/>
                    <a:satMod val="200000"/>
                  </a:schemeClr>
                </a:solidFill>
                <a:effectLst/>
                <a:latin typeface="+mn-lt"/>
              </a:defRPr>
            </a:lvl1pPr>
            <a:extLst/>
          </a:lstStyle>
          <a:p>
            <a:pPr>
              <a:defRPr/>
            </a:pPr>
            <a:fld id="{25D2816C-7373-4FF3-9DF2-CB9F7B7A5FB2}" type="slidenum">
              <a:rPr lang="en-AU"/>
              <a:pPr>
                <a:defRPr/>
              </a:pPr>
              <a:t>‹#›</a:t>
            </a:fld>
            <a:endParaRPr lang="en-AU"/>
          </a:p>
        </p:txBody>
      </p:sp>
      <p:sp>
        <p:nvSpPr>
          <p:cNvPr id="15" name="Rectangle 14"/>
          <p:cNvSpPr/>
          <p:nvPr/>
        </p:nvSpPr>
        <p:spPr bwMode="invGray">
          <a:xfrm>
            <a:off x="1014413" y="0"/>
            <a:ext cx="73025" cy="6858000"/>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fontAlgn="auto">
              <a:spcBef>
                <a:spcPts val="0"/>
              </a:spcBef>
              <a:spcAft>
                <a:spcPts val="0"/>
              </a:spcAft>
              <a:defRPr/>
            </a:pPr>
            <a:endParaRPr lang="en-US"/>
          </a:p>
        </p:txBody>
      </p:sp>
    </p:spTree>
  </p:cSld>
  <p:clrMap bg1="lt1" tx1="dk1" bg2="lt2" tx2="dk2" accent1="accent1" accent2="accent2" accent3="accent3" accent4="accent4" accent5="accent5" accent6="accent6" hlink="hlink" folHlink="folHlink"/>
  <p:sldLayoutIdLst>
    <p:sldLayoutId id="2147483702" r:id="rId1"/>
    <p:sldLayoutId id="2147483708" r:id="rId2"/>
    <p:sldLayoutId id="2147483703" r:id="rId3"/>
    <p:sldLayoutId id="2147483709" r:id="rId4"/>
    <p:sldLayoutId id="2147483704" r:id="rId5"/>
    <p:sldLayoutId id="2147483710" r:id="rId6"/>
    <p:sldLayoutId id="2147483711" r:id="rId7"/>
    <p:sldLayoutId id="2147483712" r:id="rId8"/>
    <p:sldLayoutId id="2147483705" r:id="rId9"/>
    <p:sldLayoutId id="2147483706" r:id="rId10"/>
    <p:sldLayoutId id="2147483707" r:id="rId11"/>
    <p:sldLayoutId id="2147483713" r:id="rId12"/>
    <p:sldLayoutId id="2147483714" r:id="rId13"/>
  </p:sldLayoutIdLst>
  <p:txStyles>
    <p:title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p:titleStyle>
    <p:bodyStyle>
      <a:lvl1pPr marL="365125" indent="-282575" algn="l" rtl="0" eaLnBrk="0" fontAlgn="base" hangingPunct="0">
        <a:spcBef>
          <a:spcPts val="60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639763" indent="-236538" algn="l" rtl="0" eaLnBrk="0" fontAlgn="base" hangingPunct="0">
        <a:spcBef>
          <a:spcPts val="550"/>
        </a:spcBef>
        <a:spcAft>
          <a:spcPct val="0"/>
        </a:spcAft>
        <a:buClr>
          <a:schemeClr val="accent1"/>
        </a:buClr>
        <a:buFont typeface="Verdana" pitchFamily="34" charset="0"/>
        <a:buChar char="◦"/>
        <a:defRPr sz="2800" kern="1200">
          <a:solidFill>
            <a:schemeClr val="tx1"/>
          </a:solidFill>
          <a:latin typeface="+mn-lt"/>
          <a:ea typeface="+mn-ea"/>
          <a:cs typeface="+mn-cs"/>
        </a:defRPr>
      </a:lvl2pPr>
      <a:lvl3pPr marL="885825" indent="-228600" algn="l" rtl="0" eaLnBrk="0" fontAlgn="base" hangingPunct="0">
        <a:spcBef>
          <a:spcPct val="20000"/>
        </a:spcBef>
        <a:spcAft>
          <a:spcPct val="0"/>
        </a:spcAft>
        <a:buClr>
          <a:schemeClr val="accent2"/>
        </a:buClr>
        <a:buFont typeface="Wingdings 2" pitchFamily="18" charset="2"/>
        <a:buChar char=""/>
        <a:defRPr sz="2400" kern="1200">
          <a:solidFill>
            <a:schemeClr val="tx1"/>
          </a:solidFill>
          <a:latin typeface="+mn-lt"/>
          <a:ea typeface="+mn-ea"/>
          <a:cs typeface="+mn-cs"/>
        </a:defRPr>
      </a:lvl3pPr>
      <a:lvl4pPr marL="1096963" indent="-173038" algn="l" rtl="0" eaLnBrk="0" fontAlgn="base" hangingPunct="0">
        <a:spcBef>
          <a:spcPct val="20000"/>
        </a:spcBef>
        <a:spcAft>
          <a:spcPct val="0"/>
        </a:spcAft>
        <a:buClr>
          <a:srgbClr val="C32D2E"/>
        </a:buClr>
        <a:buFont typeface="Wingdings 2" pitchFamily="18" charset="2"/>
        <a:buChar char=""/>
        <a:defRPr sz="2000" kern="1200">
          <a:solidFill>
            <a:schemeClr val="tx1"/>
          </a:solidFill>
          <a:latin typeface="+mn-lt"/>
          <a:ea typeface="+mn-ea"/>
          <a:cs typeface="+mn-cs"/>
        </a:defRPr>
      </a:lvl4pPr>
      <a:lvl5pPr marL="1296988" indent="-182563" algn="l" rtl="0" eaLnBrk="0" fontAlgn="base" hangingPunct="0">
        <a:spcBef>
          <a:spcPct val="20000"/>
        </a:spcBef>
        <a:spcAft>
          <a:spcPct val="0"/>
        </a:spcAft>
        <a:buClr>
          <a:srgbClr val="84AA33"/>
        </a:buClr>
        <a:buFont typeface="Wingdings 2" pitchFamily="18" charset="2"/>
        <a:buChar char=""/>
        <a:defRPr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2960" y="2165982"/>
            <a:ext cx="7365697" cy="921224"/>
          </a:xfrm>
        </p:spPr>
        <p:txBody>
          <a:bodyPr>
            <a:normAutofit fontScale="90000"/>
          </a:bodyPr>
          <a:lstStyle/>
          <a:p>
            <a:r>
              <a:rPr lang="en-US" sz="5400" b="1" dirty="0"/>
              <a:t>Software Project Management</a:t>
            </a:r>
          </a:p>
        </p:txBody>
      </p:sp>
      <p:sp>
        <p:nvSpPr>
          <p:cNvPr id="3" name="Subtitle 2"/>
          <p:cNvSpPr>
            <a:spLocks noGrp="1"/>
          </p:cNvSpPr>
          <p:nvPr>
            <p:ph type="subTitle" idx="1"/>
          </p:nvPr>
        </p:nvSpPr>
        <p:spPr>
          <a:xfrm>
            <a:off x="927721" y="5220566"/>
            <a:ext cx="7543800" cy="857250"/>
          </a:xfrm>
        </p:spPr>
        <p:txBody>
          <a:bodyPr>
            <a:normAutofit fontScale="62500" lnSpcReduction="20000"/>
          </a:bodyPr>
          <a:lstStyle/>
          <a:p>
            <a:r>
              <a:rPr lang="en-US" i="1" dirty="0">
                <a:solidFill>
                  <a:schemeClr val="tx1"/>
                </a:solidFill>
              </a:rPr>
              <a:t>Dr. </a:t>
            </a:r>
            <a:r>
              <a:rPr lang="en-US" i="1">
                <a:solidFill>
                  <a:schemeClr val="tx1"/>
                </a:solidFill>
              </a:rPr>
              <a:t>Sumaira nazir </a:t>
            </a:r>
            <a:endParaRPr lang="en-US" i="1" dirty="0">
              <a:solidFill>
                <a:schemeClr val="tx1"/>
              </a:solidFill>
            </a:endParaRPr>
          </a:p>
          <a:p>
            <a:r>
              <a:rPr lang="en-US" i="1" dirty="0">
                <a:solidFill>
                  <a:schemeClr val="tx1"/>
                </a:solidFill>
              </a:rPr>
              <a:t>ASSISTANT PROFESSOR</a:t>
            </a:r>
          </a:p>
          <a:p>
            <a:r>
              <a:rPr lang="en-US" i="1" dirty="0">
                <a:solidFill>
                  <a:schemeClr val="tx1"/>
                </a:solidFill>
              </a:rPr>
              <a:t>Department of software engineering , </a:t>
            </a:r>
            <a:r>
              <a:rPr lang="en-US" i="1" dirty="0" err="1">
                <a:solidFill>
                  <a:schemeClr val="tx1"/>
                </a:solidFill>
              </a:rPr>
              <a:t>FEc</a:t>
            </a:r>
            <a:r>
              <a:rPr lang="en-US" i="1" dirty="0">
                <a:solidFill>
                  <a:schemeClr val="tx1"/>
                </a:solidFill>
              </a:rPr>
              <a:t> </a:t>
            </a:r>
          </a:p>
        </p:txBody>
      </p:sp>
      <p:sp>
        <p:nvSpPr>
          <p:cNvPr id="6" name="Subtitle 2"/>
          <p:cNvSpPr txBox="1">
            <a:spLocks/>
          </p:cNvSpPr>
          <p:nvPr/>
        </p:nvSpPr>
        <p:spPr>
          <a:xfrm>
            <a:off x="1187624" y="6516189"/>
            <a:ext cx="7500283" cy="390208"/>
          </a:xfrm>
          <a:prstGeom prst="rect">
            <a:avLst/>
          </a:prstGeom>
        </p:spPr>
        <p:txBody>
          <a:bodyPr vert="horz" lIns="68580" tIns="34290" rIns="68580" bIns="34290" rtlCol="0">
            <a:normAutofit fontScale="85000" lnSpcReduction="100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US" sz="1800" dirty="0">
                <a:solidFill>
                  <a:schemeClr val="tx1"/>
                </a:solidFill>
              </a:rPr>
              <a:t>National University Of Modern Languages H-9 Islamabad</a:t>
            </a:r>
          </a:p>
        </p:txBody>
      </p:sp>
      <p:cxnSp>
        <p:nvCxnSpPr>
          <p:cNvPr id="9" name="Straight Connector 8"/>
          <p:cNvCxnSpPr>
            <a:cxnSpLocks/>
          </p:cNvCxnSpPr>
          <p:nvPr/>
        </p:nvCxnSpPr>
        <p:spPr>
          <a:xfrm>
            <a:off x="927721" y="3160939"/>
            <a:ext cx="7365697" cy="14237"/>
          </a:xfrm>
          <a:prstGeom prst="line">
            <a:avLst/>
          </a:prstGeom>
          <a:ln w="28575"/>
        </p:spPr>
        <p:style>
          <a:lnRef idx="1">
            <a:schemeClr val="dk1"/>
          </a:lnRef>
          <a:fillRef idx="0">
            <a:schemeClr val="dk1"/>
          </a:fillRef>
          <a:effectRef idx="0">
            <a:schemeClr val="dk1"/>
          </a:effectRef>
          <a:fontRef idx="minor">
            <a:schemeClr val="tx1"/>
          </a:fontRef>
        </p:style>
      </p:cxnSp>
      <p:pic>
        <p:nvPicPr>
          <p:cNvPr id="5" name="Picture 4">
            <a:extLst>
              <a:ext uri="{FF2B5EF4-FFF2-40B4-BE49-F238E27FC236}">
                <a16:creationId xmlns:a16="http://schemas.microsoft.com/office/drawing/2014/main" id="{22B3DE18-1F96-23C7-6689-AC05DCC5EB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06008" y="429782"/>
            <a:ext cx="1077521" cy="1059563"/>
          </a:xfrm>
          <a:prstGeom prst="rect">
            <a:avLst/>
          </a:prstGeom>
        </p:spPr>
      </p:pic>
      <p:sp>
        <p:nvSpPr>
          <p:cNvPr id="10" name="Rectangle 9">
            <a:extLst>
              <a:ext uri="{FF2B5EF4-FFF2-40B4-BE49-F238E27FC236}">
                <a16:creationId xmlns:a16="http://schemas.microsoft.com/office/drawing/2014/main" id="{9F746E82-EEE7-8FCB-7A4C-BBF4011FDF0D}"/>
              </a:ext>
            </a:extLst>
          </p:cNvPr>
          <p:cNvSpPr/>
          <p:nvPr/>
        </p:nvSpPr>
        <p:spPr>
          <a:xfrm>
            <a:off x="927721" y="3429000"/>
            <a:ext cx="7365697" cy="5851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MY" sz="3600" b="1" dirty="0">
                <a:solidFill>
                  <a:schemeClr val="tx1"/>
                </a:solidFill>
              </a:rPr>
              <a:t>INTRODUCTION</a:t>
            </a:r>
          </a:p>
        </p:txBody>
      </p:sp>
      <p:sp>
        <p:nvSpPr>
          <p:cNvPr id="11" name="Isosceles Triangle 10">
            <a:extLst>
              <a:ext uri="{FF2B5EF4-FFF2-40B4-BE49-F238E27FC236}">
                <a16:creationId xmlns:a16="http://schemas.microsoft.com/office/drawing/2014/main" id="{1AF501AC-BBE2-6E8B-A18E-9D6E8C061B82}"/>
              </a:ext>
            </a:extLst>
          </p:cNvPr>
          <p:cNvSpPr/>
          <p:nvPr/>
        </p:nvSpPr>
        <p:spPr>
          <a:xfrm rot="10800000">
            <a:off x="7926037" y="3221673"/>
            <a:ext cx="343301" cy="280194"/>
          </a:xfrm>
          <a:prstGeom prst="triangl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Tree>
    <p:extLst>
      <p:ext uri="{BB962C8B-B14F-4D97-AF65-F5344CB8AC3E}">
        <p14:creationId xmlns:p14="http://schemas.microsoft.com/office/powerpoint/2010/main" val="2248647124"/>
      </p:ext>
    </p:extLst>
  </p:cSld>
  <p:clrMapOvr>
    <a:masterClrMapping/>
  </p:clrMapOvr>
  <p:transition spd="slow">
    <p:blinds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07232" y="1427372"/>
            <a:ext cx="4835626" cy="742950"/>
          </a:xfrm>
        </p:spPr>
        <p:txBody>
          <a:bodyPr>
            <a:normAutofit fontScale="90000"/>
          </a:bodyPr>
          <a:lstStyle/>
          <a:p>
            <a:r>
              <a:rPr lang="en-US" dirty="0"/>
              <a:t>Recommended Textbooks/Reference Books</a:t>
            </a:r>
          </a:p>
        </p:txBody>
      </p:sp>
      <p:graphicFrame>
        <p:nvGraphicFramePr>
          <p:cNvPr id="6" name="Content Placeholder 5">
            <a:extLst>
              <a:ext uri="{FF2B5EF4-FFF2-40B4-BE49-F238E27FC236}">
                <a16:creationId xmlns:a16="http://schemas.microsoft.com/office/drawing/2014/main" id="{4969B7DE-876C-C028-38F1-12567427BD6F}"/>
              </a:ext>
            </a:extLst>
          </p:cNvPr>
          <p:cNvGraphicFramePr>
            <a:graphicFrameLocks noGrp="1"/>
          </p:cNvGraphicFramePr>
          <p:nvPr>
            <p:ph idx="1"/>
            <p:extLst>
              <p:ext uri="{D42A27DB-BD31-4B8C-83A1-F6EECF244321}">
                <p14:modId xmlns:p14="http://schemas.microsoft.com/office/powerpoint/2010/main" val="2442338807"/>
              </p:ext>
            </p:extLst>
          </p:nvPr>
        </p:nvGraphicFramePr>
        <p:xfrm>
          <a:off x="1628672" y="2961748"/>
          <a:ext cx="6759752" cy="2468880"/>
        </p:xfrm>
        <a:graphic>
          <a:graphicData uri="http://schemas.openxmlformats.org/drawingml/2006/table">
            <a:tbl>
              <a:tblPr firstRow="1" firstCol="1" bandRow="1">
                <a:tableStyleId>{5C22544A-7EE6-4342-B048-85BDC9FD1C3A}</a:tableStyleId>
              </a:tblPr>
              <a:tblGrid>
                <a:gridCol w="2144193">
                  <a:extLst>
                    <a:ext uri="{9D8B030D-6E8A-4147-A177-3AD203B41FA5}">
                      <a16:colId xmlns:a16="http://schemas.microsoft.com/office/drawing/2014/main" val="973082916"/>
                    </a:ext>
                  </a:extLst>
                </a:gridCol>
                <a:gridCol w="4615559">
                  <a:extLst>
                    <a:ext uri="{9D8B030D-6E8A-4147-A177-3AD203B41FA5}">
                      <a16:colId xmlns:a16="http://schemas.microsoft.com/office/drawing/2014/main" val="2436275749"/>
                    </a:ext>
                  </a:extLst>
                </a:gridCol>
              </a:tblGrid>
              <a:tr h="274320">
                <a:tc>
                  <a:txBody>
                    <a:bodyPr/>
                    <a:lstStyle/>
                    <a:p>
                      <a:r>
                        <a:rPr lang="en-US" sz="1800" dirty="0">
                          <a:effectLst/>
                        </a:rPr>
                        <a:t>Credit Hours</a:t>
                      </a:r>
                      <a:endParaRPr lang="en-MY" sz="1800" dirty="0">
                        <a:effectLst/>
                        <a:latin typeface="Times New Roman" panose="02020603050405020304" pitchFamily="18" charset="0"/>
                        <a:ea typeface="Times New Roman" panose="02020603050405020304" pitchFamily="18" charset="0"/>
                      </a:endParaRPr>
                    </a:p>
                  </a:txBody>
                  <a:tcPr marL="51435" marR="51435" marT="0" marB="0"/>
                </a:tc>
                <a:tc>
                  <a:txBody>
                    <a:bodyPr/>
                    <a:lstStyle/>
                    <a:p>
                      <a:r>
                        <a:rPr lang="en-US" sz="1800">
                          <a:effectLst/>
                        </a:rPr>
                        <a:t>3 (3+0)</a:t>
                      </a:r>
                      <a:endParaRPr lang="en-MY" sz="180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1073915927"/>
                  </a:ext>
                </a:extLst>
              </a:tr>
              <a:tr h="274320">
                <a:tc>
                  <a:txBody>
                    <a:bodyPr/>
                    <a:lstStyle/>
                    <a:p>
                      <a:r>
                        <a:rPr lang="en-US" sz="1800">
                          <a:effectLst/>
                        </a:rPr>
                        <a:t>Pre-requisites</a:t>
                      </a:r>
                      <a:endParaRPr lang="en-MY" sz="1800">
                        <a:effectLst/>
                        <a:latin typeface="Times New Roman" panose="02020603050405020304" pitchFamily="18" charset="0"/>
                        <a:ea typeface="Times New Roman" panose="02020603050405020304" pitchFamily="18" charset="0"/>
                      </a:endParaRPr>
                    </a:p>
                  </a:txBody>
                  <a:tcPr marL="51435" marR="51435" marT="0" marB="0"/>
                </a:tc>
                <a:tc>
                  <a:txBody>
                    <a:bodyPr/>
                    <a:lstStyle/>
                    <a:p>
                      <a:r>
                        <a:rPr lang="en-US" sz="1800">
                          <a:effectLst/>
                        </a:rPr>
                        <a:t>Software Engineering</a:t>
                      </a:r>
                      <a:endParaRPr lang="en-MY" sz="180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2859853554"/>
                  </a:ext>
                </a:extLst>
              </a:tr>
              <a:tr h="822960">
                <a:tc>
                  <a:txBody>
                    <a:bodyPr/>
                    <a:lstStyle/>
                    <a:p>
                      <a:r>
                        <a:rPr lang="en-US" sz="1800" dirty="0">
                          <a:effectLst/>
                        </a:rPr>
                        <a:t>Recommended Textbook(s)</a:t>
                      </a:r>
                      <a:endParaRPr lang="en-MY" sz="1800" dirty="0">
                        <a:effectLst/>
                        <a:latin typeface="Times New Roman" panose="02020603050405020304" pitchFamily="18" charset="0"/>
                        <a:ea typeface="Times New Roman" panose="02020603050405020304" pitchFamily="18" charset="0"/>
                      </a:endParaRPr>
                    </a:p>
                  </a:txBody>
                  <a:tcPr marL="51435" marR="51435" marT="0" marB="0"/>
                </a:tc>
                <a:tc>
                  <a:txBody>
                    <a:bodyPr/>
                    <a:lstStyle/>
                    <a:p>
                      <a:pPr algn="just"/>
                      <a:r>
                        <a:rPr lang="en-US" sz="1800" dirty="0">
                          <a:effectLst/>
                        </a:rPr>
                        <a:t>Information technology project management, Kathy Schwalbe 9</a:t>
                      </a:r>
                      <a:r>
                        <a:rPr lang="en-US" sz="1800" baseline="30000" dirty="0">
                          <a:effectLst/>
                        </a:rPr>
                        <a:t>th</a:t>
                      </a:r>
                      <a:r>
                        <a:rPr lang="en-US" sz="1800" dirty="0">
                          <a:effectLst/>
                        </a:rPr>
                        <a:t> Edition, Cengage, 2019</a:t>
                      </a:r>
                      <a:endParaRPr lang="en-MY" sz="180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2657140638"/>
                  </a:ext>
                </a:extLst>
              </a:tr>
              <a:tr h="1097280">
                <a:tc>
                  <a:txBody>
                    <a:bodyPr/>
                    <a:lstStyle/>
                    <a:p>
                      <a:r>
                        <a:rPr lang="en-US" sz="1800">
                          <a:effectLst/>
                        </a:rPr>
                        <a:t>Recommended Reference (Books/Websites/Articles)</a:t>
                      </a:r>
                      <a:endParaRPr lang="en-MY" sz="1800">
                        <a:effectLst/>
                        <a:latin typeface="Times New Roman" panose="02020603050405020304" pitchFamily="18" charset="0"/>
                        <a:ea typeface="Times New Roman" panose="02020603050405020304" pitchFamily="18" charset="0"/>
                      </a:endParaRPr>
                    </a:p>
                  </a:txBody>
                  <a:tcPr marL="51435" marR="51435" marT="0" marB="0"/>
                </a:tc>
                <a:tc>
                  <a:txBody>
                    <a:bodyPr/>
                    <a:lstStyle/>
                    <a:p>
                      <a:pPr algn="just" fontAlgn="base"/>
                      <a:r>
                        <a:rPr lang="en-US" sz="1800" dirty="0">
                          <a:effectLst/>
                        </a:rPr>
                        <a:t>Mastering software project management: Best practices, tools and techniques </a:t>
                      </a:r>
                      <a:r>
                        <a:rPr lang="en-US" sz="1800" dirty="0" err="1">
                          <a:effectLst/>
                        </a:rPr>
                        <a:t>Chemuturi</a:t>
                      </a:r>
                      <a:r>
                        <a:rPr lang="en-US" sz="1800" dirty="0">
                          <a:effectLst/>
                        </a:rPr>
                        <a:t>, M. &amp; </a:t>
                      </a:r>
                      <a:r>
                        <a:rPr lang="en-US" sz="1800" dirty="0" err="1">
                          <a:effectLst/>
                        </a:rPr>
                        <a:t>Cagley</a:t>
                      </a:r>
                      <a:r>
                        <a:rPr lang="en-US" sz="1800" dirty="0">
                          <a:effectLst/>
                        </a:rPr>
                        <a:t>, T. M. (2010)</a:t>
                      </a:r>
                      <a:endParaRPr lang="en-MY" sz="1800" dirty="0">
                        <a:effectLst/>
                        <a:latin typeface="Times New Roman" panose="02020603050405020304" pitchFamily="18" charset="0"/>
                        <a:ea typeface="Times New Roman" panose="02020603050405020304" pitchFamily="18" charset="0"/>
                      </a:endParaRPr>
                    </a:p>
                  </a:txBody>
                  <a:tcPr marL="51435" marR="51435" marT="0" marB="0"/>
                </a:tc>
                <a:extLst>
                  <a:ext uri="{0D108BD9-81ED-4DB2-BD59-A6C34878D82A}">
                    <a16:rowId xmlns:a16="http://schemas.microsoft.com/office/drawing/2014/main" val="3204368214"/>
                  </a:ext>
                </a:extLst>
              </a:tr>
            </a:tbl>
          </a:graphicData>
        </a:graphic>
      </p:graphicFrame>
    </p:spTree>
    <p:extLst>
      <p:ext uri="{BB962C8B-B14F-4D97-AF65-F5344CB8AC3E}">
        <p14:creationId xmlns:p14="http://schemas.microsoft.com/office/powerpoint/2010/main" val="2278784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A3AE6-4595-3C18-5A64-4840488D0D61}"/>
              </a:ext>
            </a:extLst>
          </p:cNvPr>
          <p:cNvSpPr>
            <a:spLocks noGrp="1"/>
          </p:cNvSpPr>
          <p:nvPr>
            <p:ph type="title"/>
          </p:nvPr>
        </p:nvSpPr>
        <p:spPr/>
        <p:txBody>
          <a:bodyPr>
            <a:normAutofit fontScale="90000"/>
          </a:bodyPr>
          <a:lstStyle/>
          <a:p>
            <a:br>
              <a:rPr lang="en-US" dirty="0"/>
            </a:br>
            <a:r>
              <a:rPr lang="en-US" dirty="0"/>
              <a:t>Course Learning Outcomes</a:t>
            </a:r>
            <a:endParaRPr lang="en-MY" dirty="0"/>
          </a:p>
        </p:txBody>
      </p:sp>
      <p:pic>
        <p:nvPicPr>
          <p:cNvPr id="4" name="Picture 3">
            <a:extLst>
              <a:ext uri="{FF2B5EF4-FFF2-40B4-BE49-F238E27FC236}">
                <a16:creationId xmlns:a16="http://schemas.microsoft.com/office/drawing/2014/main" id="{9BC40803-BB86-4FFB-1DFD-3303081CE7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932761" y="238886"/>
            <a:ext cx="1077521" cy="1059563"/>
          </a:xfrm>
          <a:prstGeom prst="rect">
            <a:avLst/>
          </a:prstGeom>
        </p:spPr>
      </p:pic>
      <p:sp>
        <p:nvSpPr>
          <p:cNvPr id="12" name="Subtitle 2">
            <a:extLst>
              <a:ext uri="{FF2B5EF4-FFF2-40B4-BE49-F238E27FC236}">
                <a16:creationId xmlns:a16="http://schemas.microsoft.com/office/drawing/2014/main" id="{43853352-73E0-5865-AE73-B75886147C4D}"/>
              </a:ext>
            </a:extLst>
          </p:cNvPr>
          <p:cNvSpPr txBox="1">
            <a:spLocks/>
          </p:cNvSpPr>
          <p:nvPr/>
        </p:nvSpPr>
        <p:spPr>
          <a:xfrm>
            <a:off x="1732769" y="5721704"/>
            <a:ext cx="5724182" cy="369837"/>
          </a:xfrm>
          <a:prstGeom prst="rect">
            <a:avLst/>
          </a:prstGeom>
        </p:spPr>
        <p:txBody>
          <a:bodyPr vert="horz" lIns="68580" tIns="34290" rIns="68580" bIns="34290" rtlCol="0">
            <a:normAutofit fontScale="70000" lnSpcReduction="20000"/>
          </a:bodyPr>
          <a:lstStyle>
            <a:lvl1pPr marL="0" indent="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None/>
              <a:defRPr sz="2400" kern="1200" cap="all" spc="200" baseline="0">
                <a:solidFill>
                  <a:schemeClr val="tx2"/>
                </a:solidFill>
                <a:latin typeface="+mj-lt"/>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Calibri" pitchFamily="34" charset="0"/>
              <a:buNone/>
              <a:defRPr sz="2400" kern="1200">
                <a:solidFill>
                  <a:schemeClr val="tx1">
                    <a:lumMod val="75000"/>
                    <a:lumOff val="25000"/>
                  </a:schemeClr>
                </a:solidFill>
                <a:latin typeface="+mn-lt"/>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Calibri" pitchFamily="34" charset="0"/>
              <a:buNone/>
              <a:defRPr sz="2000" kern="1200">
                <a:solidFill>
                  <a:schemeClr val="tx1">
                    <a:lumMod val="75000"/>
                    <a:lumOff val="25000"/>
                  </a:schemeClr>
                </a:solidFill>
                <a:latin typeface="+mn-lt"/>
                <a:ea typeface="+mn-ea"/>
                <a:cs typeface="+mn-cs"/>
              </a:defRPr>
            </a:lvl9pPr>
          </a:lstStyle>
          <a:p>
            <a:pPr algn="ctr"/>
            <a:r>
              <a:rPr lang="en-US" sz="1800" dirty="0">
                <a:solidFill>
                  <a:schemeClr val="bg1"/>
                </a:solidFill>
              </a:rPr>
              <a:t>National University Of Modern Languages H-9 Islamabad</a:t>
            </a:r>
          </a:p>
        </p:txBody>
      </p:sp>
      <p:graphicFrame>
        <p:nvGraphicFramePr>
          <p:cNvPr id="6" name="Content Placeholder 5">
            <a:extLst>
              <a:ext uri="{FF2B5EF4-FFF2-40B4-BE49-F238E27FC236}">
                <a16:creationId xmlns:a16="http://schemas.microsoft.com/office/drawing/2014/main" id="{57A6AD0D-31D7-6FD4-3825-D06D1D07D477}"/>
              </a:ext>
            </a:extLst>
          </p:cNvPr>
          <p:cNvGraphicFramePr>
            <a:graphicFrameLocks noGrp="1"/>
          </p:cNvGraphicFramePr>
          <p:nvPr>
            <p:ph idx="1"/>
            <p:extLst>
              <p:ext uri="{D42A27DB-BD31-4B8C-83A1-F6EECF244321}">
                <p14:modId xmlns:p14="http://schemas.microsoft.com/office/powerpoint/2010/main" val="2428057754"/>
              </p:ext>
            </p:extLst>
          </p:nvPr>
        </p:nvGraphicFramePr>
        <p:xfrm>
          <a:off x="299913" y="1453390"/>
          <a:ext cx="8710369" cy="4882554"/>
        </p:xfrm>
        <a:graphic>
          <a:graphicData uri="http://schemas.openxmlformats.org/drawingml/2006/table">
            <a:tbl>
              <a:tblPr firstRow="1" firstCol="1" bandRow="1">
                <a:tableStyleId>{5C22544A-7EE6-4342-B048-85BDC9FD1C3A}</a:tableStyleId>
              </a:tblPr>
              <a:tblGrid>
                <a:gridCol w="1203137">
                  <a:extLst>
                    <a:ext uri="{9D8B030D-6E8A-4147-A177-3AD203B41FA5}">
                      <a16:colId xmlns:a16="http://schemas.microsoft.com/office/drawing/2014/main" val="1998938864"/>
                    </a:ext>
                  </a:extLst>
                </a:gridCol>
                <a:gridCol w="3034449">
                  <a:extLst>
                    <a:ext uri="{9D8B030D-6E8A-4147-A177-3AD203B41FA5}">
                      <a16:colId xmlns:a16="http://schemas.microsoft.com/office/drawing/2014/main" val="135493065"/>
                    </a:ext>
                  </a:extLst>
                </a:gridCol>
                <a:gridCol w="1039719">
                  <a:extLst>
                    <a:ext uri="{9D8B030D-6E8A-4147-A177-3AD203B41FA5}">
                      <a16:colId xmlns:a16="http://schemas.microsoft.com/office/drawing/2014/main" val="2765545905"/>
                    </a:ext>
                  </a:extLst>
                </a:gridCol>
                <a:gridCol w="1119440">
                  <a:extLst>
                    <a:ext uri="{9D8B030D-6E8A-4147-A177-3AD203B41FA5}">
                      <a16:colId xmlns:a16="http://schemas.microsoft.com/office/drawing/2014/main" val="321227169"/>
                    </a:ext>
                  </a:extLst>
                </a:gridCol>
                <a:gridCol w="719168">
                  <a:extLst>
                    <a:ext uri="{9D8B030D-6E8A-4147-A177-3AD203B41FA5}">
                      <a16:colId xmlns:a16="http://schemas.microsoft.com/office/drawing/2014/main" val="3782781326"/>
                    </a:ext>
                  </a:extLst>
                </a:gridCol>
                <a:gridCol w="1594456">
                  <a:extLst>
                    <a:ext uri="{9D8B030D-6E8A-4147-A177-3AD203B41FA5}">
                      <a16:colId xmlns:a16="http://schemas.microsoft.com/office/drawing/2014/main" val="1103874635"/>
                    </a:ext>
                  </a:extLst>
                </a:gridCol>
              </a:tblGrid>
              <a:tr h="675803">
                <a:tc>
                  <a:txBody>
                    <a:bodyPr/>
                    <a:lstStyle/>
                    <a:p>
                      <a:pPr>
                        <a:spcAft>
                          <a:spcPts val="600"/>
                        </a:spcAft>
                      </a:pPr>
                      <a:r>
                        <a:rPr lang="en-US" sz="1600" dirty="0">
                          <a:effectLst/>
                        </a:rPr>
                        <a:t>CLOs</a:t>
                      </a:r>
                      <a:endParaRPr lang="en-MY"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Description</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Domain</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Taxonomy Level</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PLOs</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Assessment Artifact</a:t>
                      </a:r>
                      <a:endParaRPr lang="en-MY"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521370084"/>
                  </a:ext>
                </a:extLst>
              </a:tr>
              <a:tr h="1201929">
                <a:tc>
                  <a:txBody>
                    <a:bodyPr/>
                    <a:lstStyle/>
                    <a:p>
                      <a:pPr>
                        <a:spcAft>
                          <a:spcPts val="600"/>
                        </a:spcAft>
                      </a:pPr>
                      <a:r>
                        <a:rPr lang="en-US" sz="1600">
                          <a:effectLst/>
                        </a:rPr>
                        <a:t>CLO-1</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600"/>
                        </a:spcAft>
                      </a:pPr>
                      <a:r>
                        <a:rPr lang="en-US" sz="1600" dirty="0">
                          <a:effectLst/>
                        </a:rPr>
                        <a:t>Explain fundamental concepts of project management, knowledge areas and process groups to state their main idea.</a:t>
                      </a:r>
                      <a:endParaRPr lang="en-MY" sz="1600" dirty="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600"/>
                        </a:spcAft>
                      </a:pPr>
                      <a:r>
                        <a:rPr lang="en-US" sz="1600">
                          <a:effectLst/>
                        </a:rPr>
                        <a:t>Cognitive</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2</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2</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600"/>
                        </a:spcAft>
                      </a:pPr>
                      <a:r>
                        <a:rPr lang="en-US" sz="1600" dirty="0">
                          <a:effectLst/>
                        </a:rPr>
                        <a:t>A1, Q1, Midterm</a:t>
                      </a:r>
                      <a:endParaRPr lang="en-MY"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2420255484"/>
                  </a:ext>
                </a:extLst>
              </a:tr>
              <a:tr h="1201929">
                <a:tc>
                  <a:txBody>
                    <a:bodyPr/>
                    <a:lstStyle/>
                    <a:p>
                      <a:pPr>
                        <a:spcAft>
                          <a:spcPts val="600"/>
                        </a:spcAft>
                      </a:pPr>
                      <a:r>
                        <a:rPr lang="en-US" sz="1600">
                          <a:effectLst/>
                        </a:rPr>
                        <a:t>CLO-2</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600"/>
                        </a:spcAft>
                      </a:pPr>
                      <a:r>
                        <a:rPr lang="en-US" sz="1600">
                          <a:effectLst/>
                        </a:rPr>
                        <a:t>Demonstrate the ability to compare software project management process areas and knowledge areas</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600"/>
                        </a:spcAft>
                      </a:pPr>
                      <a:r>
                        <a:rPr lang="en-US" sz="1600">
                          <a:effectLst/>
                        </a:rPr>
                        <a:t>Cognitive</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2</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3</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600"/>
                        </a:spcAft>
                      </a:pPr>
                      <a:r>
                        <a:rPr lang="en-US" sz="1600">
                          <a:effectLst/>
                        </a:rPr>
                        <a:t>A2, Q2 Midterm, Final Term</a:t>
                      </a:r>
                      <a:endParaRPr lang="en-MY" sz="160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1605992571"/>
                  </a:ext>
                </a:extLst>
              </a:tr>
              <a:tr h="1802893">
                <a:tc>
                  <a:txBody>
                    <a:bodyPr/>
                    <a:lstStyle/>
                    <a:p>
                      <a:pPr>
                        <a:spcAft>
                          <a:spcPts val="600"/>
                        </a:spcAft>
                      </a:pPr>
                      <a:r>
                        <a:rPr lang="en-US" sz="1600">
                          <a:effectLst/>
                        </a:rPr>
                        <a:t>CLO-3</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just">
                        <a:spcAft>
                          <a:spcPts val="600"/>
                        </a:spcAft>
                      </a:pPr>
                      <a:r>
                        <a:rPr lang="en-US" sz="1600">
                          <a:effectLst/>
                        </a:rPr>
                        <a:t>Apply acquired knowledge of software project management knowledge areas and process groups to develop various software project management plans on  small scale project. </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600"/>
                        </a:spcAft>
                      </a:pPr>
                      <a:r>
                        <a:rPr lang="en-US" sz="1600">
                          <a:effectLst/>
                        </a:rPr>
                        <a:t>Cognitive</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3</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lgn="ctr">
                        <a:spcAft>
                          <a:spcPts val="600"/>
                        </a:spcAft>
                      </a:pPr>
                      <a:r>
                        <a:rPr lang="en-US" sz="1600">
                          <a:effectLst/>
                        </a:rPr>
                        <a:t>3</a:t>
                      </a:r>
                      <a:endParaRPr lang="en-MY" sz="1600">
                        <a:effectLst/>
                        <a:latin typeface="Times New Roman" panose="02020603050405020304" pitchFamily="18" charset="0"/>
                        <a:ea typeface="Times New Roman" panose="02020603050405020304" pitchFamily="18" charset="0"/>
                      </a:endParaRPr>
                    </a:p>
                  </a:txBody>
                  <a:tcPr marL="68580" marR="68580" marT="0" marB="0"/>
                </a:tc>
                <a:tc>
                  <a:txBody>
                    <a:bodyPr/>
                    <a:lstStyle/>
                    <a:p>
                      <a:pPr>
                        <a:spcAft>
                          <a:spcPts val="600"/>
                        </a:spcAft>
                      </a:pPr>
                      <a:r>
                        <a:rPr lang="en-US" sz="1600" dirty="0">
                          <a:effectLst/>
                        </a:rPr>
                        <a:t>A3, Q3, Presentation /Project, Final Term</a:t>
                      </a:r>
                      <a:endParaRPr lang="en-MY" sz="1600" dirty="0">
                        <a:effectLst/>
                        <a:latin typeface="Times New Roman" panose="02020603050405020304" pitchFamily="18" charset="0"/>
                        <a:ea typeface="Times New Roman" panose="02020603050405020304" pitchFamily="18" charset="0"/>
                      </a:endParaRPr>
                    </a:p>
                  </a:txBody>
                  <a:tcPr marL="68580" marR="68580" marT="0" marB="0"/>
                </a:tc>
                <a:extLst>
                  <a:ext uri="{0D108BD9-81ED-4DB2-BD59-A6C34878D82A}">
                    <a16:rowId xmlns:a16="http://schemas.microsoft.com/office/drawing/2014/main" val="3698720643"/>
                  </a:ext>
                </a:extLst>
              </a:tr>
            </a:tbl>
          </a:graphicData>
        </a:graphic>
      </p:graphicFrame>
    </p:spTree>
    <p:extLst>
      <p:ext uri="{BB962C8B-B14F-4D97-AF65-F5344CB8AC3E}">
        <p14:creationId xmlns:p14="http://schemas.microsoft.com/office/powerpoint/2010/main" val="20006502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59632" y="278575"/>
            <a:ext cx="4835626" cy="742950"/>
          </a:xfrm>
        </p:spPr>
        <p:txBody>
          <a:bodyPr>
            <a:normAutofit fontScale="90000"/>
          </a:bodyPr>
          <a:lstStyle/>
          <a:p>
            <a:r>
              <a:rPr lang="en-US" dirty="0"/>
              <a:t>Course Outline </a:t>
            </a:r>
          </a:p>
        </p:txBody>
      </p:sp>
      <p:sp>
        <p:nvSpPr>
          <p:cNvPr id="3" name="TextBox 2">
            <a:extLst>
              <a:ext uri="{FF2B5EF4-FFF2-40B4-BE49-F238E27FC236}">
                <a16:creationId xmlns:a16="http://schemas.microsoft.com/office/drawing/2014/main" id="{C8BEF942-3D5A-C1E9-FB7E-37DB49F8BDFC}"/>
              </a:ext>
            </a:extLst>
          </p:cNvPr>
          <p:cNvSpPr txBox="1"/>
          <p:nvPr/>
        </p:nvSpPr>
        <p:spPr>
          <a:xfrm>
            <a:off x="1041260" y="2157574"/>
            <a:ext cx="6267044" cy="3000821"/>
          </a:xfrm>
          <a:prstGeom prst="rect">
            <a:avLst/>
          </a:prstGeom>
          <a:noFill/>
        </p:spPr>
        <p:txBody>
          <a:bodyPr wrap="square">
            <a:spAutoFit/>
          </a:bodyPr>
          <a:lstStyle/>
          <a:p>
            <a:pPr marL="342900" indent="-342900">
              <a:buFont typeface="Arial" panose="020B0604020202020204" pitchFamily="34" charset="0"/>
              <a:buChar char="•"/>
            </a:pPr>
            <a:r>
              <a:rPr lang="en-US" sz="2700" dirty="0"/>
              <a:t>Introduction to Project Management.</a:t>
            </a:r>
          </a:p>
          <a:p>
            <a:pPr marL="342900" indent="-342900">
              <a:buFont typeface="Arial" panose="020B0604020202020204" pitchFamily="34" charset="0"/>
              <a:buChar char="•"/>
            </a:pPr>
            <a:r>
              <a:rPr lang="en-US" sz="2700" dirty="0"/>
              <a:t>The Project Management Process Groups. </a:t>
            </a:r>
          </a:p>
          <a:p>
            <a:pPr marL="342900" indent="-342900">
              <a:buFont typeface="Arial" panose="020B0604020202020204" pitchFamily="34" charset="0"/>
              <a:buChar char="•"/>
            </a:pPr>
            <a:r>
              <a:rPr lang="en-US" sz="2700" dirty="0"/>
              <a:t>Project Integration Management. </a:t>
            </a:r>
          </a:p>
          <a:p>
            <a:pPr marL="342900" indent="-342900">
              <a:buFont typeface="Arial" panose="020B0604020202020204" pitchFamily="34" charset="0"/>
              <a:buChar char="•"/>
            </a:pPr>
            <a:r>
              <a:rPr lang="en-US" sz="2700" dirty="0"/>
              <a:t>Project Scope Management. </a:t>
            </a:r>
          </a:p>
          <a:p>
            <a:pPr marL="342900" indent="-342900">
              <a:buFont typeface="Arial" panose="020B0604020202020204" pitchFamily="34" charset="0"/>
              <a:buChar char="•"/>
            </a:pPr>
            <a:r>
              <a:rPr lang="en-US" sz="2700" dirty="0"/>
              <a:t>Project Time Management. </a:t>
            </a:r>
          </a:p>
          <a:p>
            <a:pPr marL="342900" indent="-342900">
              <a:buFont typeface="Arial" panose="020B0604020202020204" pitchFamily="34" charset="0"/>
              <a:buChar char="•"/>
            </a:pPr>
            <a:r>
              <a:rPr lang="en-US" sz="2700" dirty="0"/>
              <a:t>Project Cost Management</a:t>
            </a:r>
            <a:endParaRPr lang="en-MY" sz="2700" dirty="0"/>
          </a:p>
        </p:txBody>
      </p:sp>
      <p:pic>
        <p:nvPicPr>
          <p:cNvPr id="2" name="Picture 1">
            <a:extLst>
              <a:ext uri="{FF2B5EF4-FFF2-40B4-BE49-F238E27FC236}">
                <a16:creationId xmlns:a16="http://schemas.microsoft.com/office/drawing/2014/main" id="{9BC67486-7E24-DE2F-879F-D1764FA3533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40539" y="278575"/>
            <a:ext cx="1077521" cy="1059563"/>
          </a:xfrm>
          <a:prstGeom prst="rect">
            <a:avLst/>
          </a:prstGeom>
        </p:spPr>
      </p:pic>
    </p:spTree>
    <p:extLst>
      <p:ext uri="{BB962C8B-B14F-4D97-AF65-F5344CB8AC3E}">
        <p14:creationId xmlns:p14="http://schemas.microsoft.com/office/powerpoint/2010/main" val="599827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6323" y="470229"/>
            <a:ext cx="4835626" cy="742950"/>
          </a:xfrm>
        </p:spPr>
        <p:txBody>
          <a:bodyPr>
            <a:normAutofit fontScale="90000"/>
          </a:bodyPr>
          <a:lstStyle/>
          <a:p>
            <a:r>
              <a:rPr lang="en-US" dirty="0"/>
              <a:t>Course Outline </a:t>
            </a:r>
          </a:p>
        </p:txBody>
      </p:sp>
      <p:sp>
        <p:nvSpPr>
          <p:cNvPr id="3" name="TextBox 2">
            <a:extLst>
              <a:ext uri="{FF2B5EF4-FFF2-40B4-BE49-F238E27FC236}">
                <a16:creationId xmlns:a16="http://schemas.microsoft.com/office/drawing/2014/main" id="{C8BEF942-3D5A-C1E9-FB7E-37DB49F8BDFC}"/>
              </a:ext>
            </a:extLst>
          </p:cNvPr>
          <p:cNvSpPr txBox="1"/>
          <p:nvPr/>
        </p:nvSpPr>
        <p:spPr>
          <a:xfrm>
            <a:off x="1276323" y="1988840"/>
            <a:ext cx="5736058" cy="3831818"/>
          </a:xfrm>
          <a:prstGeom prst="rect">
            <a:avLst/>
          </a:prstGeom>
          <a:noFill/>
        </p:spPr>
        <p:txBody>
          <a:bodyPr wrap="square">
            <a:spAutoFit/>
          </a:bodyPr>
          <a:lstStyle/>
          <a:p>
            <a:pPr marL="428625" indent="-428625">
              <a:buFont typeface="Arial" panose="020B0604020202020204" pitchFamily="34" charset="0"/>
              <a:buChar char="•"/>
            </a:pPr>
            <a:r>
              <a:rPr lang="en-US" sz="2700" dirty="0"/>
              <a:t>Project Quality Management.</a:t>
            </a:r>
          </a:p>
          <a:p>
            <a:pPr marL="428625" indent="-428625">
              <a:buFont typeface="Arial" panose="020B0604020202020204" pitchFamily="34" charset="0"/>
              <a:buChar char="•"/>
            </a:pPr>
            <a:r>
              <a:rPr lang="en-US" sz="2700" dirty="0"/>
              <a:t>Project Human Resource Management. </a:t>
            </a:r>
          </a:p>
          <a:p>
            <a:pPr marL="428625" indent="-428625">
              <a:buFont typeface="Arial" panose="020B0604020202020204" pitchFamily="34" charset="0"/>
              <a:buChar char="•"/>
            </a:pPr>
            <a:r>
              <a:rPr lang="en-US" sz="2700" dirty="0"/>
              <a:t>Project Communications Management. </a:t>
            </a:r>
          </a:p>
          <a:p>
            <a:pPr marL="428625" indent="-428625">
              <a:buFont typeface="Arial" panose="020B0604020202020204" pitchFamily="34" charset="0"/>
              <a:buChar char="•"/>
            </a:pPr>
            <a:r>
              <a:rPr lang="en-US" sz="2700" dirty="0"/>
              <a:t>Project Risk Management. </a:t>
            </a:r>
          </a:p>
          <a:p>
            <a:pPr marL="428625" indent="-428625">
              <a:buFont typeface="Arial" panose="020B0604020202020204" pitchFamily="34" charset="0"/>
              <a:buChar char="•"/>
            </a:pPr>
            <a:r>
              <a:rPr lang="en-US" sz="2700" dirty="0"/>
              <a:t>Project Procurement Management. </a:t>
            </a:r>
          </a:p>
          <a:p>
            <a:pPr marL="428625" indent="-428625">
              <a:buFont typeface="Arial" panose="020B0604020202020204" pitchFamily="34" charset="0"/>
              <a:buChar char="•"/>
            </a:pPr>
            <a:r>
              <a:rPr lang="en-US" sz="2700" dirty="0"/>
              <a:t>Project Controlling and tracking</a:t>
            </a:r>
            <a:endParaRPr lang="en-MY" sz="2700" dirty="0"/>
          </a:p>
        </p:txBody>
      </p:sp>
      <p:pic>
        <p:nvPicPr>
          <p:cNvPr id="2" name="Picture 1">
            <a:extLst>
              <a:ext uri="{FF2B5EF4-FFF2-40B4-BE49-F238E27FC236}">
                <a16:creationId xmlns:a16="http://schemas.microsoft.com/office/drawing/2014/main" id="{4BA66D18-2225-01DE-33D3-7956D2FF3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84368" y="188640"/>
            <a:ext cx="1077521" cy="1059563"/>
          </a:xfrm>
          <a:prstGeom prst="rect">
            <a:avLst/>
          </a:prstGeom>
        </p:spPr>
      </p:pic>
    </p:spTree>
    <p:extLst>
      <p:ext uri="{BB962C8B-B14F-4D97-AF65-F5344CB8AC3E}">
        <p14:creationId xmlns:p14="http://schemas.microsoft.com/office/powerpoint/2010/main" val="1296265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eaLnBrk="1" hangingPunct="1"/>
            <a:r>
              <a:rPr lang="en-US" altLang="en-US" sz="2800" dirty="0"/>
              <a:t>Why Software Project Fails?</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3369385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582BBE-6D0F-48CB-A747-8DBEE3C6F03E}"/>
              </a:ext>
            </a:extLst>
          </p:cNvPr>
          <p:cNvSpPr>
            <a:spLocks noGrp="1"/>
          </p:cNvSpPr>
          <p:nvPr>
            <p:ph idx="1"/>
          </p:nvPr>
        </p:nvSpPr>
        <p:spPr/>
        <p:txBody>
          <a:bodyPr/>
          <a:lstStyle/>
          <a:p>
            <a:endParaRPr lang="en-MY"/>
          </a:p>
        </p:txBody>
      </p:sp>
      <p:pic>
        <p:nvPicPr>
          <p:cNvPr id="5" name="Picture 4">
            <a:extLst>
              <a:ext uri="{FF2B5EF4-FFF2-40B4-BE49-F238E27FC236}">
                <a16:creationId xmlns:a16="http://schemas.microsoft.com/office/drawing/2014/main" id="{7DA82DEE-BD0A-4962-8F2C-E90B0FE02D8B}"/>
              </a:ext>
            </a:extLst>
          </p:cNvPr>
          <p:cNvPicPr>
            <a:picLocks noChangeAspect="1"/>
          </p:cNvPicPr>
          <p:nvPr/>
        </p:nvPicPr>
        <p:blipFill rotWithShape="1">
          <a:blip r:embed="rId2"/>
          <a:srcRect l="20075" t="15001" r="15695" b="22000"/>
          <a:stretch/>
        </p:blipFill>
        <p:spPr>
          <a:xfrm>
            <a:off x="1255911" y="1443236"/>
            <a:ext cx="7830939" cy="4320480"/>
          </a:xfrm>
          <a:prstGeom prst="rect">
            <a:avLst/>
          </a:prstGeom>
        </p:spPr>
      </p:pic>
      <p:sp>
        <p:nvSpPr>
          <p:cNvPr id="7" name="Title 6">
            <a:extLst>
              <a:ext uri="{FF2B5EF4-FFF2-40B4-BE49-F238E27FC236}">
                <a16:creationId xmlns:a16="http://schemas.microsoft.com/office/drawing/2014/main" id="{B0BFF914-17E1-4F97-AAFA-A37C41399B1A}"/>
              </a:ext>
            </a:extLst>
          </p:cNvPr>
          <p:cNvSpPr>
            <a:spLocks noGrp="1"/>
          </p:cNvSpPr>
          <p:nvPr>
            <p:ph type="title"/>
          </p:nvPr>
        </p:nvSpPr>
        <p:spPr/>
        <p:txBody>
          <a:bodyPr/>
          <a:lstStyle/>
          <a:p>
            <a:r>
              <a:rPr lang="en-MY" dirty="0"/>
              <a:t>Why Project Fails?</a:t>
            </a:r>
          </a:p>
        </p:txBody>
      </p:sp>
    </p:spTree>
    <p:extLst>
      <p:ext uri="{BB962C8B-B14F-4D97-AF65-F5344CB8AC3E}">
        <p14:creationId xmlns:p14="http://schemas.microsoft.com/office/powerpoint/2010/main" val="3346948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8C8571BC-5AEB-48E1-A492-656C0E23BB19}"/>
              </a:ext>
            </a:extLst>
          </p:cNvPr>
          <p:cNvSpPr>
            <a:spLocks noGrp="1" noChangeArrowheads="1"/>
          </p:cNvSpPr>
          <p:nvPr>
            <p:ph type="title"/>
          </p:nvPr>
        </p:nvSpPr>
        <p:spPr/>
        <p:txBody>
          <a:bodyPr>
            <a:normAutofit/>
          </a:bodyPr>
          <a:lstStyle/>
          <a:p>
            <a:pPr eaLnBrk="1" hangingPunct="1"/>
            <a:r>
              <a:rPr lang="en-US" altLang="en-US" sz="3600" dirty="0"/>
              <a:t>Why Project Fail?</a:t>
            </a:r>
          </a:p>
        </p:txBody>
      </p:sp>
      <p:graphicFrame>
        <p:nvGraphicFramePr>
          <p:cNvPr id="6149" name="Rectangle 3">
            <a:extLst>
              <a:ext uri="{FF2B5EF4-FFF2-40B4-BE49-F238E27FC236}">
                <a16:creationId xmlns:a16="http://schemas.microsoft.com/office/drawing/2014/main" id="{36E51AC9-DED0-FD5D-FF04-9265CF92F107}"/>
              </a:ext>
            </a:extLst>
          </p:cNvPr>
          <p:cNvGraphicFramePr>
            <a:graphicFrameLocks noGrp="1"/>
          </p:cNvGraphicFramePr>
          <p:nvPr>
            <p:ph idx="1"/>
          </p:nvPr>
        </p:nvGraphicFramePr>
        <p:xfrm>
          <a:off x="1435100" y="1435200"/>
          <a:ext cx="7499350" cy="4411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72015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8C8571BC-5AEB-48E1-A492-656C0E23BB19}"/>
              </a:ext>
            </a:extLst>
          </p:cNvPr>
          <p:cNvSpPr>
            <a:spLocks noGrp="1" noChangeArrowheads="1"/>
          </p:cNvSpPr>
          <p:nvPr>
            <p:ph type="title"/>
          </p:nvPr>
        </p:nvSpPr>
        <p:spPr/>
        <p:txBody>
          <a:bodyPr>
            <a:normAutofit/>
          </a:bodyPr>
          <a:lstStyle/>
          <a:p>
            <a:pPr eaLnBrk="1" hangingPunct="1"/>
            <a:r>
              <a:rPr lang="en-US" altLang="en-US" sz="3600" dirty="0"/>
              <a:t>Why Project Fail?</a:t>
            </a:r>
          </a:p>
        </p:txBody>
      </p:sp>
      <p:graphicFrame>
        <p:nvGraphicFramePr>
          <p:cNvPr id="6149" name="Rectangle 3">
            <a:extLst>
              <a:ext uri="{FF2B5EF4-FFF2-40B4-BE49-F238E27FC236}">
                <a16:creationId xmlns:a16="http://schemas.microsoft.com/office/drawing/2014/main" id="{F7AD4DB4-A1B6-C8B2-D5E8-79A75441DF86}"/>
              </a:ext>
            </a:extLst>
          </p:cNvPr>
          <p:cNvGraphicFramePr>
            <a:graphicFrameLocks noGrp="1"/>
          </p:cNvGraphicFramePr>
          <p:nvPr>
            <p:ph idx="1"/>
          </p:nvPr>
        </p:nvGraphicFramePr>
        <p:xfrm>
          <a:off x="1259632" y="1450058"/>
          <a:ext cx="7499350" cy="44116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119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normAutofit/>
          </a:bodyPr>
          <a:lstStyle/>
          <a:p>
            <a:pPr algn="just" eaLnBrk="1" hangingPunct="1">
              <a:lnSpc>
                <a:spcPct val="90000"/>
              </a:lnSpc>
            </a:pPr>
            <a:r>
              <a:rPr lang="en-MY" sz="2800" i="0" dirty="0">
                <a:solidFill>
                  <a:srgbClr val="1D201F"/>
                </a:solidFill>
                <a:effectLst/>
                <a:latin typeface="Times" panose="02020603060405020304" pitchFamily="18" charset="0"/>
              </a:rPr>
              <a:t>Poorly defined project scope</a:t>
            </a:r>
            <a:endParaRPr lang="en-US" altLang="en-US" sz="2800" dirty="0">
              <a:latin typeface="Times" panose="0202060306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67974819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7DD4-67EB-E5C5-785D-ECFA7ECD07CE}"/>
              </a:ext>
            </a:extLst>
          </p:cNvPr>
          <p:cNvSpPr>
            <a:spLocks noGrp="1"/>
          </p:cNvSpPr>
          <p:nvPr>
            <p:ph type="title"/>
          </p:nvPr>
        </p:nvSpPr>
        <p:spPr/>
        <p:txBody>
          <a:bodyPr>
            <a:normAutofit/>
          </a:bodyPr>
          <a:lstStyle/>
          <a:p>
            <a:r>
              <a:rPr lang="en-MY" i="0" dirty="0">
                <a:solidFill>
                  <a:srgbClr val="1D201F"/>
                </a:solidFill>
                <a:effectLst/>
                <a:latin typeface="Times" panose="02020603060405020304" pitchFamily="18" charset="0"/>
              </a:rPr>
              <a:t>Poorly defined project scope</a:t>
            </a:r>
            <a:endParaRPr lang="en-MY" dirty="0"/>
          </a:p>
        </p:txBody>
      </p:sp>
      <p:sp>
        <p:nvSpPr>
          <p:cNvPr id="3" name="Content Placeholder 2">
            <a:extLst>
              <a:ext uri="{FF2B5EF4-FFF2-40B4-BE49-F238E27FC236}">
                <a16:creationId xmlns:a16="http://schemas.microsoft.com/office/drawing/2014/main" id="{2566E86A-5FF5-DB9F-C835-6A36B36F1428}"/>
              </a:ext>
            </a:extLst>
          </p:cNvPr>
          <p:cNvSpPr>
            <a:spLocks noGrp="1"/>
          </p:cNvSpPr>
          <p:nvPr>
            <p:ph idx="1"/>
          </p:nvPr>
        </p:nvSpPr>
        <p:spPr/>
        <p:txBody>
          <a:bodyPr/>
          <a:lstStyle/>
          <a:p>
            <a:pPr algn="just"/>
            <a:r>
              <a:rPr lang="en-US" b="0" i="0" dirty="0">
                <a:effectLst/>
                <a:latin typeface="Albert Sans"/>
              </a:rPr>
              <a:t>The project scope outlines everything you’re going to do (and not going to do). </a:t>
            </a:r>
          </a:p>
          <a:p>
            <a:pPr algn="just"/>
            <a:r>
              <a:rPr lang="en-US" b="0" i="0" dirty="0">
                <a:effectLst/>
                <a:latin typeface="Albert Sans"/>
              </a:rPr>
              <a:t>Scope creep in project management refers to uncontrolled, continuous changes in a project’s scope.</a:t>
            </a:r>
          </a:p>
          <a:p>
            <a:pPr algn="l"/>
            <a:r>
              <a:rPr lang="en-US" b="0" i="0" dirty="0">
                <a:solidFill>
                  <a:srgbClr val="1D201F"/>
                </a:solidFill>
                <a:effectLst/>
                <a:latin typeface="Albert Sans"/>
              </a:rPr>
              <a:t>Generally, a poorly defined project scope results in </a:t>
            </a:r>
          </a:p>
          <a:p>
            <a:pPr lvl="1"/>
            <a:r>
              <a:rPr lang="en-US" b="0" i="0" dirty="0">
                <a:solidFill>
                  <a:srgbClr val="1D201F"/>
                </a:solidFill>
                <a:effectLst/>
                <a:latin typeface="Albert Sans"/>
              </a:rPr>
              <a:t>scope creep</a:t>
            </a:r>
          </a:p>
        </p:txBody>
      </p:sp>
    </p:spTree>
    <p:extLst>
      <p:ext uri="{BB962C8B-B14F-4D97-AF65-F5344CB8AC3E}">
        <p14:creationId xmlns:p14="http://schemas.microsoft.com/office/powerpoint/2010/main" val="24827247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7DD4-67EB-E5C5-785D-ECFA7ECD07CE}"/>
              </a:ext>
            </a:extLst>
          </p:cNvPr>
          <p:cNvSpPr>
            <a:spLocks noGrp="1"/>
          </p:cNvSpPr>
          <p:nvPr>
            <p:ph type="title"/>
          </p:nvPr>
        </p:nvSpPr>
        <p:spPr/>
        <p:txBody>
          <a:bodyPr>
            <a:normAutofit/>
          </a:bodyPr>
          <a:lstStyle/>
          <a:p>
            <a:r>
              <a:rPr lang="en-MY" i="0" dirty="0">
                <a:solidFill>
                  <a:srgbClr val="1D201F"/>
                </a:solidFill>
                <a:effectLst/>
                <a:latin typeface="Times" panose="02020603060405020304" pitchFamily="18" charset="0"/>
              </a:rPr>
              <a:t>Poorly defined project scope</a:t>
            </a:r>
            <a:endParaRPr lang="en-MY" dirty="0"/>
          </a:p>
        </p:txBody>
      </p:sp>
      <p:sp>
        <p:nvSpPr>
          <p:cNvPr id="3" name="Content Placeholder 2">
            <a:extLst>
              <a:ext uri="{FF2B5EF4-FFF2-40B4-BE49-F238E27FC236}">
                <a16:creationId xmlns:a16="http://schemas.microsoft.com/office/drawing/2014/main" id="{2566E86A-5FF5-DB9F-C835-6A36B36F1428}"/>
              </a:ext>
            </a:extLst>
          </p:cNvPr>
          <p:cNvSpPr>
            <a:spLocks noGrp="1"/>
          </p:cNvSpPr>
          <p:nvPr>
            <p:ph idx="1"/>
          </p:nvPr>
        </p:nvSpPr>
        <p:spPr/>
        <p:txBody>
          <a:bodyPr/>
          <a:lstStyle/>
          <a:p>
            <a:pPr algn="just"/>
            <a:r>
              <a:rPr lang="en-US" b="0" i="0" dirty="0">
                <a:solidFill>
                  <a:srgbClr val="1D201F"/>
                </a:solidFill>
                <a:effectLst/>
                <a:latin typeface="Albert Sans"/>
              </a:rPr>
              <a:t>Scope creep is seen as a negative occurrence, which should be avoided. </a:t>
            </a:r>
          </a:p>
          <a:p>
            <a:pPr algn="just"/>
            <a:r>
              <a:rPr lang="en-US" b="0" i="0" dirty="0">
                <a:solidFill>
                  <a:srgbClr val="1D201F"/>
                </a:solidFill>
                <a:effectLst/>
                <a:latin typeface="Albert Sans"/>
              </a:rPr>
              <a:t>A project with a poorly defined project scope has more chances of failing and experiencing a range of problems.</a:t>
            </a:r>
            <a:endParaRPr lang="en-MY" dirty="0"/>
          </a:p>
        </p:txBody>
      </p:sp>
    </p:spTree>
    <p:extLst>
      <p:ext uri="{BB962C8B-B14F-4D97-AF65-F5344CB8AC3E}">
        <p14:creationId xmlns:p14="http://schemas.microsoft.com/office/powerpoint/2010/main" val="137888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57DD4-67EB-E5C5-785D-ECFA7ECD07CE}"/>
              </a:ext>
            </a:extLst>
          </p:cNvPr>
          <p:cNvSpPr>
            <a:spLocks noGrp="1"/>
          </p:cNvSpPr>
          <p:nvPr>
            <p:ph type="title"/>
          </p:nvPr>
        </p:nvSpPr>
        <p:spPr/>
        <p:txBody>
          <a:bodyPr>
            <a:normAutofit/>
          </a:bodyPr>
          <a:lstStyle/>
          <a:p>
            <a:r>
              <a:rPr lang="en-MY" i="0" dirty="0">
                <a:solidFill>
                  <a:srgbClr val="1D201F"/>
                </a:solidFill>
                <a:effectLst/>
                <a:latin typeface="Times" panose="02020603060405020304" pitchFamily="18" charset="0"/>
              </a:rPr>
              <a:t>Poorly defined project scope</a:t>
            </a:r>
            <a:endParaRPr lang="en-MY" dirty="0"/>
          </a:p>
        </p:txBody>
      </p:sp>
      <p:sp>
        <p:nvSpPr>
          <p:cNvPr id="3" name="Content Placeholder 2">
            <a:extLst>
              <a:ext uri="{FF2B5EF4-FFF2-40B4-BE49-F238E27FC236}">
                <a16:creationId xmlns:a16="http://schemas.microsoft.com/office/drawing/2014/main" id="{2566E86A-5FF5-DB9F-C835-6A36B36F1428}"/>
              </a:ext>
            </a:extLst>
          </p:cNvPr>
          <p:cNvSpPr>
            <a:spLocks noGrp="1"/>
          </p:cNvSpPr>
          <p:nvPr>
            <p:ph idx="1"/>
          </p:nvPr>
        </p:nvSpPr>
        <p:spPr>
          <a:xfrm>
            <a:off x="1435100" y="1196752"/>
            <a:ext cx="7499350" cy="4800600"/>
          </a:xfrm>
        </p:spPr>
        <p:txBody>
          <a:bodyPr/>
          <a:lstStyle/>
          <a:p>
            <a:pPr algn="l"/>
            <a:r>
              <a:rPr lang="en-US" b="0" i="0" dirty="0">
                <a:solidFill>
                  <a:srgbClr val="1D201F"/>
                </a:solidFill>
                <a:effectLst/>
                <a:latin typeface="Albert Sans"/>
              </a:rPr>
              <a:t>Poorly defined project scope can leads to </a:t>
            </a:r>
          </a:p>
          <a:p>
            <a:pPr lvl="1">
              <a:buFont typeface="Arial" panose="020B0604020202020204" pitchFamily="34" charset="0"/>
              <a:buChar char="•"/>
            </a:pPr>
            <a:r>
              <a:rPr lang="en-US" b="0" i="1" dirty="0">
                <a:solidFill>
                  <a:srgbClr val="1D201F"/>
                </a:solidFill>
                <a:effectLst/>
                <a:latin typeface="Albert Sans"/>
              </a:rPr>
              <a:t>Failing to meet client expectations</a:t>
            </a:r>
            <a:endParaRPr lang="en-US" b="0" i="0" dirty="0">
              <a:solidFill>
                <a:srgbClr val="1D201F"/>
              </a:solidFill>
              <a:effectLst/>
              <a:latin typeface="Albert Sans"/>
            </a:endParaRPr>
          </a:p>
          <a:p>
            <a:pPr lvl="1">
              <a:buFont typeface="Arial" panose="020B0604020202020204" pitchFamily="34" charset="0"/>
              <a:buChar char="•"/>
            </a:pPr>
            <a:r>
              <a:rPr lang="en-US" b="0" i="1" dirty="0">
                <a:solidFill>
                  <a:srgbClr val="1D201F"/>
                </a:solidFill>
                <a:effectLst/>
                <a:latin typeface="Albert Sans"/>
              </a:rPr>
              <a:t>Continuous changes being requested throughout the project course</a:t>
            </a:r>
            <a:endParaRPr lang="en-US" b="0" i="0" dirty="0">
              <a:solidFill>
                <a:srgbClr val="1D201F"/>
              </a:solidFill>
              <a:effectLst/>
              <a:latin typeface="Albert Sans"/>
            </a:endParaRPr>
          </a:p>
          <a:p>
            <a:pPr lvl="1">
              <a:buFont typeface="Arial" panose="020B0604020202020204" pitchFamily="34" charset="0"/>
              <a:buChar char="•"/>
            </a:pPr>
            <a:r>
              <a:rPr lang="en-US" b="0" i="1" dirty="0">
                <a:solidFill>
                  <a:srgbClr val="1D201F"/>
                </a:solidFill>
                <a:effectLst/>
                <a:latin typeface="Albert Sans"/>
              </a:rPr>
              <a:t>Major changes are required during the project life cycle</a:t>
            </a:r>
            <a:endParaRPr lang="en-US" b="0" i="0" dirty="0">
              <a:solidFill>
                <a:srgbClr val="1D201F"/>
              </a:solidFill>
              <a:effectLst/>
              <a:latin typeface="Albert Sans"/>
            </a:endParaRPr>
          </a:p>
          <a:p>
            <a:pPr lvl="1">
              <a:buFont typeface="Arial" panose="020B0604020202020204" pitchFamily="34" charset="0"/>
              <a:buChar char="•"/>
            </a:pPr>
            <a:r>
              <a:rPr lang="en-US" b="0" i="1" dirty="0">
                <a:solidFill>
                  <a:srgbClr val="1D201F"/>
                </a:solidFill>
                <a:effectLst/>
                <a:latin typeface="Albert Sans"/>
              </a:rPr>
              <a:t>The budget goes beyond the allocated budget</a:t>
            </a:r>
            <a:endParaRPr lang="en-US" b="0" i="0" dirty="0">
              <a:solidFill>
                <a:srgbClr val="1D201F"/>
              </a:solidFill>
              <a:effectLst/>
              <a:latin typeface="Albert Sans"/>
            </a:endParaRPr>
          </a:p>
          <a:p>
            <a:pPr lvl="1">
              <a:buFont typeface="Arial" panose="020B0604020202020204" pitchFamily="34" charset="0"/>
              <a:buChar char="•"/>
            </a:pPr>
            <a:r>
              <a:rPr lang="en-US" b="0" i="1" dirty="0">
                <a:solidFill>
                  <a:srgbClr val="1D201F"/>
                </a:solidFill>
                <a:effectLst/>
                <a:latin typeface="Albert Sans"/>
              </a:rPr>
              <a:t>Failing to adhere to deadlines</a:t>
            </a:r>
            <a:endParaRPr lang="en-US" b="0" i="0" dirty="0">
              <a:solidFill>
                <a:srgbClr val="1D201F"/>
              </a:solidFill>
              <a:effectLst/>
              <a:latin typeface="Albert Sans"/>
            </a:endParaRPr>
          </a:p>
          <a:p>
            <a:pPr lvl="1"/>
            <a:r>
              <a:rPr lang="en-US" b="0" i="1" dirty="0">
                <a:solidFill>
                  <a:srgbClr val="1D201F"/>
                </a:solidFill>
                <a:effectLst/>
                <a:latin typeface="Albert Sans"/>
              </a:rPr>
              <a:t>Poorly defined project scope invariably results in poor employee performance, longer timelines, and higher project costs.</a:t>
            </a:r>
          </a:p>
          <a:p>
            <a:endParaRPr lang="en-MY" dirty="0"/>
          </a:p>
        </p:txBody>
      </p:sp>
    </p:spTree>
    <p:extLst>
      <p:ext uri="{BB962C8B-B14F-4D97-AF65-F5344CB8AC3E}">
        <p14:creationId xmlns:p14="http://schemas.microsoft.com/office/powerpoint/2010/main" val="3558244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algn="just" eaLnBrk="1" hangingPunct="1">
              <a:lnSpc>
                <a:spcPct val="90000"/>
              </a:lnSpc>
            </a:pPr>
            <a:r>
              <a:rPr lang="en-US" altLang="en-US" sz="2800" dirty="0">
                <a:latin typeface="Times New Roman" panose="02020603050405020304" pitchFamily="18" charset="0"/>
                <a:cs typeface="Times New Roman" panose="02020603050405020304" pitchFamily="18" charset="0"/>
              </a:rPr>
              <a:t>Poor Product Requirements</a:t>
            </a: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6839324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a:extLst>
              <a:ext uri="{FF2B5EF4-FFF2-40B4-BE49-F238E27FC236}">
                <a16:creationId xmlns:a16="http://schemas.microsoft.com/office/drawing/2014/main" id="{4D917195-21F5-497F-95CB-204AC404ACDF}"/>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Poor product requirements</a:t>
            </a:r>
          </a:p>
        </p:txBody>
      </p:sp>
      <p:sp>
        <p:nvSpPr>
          <p:cNvPr id="11267" name="Rectangle 3">
            <a:extLst>
              <a:ext uri="{FF2B5EF4-FFF2-40B4-BE49-F238E27FC236}">
                <a16:creationId xmlns:a16="http://schemas.microsoft.com/office/drawing/2014/main" id="{8F848184-B02C-4618-AFD0-640FBDBA8DC1}"/>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a:t>
            </a:r>
          </a:p>
        </p:txBody>
      </p:sp>
      <p:sp>
        <p:nvSpPr>
          <p:cNvPr id="14" name="TextBox 13">
            <a:extLst>
              <a:ext uri="{FF2B5EF4-FFF2-40B4-BE49-F238E27FC236}">
                <a16:creationId xmlns:a16="http://schemas.microsoft.com/office/drawing/2014/main" id="{958BC616-FFC2-646D-FC3E-7891A61C767E}"/>
              </a:ext>
            </a:extLst>
          </p:cNvPr>
          <p:cNvSpPr txBox="1"/>
          <p:nvPr/>
        </p:nvSpPr>
        <p:spPr>
          <a:xfrm>
            <a:off x="971600" y="1153022"/>
            <a:ext cx="7499350" cy="5262979"/>
          </a:xfrm>
          <a:prstGeom prst="rect">
            <a:avLst/>
          </a:prstGeom>
          <a:noFill/>
        </p:spPr>
        <p:txBody>
          <a:bodyPr wrap="square">
            <a:spAutoFit/>
          </a:bodyPr>
          <a:lstStyle/>
          <a:p>
            <a:pPr marL="342900" indent="-342900" algn="just">
              <a:buFont typeface="Arial" panose="020B0604020202020204" pitchFamily="34" charset="0"/>
              <a:buChar char="•"/>
            </a:pPr>
            <a:r>
              <a:rPr lang="en-MY" sz="2800" dirty="0"/>
              <a:t>Product development starts without requirements.</a:t>
            </a:r>
          </a:p>
          <a:p>
            <a:pPr marL="342900" indent="-342900" algn="just">
              <a:buFont typeface="Arial" panose="020B0604020202020204" pitchFamily="34" charset="0"/>
              <a:buChar char="•"/>
            </a:pPr>
            <a:r>
              <a:rPr lang="en-MY" sz="2800" dirty="0"/>
              <a:t>Requirements are not </a:t>
            </a:r>
          </a:p>
          <a:p>
            <a:pPr marL="800100" lvl="1" indent="-342900" algn="just">
              <a:buFont typeface="Arial" panose="020B0604020202020204" pitchFamily="34" charset="0"/>
              <a:buChar char="•"/>
            </a:pPr>
            <a:r>
              <a:rPr lang="en-MY" sz="2800" dirty="0"/>
              <a:t>single/atomic, Complete, Consistent, Verifiable, Traceable, Prioritized (Quality Indicators for requirements)</a:t>
            </a:r>
          </a:p>
          <a:p>
            <a:pPr marL="342900" indent="-342900" algn="just">
              <a:buFont typeface="Arial" panose="020B0604020202020204" pitchFamily="34" charset="0"/>
              <a:buChar char="•"/>
            </a:pPr>
            <a:r>
              <a:rPr lang="en-MY" sz="2800" dirty="0"/>
              <a:t>Requirements are not tested.</a:t>
            </a:r>
          </a:p>
          <a:p>
            <a:pPr marL="342900" indent="-342900" algn="just">
              <a:buFont typeface="Arial" panose="020B0604020202020204" pitchFamily="34" charset="0"/>
              <a:buChar char="•"/>
            </a:pPr>
            <a:r>
              <a:rPr lang="en-MY" sz="2800" dirty="0"/>
              <a:t>Lack of formality in the scope definition results in </a:t>
            </a:r>
          </a:p>
          <a:p>
            <a:pPr marL="800100" lvl="1" indent="-342900" algn="just">
              <a:buFont typeface="Arial" panose="020B0604020202020204" pitchFamily="34" charset="0"/>
              <a:buChar char="•"/>
            </a:pPr>
            <a:r>
              <a:rPr lang="en-MY" sz="2800" dirty="0"/>
              <a:t>different people having different understanding of what is in and what is out of scope</a:t>
            </a:r>
          </a:p>
        </p:txBody>
      </p:sp>
    </p:spTree>
    <p:extLst>
      <p:ext uri="{BB962C8B-B14F-4D97-AF65-F5344CB8AC3E}">
        <p14:creationId xmlns:p14="http://schemas.microsoft.com/office/powerpoint/2010/main" val="952227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a:extLst>
              <a:ext uri="{FF2B5EF4-FFF2-40B4-BE49-F238E27FC236}">
                <a16:creationId xmlns:a16="http://schemas.microsoft.com/office/drawing/2014/main" id="{4D917195-21F5-497F-95CB-204AC404ACDF}"/>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Poor product requirements</a:t>
            </a:r>
          </a:p>
        </p:txBody>
      </p:sp>
      <p:sp>
        <p:nvSpPr>
          <p:cNvPr id="11267" name="Rectangle 3">
            <a:extLst>
              <a:ext uri="{FF2B5EF4-FFF2-40B4-BE49-F238E27FC236}">
                <a16:creationId xmlns:a16="http://schemas.microsoft.com/office/drawing/2014/main" id="{8F848184-B02C-4618-AFD0-640FBDBA8DC1}"/>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a:t>
            </a:r>
          </a:p>
        </p:txBody>
      </p:sp>
      <p:sp>
        <p:nvSpPr>
          <p:cNvPr id="14" name="TextBox 13">
            <a:extLst>
              <a:ext uri="{FF2B5EF4-FFF2-40B4-BE49-F238E27FC236}">
                <a16:creationId xmlns:a16="http://schemas.microsoft.com/office/drawing/2014/main" id="{958BC616-FFC2-646D-FC3E-7891A61C767E}"/>
              </a:ext>
            </a:extLst>
          </p:cNvPr>
          <p:cNvSpPr txBox="1"/>
          <p:nvPr/>
        </p:nvSpPr>
        <p:spPr>
          <a:xfrm>
            <a:off x="1187624" y="1447800"/>
            <a:ext cx="7499350" cy="2677656"/>
          </a:xfrm>
          <a:prstGeom prst="rect">
            <a:avLst/>
          </a:prstGeom>
          <a:noFill/>
        </p:spPr>
        <p:txBody>
          <a:bodyPr wrap="square">
            <a:spAutoFit/>
          </a:bodyPr>
          <a:lstStyle/>
          <a:p>
            <a:pPr marL="342900" indent="-342900" algn="just">
              <a:buFont typeface="Arial" panose="020B0604020202020204" pitchFamily="34" charset="0"/>
              <a:buChar char="•"/>
            </a:pPr>
            <a:r>
              <a:rPr lang="en-MY" sz="2400" dirty="0"/>
              <a:t>Open ended requirements (such that end with 'etc.")</a:t>
            </a:r>
          </a:p>
          <a:p>
            <a:pPr marL="342900" indent="-342900" algn="just">
              <a:buFont typeface="Arial" panose="020B0604020202020204" pitchFamily="34" charset="0"/>
              <a:buChar char="•"/>
            </a:pPr>
            <a:endParaRPr lang="en-MY" sz="2400" dirty="0"/>
          </a:p>
          <a:p>
            <a:pPr marL="342900" indent="-342900" algn="just">
              <a:buFont typeface="Arial" panose="020B0604020202020204" pitchFamily="34" charset="0"/>
              <a:buChar char="•"/>
            </a:pPr>
            <a:r>
              <a:rPr lang="en-MY" sz="2400" dirty="0"/>
              <a:t>No or lack of involvement of those who will eventually use the product during the requirements development</a:t>
            </a:r>
          </a:p>
          <a:p>
            <a:pPr marL="342900" indent="-342900" algn="just">
              <a:buFont typeface="Arial" panose="020B0604020202020204" pitchFamily="34" charset="0"/>
              <a:buChar char="•"/>
            </a:pPr>
            <a:endParaRPr lang="en-MY" sz="2400" dirty="0"/>
          </a:p>
        </p:txBody>
      </p:sp>
    </p:spTree>
    <p:extLst>
      <p:ext uri="{BB962C8B-B14F-4D97-AF65-F5344CB8AC3E}">
        <p14:creationId xmlns:p14="http://schemas.microsoft.com/office/powerpoint/2010/main" val="1201847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AutoShape 2">
            <a:extLst>
              <a:ext uri="{FF2B5EF4-FFF2-40B4-BE49-F238E27FC236}">
                <a16:creationId xmlns:a16="http://schemas.microsoft.com/office/drawing/2014/main" id="{4D917195-21F5-497F-95CB-204AC404ACDF}"/>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Poor product requirements</a:t>
            </a:r>
          </a:p>
        </p:txBody>
      </p:sp>
      <p:sp>
        <p:nvSpPr>
          <p:cNvPr id="11267" name="Rectangle 3">
            <a:extLst>
              <a:ext uri="{FF2B5EF4-FFF2-40B4-BE49-F238E27FC236}">
                <a16:creationId xmlns:a16="http://schemas.microsoft.com/office/drawing/2014/main" id="{8F848184-B02C-4618-AFD0-640FBDBA8DC1}"/>
              </a:ext>
            </a:extLst>
          </p:cNvPr>
          <p:cNvSpPr>
            <a:spLocks noGrp="1" noChangeArrowheads="1"/>
          </p:cNvSpPr>
          <p:nvPr>
            <p:ph idx="1"/>
          </p:nvPr>
        </p:nvSpPr>
        <p:spPr/>
        <p:txBody>
          <a:bodyPr/>
          <a:lstStyle/>
          <a:p>
            <a:pPr eaLnBrk="1" hangingPunct="1">
              <a:buFont typeface="Wingdings" panose="05000000000000000000" pitchFamily="2" charset="2"/>
              <a:buNone/>
            </a:pPr>
            <a:endParaRPr lang="en-US" altLang="en-US" dirty="0"/>
          </a:p>
          <a:p>
            <a:pPr eaLnBrk="1" hangingPunct="1">
              <a:buFont typeface="Wingdings" panose="05000000000000000000" pitchFamily="2" charset="2"/>
              <a:buNone/>
            </a:pPr>
            <a:r>
              <a:rPr lang="en-US" altLang="en-US" dirty="0"/>
              <a:t>   </a:t>
            </a:r>
          </a:p>
        </p:txBody>
      </p:sp>
      <p:sp>
        <p:nvSpPr>
          <p:cNvPr id="14" name="TextBox 13">
            <a:extLst>
              <a:ext uri="{FF2B5EF4-FFF2-40B4-BE49-F238E27FC236}">
                <a16:creationId xmlns:a16="http://schemas.microsoft.com/office/drawing/2014/main" id="{958BC616-FFC2-646D-FC3E-7891A61C767E}"/>
              </a:ext>
            </a:extLst>
          </p:cNvPr>
          <p:cNvSpPr txBox="1"/>
          <p:nvPr/>
        </p:nvSpPr>
        <p:spPr>
          <a:xfrm>
            <a:off x="1187624" y="1447800"/>
            <a:ext cx="7499350" cy="3539430"/>
          </a:xfrm>
          <a:prstGeom prst="rect">
            <a:avLst/>
          </a:prstGeom>
          <a:noFill/>
        </p:spPr>
        <p:txBody>
          <a:bodyPr wrap="square">
            <a:spAutoFit/>
          </a:bodyPr>
          <a:lstStyle/>
          <a:p>
            <a:pPr marL="285750" indent="-285750" algn="just">
              <a:buFont typeface="Arial" panose="020B0604020202020204" pitchFamily="34" charset="0"/>
              <a:buChar char="•"/>
            </a:pPr>
            <a:r>
              <a:rPr lang="en-MY" sz="3200" dirty="0"/>
              <a:t>Individual requirements are never checked against the project's overall objectives to ensure each requirement supports the project's objective</a:t>
            </a:r>
          </a:p>
          <a:p>
            <a:pPr algn="just"/>
            <a:endParaRPr lang="en-MY" sz="3200" dirty="0"/>
          </a:p>
          <a:p>
            <a:pPr marL="285750" indent="-285750" algn="just">
              <a:buFont typeface="Arial" panose="020B0604020202020204" pitchFamily="34" charset="0"/>
              <a:buChar char="•"/>
            </a:pPr>
            <a:r>
              <a:rPr lang="en-MY" sz="3200" dirty="0"/>
              <a:t>The project requirements are written based on the assumptions</a:t>
            </a:r>
          </a:p>
        </p:txBody>
      </p:sp>
    </p:spTree>
    <p:extLst>
      <p:ext uri="{BB962C8B-B14F-4D97-AF65-F5344CB8AC3E}">
        <p14:creationId xmlns:p14="http://schemas.microsoft.com/office/powerpoint/2010/main" val="20604929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3A476-77C6-2A13-671C-9C024AF4DB82}"/>
              </a:ext>
            </a:extLst>
          </p:cNvPr>
          <p:cNvSpPr>
            <a:spLocks noGrp="1"/>
          </p:cNvSpPr>
          <p:nvPr>
            <p:ph type="title"/>
          </p:nvPr>
        </p:nvSpPr>
        <p:spPr/>
        <p:txBody>
          <a:bodyPr/>
          <a:lstStyle/>
          <a:p>
            <a:endParaRPr lang="en-MY"/>
          </a:p>
        </p:txBody>
      </p:sp>
      <p:pic>
        <p:nvPicPr>
          <p:cNvPr id="5" name="Content Placeholder 4" descr="A collage of different types of trees&#10;&#10;AI-generated content may be incorrect.">
            <a:extLst>
              <a:ext uri="{FF2B5EF4-FFF2-40B4-BE49-F238E27FC236}">
                <a16:creationId xmlns:a16="http://schemas.microsoft.com/office/drawing/2014/main" id="{961AEAE3-7792-0A24-7E0A-8FB75F47315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9632" y="862112"/>
            <a:ext cx="7295056" cy="5464250"/>
          </a:xfrm>
        </p:spPr>
      </p:pic>
    </p:spTree>
    <p:extLst>
      <p:ext uri="{BB962C8B-B14F-4D97-AF65-F5344CB8AC3E}">
        <p14:creationId xmlns:p14="http://schemas.microsoft.com/office/powerpoint/2010/main" val="3624422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73D2810-4134-4A14-BBCE-63A8F524D972}"/>
              </a:ext>
            </a:extLst>
          </p:cNvPr>
          <p:cNvPicPr>
            <a:picLocks noGrp="1" noChangeAspect="1"/>
          </p:cNvPicPr>
          <p:nvPr>
            <p:ph idx="1"/>
          </p:nvPr>
        </p:nvPicPr>
        <p:blipFill rotWithShape="1">
          <a:blip r:embed="rId2"/>
          <a:srcRect l="27426" t="14460" r="23604" b="12139"/>
          <a:stretch/>
        </p:blipFill>
        <p:spPr>
          <a:xfrm>
            <a:off x="1331640" y="332656"/>
            <a:ext cx="7344816" cy="6192688"/>
          </a:xfrm>
        </p:spPr>
      </p:pic>
    </p:spTree>
    <p:extLst>
      <p:ext uri="{BB962C8B-B14F-4D97-AF65-F5344CB8AC3E}">
        <p14:creationId xmlns:p14="http://schemas.microsoft.com/office/powerpoint/2010/main" val="3985913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algn="just" eaLnBrk="1" hangingPunct="1">
              <a:lnSpc>
                <a:spcPct val="90000"/>
              </a:lnSpc>
            </a:pPr>
            <a:r>
              <a:rPr lang="en-US" altLang="en-US" sz="2800" dirty="0"/>
              <a:t>Insufficient stakeholders’ management </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403670934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9E02-7D9E-92BD-7CE6-260B62200667}"/>
              </a:ext>
            </a:extLst>
          </p:cNvPr>
          <p:cNvSpPr>
            <a:spLocks noGrp="1"/>
          </p:cNvSpPr>
          <p:nvPr>
            <p:ph type="title"/>
          </p:nvPr>
        </p:nvSpPr>
        <p:spPr/>
        <p:txBody>
          <a:bodyPr>
            <a:normAutofit fontScale="90000"/>
          </a:bodyPr>
          <a:lstStyle/>
          <a:p>
            <a:r>
              <a:rPr lang="en-US" altLang="en-US" dirty="0">
                <a:latin typeface="Times" panose="02020603060405020304" pitchFamily="18" charset="0"/>
                <a:cs typeface="Times New Roman" panose="02020603050405020304" pitchFamily="18" charset="0"/>
              </a:rPr>
              <a:t>Insufficient stakeholders’ management</a:t>
            </a:r>
            <a:endParaRPr lang="en-MY" dirty="0"/>
          </a:p>
        </p:txBody>
      </p:sp>
      <p:sp>
        <p:nvSpPr>
          <p:cNvPr id="3" name="Content Placeholder 2">
            <a:extLst>
              <a:ext uri="{FF2B5EF4-FFF2-40B4-BE49-F238E27FC236}">
                <a16:creationId xmlns:a16="http://schemas.microsoft.com/office/drawing/2014/main" id="{2C1FF468-1092-9D30-4BE1-9A620EA76DFE}"/>
              </a:ext>
            </a:extLst>
          </p:cNvPr>
          <p:cNvSpPr>
            <a:spLocks noGrp="1"/>
          </p:cNvSpPr>
          <p:nvPr>
            <p:ph idx="1"/>
          </p:nvPr>
        </p:nvSpPr>
        <p:spPr/>
        <p:txBody>
          <a:bodyPr/>
          <a:lstStyle/>
          <a:p>
            <a:pPr algn="just" eaLnBrk="1" hangingPunct="1">
              <a:lnSpc>
                <a:spcPct val="90000"/>
              </a:lnSpc>
            </a:pPr>
            <a:r>
              <a:rPr lang="en-US" altLang="en-US" sz="3200" dirty="0">
                <a:latin typeface="Times New Roman" panose="02020603050405020304" pitchFamily="18" charset="0"/>
              </a:rPr>
              <a:t>Not all project stakeholders are identified.</a:t>
            </a:r>
          </a:p>
          <a:p>
            <a:pPr algn="just" eaLnBrk="1" hangingPunct="1">
              <a:lnSpc>
                <a:spcPct val="90000"/>
              </a:lnSpc>
            </a:pPr>
            <a:r>
              <a:rPr lang="en-US" altLang="en-US" dirty="0">
                <a:latin typeface="Times New Roman" panose="02020603050405020304" pitchFamily="18" charset="0"/>
              </a:rPr>
              <a:t>For Example</a:t>
            </a:r>
          </a:p>
          <a:p>
            <a:pPr lvl="1" algn="just" eaLnBrk="1" hangingPunct="1">
              <a:lnSpc>
                <a:spcPct val="90000"/>
              </a:lnSpc>
            </a:pPr>
            <a:r>
              <a:rPr lang="en-US" altLang="en-US" dirty="0">
                <a:latin typeface="Times New Roman" panose="02020603050405020304" pitchFamily="18" charset="0"/>
              </a:rPr>
              <a:t>NUML LMS Stakeholders?</a:t>
            </a:r>
          </a:p>
          <a:p>
            <a:pPr algn="just" eaLnBrk="1" hangingPunct="1">
              <a:lnSpc>
                <a:spcPct val="90000"/>
              </a:lnSpc>
            </a:pPr>
            <a:endParaRPr lang="en-US" altLang="en-US" sz="3200" dirty="0">
              <a:latin typeface="Times New Roman" panose="02020603050405020304" pitchFamily="18" charset="0"/>
            </a:endParaRPr>
          </a:p>
          <a:p>
            <a:pPr algn="just" eaLnBrk="1" hangingPunct="1">
              <a:lnSpc>
                <a:spcPct val="90000"/>
              </a:lnSpc>
            </a:pPr>
            <a:r>
              <a:rPr lang="en-US" altLang="en-US" sz="3200" dirty="0">
                <a:latin typeface="Times New Roman" panose="02020603050405020304" pitchFamily="18" charset="0"/>
              </a:rPr>
              <a:t>Stakeholder are not analyzed from the perspective of their interest in the project.</a:t>
            </a:r>
          </a:p>
          <a:p>
            <a:endParaRPr lang="en-MY" dirty="0"/>
          </a:p>
        </p:txBody>
      </p:sp>
    </p:spTree>
    <p:extLst>
      <p:ext uri="{BB962C8B-B14F-4D97-AF65-F5344CB8AC3E}">
        <p14:creationId xmlns:p14="http://schemas.microsoft.com/office/powerpoint/2010/main" val="1170756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AutoShape 2">
            <a:extLst>
              <a:ext uri="{FF2B5EF4-FFF2-40B4-BE49-F238E27FC236}">
                <a16:creationId xmlns:a16="http://schemas.microsoft.com/office/drawing/2014/main" id="{8C8571BC-5AEB-48E1-A492-656C0E23BB19}"/>
              </a:ext>
            </a:extLst>
          </p:cNvPr>
          <p:cNvSpPr>
            <a:spLocks noGrp="1" noChangeArrowheads="1"/>
          </p:cNvSpPr>
          <p:nvPr>
            <p:ph type="title"/>
          </p:nvPr>
        </p:nvSpPr>
        <p:spPr/>
        <p:txBody>
          <a:bodyPr/>
          <a:lstStyle/>
          <a:p>
            <a:pPr eaLnBrk="1" hangingPunct="1"/>
            <a:r>
              <a:rPr lang="en-US" altLang="en-US" sz="3300" dirty="0"/>
              <a:t>Who are the stakeholders?</a:t>
            </a:r>
          </a:p>
        </p:txBody>
      </p:sp>
      <p:pic>
        <p:nvPicPr>
          <p:cNvPr id="4" name="Content Placeholder 3">
            <a:extLst>
              <a:ext uri="{FF2B5EF4-FFF2-40B4-BE49-F238E27FC236}">
                <a16:creationId xmlns:a16="http://schemas.microsoft.com/office/drawing/2014/main" id="{DE365B1C-72C3-46B0-9A95-B86491E48EB3}"/>
              </a:ext>
            </a:extLst>
          </p:cNvPr>
          <p:cNvPicPr>
            <a:picLocks noGrp="1" noChangeAspect="1"/>
          </p:cNvPicPr>
          <p:nvPr>
            <p:ph idx="1"/>
          </p:nvPr>
        </p:nvPicPr>
        <p:blipFill rotWithShape="1">
          <a:blip r:embed="rId2"/>
          <a:srcRect l="18784" t="21288" r="18803" b="18966"/>
          <a:stretch/>
        </p:blipFill>
        <p:spPr>
          <a:xfrm>
            <a:off x="-216532" y="1201470"/>
            <a:ext cx="9577064" cy="5156881"/>
          </a:xfrm>
        </p:spPr>
      </p:pic>
    </p:spTree>
    <p:extLst>
      <p:ext uri="{BB962C8B-B14F-4D97-AF65-F5344CB8AC3E}">
        <p14:creationId xmlns:p14="http://schemas.microsoft.com/office/powerpoint/2010/main" val="9845554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4C2F-50F6-50DA-C0F3-41A721A3A32E}"/>
              </a:ext>
            </a:extLst>
          </p:cNvPr>
          <p:cNvSpPr>
            <a:spLocks noGrp="1"/>
          </p:cNvSpPr>
          <p:nvPr>
            <p:ph type="title"/>
          </p:nvPr>
        </p:nvSpPr>
        <p:spPr/>
        <p:txBody>
          <a:bodyPr/>
          <a:lstStyle/>
          <a:p>
            <a:r>
              <a:rPr lang="en-US" altLang="en-US" sz="4000" dirty="0"/>
              <a:t>Stakeholders Management Steps</a:t>
            </a:r>
            <a:endParaRPr lang="en-MY" dirty="0"/>
          </a:p>
        </p:txBody>
      </p:sp>
      <p:sp>
        <p:nvSpPr>
          <p:cNvPr id="3" name="Content Placeholder 2">
            <a:extLst>
              <a:ext uri="{FF2B5EF4-FFF2-40B4-BE49-F238E27FC236}">
                <a16:creationId xmlns:a16="http://schemas.microsoft.com/office/drawing/2014/main" id="{B87F3C6F-B952-1645-086D-1A4EE9DF7A52}"/>
              </a:ext>
            </a:extLst>
          </p:cNvPr>
          <p:cNvSpPr>
            <a:spLocks noGrp="1"/>
          </p:cNvSpPr>
          <p:nvPr>
            <p:ph idx="1"/>
          </p:nvPr>
        </p:nvSpPr>
        <p:spPr/>
        <p:txBody>
          <a:bodyPr/>
          <a:lstStyle/>
          <a:p>
            <a:r>
              <a:rPr lang="en-US" dirty="0"/>
              <a:t>Stakeholders’ management will be discussed in detail. Following are the basic steps for stakeholders’ management.</a:t>
            </a:r>
          </a:p>
          <a:p>
            <a:r>
              <a:rPr lang="en-US" dirty="0"/>
              <a:t>Identity Stakeholders</a:t>
            </a:r>
          </a:p>
          <a:p>
            <a:pPr lvl="1"/>
            <a:r>
              <a:rPr lang="en-US" sz="3200" dirty="0"/>
              <a:t>identifying everyone affected by the work or its outcomes</a:t>
            </a:r>
          </a:p>
          <a:p>
            <a:r>
              <a:rPr lang="en-US" dirty="0"/>
              <a:t>Plan Stakeholder Management</a:t>
            </a:r>
          </a:p>
          <a:p>
            <a:pPr lvl="1"/>
            <a:r>
              <a:rPr lang="en-US" sz="3200" dirty="0"/>
              <a:t>deciding how you will engage with the stakeholders</a:t>
            </a:r>
          </a:p>
          <a:p>
            <a:pPr marL="82550" indent="0">
              <a:buNone/>
            </a:pPr>
            <a:endParaRPr lang="en-MY" dirty="0"/>
          </a:p>
        </p:txBody>
      </p:sp>
    </p:spTree>
    <p:extLst>
      <p:ext uri="{BB962C8B-B14F-4D97-AF65-F5344CB8AC3E}">
        <p14:creationId xmlns:p14="http://schemas.microsoft.com/office/powerpoint/2010/main" val="16480870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24C2F-50F6-50DA-C0F3-41A721A3A32E}"/>
              </a:ext>
            </a:extLst>
          </p:cNvPr>
          <p:cNvSpPr>
            <a:spLocks noGrp="1"/>
          </p:cNvSpPr>
          <p:nvPr>
            <p:ph type="title"/>
          </p:nvPr>
        </p:nvSpPr>
        <p:spPr/>
        <p:txBody>
          <a:bodyPr/>
          <a:lstStyle/>
          <a:p>
            <a:r>
              <a:rPr lang="en-US" altLang="en-US" sz="4000" dirty="0"/>
              <a:t>Stakeholders Managemen</a:t>
            </a:r>
            <a:r>
              <a:rPr lang="en-US" altLang="en-US" sz="4000" i="1" dirty="0"/>
              <a:t>t</a:t>
            </a:r>
            <a:endParaRPr lang="en-MY" dirty="0"/>
          </a:p>
        </p:txBody>
      </p:sp>
      <p:sp>
        <p:nvSpPr>
          <p:cNvPr id="3" name="Content Placeholder 2">
            <a:extLst>
              <a:ext uri="{FF2B5EF4-FFF2-40B4-BE49-F238E27FC236}">
                <a16:creationId xmlns:a16="http://schemas.microsoft.com/office/drawing/2014/main" id="{B87F3C6F-B952-1645-086D-1A4EE9DF7A52}"/>
              </a:ext>
            </a:extLst>
          </p:cNvPr>
          <p:cNvSpPr>
            <a:spLocks noGrp="1"/>
          </p:cNvSpPr>
          <p:nvPr>
            <p:ph idx="1"/>
          </p:nvPr>
        </p:nvSpPr>
        <p:spPr/>
        <p:txBody>
          <a:bodyPr/>
          <a:lstStyle/>
          <a:p>
            <a:r>
              <a:rPr lang="en-US" dirty="0"/>
              <a:t>Manage Stakeholder Engagement – </a:t>
            </a:r>
          </a:p>
          <a:p>
            <a:pPr lvl="1"/>
            <a:r>
              <a:rPr lang="en-US" dirty="0"/>
              <a:t>communicating with stakeholders and ensuring appropriate stakeholder engagement</a:t>
            </a:r>
          </a:p>
          <a:p>
            <a:r>
              <a:rPr lang="en-US" dirty="0"/>
              <a:t>Control Stakeholder Engagement - 	monitoring the overall relationships and adjusting your strategies and plans as needed</a:t>
            </a:r>
            <a:endParaRPr lang="en-MY" dirty="0"/>
          </a:p>
        </p:txBody>
      </p:sp>
    </p:spTree>
    <p:extLst>
      <p:ext uri="{BB962C8B-B14F-4D97-AF65-F5344CB8AC3E}">
        <p14:creationId xmlns:p14="http://schemas.microsoft.com/office/powerpoint/2010/main" val="6516531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p:txBody>
          <a:bodyPr/>
          <a:lstStyle/>
          <a:p>
            <a:pPr algn="just" eaLnBrk="1" hangingPunct="1">
              <a:lnSpc>
                <a:spcPct val="90000"/>
              </a:lnSpc>
            </a:pPr>
            <a:r>
              <a:rPr lang="en-US" altLang="en-US" sz="2800" dirty="0">
                <a:latin typeface="Times New Roman" panose="02020603050405020304" pitchFamily="18" charset="0"/>
              </a:rPr>
              <a:t>Inefficient Communication</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52272616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5310-67C3-A2DF-5BEB-81F5DD39BC71}"/>
              </a:ext>
            </a:extLst>
          </p:cNvPr>
          <p:cNvSpPr>
            <a:spLocks noGrp="1"/>
          </p:cNvSpPr>
          <p:nvPr>
            <p:ph type="title"/>
          </p:nvPr>
        </p:nvSpPr>
        <p:spPr/>
        <p:txBody>
          <a:bodyPr/>
          <a:lstStyle/>
          <a:p>
            <a:r>
              <a:rPr lang="en-US" altLang="en-US" sz="4400">
                <a:latin typeface="Times New Roman" panose="02020603050405020304" pitchFamily="18" charset="0"/>
              </a:rPr>
              <a:t>Inefficient Communication</a:t>
            </a:r>
            <a:endParaRPr lang="en-MY"/>
          </a:p>
        </p:txBody>
      </p:sp>
      <p:sp>
        <p:nvSpPr>
          <p:cNvPr id="3" name="Content Placeholder 2">
            <a:extLst>
              <a:ext uri="{FF2B5EF4-FFF2-40B4-BE49-F238E27FC236}">
                <a16:creationId xmlns:a16="http://schemas.microsoft.com/office/drawing/2014/main" id="{5A5856F9-A024-D928-76FC-4F5511184309}"/>
              </a:ext>
            </a:extLst>
          </p:cNvPr>
          <p:cNvSpPr>
            <a:spLocks noGrp="1"/>
          </p:cNvSpPr>
          <p:nvPr>
            <p:ph idx="1"/>
          </p:nvPr>
        </p:nvSpPr>
        <p:spPr/>
        <p:txBody>
          <a:bodyPr/>
          <a:lstStyle/>
          <a:p>
            <a:pPr algn="just"/>
            <a:r>
              <a:rPr lang="en-US" sz="3600" b="0" i="0" dirty="0">
                <a:effectLst/>
                <a:latin typeface="Times" panose="02020603060405020304" pitchFamily="18" charset="0"/>
              </a:rPr>
              <a:t>PMI (Project Management Institute) says that poor communication leads to project failures one-third of the time.</a:t>
            </a:r>
            <a:endParaRPr lang="en-MY" sz="3600" dirty="0">
              <a:latin typeface="Times" panose="02020603060405020304" pitchFamily="18" charset="0"/>
            </a:endParaRPr>
          </a:p>
          <a:p>
            <a:pPr algn="just"/>
            <a:r>
              <a:rPr lang="en-MY" sz="3600" dirty="0">
                <a:latin typeface="Times" panose="02020603060405020304" pitchFamily="18" charset="0"/>
              </a:rPr>
              <a:t>No time spent on the development of Communication Plan</a:t>
            </a:r>
          </a:p>
        </p:txBody>
      </p:sp>
    </p:spTree>
    <p:extLst>
      <p:ext uri="{BB962C8B-B14F-4D97-AF65-F5344CB8AC3E}">
        <p14:creationId xmlns:p14="http://schemas.microsoft.com/office/powerpoint/2010/main" val="26265506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5310-67C3-A2DF-5BEB-81F5DD39BC71}"/>
              </a:ext>
            </a:extLst>
          </p:cNvPr>
          <p:cNvSpPr>
            <a:spLocks noGrp="1"/>
          </p:cNvSpPr>
          <p:nvPr>
            <p:ph type="title"/>
          </p:nvPr>
        </p:nvSpPr>
        <p:spPr/>
        <p:txBody>
          <a:bodyPr/>
          <a:lstStyle/>
          <a:p>
            <a:r>
              <a:rPr lang="en-US" altLang="en-US" sz="4400">
                <a:latin typeface="Times New Roman" panose="02020603050405020304" pitchFamily="18" charset="0"/>
              </a:rPr>
              <a:t>Inefficient Communication</a:t>
            </a:r>
            <a:endParaRPr lang="en-MY"/>
          </a:p>
        </p:txBody>
      </p:sp>
      <p:sp>
        <p:nvSpPr>
          <p:cNvPr id="3" name="Content Placeholder 2">
            <a:extLst>
              <a:ext uri="{FF2B5EF4-FFF2-40B4-BE49-F238E27FC236}">
                <a16:creationId xmlns:a16="http://schemas.microsoft.com/office/drawing/2014/main" id="{5A5856F9-A024-D928-76FC-4F5511184309}"/>
              </a:ext>
            </a:extLst>
          </p:cNvPr>
          <p:cNvSpPr>
            <a:spLocks noGrp="1"/>
          </p:cNvSpPr>
          <p:nvPr>
            <p:ph idx="1"/>
          </p:nvPr>
        </p:nvSpPr>
        <p:spPr/>
        <p:txBody>
          <a:bodyPr/>
          <a:lstStyle/>
          <a:p>
            <a:pPr algn="just"/>
            <a:r>
              <a:rPr lang="en-MY" dirty="0">
                <a:latin typeface="Times" panose="02020603060405020304" pitchFamily="18" charset="0"/>
              </a:rPr>
              <a:t>Roles and responsibilities are not identified or properly communicated</a:t>
            </a:r>
          </a:p>
          <a:p>
            <a:pPr algn="just"/>
            <a:r>
              <a:rPr lang="en-MY" dirty="0">
                <a:latin typeface="Times" panose="02020603060405020304" pitchFamily="18" charset="0"/>
              </a:rPr>
              <a:t>Priorities of different communication channels are not identified (When to email, to call, to use skype)</a:t>
            </a:r>
          </a:p>
          <a:p>
            <a:pPr algn="just"/>
            <a:r>
              <a:rPr lang="en-MY" dirty="0">
                <a:latin typeface="Times" panose="02020603060405020304" pitchFamily="18" charset="0"/>
              </a:rPr>
              <a:t>No records of oral communication (No minutes of meeting)</a:t>
            </a:r>
          </a:p>
        </p:txBody>
      </p:sp>
    </p:spTree>
    <p:extLst>
      <p:ext uri="{BB962C8B-B14F-4D97-AF65-F5344CB8AC3E}">
        <p14:creationId xmlns:p14="http://schemas.microsoft.com/office/powerpoint/2010/main" val="9157484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55310-67C3-A2DF-5BEB-81F5DD39BC71}"/>
              </a:ext>
            </a:extLst>
          </p:cNvPr>
          <p:cNvSpPr>
            <a:spLocks noGrp="1"/>
          </p:cNvSpPr>
          <p:nvPr>
            <p:ph type="title"/>
          </p:nvPr>
        </p:nvSpPr>
        <p:spPr/>
        <p:txBody>
          <a:bodyPr/>
          <a:lstStyle/>
          <a:p>
            <a:r>
              <a:rPr lang="en-US" altLang="en-US" sz="4400">
                <a:latin typeface="Times New Roman" panose="02020603050405020304" pitchFamily="18" charset="0"/>
              </a:rPr>
              <a:t>Inefficient Communication</a:t>
            </a:r>
            <a:endParaRPr lang="en-MY"/>
          </a:p>
        </p:txBody>
      </p:sp>
      <p:sp>
        <p:nvSpPr>
          <p:cNvPr id="3" name="Content Placeholder 2">
            <a:extLst>
              <a:ext uri="{FF2B5EF4-FFF2-40B4-BE49-F238E27FC236}">
                <a16:creationId xmlns:a16="http://schemas.microsoft.com/office/drawing/2014/main" id="{5A5856F9-A024-D928-76FC-4F5511184309}"/>
              </a:ext>
            </a:extLst>
          </p:cNvPr>
          <p:cNvSpPr>
            <a:spLocks noGrp="1"/>
          </p:cNvSpPr>
          <p:nvPr>
            <p:ph idx="1"/>
          </p:nvPr>
        </p:nvSpPr>
        <p:spPr/>
        <p:txBody>
          <a:bodyPr/>
          <a:lstStyle/>
          <a:p>
            <a:pPr algn="just"/>
            <a:r>
              <a:rPr lang="en-MY" sz="3600" dirty="0">
                <a:latin typeface="Times" panose="02020603060405020304" pitchFamily="18" charset="0"/>
              </a:rPr>
              <a:t>Too much meetings, unnecessary people are invited in meeting</a:t>
            </a:r>
          </a:p>
          <a:p>
            <a:pPr algn="just"/>
            <a:r>
              <a:rPr lang="en-MY" sz="3600" dirty="0">
                <a:latin typeface="Times" panose="02020603060405020304" pitchFamily="18" charset="0"/>
              </a:rPr>
              <a:t>Meeting are not effective (no goal, no agenda)</a:t>
            </a:r>
          </a:p>
        </p:txBody>
      </p:sp>
    </p:spTree>
    <p:extLst>
      <p:ext uri="{BB962C8B-B14F-4D97-AF65-F5344CB8AC3E}">
        <p14:creationId xmlns:p14="http://schemas.microsoft.com/office/powerpoint/2010/main" val="13891244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lstStyle/>
          <a:p>
            <a:pPr algn="just" eaLnBrk="1" hangingPunct="1">
              <a:lnSpc>
                <a:spcPct val="90000"/>
              </a:lnSpc>
            </a:pPr>
            <a:r>
              <a:rPr lang="en-US" altLang="en-US" sz="2800" dirty="0">
                <a:latin typeface="Times New Roman" panose="02020603050405020304" pitchFamily="18" charset="0"/>
              </a:rPr>
              <a:t>No Sufficient Project and Planning Phases</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9662333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F72A4BFF-1AED-4D83-903F-1042267C93F0}"/>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No Sufficient Project and Planning Phases</a:t>
            </a:r>
          </a:p>
        </p:txBody>
      </p:sp>
      <p:sp>
        <p:nvSpPr>
          <p:cNvPr id="9219" name="Rectangle 3">
            <a:extLst>
              <a:ext uri="{FF2B5EF4-FFF2-40B4-BE49-F238E27FC236}">
                <a16:creationId xmlns:a16="http://schemas.microsoft.com/office/drawing/2014/main" id="{54B626C8-E28C-4B76-BA95-B77BF0852D7F}"/>
              </a:ext>
            </a:extLst>
          </p:cNvPr>
          <p:cNvSpPr>
            <a:spLocks noGrp="1" noChangeArrowheads="1"/>
          </p:cNvSpPr>
          <p:nvPr>
            <p:ph idx="1"/>
          </p:nvPr>
        </p:nvSpPr>
        <p:spPr>
          <a:xfrm>
            <a:off x="1406928" y="1196752"/>
            <a:ext cx="7499350" cy="4800600"/>
          </a:xfrm>
        </p:spPr>
        <p:txBody>
          <a:bodyPr/>
          <a:lstStyle/>
          <a:p>
            <a:pPr algn="just" eaLnBrk="1" hangingPunct="1"/>
            <a:r>
              <a:rPr lang="en-US" altLang="en-US" sz="3600" dirty="0"/>
              <a:t>No project initiation/ planning phase at al.</a:t>
            </a:r>
          </a:p>
          <a:p>
            <a:pPr algn="just" eaLnBrk="1" hangingPunct="1"/>
            <a:r>
              <a:rPr lang="en-US" altLang="en-US" sz="3600" dirty="0"/>
              <a:t>Planning is considered as project Manager responsibility rather than team activity</a:t>
            </a:r>
          </a:p>
          <a:p>
            <a:pPr algn="just" eaLnBrk="1" hangingPunct="1"/>
            <a:r>
              <a:rPr lang="en-US" altLang="en-US" sz="3600" dirty="0"/>
              <a:t>Failure to break large master plan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AutoShape 2">
            <a:extLst>
              <a:ext uri="{FF2B5EF4-FFF2-40B4-BE49-F238E27FC236}">
                <a16:creationId xmlns:a16="http://schemas.microsoft.com/office/drawing/2014/main" id="{F72A4BFF-1AED-4D83-903F-1042267C93F0}"/>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No Sufficient Project and Planning Phases</a:t>
            </a:r>
          </a:p>
        </p:txBody>
      </p:sp>
      <p:sp>
        <p:nvSpPr>
          <p:cNvPr id="9219" name="Rectangle 3">
            <a:extLst>
              <a:ext uri="{FF2B5EF4-FFF2-40B4-BE49-F238E27FC236}">
                <a16:creationId xmlns:a16="http://schemas.microsoft.com/office/drawing/2014/main" id="{54B626C8-E28C-4B76-BA95-B77BF0852D7F}"/>
              </a:ext>
            </a:extLst>
          </p:cNvPr>
          <p:cNvSpPr>
            <a:spLocks noGrp="1" noChangeArrowheads="1"/>
          </p:cNvSpPr>
          <p:nvPr>
            <p:ph idx="1"/>
          </p:nvPr>
        </p:nvSpPr>
        <p:spPr>
          <a:xfrm>
            <a:off x="1406928" y="1196752"/>
            <a:ext cx="7499350" cy="4800600"/>
          </a:xfrm>
        </p:spPr>
        <p:txBody>
          <a:bodyPr/>
          <a:lstStyle/>
          <a:p>
            <a:pPr eaLnBrk="1" hangingPunct="1"/>
            <a:r>
              <a:rPr lang="en-US" altLang="en-US" dirty="0"/>
              <a:t>No milestone or deadline are set</a:t>
            </a:r>
          </a:p>
          <a:p>
            <a:pPr eaLnBrk="1" hangingPunct="1"/>
            <a:r>
              <a:rPr lang="en-US" altLang="en-US" dirty="0"/>
              <a:t>Unclear roles and responsibilities</a:t>
            </a:r>
          </a:p>
          <a:p>
            <a:pPr eaLnBrk="1" hangingPunct="1"/>
            <a:r>
              <a:rPr lang="en-US" altLang="en-US" dirty="0"/>
              <a:t>Unprioritized requirements</a:t>
            </a:r>
          </a:p>
          <a:p>
            <a:pPr eaLnBrk="1" hangingPunct="1"/>
            <a:r>
              <a:rPr lang="en-US" altLang="en-US" dirty="0"/>
              <a:t>Change request handled informally.</a:t>
            </a:r>
          </a:p>
          <a:p>
            <a:pPr lvl="1" eaLnBrk="1" hangingPunct="1"/>
            <a:r>
              <a:rPr lang="en-US" altLang="en-US" dirty="0"/>
              <a:t>Change request Process by change control board </a:t>
            </a:r>
          </a:p>
        </p:txBody>
      </p:sp>
    </p:spTree>
    <p:extLst>
      <p:ext uri="{BB962C8B-B14F-4D97-AF65-F5344CB8AC3E}">
        <p14:creationId xmlns:p14="http://schemas.microsoft.com/office/powerpoint/2010/main" val="18593376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lstStyle/>
          <a:p>
            <a:pPr algn="just" eaLnBrk="1" hangingPunct="1">
              <a:lnSpc>
                <a:spcPct val="90000"/>
              </a:lnSpc>
            </a:pPr>
            <a:r>
              <a:rPr lang="en-US" altLang="en-US" sz="2800" dirty="0">
                <a:latin typeface="Times New Roman" panose="02020603050405020304" pitchFamily="18" charset="0"/>
              </a:rPr>
              <a:t>Project constraints are not identified</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223370849"/>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49267-C3DE-4858-9B9A-059465E0EFBA}"/>
              </a:ext>
            </a:extLst>
          </p:cNvPr>
          <p:cNvSpPr>
            <a:spLocks noGrp="1"/>
          </p:cNvSpPr>
          <p:nvPr>
            <p:ph type="title"/>
          </p:nvPr>
        </p:nvSpPr>
        <p:spPr>
          <a:xfrm>
            <a:off x="1043608" y="1916832"/>
            <a:ext cx="3096344" cy="3528392"/>
          </a:xfrm>
        </p:spPr>
        <p:txBody>
          <a:bodyPr/>
          <a:lstStyle/>
          <a:p>
            <a:r>
              <a:rPr lang="en-MY" dirty="0"/>
              <a:t>Triple Constraints </a:t>
            </a:r>
          </a:p>
        </p:txBody>
      </p:sp>
      <p:pic>
        <p:nvPicPr>
          <p:cNvPr id="5" name="Content Placeholder 4">
            <a:extLst>
              <a:ext uri="{FF2B5EF4-FFF2-40B4-BE49-F238E27FC236}">
                <a16:creationId xmlns:a16="http://schemas.microsoft.com/office/drawing/2014/main" id="{F5338163-559F-4AE3-BA78-FABAB9FDE1F1}"/>
              </a:ext>
            </a:extLst>
          </p:cNvPr>
          <p:cNvPicPr>
            <a:picLocks noGrp="1" noChangeAspect="1"/>
          </p:cNvPicPr>
          <p:nvPr>
            <p:ph idx="1"/>
          </p:nvPr>
        </p:nvPicPr>
        <p:blipFill rotWithShape="1">
          <a:blip r:embed="rId2"/>
          <a:srcRect l="27426" t="22995" r="43768" b="22381"/>
          <a:stretch/>
        </p:blipFill>
        <p:spPr>
          <a:xfrm>
            <a:off x="3815408" y="846138"/>
            <a:ext cx="5328592" cy="5683831"/>
          </a:xfrm>
        </p:spPr>
      </p:pic>
    </p:spTree>
    <p:extLst>
      <p:ext uri="{BB962C8B-B14F-4D97-AF65-F5344CB8AC3E}">
        <p14:creationId xmlns:p14="http://schemas.microsoft.com/office/powerpoint/2010/main" val="3925218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a:extLst>
              <a:ext uri="{FF2B5EF4-FFF2-40B4-BE49-F238E27FC236}">
                <a16:creationId xmlns:a16="http://schemas.microsoft.com/office/drawing/2014/main" id="{58E227D5-413A-40E2-A7BD-4AEE01E4A8FC}"/>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Project constraints are not identified</a:t>
            </a:r>
          </a:p>
        </p:txBody>
      </p:sp>
      <p:sp>
        <p:nvSpPr>
          <p:cNvPr id="10243" name="Rectangle 3">
            <a:extLst>
              <a:ext uri="{FF2B5EF4-FFF2-40B4-BE49-F238E27FC236}">
                <a16:creationId xmlns:a16="http://schemas.microsoft.com/office/drawing/2014/main" id="{E0B8C6C3-2D4D-4FD5-BFD8-4B220EDF045F}"/>
              </a:ext>
            </a:extLst>
          </p:cNvPr>
          <p:cNvSpPr>
            <a:spLocks noGrp="1" noChangeArrowheads="1"/>
          </p:cNvSpPr>
          <p:nvPr>
            <p:ph idx="1"/>
          </p:nvPr>
        </p:nvSpPr>
        <p:spPr/>
        <p:txBody>
          <a:bodyPr/>
          <a:lstStyle/>
          <a:p>
            <a:pPr eaLnBrk="1" hangingPunct="1">
              <a:buFont typeface="Wingdings" panose="05000000000000000000" pitchFamily="2" charset="2"/>
              <a:buNone/>
            </a:pPr>
            <a:r>
              <a:rPr lang="en-US" altLang="en-US" dirty="0"/>
              <a:t>1-Project constraints are not identified and discussed with clients</a:t>
            </a:r>
          </a:p>
          <a:p>
            <a:pPr eaLnBrk="1" hangingPunct="1">
              <a:buFont typeface="Wingdings" panose="05000000000000000000" pitchFamily="2" charset="2"/>
              <a:buNone/>
            </a:pPr>
            <a:r>
              <a:rPr lang="en-US" altLang="en-US" dirty="0"/>
              <a:t>2-Project constraints are not considered during project initiation/ planning</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lstStyle/>
          <a:p>
            <a:pPr algn="just" eaLnBrk="1" hangingPunct="1">
              <a:lnSpc>
                <a:spcPct val="90000"/>
              </a:lnSpc>
            </a:pPr>
            <a:r>
              <a:rPr lang="en-US" altLang="en-US" sz="2800" dirty="0">
                <a:latin typeface="Times New Roman" panose="02020603050405020304" pitchFamily="18" charset="0"/>
              </a:rPr>
              <a:t>Inaccurate estimates</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1233793100"/>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AutoShape 2">
            <a:extLst>
              <a:ext uri="{FF2B5EF4-FFF2-40B4-BE49-F238E27FC236}">
                <a16:creationId xmlns:a16="http://schemas.microsoft.com/office/drawing/2014/main" id="{D43C4365-14D6-45D7-90EA-4FE5E6572B24}"/>
              </a:ext>
            </a:extLst>
          </p:cNvPr>
          <p:cNvSpPr>
            <a:spLocks noGrp="1" noChangeArrowheads="1"/>
          </p:cNvSpPr>
          <p:nvPr>
            <p:ph type="title"/>
          </p:nvPr>
        </p:nvSpPr>
        <p:spPr/>
        <p:txBody>
          <a:bodyPr>
            <a:normAutofit/>
          </a:bodyPr>
          <a:lstStyle/>
          <a:p>
            <a:pPr eaLnBrk="1" hangingPunct="1"/>
            <a:r>
              <a:rPr lang="en-US" altLang="en-US" sz="3300" dirty="0">
                <a:latin typeface="Times New Roman" panose="02020603050405020304" pitchFamily="18" charset="0"/>
              </a:rPr>
              <a:t>Inaccurate estimates</a:t>
            </a:r>
          </a:p>
        </p:txBody>
      </p:sp>
      <p:sp>
        <p:nvSpPr>
          <p:cNvPr id="3" name="Content Placeholder 2">
            <a:extLst>
              <a:ext uri="{FF2B5EF4-FFF2-40B4-BE49-F238E27FC236}">
                <a16:creationId xmlns:a16="http://schemas.microsoft.com/office/drawing/2014/main" id="{1FA556E5-60FB-44A8-8BDC-3116A9430F92}"/>
              </a:ext>
            </a:extLst>
          </p:cNvPr>
          <p:cNvSpPr>
            <a:spLocks noGrp="1"/>
          </p:cNvSpPr>
          <p:nvPr>
            <p:ph idx="1"/>
          </p:nvPr>
        </p:nvSpPr>
        <p:spPr/>
        <p:txBody>
          <a:bodyPr/>
          <a:lstStyle/>
          <a:p>
            <a:r>
              <a:rPr lang="en-MY" dirty="0"/>
              <a:t>Forcing team to provide estimate without defining the scope</a:t>
            </a:r>
          </a:p>
          <a:p>
            <a:r>
              <a:rPr lang="en-MY" dirty="0"/>
              <a:t>Forcing team to cut estimates to secure contacts</a:t>
            </a:r>
          </a:p>
          <a:p>
            <a:r>
              <a:rPr lang="en-MY" dirty="0"/>
              <a:t>Assumption used for estimation is poorly documented</a:t>
            </a:r>
          </a:p>
          <a:p>
            <a:r>
              <a:rPr lang="en-MY" dirty="0"/>
              <a:t>Estimation is done without the analysis of the historical data collected from previous similar projects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lstStyle/>
          <a:p>
            <a:pPr algn="just" eaLnBrk="1" hangingPunct="1">
              <a:lnSpc>
                <a:spcPct val="90000"/>
              </a:lnSpc>
            </a:pPr>
            <a:r>
              <a:rPr lang="en-US" altLang="en-US" sz="2800" dirty="0">
                <a:latin typeface="Times New Roman" panose="02020603050405020304" pitchFamily="18" charset="0"/>
              </a:rPr>
              <a:t>Poor Risk Management</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97216852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AutoShape 2">
            <a:extLst>
              <a:ext uri="{FF2B5EF4-FFF2-40B4-BE49-F238E27FC236}">
                <a16:creationId xmlns:a16="http://schemas.microsoft.com/office/drawing/2014/main" id="{CA118A8B-B2AD-4CE8-A8C5-9667927DF5F1}"/>
              </a:ext>
            </a:extLst>
          </p:cNvPr>
          <p:cNvSpPr>
            <a:spLocks noGrp="1" noChangeArrowheads="1"/>
          </p:cNvSpPr>
          <p:nvPr>
            <p:ph type="title"/>
          </p:nvPr>
        </p:nvSpPr>
        <p:spPr/>
        <p:txBody>
          <a:bodyPr/>
          <a:lstStyle/>
          <a:p>
            <a:pPr eaLnBrk="1" hangingPunct="1"/>
            <a:r>
              <a:rPr lang="en-US" altLang="en-US" sz="3300" dirty="0">
                <a:latin typeface="Times New Roman" panose="02020603050405020304" pitchFamily="18" charset="0"/>
              </a:rPr>
              <a:t>Poor Risk Management </a:t>
            </a:r>
          </a:p>
        </p:txBody>
      </p:sp>
      <p:sp>
        <p:nvSpPr>
          <p:cNvPr id="3" name="Content Placeholder 2">
            <a:extLst>
              <a:ext uri="{FF2B5EF4-FFF2-40B4-BE49-F238E27FC236}">
                <a16:creationId xmlns:a16="http://schemas.microsoft.com/office/drawing/2014/main" id="{E91837CA-3149-40F9-8B46-2E9A81595FD9}"/>
              </a:ext>
            </a:extLst>
          </p:cNvPr>
          <p:cNvSpPr>
            <a:spLocks noGrp="1"/>
          </p:cNvSpPr>
          <p:nvPr>
            <p:ph idx="1"/>
          </p:nvPr>
        </p:nvSpPr>
        <p:spPr/>
        <p:txBody>
          <a:bodyPr/>
          <a:lstStyle/>
          <a:p>
            <a:pPr algn="just"/>
            <a:r>
              <a:rPr lang="en-MY" dirty="0"/>
              <a:t>No risk management process</a:t>
            </a:r>
          </a:p>
          <a:p>
            <a:pPr lvl="1" algn="just"/>
            <a:r>
              <a:rPr lang="en-MY" dirty="0"/>
              <a:t>Risk identification and mitigation </a:t>
            </a:r>
          </a:p>
          <a:p>
            <a:pPr lvl="1" algn="just"/>
            <a:r>
              <a:rPr lang="en-US" b="0" i="0" dirty="0">
                <a:solidFill>
                  <a:srgbClr val="1D201F"/>
                </a:solidFill>
                <a:effectLst/>
                <a:latin typeface="Albert Sans"/>
              </a:rPr>
              <a:t>Poor risk management can result in</a:t>
            </a:r>
          </a:p>
          <a:p>
            <a:pPr lvl="1" algn="just"/>
            <a:r>
              <a:rPr lang="en-US" b="0" i="0" dirty="0">
                <a:effectLst/>
                <a:latin typeface="Albert Sans"/>
              </a:rPr>
              <a:t>delay in the project</a:t>
            </a:r>
            <a:r>
              <a:rPr lang="en-US" b="0" i="0" dirty="0">
                <a:solidFill>
                  <a:srgbClr val="1D201F"/>
                </a:solidFill>
                <a:effectLst/>
                <a:latin typeface="Albert Sans"/>
              </a:rPr>
              <a:t> schedule,  late-running projects, overspent budgets, and project failure. </a:t>
            </a:r>
          </a:p>
          <a:p>
            <a:pPr lvl="1" algn="just"/>
            <a:r>
              <a:rPr lang="en-US" b="0" i="0" dirty="0">
                <a:solidFill>
                  <a:srgbClr val="1D201F"/>
                </a:solidFill>
                <a:effectLst/>
                <a:latin typeface="Albert Sans"/>
              </a:rPr>
              <a:t>Projects have a certain degree of uncertainty about them, and having a risk management plan can lower the uncertainty besides increasing the likelihood of completing your project on time.</a:t>
            </a:r>
            <a:endParaRPr lang="en-MY"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normAutofit/>
          </a:bodyPr>
          <a:lstStyle/>
          <a:p>
            <a:pPr algn="just" eaLnBrk="1" hangingPunct="1">
              <a:lnSpc>
                <a:spcPct val="90000"/>
              </a:lnSpc>
            </a:pPr>
            <a:r>
              <a:rPr lang="en-US" altLang="en-US" sz="2800" dirty="0"/>
              <a:t>Insufficient Quality Assurance </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218789639"/>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AutoShape 5">
            <a:extLst>
              <a:ext uri="{FF2B5EF4-FFF2-40B4-BE49-F238E27FC236}">
                <a16:creationId xmlns:a16="http://schemas.microsoft.com/office/drawing/2014/main" id="{21D71B78-D163-4E26-873C-4D85C4E111EC}"/>
              </a:ext>
            </a:extLst>
          </p:cNvPr>
          <p:cNvSpPr>
            <a:spLocks noGrp="1" noChangeArrowheads="1"/>
          </p:cNvSpPr>
          <p:nvPr>
            <p:ph type="title"/>
          </p:nvPr>
        </p:nvSpPr>
        <p:spPr>
          <a:xfrm>
            <a:off x="1219200" y="-27012"/>
            <a:ext cx="7924800" cy="1143000"/>
          </a:xfrm>
        </p:spPr>
        <p:txBody>
          <a:bodyPr>
            <a:normAutofit/>
          </a:bodyPr>
          <a:lstStyle/>
          <a:p>
            <a:pPr eaLnBrk="1" hangingPunct="1"/>
            <a:r>
              <a:rPr lang="en-US" altLang="en-US" dirty="0"/>
              <a:t>Insufficient Quality Assurance </a:t>
            </a:r>
          </a:p>
        </p:txBody>
      </p:sp>
      <p:sp>
        <p:nvSpPr>
          <p:cNvPr id="12" name="AutoShape 5">
            <a:extLst>
              <a:ext uri="{FF2B5EF4-FFF2-40B4-BE49-F238E27FC236}">
                <a16:creationId xmlns:a16="http://schemas.microsoft.com/office/drawing/2014/main" id="{F2DDDBC2-6227-4538-9AC9-F86FD04BFF9E}"/>
              </a:ext>
            </a:extLst>
          </p:cNvPr>
          <p:cNvSpPr txBox="1">
            <a:spLocks noChangeArrowheads="1"/>
          </p:cNvSpPr>
          <p:nvPr/>
        </p:nvSpPr>
        <p:spPr>
          <a:xfrm>
            <a:off x="1219200" y="2857500"/>
            <a:ext cx="7924800" cy="1143000"/>
          </a:xfrm>
          <a:prstGeom prst="rect">
            <a:avLst/>
          </a:prstGeom>
        </p:spPr>
        <p:txBody>
          <a:bodyPr anchor="ctr">
            <a:noAutofit/>
          </a:bodyPr>
          <a:lstStyle>
            <a:lvl1pPr algn="l" rtl="0" eaLnBrk="0" fontAlgn="base" hangingPunct="0">
              <a:spcBef>
                <a:spcPct val="0"/>
              </a:spcBef>
              <a:spcAft>
                <a:spcPct val="0"/>
              </a:spcAft>
              <a:defRPr sz="4300" kern="1200">
                <a:solidFill>
                  <a:srgbClr val="572314"/>
                </a:solidFill>
                <a:effectLst>
                  <a:outerShdw blurRad="50000" dist="30000" dir="5400000" algn="tl" rotWithShape="0">
                    <a:srgbClr val="000000">
                      <a:alpha val="30000"/>
                    </a:srgbClr>
                  </a:outerShdw>
                </a:effectLst>
                <a:latin typeface="+mj-lt"/>
                <a:ea typeface="+mj-ea"/>
                <a:cs typeface="+mj-cs"/>
              </a:defRPr>
            </a:lvl1pPr>
            <a:lvl2pPr algn="l" rtl="0" eaLnBrk="0" fontAlgn="base" hangingPunct="0">
              <a:spcBef>
                <a:spcPct val="0"/>
              </a:spcBef>
              <a:spcAft>
                <a:spcPct val="0"/>
              </a:spcAft>
              <a:defRPr sz="4300">
                <a:solidFill>
                  <a:srgbClr val="572314"/>
                </a:solidFill>
                <a:latin typeface="Gill Sans MT" pitchFamily="34" charset="0"/>
              </a:defRPr>
            </a:lvl2pPr>
            <a:lvl3pPr algn="l" rtl="0" eaLnBrk="0" fontAlgn="base" hangingPunct="0">
              <a:spcBef>
                <a:spcPct val="0"/>
              </a:spcBef>
              <a:spcAft>
                <a:spcPct val="0"/>
              </a:spcAft>
              <a:defRPr sz="4300">
                <a:solidFill>
                  <a:srgbClr val="572314"/>
                </a:solidFill>
                <a:latin typeface="Gill Sans MT" pitchFamily="34" charset="0"/>
              </a:defRPr>
            </a:lvl3pPr>
            <a:lvl4pPr algn="l" rtl="0" eaLnBrk="0" fontAlgn="base" hangingPunct="0">
              <a:spcBef>
                <a:spcPct val="0"/>
              </a:spcBef>
              <a:spcAft>
                <a:spcPct val="0"/>
              </a:spcAft>
              <a:defRPr sz="4300">
                <a:solidFill>
                  <a:srgbClr val="572314"/>
                </a:solidFill>
                <a:latin typeface="Gill Sans MT" pitchFamily="34" charset="0"/>
              </a:defRPr>
            </a:lvl4pPr>
            <a:lvl5pPr algn="l" rtl="0" eaLnBrk="0" fontAlgn="base" hangingPunct="0">
              <a:spcBef>
                <a:spcPct val="0"/>
              </a:spcBef>
              <a:spcAft>
                <a:spcPct val="0"/>
              </a:spcAft>
              <a:defRPr sz="4300">
                <a:solidFill>
                  <a:srgbClr val="572314"/>
                </a:solidFill>
                <a:latin typeface="Gill Sans MT" pitchFamily="34" charset="0"/>
              </a:defRPr>
            </a:lvl5pPr>
            <a:lvl6pPr marL="457200" algn="l" rtl="0" fontAlgn="base">
              <a:spcBef>
                <a:spcPct val="0"/>
              </a:spcBef>
              <a:spcAft>
                <a:spcPct val="0"/>
              </a:spcAft>
              <a:defRPr sz="4300">
                <a:solidFill>
                  <a:srgbClr val="572314"/>
                </a:solidFill>
                <a:latin typeface="Gill Sans MT" pitchFamily="34" charset="0"/>
              </a:defRPr>
            </a:lvl6pPr>
            <a:lvl7pPr marL="914400" algn="l" rtl="0" fontAlgn="base">
              <a:spcBef>
                <a:spcPct val="0"/>
              </a:spcBef>
              <a:spcAft>
                <a:spcPct val="0"/>
              </a:spcAft>
              <a:defRPr sz="4300">
                <a:solidFill>
                  <a:srgbClr val="572314"/>
                </a:solidFill>
                <a:latin typeface="Gill Sans MT" pitchFamily="34" charset="0"/>
              </a:defRPr>
            </a:lvl7pPr>
            <a:lvl8pPr marL="1371600" algn="l" rtl="0" fontAlgn="base">
              <a:spcBef>
                <a:spcPct val="0"/>
              </a:spcBef>
              <a:spcAft>
                <a:spcPct val="0"/>
              </a:spcAft>
              <a:defRPr sz="4300">
                <a:solidFill>
                  <a:srgbClr val="572314"/>
                </a:solidFill>
                <a:latin typeface="Gill Sans MT" pitchFamily="34" charset="0"/>
              </a:defRPr>
            </a:lvl8pPr>
            <a:lvl9pPr marL="1828800" algn="l" rtl="0" fontAlgn="base">
              <a:spcBef>
                <a:spcPct val="0"/>
              </a:spcBef>
              <a:spcAft>
                <a:spcPct val="0"/>
              </a:spcAft>
              <a:defRPr sz="4300">
                <a:solidFill>
                  <a:srgbClr val="572314"/>
                </a:solidFill>
                <a:latin typeface="Gill Sans MT" pitchFamily="34" charset="0"/>
              </a:defRPr>
            </a:lvl9pPr>
            <a:extLst/>
          </a:lstStyle>
          <a:p>
            <a:pPr marL="457200" indent="-457200" eaLnBrk="1" hangingPunct="1">
              <a:buFont typeface="Arial" panose="020B0604020202020204" pitchFamily="34" charset="0"/>
              <a:buChar char="•"/>
            </a:pPr>
            <a:r>
              <a:rPr lang="en-US" altLang="en-US" sz="3600" dirty="0"/>
              <a:t>No Quality Assurance plan/ processes</a:t>
            </a:r>
          </a:p>
          <a:p>
            <a:pPr eaLnBrk="1" hangingPunct="1"/>
            <a:endParaRPr lang="en-US" altLang="en-US" sz="3600" dirty="0"/>
          </a:p>
          <a:p>
            <a:pPr marL="914400" lvl="1" indent="-457200" eaLnBrk="1" hangingPunct="1">
              <a:buFont typeface="Arial" panose="020B0604020202020204" pitchFamily="34" charset="0"/>
              <a:buChar char="•"/>
            </a:pPr>
            <a:r>
              <a:rPr lang="en-US" sz="3600" b="0" i="0" dirty="0">
                <a:solidFill>
                  <a:srgbClr val="040C28"/>
                </a:solidFill>
                <a:effectLst/>
                <a:latin typeface="Google Sans"/>
              </a:rPr>
              <a:t>Leads to </a:t>
            </a:r>
          </a:p>
          <a:p>
            <a:pPr marL="1371600" lvl="2" indent="-457200" eaLnBrk="1" hangingPunct="1">
              <a:buFont typeface="Arial" panose="020B0604020202020204" pitchFamily="34" charset="0"/>
              <a:buChar char="•"/>
            </a:pPr>
            <a:r>
              <a:rPr lang="en-US" sz="3600" b="0" i="0" dirty="0">
                <a:solidFill>
                  <a:srgbClr val="040C28"/>
                </a:solidFill>
                <a:effectLst/>
                <a:latin typeface="Google Sans"/>
              </a:rPr>
              <a:t>defects, errors, bugs, and failures that can compromise the functionality, performance, security, and usability of project</a:t>
            </a:r>
            <a:endParaRPr lang="en-US" altLang="en-US" sz="3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25038" y="619299"/>
            <a:ext cx="7543800" cy="3566160"/>
          </a:xfrm>
        </p:spPr>
        <p:txBody>
          <a:bodyPr>
            <a:normAutofit/>
          </a:bodyPr>
          <a:lstStyle/>
          <a:p>
            <a:pPr algn="just" eaLnBrk="1" hangingPunct="1">
              <a:lnSpc>
                <a:spcPct val="90000"/>
              </a:lnSpc>
            </a:pPr>
            <a:r>
              <a:rPr lang="en-US" altLang="en-US" sz="2800" dirty="0"/>
              <a:t>Poor Resource Management</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259827592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54A14-CFAB-3DCA-EE0A-7AD209F76ABA}"/>
              </a:ext>
            </a:extLst>
          </p:cNvPr>
          <p:cNvSpPr>
            <a:spLocks noGrp="1"/>
          </p:cNvSpPr>
          <p:nvPr>
            <p:ph type="title"/>
          </p:nvPr>
        </p:nvSpPr>
        <p:spPr/>
        <p:txBody>
          <a:bodyPr/>
          <a:lstStyle/>
          <a:p>
            <a:r>
              <a:rPr lang="en-US" altLang="en-US" sz="4400" dirty="0"/>
              <a:t>Poor Resource Management</a:t>
            </a:r>
            <a:endParaRPr lang="en-MY" dirty="0"/>
          </a:p>
        </p:txBody>
      </p:sp>
      <p:sp>
        <p:nvSpPr>
          <p:cNvPr id="3" name="Content Placeholder 2">
            <a:extLst>
              <a:ext uri="{FF2B5EF4-FFF2-40B4-BE49-F238E27FC236}">
                <a16:creationId xmlns:a16="http://schemas.microsoft.com/office/drawing/2014/main" id="{2D416E62-CF8A-9459-67FC-425418675741}"/>
              </a:ext>
            </a:extLst>
          </p:cNvPr>
          <p:cNvSpPr>
            <a:spLocks noGrp="1"/>
          </p:cNvSpPr>
          <p:nvPr>
            <p:ph idx="1"/>
          </p:nvPr>
        </p:nvSpPr>
        <p:spPr/>
        <p:txBody>
          <a:bodyPr/>
          <a:lstStyle/>
          <a:p>
            <a:pPr algn="just">
              <a:buFont typeface="Arial" panose="020B0604020202020204" pitchFamily="34" charset="0"/>
              <a:buChar char="•"/>
            </a:pPr>
            <a:r>
              <a:rPr lang="en-US" b="0" i="0" dirty="0">
                <a:solidFill>
                  <a:srgbClr val="1D2B36"/>
                </a:solidFill>
                <a:effectLst/>
                <a:latin typeface="Graphik Web Regular"/>
              </a:rPr>
              <a:t>What human resources are required? Which people and for how long? Are any of them currently working on another project or could they be called away before my project is completed?</a:t>
            </a:r>
          </a:p>
          <a:p>
            <a:pPr algn="just">
              <a:buFont typeface="Arial" panose="020B0604020202020204" pitchFamily="34" charset="0"/>
              <a:buChar char="•"/>
            </a:pPr>
            <a:r>
              <a:rPr lang="en-US" b="0" i="0" dirty="0">
                <a:solidFill>
                  <a:srgbClr val="1D2B36"/>
                </a:solidFill>
                <a:effectLst/>
                <a:latin typeface="Graphik Web Regular"/>
              </a:rPr>
              <a:t>What facilities are required? Do we have the office space, desks, computers, meeting spaces, and production areas necessary to make this project a success?</a:t>
            </a:r>
          </a:p>
          <a:p>
            <a:endParaRPr lang="en-MY" dirty="0"/>
          </a:p>
        </p:txBody>
      </p:sp>
    </p:spTree>
    <p:extLst>
      <p:ext uri="{BB962C8B-B14F-4D97-AF65-F5344CB8AC3E}">
        <p14:creationId xmlns:p14="http://schemas.microsoft.com/office/powerpoint/2010/main" val="4974384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00100" y="619299"/>
            <a:ext cx="7543800" cy="3566160"/>
          </a:xfrm>
        </p:spPr>
        <p:txBody>
          <a:bodyPr>
            <a:normAutofit/>
          </a:bodyPr>
          <a:lstStyle/>
          <a:p>
            <a:pPr algn="just" eaLnBrk="1" hangingPunct="1">
              <a:lnSpc>
                <a:spcPct val="90000"/>
              </a:lnSpc>
            </a:pPr>
            <a:r>
              <a:rPr lang="en-MY" sz="2800" b="1" i="0" dirty="0">
                <a:solidFill>
                  <a:srgbClr val="1D201F"/>
                </a:solidFill>
                <a:effectLst/>
                <a:latin typeface="Albert Sans"/>
              </a:rPr>
              <a:t>Poor Project Monitoring and controlling</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133590346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9E07-B6D5-7A6A-FA4F-F3FA70F51238}"/>
              </a:ext>
            </a:extLst>
          </p:cNvPr>
          <p:cNvSpPr>
            <a:spLocks noGrp="1"/>
          </p:cNvSpPr>
          <p:nvPr>
            <p:ph type="title"/>
          </p:nvPr>
        </p:nvSpPr>
        <p:spPr/>
        <p:txBody>
          <a:bodyPr>
            <a:normAutofit fontScale="90000"/>
          </a:bodyPr>
          <a:lstStyle/>
          <a:p>
            <a:r>
              <a:rPr lang="en-MY" b="1" i="0" dirty="0">
                <a:solidFill>
                  <a:srgbClr val="1D201F"/>
                </a:solidFill>
                <a:effectLst/>
                <a:latin typeface="Albert Sans"/>
              </a:rPr>
              <a:t>Poor Project Monitoring and controlling</a:t>
            </a:r>
            <a:endParaRPr lang="en-MY" dirty="0"/>
          </a:p>
        </p:txBody>
      </p:sp>
      <p:sp>
        <p:nvSpPr>
          <p:cNvPr id="3" name="Content Placeholder 2">
            <a:extLst>
              <a:ext uri="{FF2B5EF4-FFF2-40B4-BE49-F238E27FC236}">
                <a16:creationId xmlns:a16="http://schemas.microsoft.com/office/drawing/2014/main" id="{60763D5D-07D3-0010-2624-9E8A14250757}"/>
              </a:ext>
            </a:extLst>
          </p:cNvPr>
          <p:cNvSpPr>
            <a:spLocks noGrp="1"/>
          </p:cNvSpPr>
          <p:nvPr>
            <p:ph idx="1"/>
          </p:nvPr>
        </p:nvSpPr>
        <p:spPr/>
        <p:txBody>
          <a:bodyPr/>
          <a:lstStyle/>
          <a:p>
            <a:pPr algn="l"/>
            <a:r>
              <a:rPr lang="en-US" b="0" i="0" dirty="0">
                <a:solidFill>
                  <a:srgbClr val="1D201F"/>
                </a:solidFill>
                <a:effectLst/>
                <a:latin typeface="Albert Sans"/>
              </a:rPr>
              <a:t>Monitoring and controlling the project is perhaps one of the less understood facts that project managers and their teams are not paid adequate attention to.</a:t>
            </a:r>
          </a:p>
          <a:p>
            <a:pPr algn="l"/>
            <a:r>
              <a:rPr lang="en-US" b="0" i="0" dirty="0">
                <a:solidFill>
                  <a:srgbClr val="1D201F"/>
                </a:solidFill>
                <a:effectLst/>
                <a:latin typeface="Albert Sans"/>
              </a:rPr>
              <a:t>You don’t need to be a rocket scientist to figure out that you should “</a:t>
            </a:r>
            <a:r>
              <a:rPr lang="en-US" b="0" i="1" dirty="0">
                <a:solidFill>
                  <a:srgbClr val="1D201F"/>
                </a:solidFill>
                <a:effectLst/>
                <a:latin typeface="Albert Sans"/>
              </a:rPr>
              <a:t>track, review, and regulate the progress of the project; identify areas that call for changes in the planning, and initiate the corresponding changes.</a:t>
            </a:r>
            <a:r>
              <a:rPr lang="en-US" b="0" i="0" dirty="0">
                <a:solidFill>
                  <a:srgbClr val="1D201F"/>
                </a:solidFill>
                <a:effectLst/>
                <a:latin typeface="Albert Sans"/>
              </a:rPr>
              <a:t>”</a:t>
            </a:r>
          </a:p>
          <a:p>
            <a:endParaRPr lang="en-MY" dirty="0"/>
          </a:p>
        </p:txBody>
      </p:sp>
    </p:spTree>
    <p:extLst>
      <p:ext uri="{BB962C8B-B14F-4D97-AF65-F5344CB8AC3E}">
        <p14:creationId xmlns:p14="http://schemas.microsoft.com/office/powerpoint/2010/main" val="38046311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59E07-B6D5-7A6A-FA4F-F3FA70F51238}"/>
              </a:ext>
            </a:extLst>
          </p:cNvPr>
          <p:cNvSpPr>
            <a:spLocks noGrp="1"/>
          </p:cNvSpPr>
          <p:nvPr>
            <p:ph type="title"/>
          </p:nvPr>
        </p:nvSpPr>
        <p:spPr/>
        <p:txBody>
          <a:bodyPr>
            <a:normAutofit fontScale="90000"/>
          </a:bodyPr>
          <a:lstStyle/>
          <a:p>
            <a:r>
              <a:rPr lang="en-MY" b="1" i="0" dirty="0">
                <a:solidFill>
                  <a:srgbClr val="1D201F"/>
                </a:solidFill>
                <a:effectLst/>
                <a:latin typeface="Albert Sans"/>
              </a:rPr>
              <a:t>Poor Project Monitoring and controlling</a:t>
            </a:r>
            <a:endParaRPr lang="en-MY" dirty="0"/>
          </a:p>
        </p:txBody>
      </p:sp>
      <p:sp>
        <p:nvSpPr>
          <p:cNvPr id="3" name="Content Placeholder 2">
            <a:extLst>
              <a:ext uri="{FF2B5EF4-FFF2-40B4-BE49-F238E27FC236}">
                <a16:creationId xmlns:a16="http://schemas.microsoft.com/office/drawing/2014/main" id="{60763D5D-07D3-0010-2624-9E8A14250757}"/>
              </a:ext>
            </a:extLst>
          </p:cNvPr>
          <p:cNvSpPr>
            <a:spLocks noGrp="1"/>
          </p:cNvSpPr>
          <p:nvPr>
            <p:ph idx="1"/>
          </p:nvPr>
        </p:nvSpPr>
        <p:spPr/>
        <p:txBody>
          <a:bodyPr/>
          <a:lstStyle/>
          <a:p>
            <a:pPr algn="just"/>
            <a:r>
              <a:rPr lang="en-US" dirty="0">
                <a:solidFill>
                  <a:srgbClr val="1D201F"/>
                </a:solidFill>
                <a:latin typeface="Albert Sans"/>
              </a:rPr>
              <a:t>E</a:t>
            </a:r>
            <a:r>
              <a:rPr lang="en-US" b="0" i="0" dirty="0">
                <a:solidFill>
                  <a:srgbClr val="1D201F"/>
                </a:solidFill>
                <a:effectLst/>
                <a:latin typeface="Albert Sans"/>
              </a:rPr>
              <a:t>nsure that the project stays on track, and when it falls behind on budget or schedule then the plan should be changed to get the project back on track.</a:t>
            </a:r>
          </a:p>
          <a:p>
            <a:endParaRPr lang="en-MY" dirty="0"/>
          </a:p>
        </p:txBody>
      </p:sp>
    </p:spTree>
    <p:extLst>
      <p:ext uri="{BB962C8B-B14F-4D97-AF65-F5344CB8AC3E}">
        <p14:creationId xmlns:p14="http://schemas.microsoft.com/office/powerpoint/2010/main" val="31987184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AutoShape 2">
            <a:extLst>
              <a:ext uri="{FF2B5EF4-FFF2-40B4-BE49-F238E27FC236}">
                <a16:creationId xmlns:a16="http://schemas.microsoft.com/office/drawing/2014/main" id="{41FF3906-606C-41C2-9417-0401F7474A81}"/>
              </a:ext>
            </a:extLst>
          </p:cNvPr>
          <p:cNvSpPr>
            <a:spLocks noGrp="1" noChangeArrowheads="1"/>
          </p:cNvSpPr>
          <p:nvPr>
            <p:ph type="ctrTitle"/>
          </p:nvPr>
        </p:nvSpPr>
        <p:spPr>
          <a:xfrm>
            <a:off x="800100" y="619299"/>
            <a:ext cx="7543800" cy="3566160"/>
          </a:xfrm>
        </p:spPr>
        <p:txBody>
          <a:bodyPr>
            <a:normAutofit/>
          </a:bodyPr>
          <a:lstStyle/>
          <a:p>
            <a:pPr algn="just" eaLnBrk="1" hangingPunct="1">
              <a:lnSpc>
                <a:spcPct val="90000"/>
              </a:lnSpc>
            </a:pPr>
            <a:r>
              <a:rPr lang="en-US" sz="3600" dirty="0"/>
              <a:t>Poor Project procurement management</a:t>
            </a:r>
            <a:r>
              <a:rPr lang="en-US" sz="1200" dirty="0"/>
              <a:t> </a:t>
            </a:r>
            <a:endParaRPr lang="en-US" altLang="en-US" sz="2800" dirty="0">
              <a:latin typeface="Times New Roman" panose="02020603050405020304" pitchFamily="18" charset="0"/>
              <a:cs typeface="Times New Roman" panose="02020603050405020304" pitchFamily="18" charset="0"/>
            </a:endParaRPr>
          </a:p>
        </p:txBody>
      </p:sp>
      <p:sp>
        <p:nvSpPr>
          <p:cNvPr id="5123" name="Rectangle 3">
            <a:extLst>
              <a:ext uri="{FF2B5EF4-FFF2-40B4-BE49-F238E27FC236}">
                <a16:creationId xmlns:a16="http://schemas.microsoft.com/office/drawing/2014/main" id="{D7CB1CAE-CA83-4073-9CDF-738A51AB8AFC}"/>
              </a:ext>
            </a:extLst>
          </p:cNvPr>
          <p:cNvSpPr>
            <a:spLocks noGrp="1" noChangeArrowheads="1"/>
          </p:cNvSpPr>
          <p:nvPr>
            <p:ph type="subTitle" idx="1"/>
          </p:nvPr>
        </p:nvSpPr>
        <p:spPr/>
        <p:txBody>
          <a:bodyPr/>
          <a:lstStyle/>
          <a:p>
            <a:pPr eaLnBrk="1" hangingPunct="1"/>
            <a:endParaRPr lang="en-AU" altLang="en-US" dirty="0"/>
          </a:p>
        </p:txBody>
      </p:sp>
    </p:spTree>
    <p:extLst>
      <p:ext uri="{BB962C8B-B14F-4D97-AF65-F5344CB8AC3E}">
        <p14:creationId xmlns:p14="http://schemas.microsoft.com/office/powerpoint/2010/main" val="347064417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182FB-2417-7564-805F-3E9D367E09D7}"/>
              </a:ext>
            </a:extLst>
          </p:cNvPr>
          <p:cNvSpPr>
            <a:spLocks noGrp="1"/>
          </p:cNvSpPr>
          <p:nvPr>
            <p:ph type="title"/>
          </p:nvPr>
        </p:nvSpPr>
        <p:spPr/>
        <p:txBody>
          <a:bodyPr>
            <a:normAutofit fontScale="90000"/>
          </a:bodyPr>
          <a:lstStyle/>
          <a:p>
            <a:r>
              <a:rPr lang="en-US" dirty="0"/>
              <a:t>Poor Project procurement management </a:t>
            </a:r>
            <a:endParaRPr lang="en-MY" dirty="0"/>
          </a:p>
        </p:txBody>
      </p:sp>
      <p:sp>
        <p:nvSpPr>
          <p:cNvPr id="3" name="Content Placeholder 2">
            <a:extLst>
              <a:ext uri="{FF2B5EF4-FFF2-40B4-BE49-F238E27FC236}">
                <a16:creationId xmlns:a16="http://schemas.microsoft.com/office/drawing/2014/main" id="{AB58AC84-2DF5-7D81-04E8-90FF5F21B13A}"/>
              </a:ext>
            </a:extLst>
          </p:cNvPr>
          <p:cNvSpPr>
            <a:spLocks noGrp="1"/>
          </p:cNvSpPr>
          <p:nvPr>
            <p:ph idx="1"/>
          </p:nvPr>
        </p:nvSpPr>
        <p:spPr/>
        <p:txBody>
          <a:bodyPr/>
          <a:lstStyle/>
          <a:p>
            <a:pPr algn="just"/>
            <a:r>
              <a:rPr lang="en-US" dirty="0"/>
              <a:t>Project procurement management involves acquiring or procuring goods and services for a project from outside the performing organization</a:t>
            </a:r>
            <a:endParaRPr lang="en-MY" dirty="0"/>
          </a:p>
        </p:txBody>
      </p:sp>
    </p:spTree>
    <p:extLst>
      <p:ext uri="{BB962C8B-B14F-4D97-AF65-F5344CB8AC3E}">
        <p14:creationId xmlns:p14="http://schemas.microsoft.com/office/powerpoint/2010/main" val="23850786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5BA0F-EE50-0335-14B4-8E7B1E943082}"/>
              </a:ext>
            </a:extLst>
          </p:cNvPr>
          <p:cNvSpPr>
            <a:spLocks noGrp="1"/>
          </p:cNvSpPr>
          <p:nvPr>
            <p:ph type="title"/>
          </p:nvPr>
        </p:nvSpPr>
        <p:spPr/>
        <p:txBody>
          <a:bodyPr>
            <a:normAutofit fontScale="90000"/>
          </a:bodyPr>
          <a:lstStyle/>
          <a:p>
            <a:r>
              <a:rPr lang="en-US" dirty="0"/>
              <a:t>Poor Project procurement management </a:t>
            </a:r>
            <a:endParaRPr lang="en-MY" dirty="0"/>
          </a:p>
        </p:txBody>
      </p:sp>
      <p:sp>
        <p:nvSpPr>
          <p:cNvPr id="3" name="Content Placeholder 2">
            <a:extLst>
              <a:ext uri="{FF2B5EF4-FFF2-40B4-BE49-F238E27FC236}">
                <a16:creationId xmlns:a16="http://schemas.microsoft.com/office/drawing/2014/main" id="{AD1EDDCF-1E0E-E607-FA41-8A08CEE3132A}"/>
              </a:ext>
            </a:extLst>
          </p:cNvPr>
          <p:cNvSpPr>
            <a:spLocks noGrp="1"/>
          </p:cNvSpPr>
          <p:nvPr>
            <p:ph idx="1"/>
          </p:nvPr>
        </p:nvSpPr>
        <p:spPr/>
        <p:txBody>
          <a:bodyPr/>
          <a:lstStyle/>
          <a:p>
            <a:pPr algn="just"/>
            <a:r>
              <a:rPr lang="en-US" b="0" i="0" dirty="0">
                <a:solidFill>
                  <a:srgbClr val="202124"/>
                </a:solidFill>
                <a:effectLst/>
                <a:latin typeface="Google Sans"/>
              </a:rPr>
              <a:t>When procurement is not managed efficiently, it can lead to </a:t>
            </a:r>
            <a:r>
              <a:rPr lang="en-US" b="0" i="0" dirty="0">
                <a:solidFill>
                  <a:srgbClr val="040C28"/>
                </a:solidFill>
                <a:effectLst/>
                <a:latin typeface="Google Sans"/>
              </a:rPr>
              <a:t>delays, cost overruns, and poor-quality workmanship</a:t>
            </a:r>
            <a:r>
              <a:rPr lang="en-US" b="0" i="0" dirty="0">
                <a:solidFill>
                  <a:srgbClr val="202124"/>
                </a:solidFill>
                <a:effectLst/>
                <a:latin typeface="Google Sans"/>
              </a:rPr>
              <a:t>. </a:t>
            </a:r>
          </a:p>
          <a:p>
            <a:pPr algn="just"/>
            <a:r>
              <a:rPr lang="en-US" b="0" i="0" dirty="0">
                <a:solidFill>
                  <a:srgbClr val="202124"/>
                </a:solidFill>
                <a:effectLst/>
                <a:latin typeface="Google Sans"/>
              </a:rPr>
              <a:t>This, in turn, can cause project failure and damage reputations. </a:t>
            </a:r>
          </a:p>
          <a:p>
            <a:pPr algn="just"/>
            <a:r>
              <a:rPr lang="en-US" b="0" i="0" dirty="0">
                <a:solidFill>
                  <a:srgbClr val="202124"/>
                </a:solidFill>
                <a:effectLst/>
                <a:latin typeface="Google Sans"/>
              </a:rPr>
              <a:t>One of the main impacts of ineffective procurement is delayed timelines.</a:t>
            </a:r>
            <a:endParaRPr lang="en-MY" dirty="0"/>
          </a:p>
        </p:txBody>
      </p:sp>
    </p:spTree>
    <p:extLst>
      <p:ext uri="{BB962C8B-B14F-4D97-AF65-F5344CB8AC3E}">
        <p14:creationId xmlns:p14="http://schemas.microsoft.com/office/powerpoint/2010/main" val="5253304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Solstice">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ill Sans MT"/>
        <a:ea typeface=""/>
        <a:cs typeface=""/>
        <a:font script="Grek" typeface="Corbel"/>
        <a:font script="Cyrl" typeface="Corbel"/>
        <a:font script="Jpan" typeface="HGｺﾞｼｯｸE"/>
        <a:font script="Hang" typeface="HY엽서L"/>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1891</TotalTime>
  <Words>1308</Words>
  <Application>Microsoft Office PowerPoint</Application>
  <PresentationFormat>On-screen Show (4:3)</PresentationFormat>
  <Paragraphs>191</Paragraphs>
  <Slides>48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48</vt:i4>
      </vt:variant>
    </vt:vector>
  </HeadingPairs>
  <TitlesOfParts>
    <vt:vector size="60" baseType="lpstr">
      <vt:lpstr>Albert Sans</vt:lpstr>
      <vt:lpstr>Arial</vt:lpstr>
      <vt:lpstr>Calibri</vt:lpstr>
      <vt:lpstr>Gill Sans MT</vt:lpstr>
      <vt:lpstr>Google Sans</vt:lpstr>
      <vt:lpstr>Graphik Web Regular</vt:lpstr>
      <vt:lpstr>Times</vt:lpstr>
      <vt:lpstr>Times New Roman</vt:lpstr>
      <vt:lpstr>Verdana</vt:lpstr>
      <vt:lpstr>Wingdings</vt:lpstr>
      <vt:lpstr>Wingdings 2</vt:lpstr>
      <vt:lpstr>Solstice</vt:lpstr>
      <vt:lpstr>Software Project Management</vt:lpstr>
      <vt:lpstr>Recommended Textbooks/Reference Books</vt:lpstr>
      <vt:lpstr> Course Learning Outcomes</vt:lpstr>
      <vt:lpstr>Course Outline </vt:lpstr>
      <vt:lpstr>Course Outline </vt:lpstr>
      <vt:lpstr>Why Software Project Fails?</vt:lpstr>
      <vt:lpstr>Why Project Fails?</vt:lpstr>
      <vt:lpstr>Why Project Fail?</vt:lpstr>
      <vt:lpstr>Why Project Fail?</vt:lpstr>
      <vt:lpstr>Poorly defined project scope</vt:lpstr>
      <vt:lpstr>Poorly defined project scope</vt:lpstr>
      <vt:lpstr>Poorly defined project scope</vt:lpstr>
      <vt:lpstr>Poorly defined project scope</vt:lpstr>
      <vt:lpstr>Poor Product Requirements</vt:lpstr>
      <vt:lpstr>Poor product requirements</vt:lpstr>
      <vt:lpstr>Poor product requirements</vt:lpstr>
      <vt:lpstr>Poor product requirements</vt:lpstr>
      <vt:lpstr>PowerPoint Presentation</vt:lpstr>
      <vt:lpstr>PowerPoint Presentation</vt:lpstr>
      <vt:lpstr>Insufficient stakeholders’ management </vt:lpstr>
      <vt:lpstr>Insufficient stakeholders’ management</vt:lpstr>
      <vt:lpstr>Who are the stakeholders?</vt:lpstr>
      <vt:lpstr>Stakeholders Management Steps</vt:lpstr>
      <vt:lpstr>Stakeholders Management</vt:lpstr>
      <vt:lpstr>Inefficient Communication</vt:lpstr>
      <vt:lpstr>Inefficient Communication</vt:lpstr>
      <vt:lpstr>Inefficient Communication</vt:lpstr>
      <vt:lpstr>Inefficient Communication</vt:lpstr>
      <vt:lpstr>No Sufficient Project and Planning Phases</vt:lpstr>
      <vt:lpstr>No Sufficient Project and Planning Phases</vt:lpstr>
      <vt:lpstr>No Sufficient Project and Planning Phases</vt:lpstr>
      <vt:lpstr>Project constraints are not identified</vt:lpstr>
      <vt:lpstr>Triple Constraints </vt:lpstr>
      <vt:lpstr>Project constraints are not identified</vt:lpstr>
      <vt:lpstr>Inaccurate estimates</vt:lpstr>
      <vt:lpstr>Inaccurate estimates</vt:lpstr>
      <vt:lpstr>Poor Risk Management</vt:lpstr>
      <vt:lpstr>Poor Risk Management </vt:lpstr>
      <vt:lpstr>Insufficient Quality Assurance </vt:lpstr>
      <vt:lpstr>Insufficient Quality Assurance </vt:lpstr>
      <vt:lpstr>Poor Resource Management</vt:lpstr>
      <vt:lpstr>Poor Resource Management</vt:lpstr>
      <vt:lpstr>Poor Project Monitoring and controlling</vt:lpstr>
      <vt:lpstr>Poor Project Monitoring and controlling</vt:lpstr>
      <vt:lpstr>Poor Project Monitoring and controlling</vt:lpstr>
      <vt:lpstr>Poor Project procurement management </vt:lpstr>
      <vt:lpstr>Poor Project procurement management </vt:lpstr>
      <vt:lpstr>Poor Project procurement management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MN</dc:creator>
  <cp:lastModifiedBy>Sumaira Nazir</cp:lastModifiedBy>
  <cp:revision>192</cp:revision>
  <cp:lastPrinted>2014-09-07T17:36:35Z</cp:lastPrinted>
  <dcterms:created xsi:type="dcterms:W3CDTF">2006-12-08T11:09:38Z</dcterms:created>
  <dcterms:modified xsi:type="dcterms:W3CDTF">2025-02-26T11:03:02Z</dcterms:modified>
</cp:coreProperties>
</file>