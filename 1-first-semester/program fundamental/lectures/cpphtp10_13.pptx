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30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47CCB-0818-4AB2-AB0E-92BCFC6B35D4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3642A-93B0-4595-9DA4-EB0064359C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48113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4461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B592-99D7-492B-925D-FE57710FE434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5978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9BBB-15CF-43C2-8187-A6356ED8DEA8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841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1C66-48E4-43AC-8000-3461BEC6E19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66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6F8-F742-4A3E-A580-C338AA4B912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801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FF01F-8F18-4F92-AAE9-CB980D79FE3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346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29DA2-01E3-407F-942F-2027014BB25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9386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E495F-8437-4F96-9B07-464151EFE06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4407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6D78-CE4C-4E77-8D79-02A16A1EF88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474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2ED25-6EFD-4677-90F8-EBA5FB61951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6700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3FD88-B0AB-4BF0-9422-B058F71F9BA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316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E001-0C17-4470-B7EB-2B63FEA5CCB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5220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08626-908B-4F4B-87AD-0E71F00A55C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C6D03-129C-451F-B612-189D2F93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9860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Stream </a:t>
            </a:r>
            <a:r>
              <a:rPr lang="en-US" dirty="0" err="1" smtClean="0">
                <a:solidFill>
                  <a:srgbClr val="3380E6"/>
                </a:solidFill>
                <a:latin typeface="Goudy Sans Medium"/>
              </a:rPr>
              <a:t>Input/Output</a:t>
            </a:r>
            <a:endParaRPr lang="en-US" dirty="0" smtClean="0">
              <a:solidFill>
                <a:srgbClr val="3380E6"/>
              </a:solidFill>
              <a:latin typeface="Goudy Sans Medium"/>
            </a:endParaRP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13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768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9038" y="0"/>
            <a:ext cx="9812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5174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62013" y="0"/>
            <a:ext cx="10467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3598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4975"/>
            <a:ext cx="12192000" cy="59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467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38300"/>
            <a:ext cx="12192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66069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9588"/>
            <a:ext cx="12192000" cy="329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841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00288"/>
            <a:ext cx="1219200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6967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0813" y="0"/>
            <a:ext cx="118887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2965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746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32985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6846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39946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36650" y="0"/>
            <a:ext cx="99171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943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8100" y="0"/>
            <a:ext cx="95742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02698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61031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2908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3227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80031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44600" y="0"/>
            <a:ext cx="97012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8520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4563"/>
            <a:ext cx="12192000" cy="4967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8892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52600"/>
            <a:ext cx="121920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13979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24823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09499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21449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25813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5177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9413" y="0"/>
            <a:ext cx="11433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5624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9733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1493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96950"/>
            <a:ext cx="12192000" cy="4862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1663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52042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3734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30238"/>
            <a:ext cx="12192000" cy="559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43765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4713" y="0"/>
            <a:ext cx="104409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46338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6725" y="0"/>
            <a:ext cx="112569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80013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20725"/>
            <a:ext cx="12192000" cy="54149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1913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8375" y="0"/>
            <a:ext cx="102536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2692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5688" y="0"/>
            <a:ext cx="10079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173082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33475"/>
            <a:ext cx="1219200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3829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6263" y="0"/>
            <a:ext cx="110378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48809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25625"/>
            <a:ext cx="12192000" cy="32051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2518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0129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0013"/>
            <a:ext cx="12192000" cy="6656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9252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7954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7025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0588"/>
            <a:ext cx="12192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16552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2986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3614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3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09658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cpphtp10_12</Template>
  <TotalTime>0</TotalTime>
  <Words>603</Words>
  <Application>Microsoft Office PowerPoint</Application>
  <PresentationFormat>Custom</PresentationFormat>
  <Paragraphs>52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Theme1</vt:lpstr>
      <vt:lpstr>Stream Input/Output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 Input/Output</dc:title>
  <dc:creator>Paul Deitel</dc:creator>
  <cp:lastModifiedBy>Binod</cp:lastModifiedBy>
  <cp:revision>2</cp:revision>
  <dcterms:created xsi:type="dcterms:W3CDTF">2016-07-20T19:08:02Z</dcterms:created>
  <dcterms:modified xsi:type="dcterms:W3CDTF">2016-09-22T10:17:29Z</dcterms:modified>
</cp:coreProperties>
</file>