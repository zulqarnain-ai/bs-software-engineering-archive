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897E4-D79E-4206-A28C-9EBBE09ACF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CEE474-8591-484B-BA4F-40F5A9CA3F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3DB9D0-4C08-4939-8FCB-9D67C138EEAF}"/>
              </a:ext>
            </a:extLst>
          </p:cNvPr>
          <p:cNvSpPr>
            <a:spLocks noGrp="1"/>
          </p:cNvSpPr>
          <p:nvPr>
            <p:ph type="dt" sz="half" idx="10"/>
          </p:nvPr>
        </p:nvSpPr>
        <p:spPr/>
        <p:txBody>
          <a:bodyPr/>
          <a:lstStyle/>
          <a:p>
            <a:fld id="{6F66BC00-33EC-498A-8274-37041A951C46}" type="datetimeFigureOut">
              <a:rPr lang="en-US" smtClean="0"/>
              <a:t>9/30/2020</a:t>
            </a:fld>
            <a:endParaRPr lang="en-US"/>
          </a:p>
        </p:txBody>
      </p:sp>
      <p:sp>
        <p:nvSpPr>
          <p:cNvPr id="5" name="Footer Placeholder 4">
            <a:extLst>
              <a:ext uri="{FF2B5EF4-FFF2-40B4-BE49-F238E27FC236}">
                <a16:creationId xmlns:a16="http://schemas.microsoft.com/office/drawing/2014/main" id="{2691113B-345E-48B0-B97C-C55C9B79C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DB35E0-7D84-44B1-A729-9D2D3E119CCB}"/>
              </a:ext>
            </a:extLst>
          </p:cNvPr>
          <p:cNvSpPr>
            <a:spLocks noGrp="1"/>
          </p:cNvSpPr>
          <p:nvPr>
            <p:ph type="sldNum" sz="quarter" idx="12"/>
          </p:nvPr>
        </p:nvSpPr>
        <p:spPr/>
        <p:txBody>
          <a:bodyPr/>
          <a:lstStyle/>
          <a:p>
            <a:fld id="{9314A238-3458-4DEC-9282-FA7ED2DF87AC}" type="slidenum">
              <a:rPr lang="en-US" smtClean="0"/>
              <a:t>‹#›</a:t>
            </a:fld>
            <a:endParaRPr lang="en-US"/>
          </a:p>
        </p:txBody>
      </p:sp>
    </p:spTree>
    <p:extLst>
      <p:ext uri="{BB962C8B-B14F-4D97-AF65-F5344CB8AC3E}">
        <p14:creationId xmlns:p14="http://schemas.microsoft.com/office/powerpoint/2010/main" val="2100757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614AF-E5C9-415F-99AC-7C3A0B28A0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99806C-086E-410C-9FA0-66107761C6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9190AB-7E8A-47CA-9AC8-118B93C1955D}"/>
              </a:ext>
            </a:extLst>
          </p:cNvPr>
          <p:cNvSpPr>
            <a:spLocks noGrp="1"/>
          </p:cNvSpPr>
          <p:nvPr>
            <p:ph type="dt" sz="half" idx="10"/>
          </p:nvPr>
        </p:nvSpPr>
        <p:spPr/>
        <p:txBody>
          <a:bodyPr/>
          <a:lstStyle/>
          <a:p>
            <a:fld id="{6F66BC00-33EC-498A-8274-37041A951C46}" type="datetimeFigureOut">
              <a:rPr lang="en-US" smtClean="0"/>
              <a:t>9/30/2020</a:t>
            </a:fld>
            <a:endParaRPr lang="en-US"/>
          </a:p>
        </p:txBody>
      </p:sp>
      <p:sp>
        <p:nvSpPr>
          <p:cNvPr id="5" name="Footer Placeholder 4">
            <a:extLst>
              <a:ext uri="{FF2B5EF4-FFF2-40B4-BE49-F238E27FC236}">
                <a16:creationId xmlns:a16="http://schemas.microsoft.com/office/drawing/2014/main" id="{021C4448-BE0B-481A-9E8C-7035633C1E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A68239-8702-454E-8E5C-78052A9B3C33}"/>
              </a:ext>
            </a:extLst>
          </p:cNvPr>
          <p:cNvSpPr>
            <a:spLocks noGrp="1"/>
          </p:cNvSpPr>
          <p:nvPr>
            <p:ph type="sldNum" sz="quarter" idx="12"/>
          </p:nvPr>
        </p:nvSpPr>
        <p:spPr/>
        <p:txBody>
          <a:bodyPr/>
          <a:lstStyle/>
          <a:p>
            <a:fld id="{9314A238-3458-4DEC-9282-FA7ED2DF87AC}" type="slidenum">
              <a:rPr lang="en-US" smtClean="0"/>
              <a:t>‹#›</a:t>
            </a:fld>
            <a:endParaRPr lang="en-US"/>
          </a:p>
        </p:txBody>
      </p:sp>
    </p:spTree>
    <p:extLst>
      <p:ext uri="{BB962C8B-B14F-4D97-AF65-F5344CB8AC3E}">
        <p14:creationId xmlns:p14="http://schemas.microsoft.com/office/powerpoint/2010/main" val="1204959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B11FD-2B26-4FF8-8D54-59D34773B8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49A7E4-1AFA-48BC-A254-877202BF25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ACB31F-CE2B-44F1-A778-7012C0AB041D}"/>
              </a:ext>
            </a:extLst>
          </p:cNvPr>
          <p:cNvSpPr>
            <a:spLocks noGrp="1"/>
          </p:cNvSpPr>
          <p:nvPr>
            <p:ph type="dt" sz="half" idx="10"/>
          </p:nvPr>
        </p:nvSpPr>
        <p:spPr/>
        <p:txBody>
          <a:bodyPr/>
          <a:lstStyle/>
          <a:p>
            <a:fld id="{6F66BC00-33EC-498A-8274-37041A951C46}" type="datetimeFigureOut">
              <a:rPr lang="en-US" smtClean="0"/>
              <a:t>9/30/2020</a:t>
            </a:fld>
            <a:endParaRPr lang="en-US"/>
          </a:p>
        </p:txBody>
      </p:sp>
      <p:sp>
        <p:nvSpPr>
          <p:cNvPr id="5" name="Footer Placeholder 4">
            <a:extLst>
              <a:ext uri="{FF2B5EF4-FFF2-40B4-BE49-F238E27FC236}">
                <a16:creationId xmlns:a16="http://schemas.microsoft.com/office/drawing/2014/main" id="{61E58671-6446-4302-AE13-45DAF723CF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FED1FF-438A-4BDC-A784-E2FFA820717A}"/>
              </a:ext>
            </a:extLst>
          </p:cNvPr>
          <p:cNvSpPr>
            <a:spLocks noGrp="1"/>
          </p:cNvSpPr>
          <p:nvPr>
            <p:ph type="sldNum" sz="quarter" idx="12"/>
          </p:nvPr>
        </p:nvSpPr>
        <p:spPr/>
        <p:txBody>
          <a:bodyPr/>
          <a:lstStyle/>
          <a:p>
            <a:fld id="{9314A238-3458-4DEC-9282-FA7ED2DF87AC}" type="slidenum">
              <a:rPr lang="en-US" smtClean="0"/>
              <a:t>‹#›</a:t>
            </a:fld>
            <a:endParaRPr lang="en-US"/>
          </a:p>
        </p:txBody>
      </p:sp>
    </p:spTree>
    <p:extLst>
      <p:ext uri="{BB962C8B-B14F-4D97-AF65-F5344CB8AC3E}">
        <p14:creationId xmlns:p14="http://schemas.microsoft.com/office/powerpoint/2010/main" val="1579371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7801D-673E-464B-8747-90F6312581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40EC03-4393-4641-94CA-2F7A831F71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63D699-2452-432D-BC4F-F11559F233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2AE1EC-0DB6-4CCF-BA6E-BEA8026617B8}"/>
              </a:ext>
            </a:extLst>
          </p:cNvPr>
          <p:cNvSpPr>
            <a:spLocks noGrp="1"/>
          </p:cNvSpPr>
          <p:nvPr>
            <p:ph type="dt" sz="half" idx="10"/>
          </p:nvPr>
        </p:nvSpPr>
        <p:spPr/>
        <p:txBody>
          <a:bodyPr/>
          <a:lstStyle/>
          <a:p>
            <a:fld id="{6F66BC00-33EC-498A-8274-37041A951C46}" type="datetimeFigureOut">
              <a:rPr lang="en-US" smtClean="0"/>
              <a:t>9/30/2020</a:t>
            </a:fld>
            <a:endParaRPr lang="en-US"/>
          </a:p>
        </p:txBody>
      </p:sp>
      <p:sp>
        <p:nvSpPr>
          <p:cNvPr id="6" name="Footer Placeholder 5">
            <a:extLst>
              <a:ext uri="{FF2B5EF4-FFF2-40B4-BE49-F238E27FC236}">
                <a16:creationId xmlns:a16="http://schemas.microsoft.com/office/drawing/2014/main" id="{D9F78A91-1E6C-4E33-8603-629D6A51AA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6E8291-7F30-4766-9EA0-E470EC842FE5}"/>
              </a:ext>
            </a:extLst>
          </p:cNvPr>
          <p:cNvSpPr>
            <a:spLocks noGrp="1"/>
          </p:cNvSpPr>
          <p:nvPr>
            <p:ph type="sldNum" sz="quarter" idx="12"/>
          </p:nvPr>
        </p:nvSpPr>
        <p:spPr/>
        <p:txBody>
          <a:bodyPr/>
          <a:lstStyle/>
          <a:p>
            <a:fld id="{9314A238-3458-4DEC-9282-FA7ED2DF87AC}" type="slidenum">
              <a:rPr lang="en-US" smtClean="0"/>
              <a:t>‹#›</a:t>
            </a:fld>
            <a:endParaRPr lang="en-US"/>
          </a:p>
        </p:txBody>
      </p:sp>
    </p:spTree>
    <p:extLst>
      <p:ext uri="{BB962C8B-B14F-4D97-AF65-F5344CB8AC3E}">
        <p14:creationId xmlns:p14="http://schemas.microsoft.com/office/powerpoint/2010/main" val="1858371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D12D7-F09A-4B19-B99D-58E3B4B584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11776B-C4CC-460D-95AB-6ECC0CAFFA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111FB0-86F2-4A6F-AF48-79CA7B7777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AAC714-CC70-4145-94DB-4C56CCD2D2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B15363-1A0D-4120-B496-E19A2E6AA3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B9D0837-172D-4367-840E-11BE7F8B14DC}"/>
              </a:ext>
            </a:extLst>
          </p:cNvPr>
          <p:cNvSpPr>
            <a:spLocks noGrp="1"/>
          </p:cNvSpPr>
          <p:nvPr>
            <p:ph type="dt" sz="half" idx="10"/>
          </p:nvPr>
        </p:nvSpPr>
        <p:spPr/>
        <p:txBody>
          <a:bodyPr/>
          <a:lstStyle/>
          <a:p>
            <a:fld id="{6F66BC00-33EC-498A-8274-37041A951C46}" type="datetimeFigureOut">
              <a:rPr lang="en-US" smtClean="0"/>
              <a:t>9/30/2020</a:t>
            </a:fld>
            <a:endParaRPr lang="en-US"/>
          </a:p>
        </p:txBody>
      </p:sp>
      <p:sp>
        <p:nvSpPr>
          <p:cNvPr id="8" name="Footer Placeholder 7">
            <a:extLst>
              <a:ext uri="{FF2B5EF4-FFF2-40B4-BE49-F238E27FC236}">
                <a16:creationId xmlns:a16="http://schemas.microsoft.com/office/drawing/2014/main" id="{4E977C6D-63D7-4547-9F70-00B2F50FE3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5DAF78-DD43-41B9-BADB-B615D5066EA1}"/>
              </a:ext>
            </a:extLst>
          </p:cNvPr>
          <p:cNvSpPr>
            <a:spLocks noGrp="1"/>
          </p:cNvSpPr>
          <p:nvPr>
            <p:ph type="sldNum" sz="quarter" idx="12"/>
          </p:nvPr>
        </p:nvSpPr>
        <p:spPr/>
        <p:txBody>
          <a:bodyPr/>
          <a:lstStyle/>
          <a:p>
            <a:fld id="{9314A238-3458-4DEC-9282-FA7ED2DF87AC}" type="slidenum">
              <a:rPr lang="en-US" smtClean="0"/>
              <a:t>‹#›</a:t>
            </a:fld>
            <a:endParaRPr lang="en-US"/>
          </a:p>
        </p:txBody>
      </p:sp>
    </p:spTree>
    <p:extLst>
      <p:ext uri="{BB962C8B-B14F-4D97-AF65-F5344CB8AC3E}">
        <p14:creationId xmlns:p14="http://schemas.microsoft.com/office/powerpoint/2010/main" val="3177753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E4F9B-1194-4E53-A8E2-0CF8E6E142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54C36F-06EF-4517-8C1A-70E8ED176859}"/>
              </a:ext>
            </a:extLst>
          </p:cNvPr>
          <p:cNvSpPr>
            <a:spLocks noGrp="1"/>
          </p:cNvSpPr>
          <p:nvPr>
            <p:ph type="dt" sz="half" idx="10"/>
          </p:nvPr>
        </p:nvSpPr>
        <p:spPr/>
        <p:txBody>
          <a:bodyPr/>
          <a:lstStyle/>
          <a:p>
            <a:fld id="{6F66BC00-33EC-498A-8274-37041A951C46}" type="datetimeFigureOut">
              <a:rPr lang="en-US" smtClean="0"/>
              <a:t>9/30/2020</a:t>
            </a:fld>
            <a:endParaRPr lang="en-US"/>
          </a:p>
        </p:txBody>
      </p:sp>
      <p:sp>
        <p:nvSpPr>
          <p:cNvPr id="4" name="Footer Placeholder 3">
            <a:extLst>
              <a:ext uri="{FF2B5EF4-FFF2-40B4-BE49-F238E27FC236}">
                <a16:creationId xmlns:a16="http://schemas.microsoft.com/office/drawing/2014/main" id="{29A57B43-ABC0-4CFE-8F54-1720776026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39288F-5629-436C-8BC5-217A1B6EE6FD}"/>
              </a:ext>
            </a:extLst>
          </p:cNvPr>
          <p:cNvSpPr>
            <a:spLocks noGrp="1"/>
          </p:cNvSpPr>
          <p:nvPr>
            <p:ph type="sldNum" sz="quarter" idx="12"/>
          </p:nvPr>
        </p:nvSpPr>
        <p:spPr/>
        <p:txBody>
          <a:bodyPr/>
          <a:lstStyle/>
          <a:p>
            <a:fld id="{9314A238-3458-4DEC-9282-FA7ED2DF87AC}" type="slidenum">
              <a:rPr lang="en-US" smtClean="0"/>
              <a:t>‹#›</a:t>
            </a:fld>
            <a:endParaRPr lang="en-US"/>
          </a:p>
        </p:txBody>
      </p:sp>
    </p:spTree>
    <p:extLst>
      <p:ext uri="{BB962C8B-B14F-4D97-AF65-F5344CB8AC3E}">
        <p14:creationId xmlns:p14="http://schemas.microsoft.com/office/powerpoint/2010/main" val="450393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A5D27D-5DBD-42BF-AC81-911C05AA8E72}"/>
              </a:ext>
            </a:extLst>
          </p:cNvPr>
          <p:cNvSpPr>
            <a:spLocks noGrp="1"/>
          </p:cNvSpPr>
          <p:nvPr>
            <p:ph type="dt" sz="half" idx="10"/>
          </p:nvPr>
        </p:nvSpPr>
        <p:spPr/>
        <p:txBody>
          <a:bodyPr/>
          <a:lstStyle/>
          <a:p>
            <a:fld id="{6F66BC00-33EC-498A-8274-37041A951C46}" type="datetimeFigureOut">
              <a:rPr lang="en-US" smtClean="0"/>
              <a:t>9/30/2020</a:t>
            </a:fld>
            <a:endParaRPr lang="en-US"/>
          </a:p>
        </p:txBody>
      </p:sp>
      <p:sp>
        <p:nvSpPr>
          <p:cNvPr id="3" name="Footer Placeholder 2">
            <a:extLst>
              <a:ext uri="{FF2B5EF4-FFF2-40B4-BE49-F238E27FC236}">
                <a16:creationId xmlns:a16="http://schemas.microsoft.com/office/drawing/2014/main" id="{C0E08C90-EDCB-4173-8BE9-EF0EB9E261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EFD332-20E0-4ED3-B332-1D2ACBCB81FE}"/>
              </a:ext>
            </a:extLst>
          </p:cNvPr>
          <p:cNvSpPr>
            <a:spLocks noGrp="1"/>
          </p:cNvSpPr>
          <p:nvPr>
            <p:ph type="sldNum" sz="quarter" idx="12"/>
          </p:nvPr>
        </p:nvSpPr>
        <p:spPr/>
        <p:txBody>
          <a:bodyPr/>
          <a:lstStyle/>
          <a:p>
            <a:fld id="{9314A238-3458-4DEC-9282-FA7ED2DF87AC}" type="slidenum">
              <a:rPr lang="en-US" smtClean="0"/>
              <a:t>‹#›</a:t>
            </a:fld>
            <a:endParaRPr lang="en-US"/>
          </a:p>
        </p:txBody>
      </p:sp>
    </p:spTree>
    <p:extLst>
      <p:ext uri="{BB962C8B-B14F-4D97-AF65-F5344CB8AC3E}">
        <p14:creationId xmlns:p14="http://schemas.microsoft.com/office/powerpoint/2010/main" val="222471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6720D-B05E-4E9F-96FE-CEC0AEE79E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5A41B1-3079-435E-8BF1-475BF561D8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E2EC6D-167F-49B1-A2AE-B2DF9387E3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D90DB-1590-48E2-AEB8-FF911F31679F}"/>
              </a:ext>
            </a:extLst>
          </p:cNvPr>
          <p:cNvSpPr>
            <a:spLocks noGrp="1"/>
          </p:cNvSpPr>
          <p:nvPr>
            <p:ph type="dt" sz="half" idx="10"/>
          </p:nvPr>
        </p:nvSpPr>
        <p:spPr/>
        <p:txBody>
          <a:bodyPr/>
          <a:lstStyle/>
          <a:p>
            <a:fld id="{6F66BC00-33EC-498A-8274-37041A951C46}" type="datetimeFigureOut">
              <a:rPr lang="en-US" smtClean="0"/>
              <a:t>9/30/2020</a:t>
            </a:fld>
            <a:endParaRPr lang="en-US"/>
          </a:p>
        </p:txBody>
      </p:sp>
      <p:sp>
        <p:nvSpPr>
          <p:cNvPr id="6" name="Footer Placeholder 5">
            <a:extLst>
              <a:ext uri="{FF2B5EF4-FFF2-40B4-BE49-F238E27FC236}">
                <a16:creationId xmlns:a16="http://schemas.microsoft.com/office/drawing/2014/main" id="{604B1F70-8A02-4FC1-98C2-1767FE5520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CB0D8E-7023-481B-99D8-86DC976A5344}"/>
              </a:ext>
            </a:extLst>
          </p:cNvPr>
          <p:cNvSpPr>
            <a:spLocks noGrp="1"/>
          </p:cNvSpPr>
          <p:nvPr>
            <p:ph type="sldNum" sz="quarter" idx="12"/>
          </p:nvPr>
        </p:nvSpPr>
        <p:spPr/>
        <p:txBody>
          <a:bodyPr/>
          <a:lstStyle/>
          <a:p>
            <a:fld id="{9314A238-3458-4DEC-9282-FA7ED2DF87AC}" type="slidenum">
              <a:rPr lang="en-US" smtClean="0"/>
              <a:t>‹#›</a:t>
            </a:fld>
            <a:endParaRPr lang="en-US"/>
          </a:p>
        </p:txBody>
      </p:sp>
    </p:spTree>
    <p:extLst>
      <p:ext uri="{BB962C8B-B14F-4D97-AF65-F5344CB8AC3E}">
        <p14:creationId xmlns:p14="http://schemas.microsoft.com/office/powerpoint/2010/main" val="3539740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7E99B-6756-4B6E-BD43-04969E34EB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7C6D7B-FB3F-4DA8-AA32-B2B8FB94AC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AE77BE-1040-4768-B07C-5022B743D0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9BBC36-6FE3-476C-9188-6655D7786600}"/>
              </a:ext>
            </a:extLst>
          </p:cNvPr>
          <p:cNvSpPr>
            <a:spLocks noGrp="1"/>
          </p:cNvSpPr>
          <p:nvPr>
            <p:ph type="dt" sz="half" idx="10"/>
          </p:nvPr>
        </p:nvSpPr>
        <p:spPr/>
        <p:txBody>
          <a:bodyPr/>
          <a:lstStyle/>
          <a:p>
            <a:fld id="{6F66BC00-33EC-498A-8274-37041A951C46}" type="datetimeFigureOut">
              <a:rPr lang="en-US" smtClean="0"/>
              <a:t>9/30/2020</a:t>
            </a:fld>
            <a:endParaRPr lang="en-US"/>
          </a:p>
        </p:txBody>
      </p:sp>
      <p:sp>
        <p:nvSpPr>
          <p:cNvPr id="6" name="Footer Placeholder 5">
            <a:extLst>
              <a:ext uri="{FF2B5EF4-FFF2-40B4-BE49-F238E27FC236}">
                <a16:creationId xmlns:a16="http://schemas.microsoft.com/office/drawing/2014/main" id="{1FF324DF-65AC-433A-9AF4-D638F4B053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DE133A-CD75-4622-8E24-35E09BE9CB5C}"/>
              </a:ext>
            </a:extLst>
          </p:cNvPr>
          <p:cNvSpPr>
            <a:spLocks noGrp="1"/>
          </p:cNvSpPr>
          <p:nvPr>
            <p:ph type="sldNum" sz="quarter" idx="12"/>
          </p:nvPr>
        </p:nvSpPr>
        <p:spPr/>
        <p:txBody>
          <a:bodyPr/>
          <a:lstStyle/>
          <a:p>
            <a:fld id="{9314A238-3458-4DEC-9282-FA7ED2DF87AC}" type="slidenum">
              <a:rPr lang="en-US" smtClean="0"/>
              <a:t>‹#›</a:t>
            </a:fld>
            <a:endParaRPr lang="en-US"/>
          </a:p>
        </p:txBody>
      </p:sp>
    </p:spTree>
    <p:extLst>
      <p:ext uri="{BB962C8B-B14F-4D97-AF65-F5344CB8AC3E}">
        <p14:creationId xmlns:p14="http://schemas.microsoft.com/office/powerpoint/2010/main" val="4033038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A61F1-7828-4BAF-860F-7D18CA379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4B4406-5114-448B-89A5-16EF899FC6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5DE717-3117-4B77-B947-71F7E4BAF607}"/>
              </a:ext>
            </a:extLst>
          </p:cNvPr>
          <p:cNvSpPr>
            <a:spLocks noGrp="1"/>
          </p:cNvSpPr>
          <p:nvPr>
            <p:ph type="dt" sz="half" idx="10"/>
          </p:nvPr>
        </p:nvSpPr>
        <p:spPr/>
        <p:txBody>
          <a:bodyPr/>
          <a:lstStyle/>
          <a:p>
            <a:fld id="{6F66BC00-33EC-498A-8274-37041A951C46}" type="datetimeFigureOut">
              <a:rPr lang="en-US" smtClean="0"/>
              <a:t>9/30/2020</a:t>
            </a:fld>
            <a:endParaRPr lang="en-US"/>
          </a:p>
        </p:txBody>
      </p:sp>
      <p:sp>
        <p:nvSpPr>
          <p:cNvPr id="5" name="Footer Placeholder 4">
            <a:extLst>
              <a:ext uri="{FF2B5EF4-FFF2-40B4-BE49-F238E27FC236}">
                <a16:creationId xmlns:a16="http://schemas.microsoft.com/office/drawing/2014/main" id="{9B9414C6-4F9D-465D-A1C5-AADF1ECC09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C19505-AF71-4AAD-8A0C-0BC011175741}"/>
              </a:ext>
            </a:extLst>
          </p:cNvPr>
          <p:cNvSpPr>
            <a:spLocks noGrp="1"/>
          </p:cNvSpPr>
          <p:nvPr>
            <p:ph type="sldNum" sz="quarter" idx="12"/>
          </p:nvPr>
        </p:nvSpPr>
        <p:spPr/>
        <p:txBody>
          <a:bodyPr/>
          <a:lstStyle/>
          <a:p>
            <a:fld id="{9314A238-3458-4DEC-9282-FA7ED2DF87AC}" type="slidenum">
              <a:rPr lang="en-US" smtClean="0"/>
              <a:t>‹#›</a:t>
            </a:fld>
            <a:endParaRPr lang="en-US"/>
          </a:p>
        </p:txBody>
      </p:sp>
    </p:spTree>
    <p:extLst>
      <p:ext uri="{BB962C8B-B14F-4D97-AF65-F5344CB8AC3E}">
        <p14:creationId xmlns:p14="http://schemas.microsoft.com/office/powerpoint/2010/main" val="2695559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920A13-8E77-45CA-ACA3-3FF8BB7094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E7C422-1133-4755-8D71-E8EBBE7B4C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F8F472-F99E-48E0-83BB-D43825CBF61D}"/>
              </a:ext>
            </a:extLst>
          </p:cNvPr>
          <p:cNvSpPr>
            <a:spLocks noGrp="1"/>
          </p:cNvSpPr>
          <p:nvPr>
            <p:ph type="dt" sz="half" idx="10"/>
          </p:nvPr>
        </p:nvSpPr>
        <p:spPr/>
        <p:txBody>
          <a:bodyPr/>
          <a:lstStyle/>
          <a:p>
            <a:fld id="{6F66BC00-33EC-498A-8274-37041A951C46}" type="datetimeFigureOut">
              <a:rPr lang="en-US" smtClean="0"/>
              <a:t>9/30/2020</a:t>
            </a:fld>
            <a:endParaRPr lang="en-US"/>
          </a:p>
        </p:txBody>
      </p:sp>
      <p:sp>
        <p:nvSpPr>
          <p:cNvPr id="5" name="Footer Placeholder 4">
            <a:extLst>
              <a:ext uri="{FF2B5EF4-FFF2-40B4-BE49-F238E27FC236}">
                <a16:creationId xmlns:a16="http://schemas.microsoft.com/office/drawing/2014/main" id="{8624C1D0-18FE-451A-93D2-AAF84E4F7D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170DA4-97DF-4770-AD55-DD48F137D913}"/>
              </a:ext>
            </a:extLst>
          </p:cNvPr>
          <p:cNvSpPr>
            <a:spLocks noGrp="1"/>
          </p:cNvSpPr>
          <p:nvPr>
            <p:ph type="sldNum" sz="quarter" idx="12"/>
          </p:nvPr>
        </p:nvSpPr>
        <p:spPr/>
        <p:txBody>
          <a:bodyPr/>
          <a:lstStyle/>
          <a:p>
            <a:fld id="{9314A238-3458-4DEC-9282-FA7ED2DF87AC}" type="slidenum">
              <a:rPr lang="en-US" smtClean="0"/>
              <a:t>‹#›</a:t>
            </a:fld>
            <a:endParaRPr lang="en-US"/>
          </a:p>
        </p:txBody>
      </p:sp>
    </p:spTree>
    <p:extLst>
      <p:ext uri="{BB962C8B-B14F-4D97-AF65-F5344CB8AC3E}">
        <p14:creationId xmlns:p14="http://schemas.microsoft.com/office/powerpoint/2010/main" val="4112016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0">
          <a:fgClr>
            <a:schemeClr val="accent1"/>
          </a:fgClr>
          <a:bgClr>
            <a:srgbClr val="92D050"/>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578A05-DCB8-4D98-AE13-C9922BE60C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75B86C-F548-4199-BCAB-65E4BB5067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2729D6-3142-4CBA-B59D-682CC58B48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66BC00-33EC-498A-8274-37041A951C46}" type="datetimeFigureOut">
              <a:rPr lang="en-US" smtClean="0"/>
              <a:t>9/30/2020</a:t>
            </a:fld>
            <a:endParaRPr lang="en-US"/>
          </a:p>
        </p:txBody>
      </p:sp>
      <p:sp>
        <p:nvSpPr>
          <p:cNvPr id="5" name="Footer Placeholder 4">
            <a:extLst>
              <a:ext uri="{FF2B5EF4-FFF2-40B4-BE49-F238E27FC236}">
                <a16:creationId xmlns:a16="http://schemas.microsoft.com/office/drawing/2014/main" id="{5DC4C9DC-CE96-4B4C-BD0B-73DBF62A85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6FE683E-9FCC-4CF4-B627-A9132CE4E9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14A238-3458-4DEC-9282-FA7ED2DF87AC}" type="slidenum">
              <a:rPr lang="en-US" smtClean="0"/>
              <a:t>‹#›</a:t>
            </a:fld>
            <a:endParaRPr lang="en-US"/>
          </a:p>
        </p:txBody>
      </p:sp>
    </p:spTree>
    <p:extLst>
      <p:ext uri="{BB962C8B-B14F-4D97-AF65-F5344CB8AC3E}">
        <p14:creationId xmlns:p14="http://schemas.microsoft.com/office/powerpoint/2010/main" val="1136530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Pashto_language" TargetMode="External"/><Relationship Id="rId7" Type="http://schemas.openxmlformats.org/officeDocument/2006/relationships/hyperlink" Target="https://en.wikipedia.org/wiki/Balochi_language" TargetMode="External"/><Relationship Id="rId2" Type="http://schemas.openxmlformats.org/officeDocument/2006/relationships/hyperlink" Target="https://en.wikipedia.org/wiki/Punjabi_language" TargetMode="External"/><Relationship Id="rId1" Type="http://schemas.openxmlformats.org/officeDocument/2006/relationships/slideLayout" Target="../slideLayouts/slideLayout2.xml"/><Relationship Id="rId6" Type="http://schemas.openxmlformats.org/officeDocument/2006/relationships/hyperlink" Target="https://en.wikipedia.org/wiki/Urdu_language" TargetMode="External"/><Relationship Id="rId5" Type="http://schemas.openxmlformats.org/officeDocument/2006/relationships/hyperlink" Target="https://en.wikipedia.org/wiki/Saraiki_language" TargetMode="External"/><Relationship Id="rId4" Type="http://schemas.openxmlformats.org/officeDocument/2006/relationships/hyperlink" Target="https://en.wikipedia.org/wiki/Sindhi_languag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FE26E-0913-44CA-ACA2-869D7C63584D}"/>
              </a:ext>
            </a:extLst>
          </p:cNvPr>
          <p:cNvSpPr>
            <a:spLocks noGrp="1"/>
          </p:cNvSpPr>
          <p:nvPr>
            <p:ph type="ctrTitle"/>
          </p:nvPr>
        </p:nvSpPr>
        <p:spPr/>
        <p:txBody>
          <a:bodyPr>
            <a:normAutofit/>
          </a:bodyPr>
          <a:lstStyle/>
          <a:p>
            <a:r>
              <a:rPr lang="en-US" sz="5400" dirty="0">
                <a:latin typeface="Times New Roman" panose="02020603050405020304" pitchFamily="18" charset="0"/>
                <a:cs typeface="Times New Roman" panose="02020603050405020304" pitchFamily="18" charset="0"/>
              </a:rPr>
              <a:t>Culture, Society, Language and Literature of Pakistan</a:t>
            </a:r>
          </a:p>
        </p:txBody>
      </p:sp>
      <p:sp>
        <p:nvSpPr>
          <p:cNvPr id="3" name="Subtitle 2">
            <a:extLst>
              <a:ext uri="{FF2B5EF4-FFF2-40B4-BE49-F238E27FC236}">
                <a16:creationId xmlns:a16="http://schemas.microsoft.com/office/drawing/2014/main" id="{4EA6C0C2-0D18-4FD4-8AA1-A8D8E236795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32816911"/>
      </p:ext>
    </p:extLst>
  </p:cSld>
  <p:clrMapOvr>
    <a:masterClrMapping/>
  </p:clrMapOvr>
  <mc:AlternateContent xmlns:mc="http://schemas.openxmlformats.org/markup-compatibility/2006" xmlns:p14="http://schemas.microsoft.com/office/powerpoint/2010/main">
    <mc:Choice Requires="p14">
      <p:transition spd="slow" p14:dur="2000" advTm="81625"/>
    </mc:Choice>
    <mc:Fallback xmlns="">
      <p:transition spd="slow" advTm="8162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658E3-6224-465F-AAA5-33620FA1DB97}"/>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Demographic Statistics of Pakistan</a:t>
            </a:r>
          </a:p>
        </p:txBody>
      </p:sp>
      <p:sp>
        <p:nvSpPr>
          <p:cNvPr id="3" name="Content Placeholder 2">
            <a:extLst>
              <a:ext uri="{FF2B5EF4-FFF2-40B4-BE49-F238E27FC236}">
                <a16:creationId xmlns:a16="http://schemas.microsoft.com/office/drawing/2014/main" id="{F7B3505A-A376-474D-B9D0-64429119A2DE}"/>
              </a:ext>
            </a:extLst>
          </p:cNvPr>
          <p:cNvSpPr>
            <a:spLocks noGrp="1"/>
          </p:cNvSpPr>
          <p:nvPr>
            <p:ph idx="1"/>
          </p:nvPr>
        </p:nvSpPr>
        <p:spPr/>
        <p:txBody>
          <a:bodyPr>
            <a:normAutofit fontScale="92500" lnSpcReduction="10000"/>
          </a:bodyPr>
          <a:lstStyle/>
          <a:p>
            <a:pPr algn="ctr">
              <a:lnSpc>
                <a:spcPct val="150000"/>
              </a:lnSpc>
            </a:pPr>
            <a:r>
              <a:rPr lang="en-US" sz="1800" dirty="0">
                <a:latin typeface="Times New Roman" panose="02020603050405020304" pitchFamily="18" charset="0"/>
                <a:cs typeface="Times New Roman" panose="02020603050405020304" pitchFamily="18" charset="0"/>
              </a:rPr>
              <a:t>“You are a Nation whose history is replete of wonderful grit, character and vision. Live up to your traditions and add to it another chapter of glory”. (M. A. Jinnah, 30</a:t>
            </a:r>
            <a:r>
              <a:rPr lang="en-US" sz="1800" baseline="30000" dirty="0">
                <a:latin typeface="Times New Roman" panose="02020603050405020304" pitchFamily="18" charset="0"/>
                <a:cs typeface="Times New Roman" panose="02020603050405020304" pitchFamily="18" charset="0"/>
              </a:rPr>
              <a:t>th</a:t>
            </a:r>
            <a:r>
              <a:rPr lang="en-US" sz="1800" dirty="0">
                <a:latin typeface="Times New Roman" panose="02020603050405020304" pitchFamily="18" charset="0"/>
                <a:cs typeface="Times New Roman" panose="02020603050405020304" pitchFamily="18" charset="0"/>
              </a:rPr>
              <a:t> October, 1947)</a:t>
            </a:r>
          </a:p>
          <a:p>
            <a:pPr algn="just">
              <a:lnSpc>
                <a:spcPct val="150000"/>
              </a:lnSpc>
            </a:pPr>
            <a:r>
              <a:rPr lang="en-US" sz="2000" dirty="0">
                <a:latin typeface="Times New Roman" panose="02020603050405020304" pitchFamily="18" charset="0"/>
                <a:cs typeface="Times New Roman" panose="02020603050405020304" pitchFamily="18" charset="0"/>
              </a:rPr>
              <a:t>The current population of Pakistan is 220,450,694 as of Wednesday, May 27, 2020, based on Worldometer elaboration of the latest United Nations data and Pakistan population is equivalent to 2.83% of the total world population.</a:t>
            </a:r>
          </a:p>
          <a:p>
            <a:pPr algn="just">
              <a:lnSpc>
                <a:spcPct val="150000"/>
              </a:lnSpc>
            </a:pPr>
            <a:r>
              <a:rPr lang="en-US" sz="2000" dirty="0">
                <a:latin typeface="Times New Roman" panose="02020603050405020304" pitchFamily="18" charset="0"/>
                <a:cs typeface="Times New Roman" panose="02020603050405020304" pitchFamily="18" charset="0"/>
              </a:rPr>
              <a:t>The population density in Pakistan is 287 per Km2 (742 people per mi2).</a:t>
            </a:r>
          </a:p>
          <a:p>
            <a:pPr algn="just">
              <a:lnSpc>
                <a:spcPct val="150000"/>
              </a:lnSpc>
            </a:pPr>
            <a:r>
              <a:rPr lang="en-US" sz="2000" dirty="0">
                <a:latin typeface="Times New Roman" panose="02020603050405020304" pitchFamily="18" charset="0"/>
                <a:cs typeface="Times New Roman" panose="02020603050405020304" pitchFamily="18" charset="0"/>
              </a:rPr>
              <a:t>The total land area is 796,096 Km2 (494,671 sq. miles)</a:t>
            </a:r>
          </a:p>
          <a:p>
            <a:pPr algn="just">
              <a:lnSpc>
                <a:spcPct val="150000"/>
              </a:lnSpc>
            </a:pPr>
            <a:r>
              <a:rPr lang="en-US" sz="2000" dirty="0">
                <a:latin typeface="Times New Roman" panose="02020603050405020304" pitchFamily="18" charset="0"/>
                <a:cs typeface="Times New Roman" panose="02020603050405020304" pitchFamily="18" charset="0"/>
              </a:rPr>
              <a:t>35.1 % of the population is urban (77,437,729 people in 2020)</a:t>
            </a:r>
          </a:p>
          <a:p>
            <a:pPr algn="just">
              <a:lnSpc>
                <a:spcPct val="150000"/>
              </a:lnSpc>
            </a:pPr>
            <a:r>
              <a:rPr lang="en-US" sz="2000" dirty="0">
                <a:latin typeface="Times New Roman" panose="02020603050405020304" pitchFamily="18" charset="0"/>
                <a:cs typeface="Times New Roman" panose="02020603050405020304" pitchFamily="18" charset="0"/>
              </a:rPr>
              <a:t>The median age in Pakistan is 22.8 years.</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5832557"/>
      </p:ext>
    </p:extLst>
  </p:cSld>
  <p:clrMapOvr>
    <a:masterClrMapping/>
  </p:clrMapOvr>
  <mc:AlternateContent xmlns:mc="http://schemas.openxmlformats.org/markup-compatibility/2006" xmlns:p14="http://schemas.microsoft.com/office/powerpoint/2010/main">
    <mc:Choice Requires="p14">
      <p:transition spd="slow" p14:dur="2000" advTm="221446"/>
    </mc:Choice>
    <mc:Fallback xmlns="">
      <p:transition spd="slow" advTm="22144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90748-8D24-4DA1-A4A7-8E7804474218}"/>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Various definition and components of Culture</a:t>
            </a:r>
          </a:p>
        </p:txBody>
      </p:sp>
      <p:sp>
        <p:nvSpPr>
          <p:cNvPr id="3" name="Content Placeholder 2">
            <a:extLst>
              <a:ext uri="{FF2B5EF4-FFF2-40B4-BE49-F238E27FC236}">
                <a16:creationId xmlns:a16="http://schemas.microsoft.com/office/drawing/2014/main" id="{E2E892B4-391F-449D-B04C-947CA4D41F61}"/>
              </a:ext>
            </a:extLst>
          </p:cNvPr>
          <p:cNvSpPr>
            <a:spLocks noGrp="1"/>
          </p:cNvSpPr>
          <p:nvPr>
            <p:ph idx="1"/>
          </p:nvPr>
        </p:nvSpPr>
        <p:spPr/>
        <p:txBody>
          <a:bodyPr>
            <a:normAutofit fontScale="92500" lnSpcReduction="20000"/>
          </a:bodyPr>
          <a:lstStyle/>
          <a:p>
            <a:pPr algn="just">
              <a:lnSpc>
                <a:spcPct val="150000"/>
              </a:lnSpc>
            </a:pPr>
            <a:r>
              <a:rPr lang="en-US" sz="1800" dirty="0">
                <a:latin typeface="Times New Roman" panose="02020603050405020304" pitchFamily="18" charset="0"/>
                <a:cs typeface="Times New Roman" panose="02020603050405020304" pitchFamily="18" charset="0"/>
              </a:rPr>
              <a:t>“Culture should be regarded as the set of distinctive spiritual, material, intellectual and emotional features of society or a social group, and that it encompasses, in addition to art and literature, lifestyle, ways of living together, value system, tradition and beliefs. In short, it requires unity in diversity” (UNESCO, 2002).</a:t>
            </a:r>
          </a:p>
          <a:p>
            <a:pPr algn="just">
              <a:lnSpc>
                <a:spcPct val="150000"/>
              </a:lnSpc>
            </a:pPr>
            <a:r>
              <a:rPr lang="en-US" sz="1800" dirty="0">
                <a:latin typeface="Times New Roman" panose="02020603050405020304" pitchFamily="18" charset="0"/>
                <a:cs typeface="Times New Roman" panose="02020603050405020304" pitchFamily="18" charset="0"/>
              </a:rPr>
              <a:t>Culture is the general pattern of behavior, shared beliefs and values that the members have in common. It includes knowledge, belief, art, morals, law, custom which is socially learned and shared by the members of society. </a:t>
            </a:r>
          </a:p>
          <a:p>
            <a:pPr algn="just">
              <a:lnSpc>
                <a:spcPct val="150000"/>
              </a:lnSpc>
            </a:pPr>
            <a:r>
              <a:rPr lang="en-US" sz="1800" b="1" dirty="0">
                <a:latin typeface="Times New Roman" panose="02020603050405020304" pitchFamily="18" charset="0"/>
                <a:cs typeface="Times New Roman" panose="02020603050405020304" pitchFamily="18" charset="0"/>
              </a:rPr>
              <a:t>Following are elements to be considered as main components for culture:</a:t>
            </a: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Values</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Norms</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Institutions</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Artifacts</a:t>
            </a:r>
          </a:p>
        </p:txBody>
      </p:sp>
    </p:spTree>
    <p:extLst>
      <p:ext uri="{BB962C8B-B14F-4D97-AF65-F5344CB8AC3E}">
        <p14:creationId xmlns:p14="http://schemas.microsoft.com/office/powerpoint/2010/main" val="677819443"/>
      </p:ext>
    </p:extLst>
  </p:cSld>
  <p:clrMapOvr>
    <a:masterClrMapping/>
  </p:clrMapOvr>
  <mc:AlternateContent xmlns:mc="http://schemas.openxmlformats.org/markup-compatibility/2006" xmlns:p14="http://schemas.microsoft.com/office/powerpoint/2010/main">
    <mc:Choice Requires="p14">
      <p:transition spd="slow" p14:dur="2000" advTm="409903"/>
    </mc:Choice>
    <mc:Fallback xmlns="">
      <p:transition spd="slow" advTm="40990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BA70F-DA17-474D-A644-A9852DBF888B}"/>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Characteristics of Pakistani Culture </a:t>
            </a:r>
          </a:p>
        </p:txBody>
      </p:sp>
      <p:sp>
        <p:nvSpPr>
          <p:cNvPr id="3" name="Content Placeholder 2">
            <a:extLst>
              <a:ext uri="{FF2B5EF4-FFF2-40B4-BE49-F238E27FC236}">
                <a16:creationId xmlns:a16="http://schemas.microsoft.com/office/drawing/2014/main" id="{0A3617D5-70BC-4BF7-B3A9-0234B648CBA2}"/>
              </a:ext>
            </a:extLst>
          </p:cNvPr>
          <p:cNvSpPr>
            <a:spLocks noGrp="1"/>
          </p:cNvSpPr>
          <p:nvPr>
            <p:ph idx="1"/>
          </p:nvPr>
        </p:nvSpPr>
        <p:spPr/>
        <p:txBody>
          <a:bodyPr>
            <a:normAutofit fontScale="92500" lnSpcReduction="10000"/>
          </a:bodyPr>
          <a:lstStyle/>
          <a:p>
            <a:pPr>
              <a:lnSpc>
                <a:spcPct val="150000"/>
              </a:lnSpc>
            </a:pPr>
            <a:r>
              <a:rPr lang="en-US" sz="2200" dirty="0">
                <a:latin typeface="Times New Roman" panose="02020603050405020304" pitchFamily="18" charset="0"/>
                <a:cs typeface="Times New Roman" panose="02020603050405020304" pitchFamily="18" charset="0"/>
              </a:rPr>
              <a:t>Pakistani culture is a mix up of Central Asian, Islamic and South Asian values. It is Mosaic of different cultures, but profoundly it consists of the following culture.</a:t>
            </a:r>
          </a:p>
          <a:p>
            <a:pPr marL="457200" indent="-457200">
              <a:lnSpc>
                <a:spcPct val="150000"/>
              </a:lnSpc>
              <a:buFont typeface="+mj-lt"/>
              <a:buAutoNum type="arabicParenR"/>
            </a:pPr>
            <a:r>
              <a:rPr lang="en-US" sz="2000" dirty="0">
                <a:latin typeface="Times New Roman" panose="02020603050405020304" pitchFamily="18" charset="0"/>
                <a:cs typeface="Times New Roman" panose="02020603050405020304" pitchFamily="18" charset="0"/>
              </a:rPr>
              <a:t>Punjabi Culture</a:t>
            </a:r>
          </a:p>
          <a:p>
            <a:pPr marL="457200" indent="-457200">
              <a:lnSpc>
                <a:spcPct val="150000"/>
              </a:lnSpc>
              <a:buFont typeface="+mj-lt"/>
              <a:buAutoNum type="arabicParenR"/>
            </a:pPr>
            <a:r>
              <a:rPr lang="en-US" sz="2000" dirty="0">
                <a:latin typeface="Times New Roman" panose="02020603050405020304" pitchFamily="18" charset="0"/>
                <a:cs typeface="Times New Roman" panose="02020603050405020304" pitchFamily="18" charset="0"/>
              </a:rPr>
              <a:t>Pashtun Culture</a:t>
            </a:r>
          </a:p>
          <a:p>
            <a:pPr marL="457200" indent="-457200">
              <a:lnSpc>
                <a:spcPct val="150000"/>
              </a:lnSpc>
              <a:buFont typeface="+mj-lt"/>
              <a:buAutoNum type="arabicParenR"/>
            </a:pPr>
            <a:r>
              <a:rPr lang="en-US" sz="2000" dirty="0">
                <a:latin typeface="Times New Roman" panose="02020603050405020304" pitchFamily="18" charset="0"/>
                <a:cs typeface="Times New Roman" panose="02020603050405020304" pitchFamily="18" charset="0"/>
              </a:rPr>
              <a:t>Sindhi Culture </a:t>
            </a:r>
          </a:p>
          <a:p>
            <a:pPr marL="457200" indent="-457200">
              <a:lnSpc>
                <a:spcPct val="150000"/>
              </a:lnSpc>
              <a:buFont typeface="+mj-lt"/>
              <a:buAutoNum type="arabicParenR"/>
            </a:pPr>
            <a:r>
              <a:rPr lang="en-US" sz="2000" dirty="0">
                <a:latin typeface="Times New Roman" panose="02020603050405020304" pitchFamily="18" charset="0"/>
                <a:cs typeface="Times New Roman" panose="02020603050405020304" pitchFamily="18" charset="0"/>
              </a:rPr>
              <a:t>Balochi Culture </a:t>
            </a:r>
          </a:p>
          <a:p>
            <a:pPr marL="457200" indent="-457200">
              <a:lnSpc>
                <a:spcPct val="150000"/>
              </a:lnSpc>
              <a:buFont typeface="+mj-lt"/>
              <a:buAutoNum type="arabicParenR"/>
            </a:pPr>
            <a:r>
              <a:rPr lang="en-US" sz="2000" dirty="0">
                <a:latin typeface="Times New Roman" panose="02020603050405020304" pitchFamily="18" charset="0"/>
                <a:cs typeface="Times New Roman" panose="02020603050405020304" pitchFamily="18" charset="0"/>
              </a:rPr>
              <a:t>Gilgiti Culture</a:t>
            </a:r>
          </a:p>
          <a:p>
            <a:pPr marL="457200" indent="-457200">
              <a:lnSpc>
                <a:spcPct val="150000"/>
              </a:lnSpc>
              <a:buFont typeface="+mj-lt"/>
              <a:buAutoNum type="arabicParenR"/>
            </a:pPr>
            <a:r>
              <a:rPr lang="en-US" sz="2000" dirty="0">
                <a:latin typeface="Times New Roman" panose="02020603050405020304" pitchFamily="18" charset="0"/>
                <a:cs typeface="Times New Roman" panose="02020603050405020304" pitchFamily="18" charset="0"/>
              </a:rPr>
              <a:t>Kashmiri Culture</a:t>
            </a:r>
          </a:p>
          <a:p>
            <a:pPr marL="457200" indent="-457200">
              <a:buFont typeface="+mj-lt"/>
              <a:buAutoNum type="arabicParenR"/>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8813155"/>
      </p:ext>
    </p:extLst>
  </p:cSld>
  <p:clrMapOvr>
    <a:masterClrMapping/>
  </p:clrMapOvr>
  <mc:AlternateContent xmlns:mc="http://schemas.openxmlformats.org/markup-compatibility/2006" xmlns:p14="http://schemas.microsoft.com/office/powerpoint/2010/main">
    <mc:Choice Requires="p14">
      <p:transition spd="slow" p14:dur="2000" advTm="630591"/>
    </mc:Choice>
    <mc:Fallback xmlns="">
      <p:transition spd="slow" advTm="63059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712A5-79D8-4A03-9C58-680A0879A024}"/>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Society of Pakistan </a:t>
            </a:r>
          </a:p>
        </p:txBody>
      </p:sp>
      <p:sp>
        <p:nvSpPr>
          <p:cNvPr id="3" name="Content Placeholder 2">
            <a:extLst>
              <a:ext uri="{FF2B5EF4-FFF2-40B4-BE49-F238E27FC236}">
                <a16:creationId xmlns:a16="http://schemas.microsoft.com/office/drawing/2014/main" id="{749CAF16-1B52-4298-B8B9-1767F9439A49}"/>
              </a:ext>
            </a:extLst>
          </p:cNvPr>
          <p:cNvSpPr>
            <a:spLocks noGrp="1"/>
          </p:cNvSpPr>
          <p:nvPr>
            <p:ph idx="1"/>
          </p:nvPr>
        </p:nvSpPr>
        <p:spPr/>
        <p:txBody>
          <a:bodyPr>
            <a:normAutofit fontScale="92500" lnSpcReduction="20000"/>
          </a:bodyPr>
          <a:lstStyle/>
          <a:p>
            <a:r>
              <a:rPr lang="en-US" sz="2400" b="1" dirty="0">
                <a:latin typeface="Times New Roman" panose="02020603050405020304" pitchFamily="18" charset="0"/>
                <a:cs typeface="Times New Roman" panose="02020603050405020304" pitchFamily="18" charset="0"/>
              </a:rPr>
              <a:t>Definition: </a:t>
            </a:r>
            <a:r>
              <a:rPr lang="en-US" sz="2200" dirty="0">
                <a:latin typeface="Times New Roman" panose="02020603050405020304" pitchFamily="18" charset="0"/>
                <a:cs typeface="Times New Roman" panose="02020603050405020304" pitchFamily="18" charset="0"/>
              </a:rPr>
              <a:t>“The aggregate of people living together in a more or less ordered community, with common territory, interaction, and culture”.</a:t>
            </a:r>
            <a:endParaRPr lang="en-US" sz="24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Main Components of that form society: </a:t>
            </a:r>
          </a:p>
          <a:p>
            <a:pPr marL="457200" indent="-457200">
              <a:buFont typeface="+mj-lt"/>
              <a:buAutoNum type="arabicParenR"/>
            </a:pPr>
            <a:r>
              <a:rPr lang="en-US" sz="2000" dirty="0">
                <a:latin typeface="Times New Roman" panose="02020603050405020304" pitchFamily="18" charset="0"/>
                <a:cs typeface="Times New Roman" panose="02020603050405020304" pitchFamily="18" charset="0"/>
              </a:rPr>
              <a:t>Shared set of norms, values, beliefs and attitudes.</a:t>
            </a:r>
          </a:p>
          <a:p>
            <a:pPr marL="457200" indent="-457200">
              <a:buFont typeface="+mj-lt"/>
              <a:buAutoNum type="arabicParenR"/>
            </a:pPr>
            <a:r>
              <a:rPr lang="en-US" sz="2000" dirty="0">
                <a:latin typeface="Times New Roman" panose="02020603050405020304" pitchFamily="18" charset="0"/>
                <a:cs typeface="Times New Roman" panose="02020603050405020304" pitchFamily="18" charset="0"/>
              </a:rPr>
              <a:t>Created and used artifacts</a:t>
            </a:r>
          </a:p>
          <a:p>
            <a:pPr marL="457200" indent="-457200">
              <a:buFont typeface="+mj-lt"/>
              <a:buAutoNum type="arabicParenR"/>
            </a:pPr>
            <a:r>
              <a:rPr lang="en-US" sz="2000" dirty="0">
                <a:latin typeface="Times New Roman" panose="02020603050405020304" pitchFamily="18" charset="0"/>
                <a:cs typeface="Times New Roman" panose="02020603050405020304" pitchFamily="18" charset="0"/>
              </a:rPr>
              <a:t>People as constituting members of Society.</a:t>
            </a:r>
          </a:p>
          <a:p>
            <a:pPr marL="0" indent="0">
              <a:buNone/>
            </a:pPr>
            <a:r>
              <a:rPr lang="en-US" sz="2000" b="1" dirty="0">
                <a:latin typeface="Times New Roman" panose="02020603050405020304" pitchFamily="18" charset="0"/>
                <a:cs typeface="Times New Roman" panose="02020603050405020304" pitchFamily="18" charset="0"/>
              </a:rPr>
              <a:t>Social Structure of Pakistan:</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 social class is a homogenous group of people in a society formed on the combination of following elements.</a:t>
            </a:r>
          </a:p>
          <a:p>
            <a:pPr marL="457200" indent="-457200">
              <a:buFont typeface="+mj-lt"/>
              <a:buAutoNum type="arabicParenR"/>
            </a:pPr>
            <a:r>
              <a:rPr lang="en-US" sz="2000" dirty="0">
                <a:latin typeface="Times New Roman" panose="02020603050405020304" pitchFamily="18" charset="0"/>
                <a:cs typeface="Times New Roman" panose="02020603050405020304" pitchFamily="18" charset="0"/>
              </a:rPr>
              <a:t>Education</a:t>
            </a:r>
          </a:p>
          <a:p>
            <a:pPr marL="457200" indent="-457200">
              <a:buFont typeface="+mj-lt"/>
              <a:buAutoNum type="arabicParenR"/>
            </a:pPr>
            <a:r>
              <a:rPr lang="en-US" sz="2000" dirty="0">
                <a:latin typeface="Times New Roman" panose="02020603050405020304" pitchFamily="18" charset="0"/>
                <a:cs typeface="Times New Roman" panose="02020603050405020304" pitchFamily="18" charset="0"/>
              </a:rPr>
              <a:t>Occupation</a:t>
            </a:r>
          </a:p>
          <a:p>
            <a:pPr marL="457200" indent="-457200">
              <a:buFont typeface="+mj-lt"/>
              <a:buAutoNum type="arabicParenR"/>
            </a:pPr>
            <a:r>
              <a:rPr lang="en-US" sz="2000" dirty="0">
                <a:latin typeface="Times New Roman" panose="02020603050405020304" pitchFamily="18" charset="0"/>
                <a:cs typeface="Times New Roman" panose="02020603050405020304" pitchFamily="18" charset="0"/>
              </a:rPr>
              <a:t>Income</a:t>
            </a:r>
          </a:p>
          <a:p>
            <a:pPr marL="457200" indent="-457200">
              <a:buFont typeface="+mj-lt"/>
              <a:buAutoNum type="arabicParenR"/>
            </a:pPr>
            <a:r>
              <a:rPr lang="en-US" sz="2000" dirty="0">
                <a:latin typeface="Times New Roman" panose="02020603050405020304" pitchFamily="18" charset="0"/>
                <a:cs typeface="Times New Roman" panose="02020603050405020304" pitchFamily="18" charset="0"/>
              </a:rPr>
              <a:t>Place of residence </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9248950"/>
      </p:ext>
    </p:extLst>
  </p:cSld>
  <p:clrMapOvr>
    <a:masterClrMapping/>
  </p:clrMapOvr>
  <mc:AlternateContent xmlns:mc="http://schemas.openxmlformats.org/markup-compatibility/2006" xmlns:p14="http://schemas.microsoft.com/office/powerpoint/2010/main">
    <mc:Choice Requires="p14">
      <p:transition spd="slow" p14:dur="2000" advTm="204793"/>
    </mc:Choice>
    <mc:Fallback xmlns="">
      <p:transition spd="slow" advTm="20479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712A5-79D8-4A03-9C58-680A0879A024}"/>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Society of Pakistan </a:t>
            </a:r>
          </a:p>
        </p:txBody>
      </p:sp>
      <p:sp>
        <p:nvSpPr>
          <p:cNvPr id="3" name="Content Placeholder 2">
            <a:extLst>
              <a:ext uri="{FF2B5EF4-FFF2-40B4-BE49-F238E27FC236}">
                <a16:creationId xmlns:a16="http://schemas.microsoft.com/office/drawing/2014/main" id="{749CAF16-1B52-4298-B8B9-1767F9439A49}"/>
              </a:ext>
            </a:extLst>
          </p:cNvPr>
          <p:cNvSpPr>
            <a:spLocks noGrp="1"/>
          </p:cNvSpPr>
          <p:nvPr>
            <p:ph idx="1"/>
          </p:nvPr>
        </p:nvSpPr>
        <p:spPr/>
        <p:txBody>
          <a:bodyPr>
            <a:normAutofit lnSpcReduction="10000"/>
          </a:bodyPr>
          <a:lstStyle/>
          <a:p>
            <a:pPr marL="0" indent="0" algn="just">
              <a:buNone/>
            </a:pPr>
            <a:r>
              <a:rPr lang="en-US" sz="2000" b="1" dirty="0">
                <a:latin typeface="Times New Roman" panose="02020603050405020304" pitchFamily="18" charset="0"/>
                <a:cs typeface="Times New Roman" panose="02020603050405020304" pitchFamily="18" charset="0"/>
              </a:rPr>
              <a:t>Social Structure of Pakistan:</a:t>
            </a:r>
            <a:endParaRPr lang="en-US" sz="20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On the basis of previous slide ingredients for the formation of a class and on similar interests in life the social classes of Pakistan are as follow.</a:t>
            </a:r>
          </a:p>
          <a:p>
            <a:pPr marL="457200" indent="-457200" algn="just">
              <a:buFont typeface="+mj-lt"/>
              <a:buAutoNum type="arabicParenR"/>
            </a:pPr>
            <a:r>
              <a:rPr lang="en-US" sz="2000" b="1" dirty="0">
                <a:latin typeface="Times New Roman" panose="02020603050405020304" pitchFamily="18" charset="0"/>
                <a:cs typeface="Times New Roman" panose="02020603050405020304" pitchFamily="18" charset="0"/>
              </a:rPr>
              <a:t>Upper Class  </a:t>
            </a:r>
            <a:r>
              <a:rPr lang="en-US" sz="2000" dirty="0">
                <a:latin typeface="Times New Roman" panose="02020603050405020304" pitchFamily="18" charset="0"/>
                <a:cs typeface="Times New Roman" panose="02020603050405020304" pitchFamily="18" charset="0"/>
              </a:rPr>
              <a:t>(lest than 2% of population of total population of Pakistan with more than a million or more income per month)</a:t>
            </a:r>
          </a:p>
          <a:p>
            <a:pPr marL="514350" indent="-514350" algn="just">
              <a:buFont typeface="+mj-lt"/>
              <a:buAutoNum type="romanLcPeriod"/>
            </a:pPr>
            <a:r>
              <a:rPr lang="en-US" sz="1800" dirty="0">
                <a:latin typeface="Times New Roman" panose="02020603050405020304" pitchFamily="18" charset="0"/>
                <a:cs typeface="Times New Roman" panose="02020603050405020304" pitchFamily="18" charset="0"/>
              </a:rPr>
              <a:t>Higher incomes</a:t>
            </a:r>
          </a:p>
          <a:p>
            <a:pPr marL="514350" indent="-514350" algn="just">
              <a:buFont typeface="+mj-lt"/>
              <a:buAutoNum type="romanLcPeriod"/>
            </a:pPr>
            <a:r>
              <a:rPr lang="en-US" sz="1800" dirty="0">
                <a:latin typeface="Times New Roman" panose="02020603050405020304" pitchFamily="18" charset="0"/>
                <a:cs typeface="Times New Roman" panose="02020603050405020304" pitchFamily="18" charset="0"/>
              </a:rPr>
              <a:t>Highest pays and businesses</a:t>
            </a:r>
          </a:p>
          <a:p>
            <a:pPr marL="514350" indent="-514350" algn="just">
              <a:buFont typeface="+mj-lt"/>
              <a:buAutoNum type="romanLcPeriod"/>
            </a:pPr>
            <a:r>
              <a:rPr lang="en-US" sz="1800" dirty="0">
                <a:latin typeface="Times New Roman" panose="02020603050405020304" pitchFamily="18" charset="0"/>
                <a:cs typeface="Times New Roman" panose="02020603050405020304" pitchFamily="18" charset="0"/>
              </a:rPr>
              <a:t>Around 3-4 million people controlling 60-70% of state economy and resources </a:t>
            </a:r>
          </a:p>
          <a:p>
            <a:pPr marL="457200" indent="-457200" algn="just">
              <a:buFont typeface="+mj-lt"/>
              <a:buAutoNum type="arabicParenR"/>
            </a:pPr>
            <a:r>
              <a:rPr lang="en-US" sz="2000" b="1" dirty="0">
                <a:latin typeface="Times New Roman" panose="02020603050405020304" pitchFamily="18" charset="0"/>
                <a:cs typeface="Times New Roman" panose="02020603050405020304" pitchFamily="18" charset="0"/>
              </a:rPr>
              <a:t>Middle Class </a:t>
            </a:r>
            <a:r>
              <a:rPr lang="en-US" sz="2000" dirty="0">
                <a:latin typeface="Times New Roman" panose="02020603050405020304" pitchFamily="18" charset="0"/>
                <a:cs typeface="Times New Roman" panose="02020603050405020304" pitchFamily="18" charset="0"/>
              </a:rPr>
              <a:t>(50-60% of population and with up to 1- 5 lac monthly income)</a:t>
            </a:r>
          </a:p>
          <a:p>
            <a:pPr marL="514350" indent="-514350" algn="just">
              <a:buFont typeface="+mj-lt"/>
              <a:buAutoNum type="romanLcPeriod"/>
            </a:pPr>
            <a:r>
              <a:rPr lang="en-US" sz="1800" dirty="0">
                <a:latin typeface="Times New Roman" panose="02020603050405020304" pitchFamily="18" charset="0"/>
                <a:cs typeface="Times New Roman" panose="02020603050405020304" pitchFamily="18" charset="0"/>
              </a:rPr>
              <a:t>Their income and pays are mid range with small and mid range businesses and is almost 50-60% of the total population of the state.</a:t>
            </a:r>
          </a:p>
          <a:p>
            <a:pPr marL="457200" indent="-457200" algn="just">
              <a:buFont typeface="+mj-lt"/>
              <a:buAutoNum type="arabicParenR"/>
            </a:pPr>
            <a:r>
              <a:rPr lang="en-US" sz="2000" b="1" dirty="0">
                <a:latin typeface="Times New Roman" panose="02020603050405020304" pitchFamily="18" charset="0"/>
                <a:cs typeface="Times New Roman" panose="02020603050405020304" pitchFamily="18" charset="0"/>
              </a:rPr>
              <a:t>Lower Class  </a:t>
            </a:r>
            <a:r>
              <a:rPr lang="en-US" sz="2000" dirty="0">
                <a:latin typeface="Times New Roman" panose="02020603050405020304" pitchFamily="18" charset="0"/>
                <a:cs typeface="Times New Roman" panose="02020603050405020304" pitchFamily="18" charset="0"/>
              </a:rPr>
              <a:t>(35-38% of population and with almost 15-20 thousands of monthly income)</a:t>
            </a:r>
          </a:p>
          <a:p>
            <a:pPr marL="514350" indent="-514350" algn="just">
              <a:buFont typeface="+mj-lt"/>
              <a:buAutoNum type="romanLcPeriod"/>
            </a:pPr>
            <a:r>
              <a:rPr lang="en-US" sz="1800" dirty="0">
                <a:latin typeface="Times New Roman" panose="02020603050405020304" pitchFamily="18" charset="0"/>
                <a:cs typeface="Times New Roman" panose="02020603050405020304" pitchFamily="18" charset="0"/>
              </a:rPr>
              <a:t>Their education level is low, which let them occupy most lower income jobs with or with out own houses.</a:t>
            </a:r>
          </a:p>
        </p:txBody>
      </p:sp>
    </p:spTree>
    <p:extLst>
      <p:ext uri="{BB962C8B-B14F-4D97-AF65-F5344CB8AC3E}">
        <p14:creationId xmlns:p14="http://schemas.microsoft.com/office/powerpoint/2010/main" val="2008632924"/>
      </p:ext>
    </p:extLst>
  </p:cSld>
  <p:clrMapOvr>
    <a:masterClrMapping/>
  </p:clrMapOvr>
  <mc:AlternateContent xmlns:mc="http://schemas.openxmlformats.org/markup-compatibility/2006" xmlns:p14="http://schemas.microsoft.com/office/powerpoint/2010/main">
    <mc:Choice Requires="p14">
      <p:transition spd="slow" p14:dur="2000" advTm="385721"/>
    </mc:Choice>
    <mc:Fallback xmlns="">
      <p:transition spd="slow" advTm="38572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1AA1F-3F6F-4EB5-9642-66653E14747C}"/>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Linguistic Division of Population of Pakistan</a:t>
            </a:r>
          </a:p>
        </p:txBody>
      </p:sp>
      <p:graphicFrame>
        <p:nvGraphicFramePr>
          <p:cNvPr id="4" name="Table 4">
            <a:extLst>
              <a:ext uri="{FF2B5EF4-FFF2-40B4-BE49-F238E27FC236}">
                <a16:creationId xmlns:a16="http://schemas.microsoft.com/office/drawing/2014/main" id="{33843568-965D-4C1B-B3E2-322FFDB2AACB}"/>
              </a:ext>
            </a:extLst>
          </p:cNvPr>
          <p:cNvGraphicFramePr>
            <a:graphicFrameLocks noGrp="1"/>
          </p:cNvGraphicFramePr>
          <p:nvPr>
            <p:ph idx="1"/>
            <p:extLst>
              <p:ext uri="{D42A27DB-BD31-4B8C-83A1-F6EECF244321}">
                <p14:modId xmlns:p14="http://schemas.microsoft.com/office/powerpoint/2010/main" val="303165796"/>
              </p:ext>
            </p:extLst>
          </p:nvPr>
        </p:nvGraphicFramePr>
        <p:xfrm>
          <a:off x="838200" y="1825624"/>
          <a:ext cx="10515596" cy="424524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1063182746"/>
                    </a:ext>
                  </a:extLst>
                </a:gridCol>
                <a:gridCol w="1502228">
                  <a:extLst>
                    <a:ext uri="{9D8B030D-6E8A-4147-A177-3AD203B41FA5}">
                      <a16:colId xmlns:a16="http://schemas.microsoft.com/office/drawing/2014/main" val="4238302489"/>
                    </a:ext>
                  </a:extLst>
                </a:gridCol>
                <a:gridCol w="1502228">
                  <a:extLst>
                    <a:ext uri="{9D8B030D-6E8A-4147-A177-3AD203B41FA5}">
                      <a16:colId xmlns:a16="http://schemas.microsoft.com/office/drawing/2014/main" val="4074929616"/>
                    </a:ext>
                  </a:extLst>
                </a:gridCol>
                <a:gridCol w="1502228">
                  <a:extLst>
                    <a:ext uri="{9D8B030D-6E8A-4147-A177-3AD203B41FA5}">
                      <a16:colId xmlns:a16="http://schemas.microsoft.com/office/drawing/2014/main" val="1082165303"/>
                    </a:ext>
                  </a:extLst>
                </a:gridCol>
                <a:gridCol w="1502228">
                  <a:extLst>
                    <a:ext uri="{9D8B030D-6E8A-4147-A177-3AD203B41FA5}">
                      <a16:colId xmlns:a16="http://schemas.microsoft.com/office/drawing/2014/main" val="3689457549"/>
                    </a:ext>
                  </a:extLst>
                </a:gridCol>
                <a:gridCol w="1502228">
                  <a:extLst>
                    <a:ext uri="{9D8B030D-6E8A-4147-A177-3AD203B41FA5}">
                      <a16:colId xmlns:a16="http://schemas.microsoft.com/office/drawing/2014/main" val="1942836279"/>
                    </a:ext>
                  </a:extLst>
                </a:gridCol>
                <a:gridCol w="1502228">
                  <a:extLst>
                    <a:ext uri="{9D8B030D-6E8A-4147-A177-3AD203B41FA5}">
                      <a16:colId xmlns:a16="http://schemas.microsoft.com/office/drawing/2014/main" val="2433216728"/>
                    </a:ext>
                  </a:extLst>
                </a:gridCol>
              </a:tblGrid>
              <a:tr h="530655">
                <a:tc gridSpan="7">
                  <a:txBody>
                    <a:bodyPr/>
                    <a:lstStyle/>
                    <a:p>
                      <a:pPr algn="ctr"/>
                      <a:r>
                        <a:rPr lang="en-US" sz="2000" dirty="0">
                          <a:latin typeface="Times New Roman" panose="02020603050405020304" pitchFamily="18" charset="0"/>
                          <a:cs typeface="Times New Roman" panose="02020603050405020304" pitchFamily="18" charset="0"/>
                        </a:rPr>
                        <a:t>Census history of major languages</a:t>
                      </a:r>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75240805"/>
                  </a:ext>
                </a:extLst>
              </a:tr>
              <a:tr h="530655">
                <a:tc>
                  <a:txBody>
                    <a:bodyPr/>
                    <a:lstStyle/>
                    <a:p>
                      <a:pPr algn="ctr"/>
                      <a:r>
                        <a:rPr lang="en-US">
                          <a:effectLst/>
                          <a:latin typeface="Times New Roman" panose="02020603050405020304" pitchFamily="18" charset="0"/>
                          <a:cs typeface="Times New Roman" panose="02020603050405020304" pitchFamily="18" charset="0"/>
                        </a:rPr>
                        <a:t>Rank</a:t>
                      </a:r>
                    </a:p>
                  </a:txBody>
                  <a:tcPr marR="160020" anchor="ctr"/>
                </a:tc>
                <a:tc>
                  <a:txBody>
                    <a:bodyPr/>
                    <a:lstStyle/>
                    <a:p>
                      <a:pPr algn="ctr"/>
                      <a:r>
                        <a:rPr lang="en-US">
                          <a:effectLst/>
                          <a:latin typeface="Times New Roman" panose="02020603050405020304" pitchFamily="18" charset="0"/>
                          <a:cs typeface="Times New Roman" panose="02020603050405020304" pitchFamily="18" charset="0"/>
                        </a:rPr>
                        <a:t>Language</a:t>
                      </a:r>
                    </a:p>
                  </a:txBody>
                  <a:tcPr marR="160020" anchor="ctr"/>
                </a:tc>
                <a:tc>
                  <a:txBody>
                    <a:bodyPr/>
                    <a:lstStyle/>
                    <a:p>
                      <a:pPr algn="ctr"/>
                      <a:r>
                        <a:rPr lang="en-US">
                          <a:effectLst/>
                          <a:latin typeface="Times New Roman" panose="02020603050405020304" pitchFamily="18" charset="0"/>
                          <a:cs typeface="Times New Roman" panose="02020603050405020304" pitchFamily="18" charset="0"/>
                        </a:rPr>
                        <a:t>2017 census</a:t>
                      </a:r>
                    </a:p>
                  </a:txBody>
                  <a:tcPr marR="160020" anchor="ctr"/>
                </a:tc>
                <a:tc>
                  <a:txBody>
                    <a:bodyPr/>
                    <a:lstStyle/>
                    <a:p>
                      <a:pPr algn="ctr"/>
                      <a:r>
                        <a:rPr lang="en-US">
                          <a:effectLst/>
                          <a:latin typeface="Times New Roman" panose="02020603050405020304" pitchFamily="18" charset="0"/>
                          <a:cs typeface="Times New Roman" panose="02020603050405020304" pitchFamily="18" charset="0"/>
                        </a:rPr>
                        <a:t>1998 census</a:t>
                      </a:r>
                    </a:p>
                  </a:txBody>
                  <a:tcPr marR="160020" anchor="ctr"/>
                </a:tc>
                <a:tc>
                  <a:txBody>
                    <a:bodyPr/>
                    <a:lstStyle/>
                    <a:p>
                      <a:pPr algn="ctr"/>
                      <a:r>
                        <a:rPr lang="en-US">
                          <a:effectLst/>
                          <a:latin typeface="Times New Roman" panose="02020603050405020304" pitchFamily="18" charset="0"/>
                          <a:cs typeface="Times New Roman" panose="02020603050405020304" pitchFamily="18" charset="0"/>
                        </a:rPr>
                        <a:t>1981 census</a:t>
                      </a:r>
                    </a:p>
                  </a:txBody>
                  <a:tcPr marR="160020" anchor="ctr"/>
                </a:tc>
                <a:tc>
                  <a:txBody>
                    <a:bodyPr/>
                    <a:lstStyle/>
                    <a:p>
                      <a:pPr algn="ctr"/>
                      <a:r>
                        <a:rPr lang="en-US">
                          <a:effectLst/>
                          <a:latin typeface="Times New Roman" panose="02020603050405020304" pitchFamily="18" charset="0"/>
                          <a:cs typeface="Times New Roman" panose="02020603050405020304" pitchFamily="18" charset="0"/>
                        </a:rPr>
                        <a:t>1961 census</a:t>
                      </a:r>
                    </a:p>
                  </a:txBody>
                  <a:tcPr marR="160020" anchor="ctr"/>
                </a:tc>
                <a:tc>
                  <a:txBody>
                    <a:bodyPr/>
                    <a:lstStyle/>
                    <a:p>
                      <a:pPr algn="ctr"/>
                      <a:r>
                        <a:rPr lang="en-US">
                          <a:effectLst/>
                          <a:latin typeface="Times New Roman" panose="02020603050405020304" pitchFamily="18" charset="0"/>
                          <a:cs typeface="Times New Roman" panose="02020603050405020304" pitchFamily="18" charset="0"/>
                        </a:rPr>
                        <a:t>1951 census</a:t>
                      </a:r>
                    </a:p>
                  </a:txBody>
                  <a:tcPr marR="160020" anchor="ctr"/>
                </a:tc>
                <a:extLst>
                  <a:ext uri="{0D108BD9-81ED-4DB2-BD59-A6C34878D82A}">
                    <a16:rowId xmlns:a16="http://schemas.microsoft.com/office/drawing/2014/main" val="1001372993"/>
                  </a:ext>
                </a:extLst>
              </a:tr>
              <a:tr h="530655">
                <a:tc>
                  <a:txBody>
                    <a:bodyPr/>
                    <a:lstStyle/>
                    <a:p>
                      <a:r>
                        <a:rPr lang="en-US">
                          <a:effectLst/>
                          <a:latin typeface="Times New Roman" panose="02020603050405020304" pitchFamily="18" charset="0"/>
                          <a:cs typeface="Times New Roman" panose="02020603050405020304" pitchFamily="18" charset="0"/>
                        </a:rPr>
                        <a:t>1</a:t>
                      </a:r>
                    </a:p>
                  </a:txBody>
                  <a:tcPr anchor="ctr"/>
                </a:tc>
                <a:tc>
                  <a:txBody>
                    <a:bodyPr/>
                    <a:lstStyle/>
                    <a:p>
                      <a:r>
                        <a:rPr lang="en-US" u="none" strike="noStrike" dirty="0">
                          <a:solidFill>
                            <a:srgbClr val="0B0080"/>
                          </a:solidFill>
                          <a:effectLst/>
                          <a:latin typeface="Times New Roman" panose="02020603050405020304" pitchFamily="18" charset="0"/>
                          <a:cs typeface="Times New Roman" panose="02020603050405020304" pitchFamily="18" charset="0"/>
                          <a:hlinkClick r:id="rId2" tooltip="Punjabi language"/>
                        </a:rPr>
                        <a:t>Punjabi</a:t>
                      </a:r>
                      <a:endParaRPr lang="en-US" u="none" dirty="0">
                        <a:effectLst/>
                        <a:latin typeface="Times New Roman" panose="02020603050405020304" pitchFamily="18" charset="0"/>
                        <a:cs typeface="Times New Roman" panose="02020603050405020304" pitchFamily="18" charset="0"/>
                      </a:endParaRPr>
                    </a:p>
                  </a:txBody>
                  <a:tcPr anchor="ctr"/>
                </a:tc>
                <a:tc>
                  <a:txBody>
                    <a:bodyPr/>
                    <a:lstStyle/>
                    <a:p>
                      <a:r>
                        <a:rPr lang="en-US" dirty="0">
                          <a:effectLst/>
                          <a:latin typeface="Times New Roman" panose="02020603050405020304" pitchFamily="18" charset="0"/>
                          <a:cs typeface="Times New Roman" panose="02020603050405020304" pitchFamily="18" charset="0"/>
                        </a:rPr>
                        <a:t>44.2%</a:t>
                      </a:r>
                    </a:p>
                  </a:txBody>
                  <a:tcPr anchor="ctr"/>
                </a:tc>
                <a:tc>
                  <a:txBody>
                    <a:bodyPr/>
                    <a:lstStyle/>
                    <a:p>
                      <a:r>
                        <a:rPr lang="en-US">
                          <a:effectLst/>
                          <a:latin typeface="Times New Roman" panose="02020603050405020304" pitchFamily="18" charset="0"/>
                          <a:cs typeface="Times New Roman" panose="02020603050405020304" pitchFamily="18" charset="0"/>
                        </a:rPr>
                        <a:t>44.15%</a:t>
                      </a:r>
                    </a:p>
                  </a:txBody>
                  <a:tcPr anchor="ctr"/>
                </a:tc>
                <a:tc>
                  <a:txBody>
                    <a:bodyPr/>
                    <a:lstStyle/>
                    <a:p>
                      <a:r>
                        <a:rPr lang="en-US">
                          <a:effectLst/>
                          <a:latin typeface="Times New Roman" panose="02020603050405020304" pitchFamily="18" charset="0"/>
                          <a:cs typeface="Times New Roman" panose="02020603050405020304" pitchFamily="18" charset="0"/>
                        </a:rPr>
                        <a:t>48.17%</a:t>
                      </a:r>
                    </a:p>
                  </a:txBody>
                  <a:tcPr anchor="ctr"/>
                </a:tc>
                <a:tc>
                  <a:txBody>
                    <a:bodyPr/>
                    <a:lstStyle/>
                    <a:p>
                      <a:r>
                        <a:rPr lang="en-US">
                          <a:effectLst/>
                          <a:latin typeface="Times New Roman" panose="02020603050405020304" pitchFamily="18" charset="0"/>
                          <a:cs typeface="Times New Roman" panose="02020603050405020304" pitchFamily="18" charset="0"/>
                        </a:rPr>
                        <a:t>56.39%</a:t>
                      </a:r>
                    </a:p>
                  </a:txBody>
                  <a:tcPr anchor="ctr"/>
                </a:tc>
                <a:tc>
                  <a:txBody>
                    <a:bodyPr/>
                    <a:lstStyle/>
                    <a:p>
                      <a:r>
                        <a:rPr lang="en-US">
                          <a:effectLst/>
                          <a:latin typeface="Times New Roman" panose="02020603050405020304" pitchFamily="18" charset="0"/>
                          <a:cs typeface="Times New Roman" panose="02020603050405020304" pitchFamily="18" charset="0"/>
                        </a:rPr>
                        <a:t>57.08%</a:t>
                      </a:r>
                    </a:p>
                  </a:txBody>
                  <a:tcPr anchor="ctr"/>
                </a:tc>
                <a:extLst>
                  <a:ext uri="{0D108BD9-81ED-4DB2-BD59-A6C34878D82A}">
                    <a16:rowId xmlns:a16="http://schemas.microsoft.com/office/drawing/2014/main" val="66829466"/>
                  </a:ext>
                </a:extLst>
              </a:tr>
              <a:tr h="530655">
                <a:tc>
                  <a:txBody>
                    <a:bodyPr/>
                    <a:lstStyle/>
                    <a:p>
                      <a:r>
                        <a:rPr lang="en-US">
                          <a:effectLst/>
                          <a:latin typeface="Times New Roman" panose="02020603050405020304" pitchFamily="18" charset="0"/>
                          <a:cs typeface="Times New Roman" panose="02020603050405020304" pitchFamily="18" charset="0"/>
                        </a:rPr>
                        <a:t>2</a:t>
                      </a:r>
                    </a:p>
                  </a:txBody>
                  <a:tcPr anchor="ctr"/>
                </a:tc>
                <a:tc>
                  <a:txBody>
                    <a:bodyPr/>
                    <a:lstStyle/>
                    <a:p>
                      <a:r>
                        <a:rPr lang="en-US" u="none" strike="noStrike">
                          <a:solidFill>
                            <a:srgbClr val="0B0080"/>
                          </a:solidFill>
                          <a:effectLst/>
                          <a:latin typeface="Times New Roman" panose="02020603050405020304" pitchFamily="18" charset="0"/>
                          <a:cs typeface="Times New Roman" panose="02020603050405020304" pitchFamily="18" charset="0"/>
                          <a:hlinkClick r:id="rId3" tooltip="Pashto language"/>
                        </a:rPr>
                        <a:t>Pashto</a:t>
                      </a:r>
                      <a:endParaRPr lang="en-US" u="none">
                        <a:effectLst/>
                        <a:latin typeface="Times New Roman" panose="02020603050405020304" pitchFamily="18" charset="0"/>
                        <a:cs typeface="Times New Roman" panose="02020603050405020304" pitchFamily="18" charset="0"/>
                      </a:endParaRPr>
                    </a:p>
                  </a:txBody>
                  <a:tcPr anchor="ctr"/>
                </a:tc>
                <a:tc>
                  <a:txBody>
                    <a:bodyPr/>
                    <a:lstStyle/>
                    <a:p>
                      <a:r>
                        <a:rPr lang="en-US">
                          <a:effectLst/>
                          <a:latin typeface="Times New Roman" panose="02020603050405020304" pitchFamily="18" charset="0"/>
                          <a:cs typeface="Times New Roman" panose="02020603050405020304" pitchFamily="18" charset="0"/>
                        </a:rPr>
                        <a:t>15.4%</a:t>
                      </a:r>
                    </a:p>
                  </a:txBody>
                  <a:tcPr anchor="ctr"/>
                </a:tc>
                <a:tc>
                  <a:txBody>
                    <a:bodyPr/>
                    <a:lstStyle/>
                    <a:p>
                      <a:r>
                        <a:rPr lang="en-US" dirty="0">
                          <a:effectLst/>
                          <a:latin typeface="Times New Roman" panose="02020603050405020304" pitchFamily="18" charset="0"/>
                          <a:cs typeface="Times New Roman" panose="02020603050405020304" pitchFamily="18" charset="0"/>
                        </a:rPr>
                        <a:t>14.42%</a:t>
                      </a:r>
                    </a:p>
                  </a:txBody>
                  <a:tcPr anchor="ctr"/>
                </a:tc>
                <a:tc>
                  <a:txBody>
                    <a:bodyPr/>
                    <a:lstStyle/>
                    <a:p>
                      <a:r>
                        <a:rPr lang="en-US">
                          <a:effectLst/>
                          <a:latin typeface="Times New Roman" panose="02020603050405020304" pitchFamily="18" charset="0"/>
                          <a:cs typeface="Times New Roman" panose="02020603050405020304" pitchFamily="18" charset="0"/>
                        </a:rPr>
                        <a:t>13.35%</a:t>
                      </a:r>
                    </a:p>
                  </a:txBody>
                  <a:tcPr anchor="ctr"/>
                </a:tc>
                <a:tc>
                  <a:txBody>
                    <a:bodyPr/>
                    <a:lstStyle/>
                    <a:p>
                      <a:r>
                        <a:rPr lang="en-US">
                          <a:effectLst/>
                          <a:latin typeface="Times New Roman" panose="02020603050405020304" pitchFamily="18" charset="0"/>
                          <a:cs typeface="Times New Roman" panose="02020603050405020304" pitchFamily="18" charset="0"/>
                        </a:rPr>
                        <a:t>8.47%</a:t>
                      </a:r>
                    </a:p>
                  </a:txBody>
                  <a:tcPr anchor="ctr"/>
                </a:tc>
                <a:tc>
                  <a:txBody>
                    <a:bodyPr/>
                    <a:lstStyle/>
                    <a:p>
                      <a:r>
                        <a:rPr lang="en-US">
                          <a:effectLst/>
                          <a:latin typeface="Times New Roman" panose="02020603050405020304" pitchFamily="18" charset="0"/>
                          <a:cs typeface="Times New Roman" panose="02020603050405020304" pitchFamily="18" charset="0"/>
                        </a:rPr>
                        <a:t>8.16%</a:t>
                      </a:r>
                    </a:p>
                  </a:txBody>
                  <a:tcPr anchor="ctr"/>
                </a:tc>
                <a:extLst>
                  <a:ext uri="{0D108BD9-81ED-4DB2-BD59-A6C34878D82A}">
                    <a16:rowId xmlns:a16="http://schemas.microsoft.com/office/drawing/2014/main" val="3405357269"/>
                  </a:ext>
                </a:extLst>
              </a:tr>
              <a:tr h="530655">
                <a:tc>
                  <a:txBody>
                    <a:bodyPr/>
                    <a:lstStyle/>
                    <a:p>
                      <a:r>
                        <a:rPr lang="en-US">
                          <a:effectLst/>
                          <a:latin typeface="Times New Roman" panose="02020603050405020304" pitchFamily="18" charset="0"/>
                          <a:cs typeface="Times New Roman" panose="02020603050405020304" pitchFamily="18" charset="0"/>
                        </a:rPr>
                        <a:t>3</a:t>
                      </a:r>
                    </a:p>
                  </a:txBody>
                  <a:tcPr anchor="ctr"/>
                </a:tc>
                <a:tc>
                  <a:txBody>
                    <a:bodyPr/>
                    <a:lstStyle/>
                    <a:p>
                      <a:r>
                        <a:rPr lang="en-US" u="none" strike="noStrike">
                          <a:solidFill>
                            <a:srgbClr val="0B0080"/>
                          </a:solidFill>
                          <a:effectLst/>
                          <a:latin typeface="Times New Roman" panose="02020603050405020304" pitchFamily="18" charset="0"/>
                          <a:cs typeface="Times New Roman" panose="02020603050405020304" pitchFamily="18" charset="0"/>
                          <a:hlinkClick r:id="rId4" tooltip="Sindhi language"/>
                        </a:rPr>
                        <a:t>Sindhi</a:t>
                      </a:r>
                      <a:endParaRPr lang="en-US" u="none">
                        <a:effectLst/>
                        <a:latin typeface="Times New Roman" panose="02020603050405020304" pitchFamily="18" charset="0"/>
                        <a:cs typeface="Times New Roman" panose="02020603050405020304" pitchFamily="18" charset="0"/>
                      </a:endParaRPr>
                    </a:p>
                  </a:txBody>
                  <a:tcPr anchor="ctr"/>
                </a:tc>
                <a:tc>
                  <a:txBody>
                    <a:bodyPr/>
                    <a:lstStyle/>
                    <a:p>
                      <a:r>
                        <a:rPr lang="en-US">
                          <a:effectLst/>
                          <a:latin typeface="Times New Roman" panose="02020603050405020304" pitchFamily="18" charset="0"/>
                          <a:cs typeface="Times New Roman" panose="02020603050405020304" pitchFamily="18" charset="0"/>
                        </a:rPr>
                        <a:t>14.1%</a:t>
                      </a:r>
                    </a:p>
                  </a:txBody>
                  <a:tcPr anchor="ctr"/>
                </a:tc>
                <a:tc>
                  <a:txBody>
                    <a:bodyPr/>
                    <a:lstStyle/>
                    <a:p>
                      <a:r>
                        <a:rPr lang="en-US">
                          <a:effectLst/>
                          <a:latin typeface="Times New Roman" panose="02020603050405020304" pitchFamily="18" charset="0"/>
                          <a:cs typeface="Times New Roman" panose="02020603050405020304" pitchFamily="18" charset="0"/>
                        </a:rPr>
                        <a:t>14.1%</a:t>
                      </a:r>
                    </a:p>
                  </a:txBody>
                  <a:tcPr anchor="ctr"/>
                </a:tc>
                <a:tc>
                  <a:txBody>
                    <a:bodyPr/>
                    <a:lstStyle/>
                    <a:p>
                      <a:r>
                        <a:rPr lang="en-US">
                          <a:effectLst/>
                          <a:latin typeface="Times New Roman" panose="02020603050405020304" pitchFamily="18" charset="0"/>
                          <a:cs typeface="Times New Roman" panose="02020603050405020304" pitchFamily="18" charset="0"/>
                        </a:rPr>
                        <a:t>12.7%</a:t>
                      </a:r>
                    </a:p>
                  </a:txBody>
                  <a:tcPr anchor="ctr"/>
                </a:tc>
                <a:tc>
                  <a:txBody>
                    <a:bodyPr/>
                    <a:lstStyle/>
                    <a:p>
                      <a:r>
                        <a:rPr lang="en-US">
                          <a:effectLst/>
                          <a:latin typeface="Times New Roman" panose="02020603050405020304" pitchFamily="18" charset="0"/>
                          <a:cs typeface="Times New Roman" panose="02020603050405020304" pitchFamily="18" charset="0"/>
                        </a:rPr>
                        <a:t>12.59%</a:t>
                      </a:r>
                    </a:p>
                  </a:txBody>
                  <a:tcPr anchor="ctr"/>
                </a:tc>
                <a:tc>
                  <a:txBody>
                    <a:bodyPr/>
                    <a:lstStyle/>
                    <a:p>
                      <a:r>
                        <a:rPr lang="en-US">
                          <a:effectLst/>
                          <a:latin typeface="Times New Roman" panose="02020603050405020304" pitchFamily="18" charset="0"/>
                          <a:cs typeface="Times New Roman" panose="02020603050405020304" pitchFamily="18" charset="0"/>
                        </a:rPr>
                        <a:t>12.85%</a:t>
                      </a:r>
                    </a:p>
                  </a:txBody>
                  <a:tcPr anchor="ctr"/>
                </a:tc>
                <a:extLst>
                  <a:ext uri="{0D108BD9-81ED-4DB2-BD59-A6C34878D82A}">
                    <a16:rowId xmlns:a16="http://schemas.microsoft.com/office/drawing/2014/main" val="3601112162"/>
                  </a:ext>
                </a:extLst>
              </a:tr>
              <a:tr h="530655">
                <a:tc>
                  <a:txBody>
                    <a:bodyPr/>
                    <a:lstStyle/>
                    <a:p>
                      <a:r>
                        <a:rPr lang="en-US">
                          <a:effectLst/>
                          <a:latin typeface="Times New Roman" panose="02020603050405020304" pitchFamily="18" charset="0"/>
                          <a:cs typeface="Times New Roman" panose="02020603050405020304" pitchFamily="18" charset="0"/>
                        </a:rPr>
                        <a:t>4</a:t>
                      </a:r>
                    </a:p>
                  </a:txBody>
                  <a:tcPr anchor="ctr"/>
                </a:tc>
                <a:tc>
                  <a:txBody>
                    <a:bodyPr/>
                    <a:lstStyle/>
                    <a:p>
                      <a:r>
                        <a:rPr lang="en-US" u="none" strike="noStrike" dirty="0">
                          <a:solidFill>
                            <a:srgbClr val="0B0080"/>
                          </a:solidFill>
                          <a:effectLst/>
                          <a:latin typeface="Times New Roman" panose="02020603050405020304" pitchFamily="18" charset="0"/>
                          <a:cs typeface="Times New Roman" panose="02020603050405020304" pitchFamily="18" charset="0"/>
                          <a:hlinkClick r:id="rId5" tooltip="Saraiki language"/>
                        </a:rPr>
                        <a:t>Saraiki</a:t>
                      </a:r>
                      <a:endParaRPr lang="en-US" u="none" dirty="0">
                        <a:effectLst/>
                        <a:latin typeface="Times New Roman" panose="02020603050405020304" pitchFamily="18" charset="0"/>
                        <a:cs typeface="Times New Roman" panose="02020603050405020304" pitchFamily="18" charset="0"/>
                      </a:endParaRPr>
                    </a:p>
                  </a:txBody>
                  <a:tcPr anchor="ctr"/>
                </a:tc>
                <a:tc>
                  <a:txBody>
                    <a:bodyPr/>
                    <a:lstStyle/>
                    <a:p>
                      <a:r>
                        <a:rPr lang="en-US">
                          <a:effectLst/>
                          <a:latin typeface="Times New Roman" panose="02020603050405020304" pitchFamily="18" charset="0"/>
                          <a:cs typeface="Times New Roman" panose="02020603050405020304" pitchFamily="18" charset="0"/>
                        </a:rPr>
                        <a:t>10.5%</a:t>
                      </a:r>
                    </a:p>
                  </a:txBody>
                  <a:tcPr anchor="ctr"/>
                </a:tc>
                <a:tc>
                  <a:txBody>
                    <a:bodyPr/>
                    <a:lstStyle/>
                    <a:p>
                      <a:r>
                        <a:rPr lang="en-US">
                          <a:effectLst/>
                          <a:latin typeface="Times New Roman" panose="02020603050405020304" pitchFamily="18" charset="0"/>
                          <a:cs typeface="Times New Roman" panose="02020603050405020304" pitchFamily="18" charset="0"/>
                        </a:rPr>
                        <a:t>10.53%</a:t>
                      </a:r>
                    </a:p>
                  </a:txBody>
                  <a:tcPr anchor="ctr"/>
                </a:tc>
                <a:tc>
                  <a:txBody>
                    <a:bodyPr/>
                    <a:lstStyle/>
                    <a:p>
                      <a:r>
                        <a:rPr lang="en-US">
                          <a:effectLst/>
                          <a:latin typeface="Times New Roman" panose="02020603050405020304" pitchFamily="18" charset="0"/>
                          <a:cs typeface="Times New Roman" panose="02020603050405020304" pitchFamily="18" charset="0"/>
                        </a:rPr>
                        <a:t>9.54%</a:t>
                      </a:r>
                    </a:p>
                  </a:txBody>
                  <a:tcPr anchor="ctr"/>
                </a:tc>
                <a:tc>
                  <a:txBody>
                    <a:bodyPr/>
                    <a:lstStyle/>
                    <a:p>
                      <a:endParaRPr lang="en-US">
                        <a:effectLst/>
                        <a:latin typeface="Times New Roman" panose="02020603050405020304" pitchFamily="18" charset="0"/>
                        <a:cs typeface="Times New Roman" panose="02020603050405020304" pitchFamily="18" charset="0"/>
                      </a:endParaRPr>
                    </a:p>
                  </a:txBody>
                  <a:tcPr anchor="ctr"/>
                </a:tc>
                <a:tc>
                  <a:txBody>
                    <a:bodyPr/>
                    <a:lstStyle/>
                    <a:p>
                      <a:endParaRPr lang="en-US">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52590188"/>
                  </a:ext>
                </a:extLst>
              </a:tr>
              <a:tr h="530655">
                <a:tc>
                  <a:txBody>
                    <a:bodyPr/>
                    <a:lstStyle/>
                    <a:p>
                      <a:r>
                        <a:rPr lang="en-US">
                          <a:effectLst/>
                          <a:latin typeface="Times New Roman" panose="02020603050405020304" pitchFamily="18" charset="0"/>
                          <a:cs typeface="Times New Roman" panose="02020603050405020304" pitchFamily="18" charset="0"/>
                        </a:rPr>
                        <a:t>5</a:t>
                      </a:r>
                    </a:p>
                  </a:txBody>
                  <a:tcPr anchor="ctr"/>
                </a:tc>
                <a:tc>
                  <a:txBody>
                    <a:bodyPr/>
                    <a:lstStyle/>
                    <a:p>
                      <a:r>
                        <a:rPr lang="en-US" u="none" strike="noStrike">
                          <a:solidFill>
                            <a:srgbClr val="0B0080"/>
                          </a:solidFill>
                          <a:effectLst/>
                          <a:latin typeface="Times New Roman" panose="02020603050405020304" pitchFamily="18" charset="0"/>
                          <a:cs typeface="Times New Roman" panose="02020603050405020304" pitchFamily="18" charset="0"/>
                          <a:hlinkClick r:id="rId6" tooltip="Urdu language"/>
                        </a:rPr>
                        <a:t>Urdu</a:t>
                      </a:r>
                      <a:endParaRPr lang="en-US" u="none">
                        <a:effectLst/>
                        <a:latin typeface="Times New Roman" panose="02020603050405020304" pitchFamily="18" charset="0"/>
                        <a:cs typeface="Times New Roman" panose="02020603050405020304" pitchFamily="18" charset="0"/>
                      </a:endParaRPr>
                    </a:p>
                  </a:txBody>
                  <a:tcPr anchor="ctr"/>
                </a:tc>
                <a:tc>
                  <a:txBody>
                    <a:bodyPr/>
                    <a:lstStyle/>
                    <a:p>
                      <a:r>
                        <a:rPr lang="en-US">
                          <a:effectLst/>
                          <a:latin typeface="Times New Roman" panose="02020603050405020304" pitchFamily="18" charset="0"/>
                          <a:cs typeface="Times New Roman" panose="02020603050405020304" pitchFamily="18" charset="0"/>
                        </a:rPr>
                        <a:t>7.6%</a:t>
                      </a:r>
                    </a:p>
                  </a:txBody>
                  <a:tcPr anchor="ctr"/>
                </a:tc>
                <a:tc>
                  <a:txBody>
                    <a:bodyPr/>
                    <a:lstStyle/>
                    <a:p>
                      <a:r>
                        <a:rPr lang="en-US">
                          <a:effectLst/>
                          <a:latin typeface="Times New Roman" panose="02020603050405020304" pitchFamily="18" charset="0"/>
                          <a:cs typeface="Times New Roman" panose="02020603050405020304" pitchFamily="18" charset="0"/>
                        </a:rPr>
                        <a:t>7.57%</a:t>
                      </a:r>
                    </a:p>
                  </a:txBody>
                  <a:tcPr anchor="ctr"/>
                </a:tc>
                <a:tc>
                  <a:txBody>
                    <a:bodyPr/>
                    <a:lstStyle/>
                    <a:p>
                      <a:r>
                        <a:rPr lang="en-US">
                          <a:effectLst/>
                          <a:latin typeface="Times New Roman" panose="02020603050405020304" pitchFamily="18" charset="0"/>
                          <a:cs typeface="Times New Roman" panose="02020603050405020304" pitchFamily="18" charset="0"/>
                        </a:rPr>
                        <a:t>7.60%</a:t>
                      </a:r>
                    </a:p>
                  </a:txBody>
                  <a:tcPr anchor="ctr"/>
                </a:tc>
                <a:tc>
                  <a:txBody>
                    <a:bodyPr/>
                    <a:lstStyle/>
                    <a:p>
                      <a:r>
                        <a:rPr lang="en-US">
                          <a:effectLst/>
                          <a:latin typeface="Times New Roman" panose="02020603050405020304" pitchFamily="18" charset="0"/>
                          <a:cs typeface="Times New Roman" panose="02020603050405020304" pitchFamily="18" charset="0"/>
                        </a:rPr>
                        <a:t>7.57%</a:t>
                      </a:r>
                    </a:p>
                  </a:txBody>
                  <a:tcPr anchor="ctr"/>
                </a:tc>
                <a:tc>
                  <a:txBody>
                    <a:bodyPr/>
                    <a:lstStyle/>
                    <a:p>
                      <a:r>
                        <a:rPr lang="en-US" dirty="0">
                          <a:effectLst/>
                          <a:latin typeface="Times New Roman" panose="02020603050405020304" pitchFamily="18" charset="0"/>
                          <a:cs typeface="Times New Roman" panose="02020603050405020304" pitchFamily="18" charset="0"/>
                        </a:rPr>
                        <a:t>7.05%</a:t>
                      </a:r>
                    </a:p>
                  </a:txBody>
                  <a:tcPr anchor="ctr"/>
                </a:tc>
                <a:extLst>
                  <a:ext uri="{0D108BD9-81ED-4DB2-BD59-A6C34878D82A}">
                    <a16:rowId xmlns:a16="http://schemas.microsoft.com/office/drawing/2014/main" val="822259538"/>
                  </a:ext>
                </a:extLst>
              </a:tr>
              <a:tr h="530655">
                <a:tc>
                  <a:txBody>
                    <a:bodyPr/>
                    <a:lstStyle/>
                    <a:p>
                      <a:r>
                        <a:rPr lang="en-US">
                          <a:effectLst/>
                          <a:latin typeface="Times New Roman" panose="02020603050405020304" pitchFamily="18" charset="0"/>
                          <a:cs typeface="Times New Roman" panose="02020603050405020304" pitchFamily="18" charset="0"/>
                        </a:rPr>
                        <a:t>6</a:t>
                      </a:r>
                    </a:p>
                  </a:txBody>
                  <a:tcPr anchor="ctr"/>
                </a:tc>
                <a:tc>
                  <a:txBody>
                    <a:bodyPr/>
                    <a:lstStyle/>
                    <a:p>
                      <a:r>
                        <a:rPr lang="en-US" u="none" strike="noStrike" dirty="0">
                          <a:solidFill>
                            <a:srgbClr val="0B0080"/>
                          </a:solidFill>
                          <a:effectLst/>
                          <a:latin typeface="Times New Roman" panose="02020603050405020304" pitchFamily="18" charset="0"/>
                          <a:cs typeface="Times New Roman" panose="02020603050405020304" pitchFamily="18" charset="0"/>
                          <a:hlinkClick r:id="rId7" tooltip="Balochi language"/>
                        </a:rPr>
                        <a:t>Balochi</a:t>
                      </a:r>
                      <a:endParaRPr lang="en-US" u="none" dirty="0">
                        <a:effectLst/>
                        <a:latin typeface="Times New Roman" panose="02020603050405020304" pitchFamily="18" charset="0"/>
                        <a:cs typeface="Times New Roman" panose="02020603050405020304" pitchFamily="18" charset="0"/>
                      </a:endParaRPr>
                    </a:p>
                  </a:txBody>
                  <a:tcPr anchor="ctr"/>
                </a:tc>
                <a:tc>
                  <a:txBody>
                    <a:bodyPr/>
                    <a:lstStyle/>
                    <a:p>
                      <a:r>
                        <a:rPr lang="en-US">
                          <a:effectLst/>
                          <a:latin typeface="Times New Roman" panose="02020603050405020304" pitchFamily="18" charset="0"/>
                          <a:cs typeface="Times New Roman" panose="02020603050405020304" pitchFamily="18" charset="0"/>
                        </a:rPr>
                        <a:t>3.6%</a:t>
                      </a:r>
                    </a:p>
                  </a:txBody>
                  <a:tcPr anchor="ctr"/>
                </a:tc>
                <a:tc>
                  <a:txBody>
                    <a:bodyPr/>
                    <a:lstStyle/>
                    <a:p>
                      <a:r>
                        <a:rPr lang="en-US">
                          <a:effectLst/>
                          <a:latin typeface="Times New Roman" panose="02020603050405020304" pitchFamily="18" charset="0"/>
                          <a:cs typeface="Times New Roman" panose="02020603050405020304" pitchFamily="18" charset="0"/>
                        </a:rPr>
                        <a:t>3.57%</a:t>
                      </a:r>
                    </a:p>
                  </a:txBody>
                  <a:tcPr anchor="ctr"/>
                </a:tc>
                <a:tc>
                  <a:txBody>
                    <a:bodyPr/>
                    <a:lstStyle/>
                    <a:p>
                      <a:r>
                        <a:rPr lang="en-US">
                          <a:effectLst/>
                          <a:latin typeface="Times New Roman" panose="02020603050405020304" pitchFamily="18" charset="0"/>
                          <a:cs typeface="Times New Roman" panose="02020603050405020304" pitchFamily="18" charset="0"/>
                        </a:rPr>
                        <a:t>3.02%</a:t>
                      </a:r>
                    </a:p>
                  </a:txBody>
                  <a:tcPr anchor="ctr"/>
                </a:tc>
                <a:tc>
                  <a:txBody>
                    <a:bodyPr/>
                    <a:lstStyle/>
                    <a:p>
                      <a:r>
                        <a:rPr lang="en-US">
                          <a:effectLst/>
                          <a:latin typeface="Times New Roman" panose="02020603050405020304" pitchFamily="18" charset="0"/>
                          <a:cs typeface="Times New Roman" panose="02020603050405020304" pitchFamily="18" charset="0"/>
                        </a:rPr>
                        <a:t>2.49%</a:t>
                      </a:r>
                    </a:p>
                  </a:txBody>
                  <a:tcPr anchor="ctr"/>
                </a:tc>
                <a:tc>
                  <a:txBody>
                    <a:bodyPr/>
                    <a:lstStyle/>
                    <a:p>
                      <a:r>
                        <a:rPr lang="en-US" dirty="0">
                          <a:effectLst/>
                          <a:latin typeface="Times New Roman" panose="02020603050405020304" pitchFamily="18" charset="0"/>
                          <a:cs typeface="Times New Roman" panose="02020603050405020304" pitchFamily="18" charset="0"/>
                        </a:rPr>
                        <a:t>3.04%</a:t>
                      </a:r>
                    </a:p>
                  </a:txBody>
                  <a:tcPr anchor="ctr"/>
                </a:tc>
                <a:extLst>
                  <a:ext uri="{0D108BD9-81ED-4DB2-BD59-A6C34878D82A}">
                    <a16:rowId xmlns:a16="http://schemas.microsoft.com/office/drawing/2014/main" val="432328628"/>
                  </a:ext>
                </a:extLst>
              </a:tr>
            </a:tbl>
          </a:graphicData>
        </a:graphic>
      </p:graphicFrame>
    </p:spTree>
    <p:extLst>
      <p:ext uri="{BB962C8B-B14F-4D97-AF65-F5344CB8AC3E}">
        <p14:creationId xmlns:p14="http://schemas.microsoft.com/office/powerpoint/2010/main" val="3605366641"/>
      </p:ext>
    </p:extLst>
  </p:cSld>
  <p:clrMapOvr>
    <a:masterClrMapping/>
  </p:clrMapOvr>
  <mc:AlternateContent xmlns:mc="http://schemas.openxmlformats.org/markup-compatibility/2006" xmlns:p14="http://schemas.microsoft.com/office/powerpoint/2010/main">
    <mc:Choice Requires="p14">
      <p:transition spd="slow" p14:dur="2000" advTm="42753"/>
    </mc:Choice>
    <mc:Fallback xmlns="">
      <p:transition spd="slow" advTm="4275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BFF83-7BDF-42D8-BBD7-9379C53F165E}"/>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Famous literary figures of Pakistan </a:t>
            </a:r>
          </a:p>
        </p:txBody>
      </p:sp>
      <p:sp>
        <p:nvSpPr>
          <p:cNvPr id="3" name="Content Placeholder 2">
            <a:extLst>
              <a:ext uri="{FF2B5EF4-FFF2-40B4-BE49-F238E27FC236}">
                <a16:creationId xmlns:a16="http://schemas.microsoft.com/office/drawing/2014/main" id="{B8638653-84C4-4842-B211-B23AEDAFD5CA}"/>
              </a:ext>
            </a:extLst>
          </p:cNvPr>
          <p:cNvSpPr>
            <a:spLocks noGrp="1"/>
          </p:cNvSpPr>
          <p:nvPr>
            <p:ph idx="1"/>
          </p:nvPr>
        </p:nvSpPr>
        <p:spPr/>
        <p:txBody>
          <a:bodyPr>
            <a:normAutofit fontScale="92500" lnSpcReduction="10000"/>
          </a:bodyPr>
          <a:lstStyle/>
          <a:p>
            <a:pPr algn="just"/>
            <a:r>
              <a:rPr lang="en-US" sz="2000" dirty="0">
                <a:latin typeface="Times New Roman" panose="02020603050405020304" pitchFamily="18" charset="0"/>
                <a:cs typeface="Times New Roman" panose="02020603050405020304" pitchFamily="18" charset="0"/>
              </a:rPr>
              <a:t>After replacement of Arabic and Persian to Urdu &amp; English in Mughal India of 1837 and the rise of Urdu-Hindi conflict from 1867, gave rise to the formation of Urdu defense committee on 9</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December 1873 at Allahabad under Sir Sayyed Ahmed Khan.</a:t>
            </a:r>
          </a:p>
          <a:p>
            <a:pPr algn="just"/>
            <a:r>
              <a:rPr lang="en-US" sz="2000" dirty="0">
                <a:latin typeface="Times New Roman" panose="02020603050405020304" pitchFamily="18" charset="0"/>
                <a:cs typeface="Times New Roman" panose="02020603050405020304" pitchFamily="18" charset="0"/>
              </a:rPr>
              <a:t>In 1900 first Nawab Mohsin-ul-Mulk and than Nawab viqar-ul-Mulk led the Urdu defense association. </a:t>
            </a:r>
          </a:p>
          <a:p>
            <a:pPr algn="just"/>
            <a:r>
              <a:rPr lang="en-US" sz="2000" dirty="0">
                <a:latin typeface="Times New Roman" panose="02020603050405020304" pitchFamily="18" charset="0"/>
                <a:cs typeface="Times New Roman" panose="02020603050405020304" pitchFamily="18" charset="0"/>
              </a:rPr>
              <a:t>In 1903, the society for the progress of Urdu was formed. </a:t>
            </a:r>
          </a:p>
          <a:p>
            <a:pPr algn="just"/>
            <a:r>
              <a:rPr lang="en-US" sz="2000" dirty="0">
                <a:latin typeface="Times New Roman" panose="02020603050405020304" pitchFamily="18" charset="0"/>
                <a:cs typeface="Times New Roman" panose="02020603050405020304" pitchFamily="18" charset="0"/>
              </a:rPr>
              <a:t>Baba-I-Urdu Maulvi Abdul Haq</a:t>
            </a:r>
          </a:p>
          <a:p>
            <a:pPr algn="just"/>
            <a:r>
              <a:rPr lang="en-US" sz="2000" dirty="0">
                <a:latin typeface="Times New Roman" panose="02020603050405020304" pitchFamily="18" charset="0"/>
                <a:cs typeface="Times New Roman" panose="02020603050405020304" pitchFamily="18" charset="0"/>
              </a:rPr>
              <a:t>Allama Muhammad Iqbal,  Ibrahim Zuaq,  Mirza Asadullah Khan Ghalib, Josh Malihabadi, Mir Taqi Mir, Momin Khan Momin and Dagh Dehlvi, Akbar Allahabadi and many more.</a:t>
            </a:r>
          </a:p>
          <a:p>
            <a:pPr algn="just"/>
            <a:r>
              <a:rPr lang="en-US" sz="2000" dirty="0">
                <a:latin typeface="Times New Roman" panose="02020603050405020304" pitchFamily="18" charset="0"/>
                <a:cs typeface="Times New Roman" panose="02020603050405020304" pitchFamily="18" charset="0"/>
              </a:rPr>
              <a:t>Seemab Akbarabadi, Arzu Lakhnawi and Natiq Lakhnawi, Hafeez Jalandhari, </a:t>
            </a:r>
          </a:p>
          <a:p>
            <a:pPr algn="just"/>
            <a:r>
              <a:rPr lang="en-US" sz="2000" dirty="0">
                <a:latin typeface="Times New Roman" panose="02020603050405020304" pitchFamily="18" charset="0"/>
                <a:cs typeface="Times New Roman" panose="02020603050405020304" pitchFamily="18" charset="0"/>
              </a:rPr>
              <a:t>Faiz Ahmed Faiz, Sadat Hassan Manto, Syed Sajjad Zaheer and N. M Rashid (Progressive Writers Association)</a:t>
            </a:r>
          </a:p>
          <a:p>
            <a:pPr algn="just"/>
            <a:r>
              <a:rPr lang="en-US" sz="2000" dirty="0">
                <a:latin typeface="Times New Roman" panose="02020603050405020304" pitchFamily="18" charset="0"/>
                <a:cs typeface="Times New Roman" panose="02020603050405020304" pitchFamily="18" charset="0"/>
              </a:rPr>
              <a:t>Qurratulain Haider, Shaukat Siddiqui, Intazar Hussain (Writers of right)</a:t>
            </a:r>
          </a:p>
          <a:p>
            <a:pPr algn="just"/>
            <a:r>
              <a:rPr lang="en-US" sz="2000" dirty="0">
                <a:latin typeface="Times New Roman" panose="02020603050405020304" pitchFamily="18" charset="0"/>
                <a:cs typeface="Times New Roman" panose="02020603050405020304" pitchFamily="18" charset="0"/>
              </a:rPr>
              <a:t>Muhammad Mansha Yaad, Parveen Shakir, Kishwar Naheed and Amjad Islam Amjad.</a:t>
            </a:r>
          </a:p>
        </p:txBody>
      </p:sp>
    </p:spTree>
    <p:extLst>
      <p:ext uri="{BB962C8B-B14F-4D97-AF65-F5344CB8AC3E}">
        <p14:creationId xmlns:p14="http://schemas.microsoft.com/office/powerpoint/2010/main" val="1340666079"/>
      </p:ext>
    </p:extLst>
  </p:cSld>
  <p:clrMapOvr>
    <a:masterClrMapping/>
  </p:clrMapOvr>
  <mc:AlternateContent xmlns:mc="http://schemas.openxmlformats.org/markup-compatibility/2006" xmlns:p14="http://schemas.microsoft.com/office/powerpoint/2010/main">
    <mc:Choice Requires="p14">
      <p:transition spd="slow" p14:dur="2000" advTm="463501"/>
    </mc:Choice>
    <mc:Fallback xmlns="">
      <p:transition spd="slow" advTm="46350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59099-41B7-4960-A051-D8CD26D26459}"/>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Regional Languages Poets and literary figures</a:t>
            </a:r>
          </a:p>
        </p:txBody>
      </p:sp>
      <p:sp>
        <p:nvSpPr>
          <p:cNvPr id="3" name="Content Placeholder 2">
            <a:extLst>
              <a:ext uri="{FF2B5EF4-FFF2-40B4-BE49-F238E27FC236}">
                <a16:creationId xmlns:a16="http://schemas.microsoft.com/office/drawing/2014/main" id="{C682656F-E224-4232-AD9E-5389948679D8}"/>
              </a:ext>
            </a:extLst>
          </p:cNvPr>
          <p:cNvSpPr>
            <a:spLocks noGrp="1"/>
          </p:cNvSpPr>
          <p:nvPr>
            <p:ph idx="1"/>
          </p:nvPr>
        </p:nvSpPr>
        <p:spPr/>
        <p:txBody>
          <a:bodyPr>
            <a:normAutofit/>
          </a:bodyPr>
          <a:lstStyle/>
          <a:p>
            <a:r>
              <a:rPr lang="en-US" sz="2000" b="1" dirty="0">
                <a:latin typeface="Times New Roman" panose="02020603050405020304" pitchFamily="18" charset="0"/>
                <a:cs typeface="Times New Roman" panose="02020603050405020304" pitchFamily="18" charset="0"/>
              </a:rPr>
              <a:t>Pashto literature:</a:t>
            </a:r>
          </a:p>
          <a:p>
            <a:r>
              <a:rPr lang="en-US" sz="2000" dirty="0">
                <a:latin typeface="Times New Roman" panose="02020603050405020304" pitchFamily="18" charset="0"/>
                <a:cs typeface="Times New Roman" panose="02020603050405020304" pitchFamily="18" charset="0"/>
              </a:rPr>
              <a:t>Amir Karor, Khushal Khan Khattak, Abdul Rehman (Rehman Baba), Pir Roshan, Hamza Shinwari, Ajmal Khattak and Abdul Ghani Khan</a:t>
            </a:r>
          </a:p>
          <a:p>
            <a:r>
              <a:rPr lang="en-US" sz="2000" b="1" dirty="0">
                <a:latin typeface="Times New Roman" panose="02020603050405020304" pitchFamily="18" charset="0"/>
                <a:cs typeface="Times New Roman" panose="02020603050405020304" pitchFamily="18" charset="0"/>
              </a:rPr>
              <a:t>Sindhi literature:</a:t>
            </a:r>
          </a:p>
          <a:p>
            <a:r>
              <a:rPr lang="en-US" sz="2000" dirty="0">
                <a:latin typeface="Times New Roman" panose="02020603050405020304" pitchFamily="18" charset="0"/>
                <a:cs typeface="Times New Roman" panose="02020603050405020304" pitchFamily="18" charset="0"/>
              </a:rPr>
              <a:t>Shah Karim Bulri, Shah Inayat, Shah Abdul Latif Bhitai, Khawaja Muhammad Zaman Lunhari, Makhdum-</a:t>
            </a:r>
            <a:r>
              <a:rPr lang="en-US" sz="2000" dirty="0" err="1">
                <a:latin typeface="Times New Roman" panose="02020603050405020304" pitchFamily="18" charset="0"/>
                <a:cs typeface="Times New Roman" panose="02020603050405020304" pitchFamily="18" charset="0"/>
              </a:rPr>
              <a:t>uz</a:t>
            </a:r>
            <a:r>
              <a:rPr lang="en-US" sz="2000" dirty="0">
                <a:latin typeface="Times New Roman" panose="02020603050405020304" pitchFamily="18" charset="0"/>
                <a:cs typeface="Times New Roman" panose="02020603050405020304" pitchFamily="18" charset="0"/>
              </a:rPr>
              <a:t>-Zaman Talibul Maula and Shaikh Mubarak Ayaz </a:t>
            </a:r>
            <a:endParaRPr lang="en-US" sz="24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Punjabi Literature:</a:t>
            </a:r>
          </a:p>
          <a:p>
            <a:r>
              <a:rPr lang="en-US" sz="2000" dirty="0">
                <a:latin typeface="Times New Roman" panose="02020603050405020304" pitchFamily="18" charset="0"/>
                <a:cs typeface="Times New Roman" panose="02020603050405020304" pitchFamily="18" charset="0"/>
              </a:rPr>
              <a:t>Waris Shah, Ahmed Salim, Sultan Bahu, Bulleh Shah, Ahmed Rahi, Afzal Randhawa and Najm Husain Syed</a:t>
            </a:r>
          </a:p>
          <a:p>
            <a:r>
              <a:rPr lang="en-US" sz="2000" b="1" dirty="0">
                <a:latin typeface="Times New Roman" panose="02020603050405020304" pitchFamily="18" charset="0"/>
                <a:cs typeface="Times New Roman" panose="02020603050405020304" pitchFamily="18" charset="0"/>
              </a:rPr>
              <a:t>Balochi Literature:</a:t>
            </a:r>
          </a:p>
          <a:p>
            <a:r>
              <a:rPr lang="en-US" sz="2000" dirty="0">
                <a:latin typeface="Times New Roman" panose="02020603050405020304" pitchFamily="18" charset="0"/>
                <a:cs typeface="Times New Roman" panose="02020603050405020304" pitchFamily="18" charset="0"/>
              </a:rPr>
              <a:t>Abdullah Jan Jamaldini, Gul </a:t>
            </a:r>
            <a:r>
              <a:rPr lang="en-US" sz="2000">
                <a:latin typeface="Times New Roman" panose="02020603050405020304" pitchFamily="18" charset="0"/>
                <a:cs typeface="Times New Roman" panose="02020603050405020304" pitchFamily="18" charset="0"/>
              </a:rPr>
              <a:t>Khan Naseer, </a:t>
            </a:r>
            <a:r>
              <a:rPr lang="en-US" sz="2000" dirty="0">
                <a:latin typeface="Times New Roman" panose="02020603050405020304" pitchFamily="18" charset="0"/>
                <a:cs typeface="Times New Roman" panose="02020603050405020304" pitchFamily="18" charset="0"/>
              </a:rPr>
              <a:t>M. Husain Anka, Azad Jamaldini, Ata Shah, Malik Tooqi and Mubarak Qazi.</a:t>
            </a:r>
          </a:p>
        </p:txBody>
      </p:sp>
    </p:spTree>
    <p:extLst>
      <p:ext uri="{BB962C8B-B14F-4D97-AF65-F5344CB8AC3E}">
        <p14:creationId xmlns:p14="http://schemas.microsoft.com/office/powerpoint/2010/main" val="1852513141"/>
      </p:ext>
    </p:extLst>
  </p:cSld>
  <p:clrMapOvr>
    <a:masterClrMapping/>
  </p:clrMapOvr>
  <mc:AlternateContent xmlns:mc="http://schemas.openxmlformats.org/markup-compatibility/2006" xmlns:p14="http://schemas.microsoft.com/office/powerpoint/2010/main">
    <mc:Choice Requires="p14">
      <p:transition spd="slow" p14:dur="2000" advTm="417836"/>
    </mc:Choice>
    <mc:Fallback xmlns="">
      <p:transition spd="slow" advTm="417836"/>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TotalTime>
  <Words>951</Words>
  <Application>Microsoft Office PowerPoint</Application>
  <PresentationFormat>Widescreen</PresentationFormat>
  <Paragraphs>115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Culture, Society, Language and Literature of Pakistan</vt:lpstr>
      <vt:lpstr>Demographic Statistics of Pakistan</vt:lpstr>
      <vt:lpstr>Various definition and components of Culture</vt:lpstr>
      <vt:lpstr>Characteristics of Pakistani Culture </vt:lpstr>
      <vt:lpstr>Society of Pakistan </vt:lpstr>
      <vt:lpstr>Society of Pakistan </vt:lpstr>
      <vt:lpstr>Linguistic Division of Population of Pakistan</vt:lpstr>
      <vt:lpstr>Famous literary figures of Pakistan </vt:lpstr>
      <vt:lpstr>Regional Languages Poets and literary figures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Khan</dc:creator>
  <cp:lastModifiedBy>Ahmed Khan</cp:lastModifiedBy>
  <cp:revision>104</cp:revision>
  <dcterms:created xsi:type="dcterms:W3CDTF">2020-05-28T07:16:22Z</dcterms:created>
  <dcterms:modified xsi:type="dcterms:W3CDTF">2020-09-30T04:37:30Z</dcterms:modified>
</cp:coreProperties>
</file>