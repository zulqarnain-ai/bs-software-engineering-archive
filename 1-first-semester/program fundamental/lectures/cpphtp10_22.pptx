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7"/>
  </p:notesMasterIdLst>
  <p:sldIdLst>
    <p:sldId id="362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F75F4-471F-4237-A271-00E01BF613C6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E818D-1084-4237-8EC7-A7484CFF87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7377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70386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FD4A-5953-4577-8910-9961EB8B0C0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105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4383-A4EB-4238-B3C8-EBA4B8367B6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12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71B5-3E69-437F-B08A-8CB3F57E116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59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4E08-0192-4D40-8D94-BE29E02BDB0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30631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4779-70D5-45D1-BE66-4AB3C2E18E5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887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C9F7-F4EC-4BFE-B05C-CC16A79E62C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99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CE01-7AB6-4942-A70F-F2C8B164DC8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142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A3E3A-DF94-486B-8E26-D5D37BB5B6A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878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A92E-D13F-40C4-BAB3-CC23A9A94E5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3174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AC541-542A-45DE-9C95-639FD8A5391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117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1C72-FCBB-4121-BD00-9F55949E111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724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D0AD-36B9-497D-9383-C232D45A8DC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F928D-08E2-49D8-B0EB-3FB4FA6C1F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030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Bits, Characters, C Strings and </a:t>
            </a:r>
            <a:r>
              <a:rPr lang="en-US" dirty="0" err="1" smtClean="0">
                <a:solidFill>
                  <a:srgbClr val="3380E6"/>
                </a:solidFill>
                <a:latin typeface="Consolas" panose="020B0609020204030204" pitchFamily="49" charset="0"/>
              </a:rPr>
              <a:t>struct</a:t>
            </a:r>
            <a:r>
              <a:rPr lang="en-US" dirty="0" err="1" smtClean="0">
                <a:solidFill>
                  <a:srgbClr val="3380E6"/>
                </a:solidFill>
                <a:latin typeface="Goudy Sans Medium"/>
              </a:rPr>
              <a:t>s</a:t>
            </a:r>
            <a:endParaRPr lang="en-US" dirty="0" smtClean="0">
              <a:solidFill>
                <a:srgbClr val="3380E6"/>
              </a:solidFill>
              <a:latin typeface="Goudy Sans Medium"/>
            </a:endParaRP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22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817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12813"/>
            <a:ext cx="12192000" cy="503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831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6225" y="0"/>
            <a:ext cx="116379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5373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7013"/>
            <a:ext cx="12192000" cy="3862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2676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03438"/>
            <a:ext cx="12192000" cy="264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6397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39900"/>
            <a:ext cx="12192000" cy="33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626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3126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5620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727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582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4033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0788" y="0"/>
            <a:ext cx="97488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98282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8170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65363"/>
            <a:ext cx="12192000" cy="232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1081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0388" y="0"/>
            <a:ext cx="110712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1881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5752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022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17638"/>
            <a:ext cx="121920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11676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74825" y="0"/>
            <a:ext cx="8640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68684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81200"/>
            <a:ext cx="12192000" cy="28940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5339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5195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94081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33500"/>
            <a:ext cx="12192000" cy="4189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4969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943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95925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8988"/>
            <a:ext cx="12192000" cy="2738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6967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51013" y="0"/>
            <a:ext cx="86883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48158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74825" y="0"/>
            <a:ext cx="8640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21283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4771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58604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62050"/>
            <a:ext cx="121920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521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68450"/>
            <a:ext cx="12192000" cy="37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6212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4825"/>
            <a:ext cx="12192000" cy="3306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0244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0800"/>
            <a:ext cx="12192000" cy="6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3946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925"/>
            <a:ext cx="12192000" cy="678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5563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52463"/>
            <a:ext cx="12192000" cy="55514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8372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77988"/>
            <a:ext cx="12192000" cy="3500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1102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3315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202721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9143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4649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33500"/>
            <a:ext cx="12192000" cy="4189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52347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19841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8519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14513"/>
            <a:ext cx="12192000" cy="3227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247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5938"/>
            <a:ext cx="12192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28196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8125"/>
            <a:ext cx="12192000" cy="38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442740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36625"/>
            <a:ext cx="12192000" cy="49831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21808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80191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63538"/>
            <a:ext cx="12192000" cy="6129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00725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5530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66813"/>
            <a:ext cx="12192000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8575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656987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5675" y="0"/>
            <a:ext cx="10280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772769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38910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6275" y="0"/>
            <a:ext cx="10837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62454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2863"/>
            <a:ext cx="12192000" cy="67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67301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813"/>
            <a:ext cx="12192000" cy="65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93743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6863"/>
            <a:ext cx="12192000" cy="626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749420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6863"/>
            <a:ext cx="12192000" cy="626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090450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0775" y="0"/>
            <a:ext cx="9948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689903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73075"/>
            <a:ext cx="12192000" cy="59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61314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2575" y="0"/>
            <a:ext cx="116268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824900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2275" y="0"/>
            <a:ext cx="11345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36744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6263"/>
            <a:ext cx="12192000" cy="31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97635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49300"/>
            <a:ext cx="12192000" cy="5357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43842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12507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8025"/>
            <a:ext cx="12192000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606629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37809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97148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160730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7863"/>
            <a:ext cx="12192000" cy="55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767184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372364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07057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0588"/>
            <a:ext cx="12192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33697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25240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390874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5938"/>
            <a:ext cx="12192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886933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7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2163" y="0"/>
            <a:ext cx="10607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95561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6875"/>
            <a:ext cx="12192000" cy="60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6957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4613" y="0"/>
            <a:ext cx="120427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34702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1613"/>
            <a:ext cx="12192000" cy="64531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70977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1613"/>
            <a:ext cx="12192000" cy="64531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82688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1613"/>
            <a:ext cx="12192000" cy="64531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05196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3250" y="0"/>
            <a:ext cx="1098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419468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6175" y="0"/>
            <a:ext cx="9899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97904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8100" y="0"/>
            <a:ext cx="95742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927836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4938"/>
            <a:ext cx="12192000" cy="65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75884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8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4938"/>
            <a:ext cx="12192000" cy="65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53191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740666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7663"/>
            <a:ext cx="12192000" cy="61610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03246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8850" y="0"/>
            <a:ext cx="10274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0503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1475" y="0"/>
            <a:ext cx="114474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515687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1050" y="0"/>
            <a:ext cx="106283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732695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8850" y="0"/>
            <a:ext cx="10274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01061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8850" y="0"/>
            <a:ext cx="10274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543340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488" y="0"/>
            <a:ext cx="117554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49607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150" y="0"/>
            <a:ext cx="120761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12112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09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3275" y="0"/>
            <a:ext cx="10585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411533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10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9588"/>
            <a:ext cx="12192000" cy="329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8760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10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8"/>
            <a:ext cx="12192000" cy="674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2571758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1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781067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1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71625"/>
            <a:ext cx="121920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323882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1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350" y="0"/>
            <a:ext cx="11925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8785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2_Page_1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8"/>
            <a:ext cx="12192000" cy="674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890979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cpphtp10_11</Template>
  <TotalTime>1</TotalTime>
  <Words>1281</Words>
  <Application>Microsoft Office PowerPoint</Application>
  <PresentationFormat>Custom</PresentationFormat>
  <Paragraphs>108</Paragraphs>
  <Slides>105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6" baseType="lpstr">
      <vt:lpstr>Theme1</vt:lpstr>
      <vt:lpstr>Bits, Characters, C Strings and structs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Bits, Characters, C Strings and structs</dc:title>
  <dc:creator>Paul Deitel</dc:creator>
  <cp:lastModifiedBy>Binod</cp:lastModifiedBy>
  <cp:revision>2</cp:revision>
  <dcterms:created xsi:type="dcterms:W3CDTF">2016-07-20T20:47:03Z</dcterms:created>
  <dcterms:modified xsi:type="dcterms:W3CDTF">2016-09-22T10:22:01Z</dcterms:modified>
</cp:coreProperties>
</file>