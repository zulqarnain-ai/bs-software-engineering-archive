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25"/>
  </p:notesMasterIdLst>
  <p:handoutMasterIdLst>
    <p:handoutMasterId r:id="rId26"/>
  </p:handoutMasterIdLst>
  <p:sldIdLst>
    <p:sldId id="308" r:id="rId2"/>
    <p:sldId id="598" r:id="rId3"/>
    <p:sldId id="679" r:id="rId4"/>
    <p:sldId id="727" r:id="rId5"/>
    <p:sldId id="728" r:id="rId6"/>
    <p:sldId id="729" r:id="rId7"/>
    <p:sldId id="730" r:id="rId8"/>
    <p:sldId id="747" r:id="rId9"/>
    <p:sldId id="256" r:id="rId10"/>
    <p:sldId id="624" r:id="rId11"/>
    <p:sldId id="732" r:id="rId12"/>
    <p:sldId id="733" r:id="rId13"/>
    <p:sldId id="736" r:id="rId14"/>
    <p:sldId id="737" r:id="rId15"/>
    <p:sldId id="748" r:id="rId16"/>
    <p:sldId id="738" r:id="rId17"/>
    <p:sldId id="749" r:id="rId18"/>
    <p:sldId id="739" r:id="rId19"/>
    <p:sldId id="740" r:id="rId20"/>
    <p:sldId id="735" r:id="rId21"/>
    <p:sldId id="741" r:id="rId22"/>
    <p:sldId id="745" r:id="rId23"/>
    <p:sldId id="746" r:id="rId24"/>
  </p:sldIdLst>
  <p:sldSz cx="9144000" cy="6858000" type="screen4x3"/>
  <p:notesSz cx="7010400" cy="92964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modifyVerifier cryptProviderType="rsaAES" cryptAlgorithmClass="hash" cryptAlgorithmType="typeAny" cryptAlgorithmSid="14" spinCount="100000" saltData="m0FQDtDvcULmO3/A/xNxAg==" hashData="sPJGK/a+ibFDgZsC7tldNuvUQwJLY5YKPbXZtMbTWRUXsUIukgTyMDTlq/AIK7y3TX9CBS0bDSyXvxy5mRUC8g=="/>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0040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5132" autoAdjust="0"/>
  </p:normalViewPr>
  <p:slideViewPr>
    <p:cSldViewPr>
      <p:cViewPr varScale="1">
        <p:scale>
          <a:sx n="75" d="100"/>
          <a:sy n="75" d="100"/>
        </p:scale>
        <p:origin x="1428" y="39"/>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sz="quarter" idx="1"/>
          </p:nvPr>
        </p:nvSpPr>
        <p:spPr>
          <a:xfrm>
            <a:off x="3970938" y="0"/>
            <a:ext cx="3037840" cy="464820"/>
          </a:xfrm>
          <a:prstGeom prst="rect">
            <a:avLst/>
          </a:prstGeom>
        </p:spPr>
        <p:txBody>
          <a:bodyPr vert="horz" lIns="93177" tIns="46589" rIns="93177" bIns="46589" rtlCol="0"/>
          <a:lstStyle>
            <a:lvl1pPr algn="r">
              <a:defRPr sz="1200"/>
            </a:lvl1pPr>
          </a:lstStyle>
          <a:p>
            <a:fld id="{44B210D1-BB10-4D3F-84EE-23EFEA341F4D}" type="datetimeFigureOut">
              <a:rPr lang="en-US" smtClean="0"/>
              <a:t>3/19/2025</a:t>
            </a:fld>
            <a:endParaRPr lang="en-US"/>
          </a:p>
        </p:txBody>
      </p:sp>
      <p:sp>
        <p:nvSpPr>
          <p:cNvPr id="4" name="Footer Placeholder 3"/>
          <p:cNvSpPr>
            <a:spLocks noGrp="1"/>
          </p:cNvSpPr>
          <p:nvPr>
            <p:ph type="ftr" sz="quarter" idx="2"/>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5" name="Slide Number Placeholder 4"/>
          <p:cNvSpPr>
            <a:spLocks noGrp="1"/>
          </p:cNvSpPr>
          <p:nvPr>
            <p:ph type="sldNum" sz="quarter" idx="3"/>
          </p:nvPr>
        </p:nvSpPr>
        <p:spPr>
          <a:xfrm>
            <a:off x="3970938" y="8829967"/>
            <a:ext cx="3037840" cy="464820"/>
          </a:xfrm>
          <a:prstGeom prst="rect">
            <a:avLst/>
          </a:prstGeom>
        </p:spPr>
        <p:txBody>
          <a:bodyPr vert="horz" lIns="93177" tIns="46589" rIns="93177" bIns="46589" rtlCol="0" anchor="b"/>
          <a:lstStyle>
            <a:lvl1pPr algn="r">
              <a:defRPr sz="1200"/>
            </a:lvl1pPr>
          </a:lstStyle>
          <a:p>
            <a:fld id="{09735464-44F0-47AE-8A8C-CFA2DB97902C}" type="slidenum">
              <a:rPr lang="en-US" smtClean="0"/>
              <a:t>‹#›</a:t>
            </a:fld>
            <a:endParaRPr lang="en-US"/>
          </a:p>
        </p:txBody>
      </p:sp>
    </p:spTree>
    <p:extLst>
      <p:ext uri="{BB962C8B-B14F-4D97-AF65-F5344CB8AC3E}">
        <p14:creationId xmlns:p14="http://schemas.microsoft.com/office/powerpoint/2010/main" val="77385605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fontAlgn="auto">
              <a:spcBef>
                <a:spcPts val="0"/>
              </a:spcBef>
              <a:spcAft>
                <a:spcPts val="0"/>
              </a:spcAft>
              <a:defRPr sz="1200">
                <a:latin typeface="+mn-lt"/>
              </a:defRPr>
            </a:lvl1pPr>
          </a:lstStyle>
          <a:p>
            <a:pPr>
              <a:defRPr/>
            </a:pPr>
            <a:endParaRPr lang="en-AU"/>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fontAlgn="auto">
              <a:spcBef>
                <a:spcPts val="0"/>
              </a:spcBef>
              <a:spcAft>
                <a:spcPts val="0"/>
              </a:spcAft>
              <a:defRPr sz="1200">
                <a:latin typeface="+mn-lt"/>
              </a:defRPr>
            </a:lvl1pPr>
          </a:lstStyle>
          <a:p>
            <a:pPr>
              <a:defRPr/>
            </a:pPr>
            <a:fld id="{398C4478-F009-4084-AF5B-5BBC1C5391ED}" type="datetimeFigureOut">
              <a:rPr lang="en-US"/>
              <a:pPr>
                <a:defRPr/>
              </a:pPr>
              <a:t>3/19/2025</a:t>
            </a:fld>
            <a:endParaRPr lang="en-AU"/>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77" tIns="46589" rIns="93177" bIns="46589" rtlCol="0" anchor="ctr"/>
          <a:lstStyle/>
          <a:p>
            <a:pPr lvl="0"/>
            <a:endParaRPr lang="en-AU" noProof="0"/>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fontAlgn="auto">
              <a:spcBef>
                <a:spcPts val="0"/>
              </a:spcBef>
              <a:spcAft>
                <a:spcPts val="0"/>
              </a:spcAft>
              <a:defRPr sz="1200">
                <a:latin typeface="+mn-lt"/>
              </a:defRPr>
            </a:lvl1pPr>
          </a:lstStyle>
          <a:p>
            <a:pPr>
              <a:defRPr/>
            </a:pPr>
            <a:endParaRPr lang="en-AU"/>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fontAlgn="auto">
              <a:spcBef>
                <a:spcPts val="0"/>
              </a:spcBef>
              <a:spcAft>
                <a:spcPts val="0"/>
              </a:spcAft>
              <a:defRPr sz="1200">
                <a:latin typeface="+mn-lt"/>
              </a:defRPr>
            </a:lvl1pPr>
          </a:lstStyle>
          <a:p>
            <a:pPr>
              <a:defRPr/>
            </a:pPr>
            <a:fld id="{4AE8BB69-AF1B-45E0-A550-DEEAC09AE992}" type="slidenum">
              <a:rPr lang="en-AU"/>
              <a:pPr>
                <a:defRPr/>
              </a:pPr>
              <a:t>‹#›</a:t>
            </a:fld>
            <a:endParaRPr lang="en-AU"/>
          </a:p>
        </p:txBody>
      </p:sp>
    </p:spTree>
    <p:extLst>
      <p:ext uri="{BB962C8B-B14F-4D97-AF65-F5344CB8AC3E}">
        <p14:creationId xmlns:p14="http://schemas.microsoft.com/office/powerpoint/2010/main" val="74585129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2"/>
          <p:cNvSpPr>
            <a:spLocks noGrp="1" noChangeArrowheads="1"/>
          </p:cNvSpPr>
          <p:nvPr>
            <p:ph type="hdr" sz="quarter"/>
          </p:nvPr>
        </p:nvSpPr>
        <p:spPr bwMode="auto">
          <a:noFill/>
          <a:ln>
            <a:miter lim="800000"/>
            <a:headEnd/>
            <a:tailEnd/>
          </a:ln>
        </p:spPr>
        <p:txBody>
          <a:bodyPr wrap="square" numCol="1" anchor="t" anchorCtr="0" compatLnSpc="1">
            <a:prstTxWarp prst="textNoShape">
              <a:avLst/>
            </a:prstTxWarp>
          </a:bodyPr>
          <a:lstStyle/>
          <a:p>
            <a:pPr fontAlgn="base">
              <a:spcBef>
                <a:spcPct val="0"/>
              </a:spcBef>
              <a:spcAft>
                <a:spcPct val="0"/>
              </a:spcAft>
            </a:pPr>
            <a:r>
              <a:rPr lang="ko-KR" altLang="en-US">
                <a:latin typeface="Arial" charset="0"/>
                <a:cs typeface="Arial" charset="0"/>
              </a:rPr>
              <a:t>Header1</a:t>
            </a:r>
            <a:endParaRPr lang="en-US" altLang="ko-KR" dirty="0">
              <a:latin typeface="Arial" charset="0"/>
              <a:cs typeface="Arial" charset="0"/>
            </a:endParaRPr>
          </a:p>
        </p:txBody>
      </p:sp>
      <p:sp>
        <p:nvSpPr>
          <p:cNvPr id="6147"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02F0B80D-AA9C-4B07-9B7A-DEF1E9678A05}" type="slidenum">
              <a:rPr lang="ko-KR" altLang="en-US">
                <a:latin typeface="Arial" charset="0"/>
                <a:cs typeface="Arial" charset="0"/>
              </a:rPr>
              <a:pPr fontAlgn="base">
                <a:spcBef>
                  <a:spcPct val="0"/>
                </a:spcBef>
                <a:spcAft>
                  <a:spcPct val="0"/>
                </a:spcAft>
              </a:pPr>
              <a:t>1</a:t>
            </a:fld>
            <a:endParaRPr lang="en-US" altLang="ko-KR" dirty="0">
              <a:latin typeface="Arial" charset="0"/>
              <a:cs typeface="Arial" charset="0"/>
            </a:endParaRPr>
          </a:p>
        </p:txBody>
      </p:sp>
      <p:sp>
        <p:nvSpPr>
          <p:cNvPr id="6148" name="Rectangle 2"/>
          <p:cNvSpPr>
            <a:spLocks noGrp="1" noRot="1" noChangeAspect="1" noChangeArrowheads="1" noTextEdit="1"/>
          </p:cNvSpPr>
          <p:nvPr>
            <p:ph type="sldImg"/>
          </p:nvPr>
        </p:nvSpPr>
        <p:spPr bwMode="auto">
          <a:xfrm>
            <a:off x="1144588" y="685800"/>
            <a:ext cx="4576762" cy="3432175"/>
          </a:xfrm>
          <a:noFill/>
          <a:ln>
            <a:solidFill>
              <a:srgbClr val="000000"/>
            </a:solidFill>
            <a:miter lim="800000"/>
            <a:headEnd/>
            <a:tailEnd/>
          </a:ln>
        </p:spPr>
      </p:sp>
      <p:sp>
        <p:nvSpPr>
          <p:cNvPr id="6149" name="Rectangle 3"/>
          <p:cNvSpPr>
            <a:spLocks noGrp="1" noChangeArrowheads="1"/>
          </p:cNvSpPr>
          <p:nvPr>
            <p:ph type="body" idx="1"/>
          </p:nvPr>
        </p:nvSpPr>
        <p:spPr bwMode="auto">
          <a:xfrm>
            <a:off x="912813" y="4343400"/>
            <a:ext cx="5032375" cy="4114800"/>
          </a:xfrm>
          <a:noFill/>
        </p:spPr>
        <p:txBody>
          <a:bodyPr wrap="square" lIns="95059" tIns="47530" rIns="95059" bIns="47530" numCol="1" anchor="t" anchorCtr="0" compatLnSpc="1">
            <a:prstTxWarp prst="textNoShape">
              <a:avLst/>
            </a:prstTxWarp>
          </a:bodyPr>
          <a:lstStyle/>
          <a:p>
            <a:pPr>
              <a:spcBef>
                <a:spcPct val="0"/>
              </a:spcBef>
            </a:pPr>
            <a:r>
              <a:rPr lang="en-US" baseline="0" dirty="0">
                <a:cs typeface="Arial" charset="0"/>
              </a:rPr>
              <a:t> </a:t>
            </a:r>
            <a:endParaRPr lang="en-US" dirty="0">
              <a:cs typeface="Arial" charset="0"/>
            </a:endParaRPr>
          </a:p>
        </p:txBody>
      </p:sp>
    </p:spTree>
    <p:extLst>
      <p:ext uri="{BB962C8B-B14F-4D97-AF65-F5344CB8AC3E}">
        <p14:creationId xmlns:p14="http://schemas.microsoft.com/office/powerpoint/2010/main" val="42945510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23"/>
          <p:cNvSpPr>
            <a:spLocks noGrp="1"/>
          </p:cNvSpPr>
          <p:nvPr>
            <p:ph type="dt" sz="half" idx="10"/>
          </p:nvPr>
        </p:nvSpPr>
        <p:spPr/>
        <p:txBody>
          <a:bodyPr/>
          <a:lstStyle>
            <a:lvl1pPr>
              <a:defRPr/>
            </a:lvl1pPr>
          </a:lstStyle>
          <a:p>
            <a:pPr>
              <a:defRPr/>
            </a:pPr>
            <a:fld id="{6D7BA362-69E2-4DDC-BADC-7B11D5BE817A}" type="datetimeFigureOut">
              <a:rPr lang="en-US"/>
              <a:pPr>
                <a:defRPr/>
              </a:pPr>
              <a:t>3/19/2025</a:t>
            </a:fld>
            <a:endParaRPr lang="en-AU"/>
          </a:p>
        </p:txBody>
      </p:sp>
      <p:sp>
        <p:nvSpPr>
          <p:cNvPr id="5" name="Footer Placeholder 9"/>
          <p:cNvSpPr>
            <a:spLocks noGrp="1"/>
          </p:cNvSpPr>
          <p:nvPr>
            <p:ph type="ftr" sz="quarter" idx="11"/>
          </p:nvPr>
        </p:nvSpPr>
        <p:spPr/>
        <p:txBody>
          <a:bodyPr/>
          <a:lstStyle>
            <a:lvl1pPr>
              <a:defRPr/>
            </a:lvl1pPr>
          </a:lstStyle>
          <a:p>
            <a:pPr>
              <a:defRPr/>
            </a:pPr>
            <a:endParaRPr lang="en-AU"/>
          </a:p>
        </p:txBody>
      </p:sp>
      <p:sp>
        <p:nvSpPr>
          <p:cNvPr id="6" name="Slide Number Placeholder 21"/>
          <p:cNvSpPr>
            <a:spLocks noGrp="1"/>
          </p:cNvSpPr>
          <p:nvPr>
            <p:ph type="sldNum" sz="quarter" idx="12"/>
          </p:nvPr>
        </p:nvSpPr>
        <p:spPr/>
        <p:txBody>
          <a:bodyPr/>
          <a:lstStyle>
            <a:lvl1pPr>
              <a:defRPr/>
            </a:lvl1pPr>
          </a:lstStyle>
          <a:p>
            <a:pPr>
              <a:defRPr/>
            </a:pPr>
            <a:fld id="{DB08EB19-C617-4428-9A2B-3B89409218EA}" type="slidenum">
              <a:rPr lang="en-AU"/>
              <a:pPr>
                <a:defRPr/>
              </a:pPr>
              <a:t>‹#›</a:t>
            </a:fld>
            <a:endParaRPr lang="en-A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4" name="Rectangle 6"/>
          <p:cNvSpPr/>
          <p:nvPr/>
        </p:nvSpPr>
        <p:spPr>
          <a:xfrm>
            <a:off x="2282825" y="0"/>
            <a:ext cx="6858000"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 name="Rectangle 9"/>
          <p:cNvSpPr/>
          <p:nvPr/>
        </p:nvSpPr>
        <p:spPr bwMode="invGray">
          <a:xfrm>
            <a:off x="2286000" y="0"/>
            <a:ext cx="76200" cy="685800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fontAlgn="auto">
              <a:spcBef>
                <a:spcPts val="0"/>
              </a:spcBef>
              <a:spcAft>
                <a:spcPts val="0"/>
              </a:spcAft>
              <a:defRPr/>
            </a:pPr>
            <a:endParaRPr lang="en-US"/>
          </a:p>
        </p:txBody>
      </p:sp>
      <p:sp>
        <p:nvSpPr>
          <p:cNvPr id="7" name="Oval 8"/>
          <p:cNvSpPr/>
          <p:nvPr/>
        </p:nvSpPr>
        <p:spPr>
          <a:xfrm>
            <a:off x="2408238" y="2746375"/>
            <a:ext cx="63500" cy="63500"/>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lang="en-US"/>
              <a:t>Click to edit Master title style</a:t>
            </a:r>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a:r>
              <a:rPr lang="en-US"/>
              <a:t>Click to edit Master text styles</a:t>
            </a:r>
          </a:p>
        </p:txBody>
      </p:sp>
      <p:sp>
        <p:nvSpPr>
          <p:cNvPr id="8" name="Date Placeholder 3"/>
          <p:cNvSpPr>
            <a:spLocks noGrp="1"/>
          </p:cNvSpPr>
          <p:nvPr>
            <p:ph type="dt" sz="half" idx="10"/>
          </p:nvPr>
        </p:nvSpPr>
        <p:spPr/>
        <p:txBody>
          <a:bodyPr/>
          <a:lstStyle>
            <a:lvl1pPr>
              <a:defRPr/>
            </a:lvl1pPr>
            <a:extLst/>
          </a:lstStyle>
          <a:p>
            <a:pPr>
              <a:defRPr/>
            </a:pPr>
            <a:fld id="{73722BA4-39B3-45A1-A7AC-1F3918C8D142}" type="datetimeFigureOut">
              <a:rPr lang="en-US"/>
              <a:pPr>
                <a:defRPr/>
              </a:pPr>
              <a:t>3/19/2025</a:t>
            </a:fld>
            <a:endParaRPr lang="en-AU"/>
          </a:p>
        </p:txBody>
      </p:sp>
      <p:sp>
        <p:nvSpPr>
          <p:cNvPr id="9" name="Footer Placeholder 4"/>
          <p:cNvSpPr>
            <a:spLocks noGrp="1"/>
          </p:cNvSpPr>
          <p:nvPr>
            <p:ph type="ftr" sz="quarter" idx="11"/>
          </p:nvPr>
        </p:nvSpPr>
        <p:spPr/>
        <p:txBody>
          <a:bodyPr/>
          <a:lstStyle>
            <a:lvl1pPr>
              <a:defRPr/>
            </a:lvl1pPr>
            <a:extLst/>
          </a:lstStyle>
          <a:p>
            <a:pPr>
              <a:defRPr/>
            </a:pPr>
            <a:endParaRPr lang="en-AU"/>
          </a:p>
        </p:txBody>
      </p:sp>
      <p:sp>
        <p:nvSpPr>
          <p:cNvPr id="10" name="Slide Number Placeholder 5"/>
          <p:cNvSpPr>
            <a:spLocks noGrp="1"/>
          </p:cNvSpPr>
          <p:nvPr>
            <p:ph type="sldNum" sz="quarter" idx="12"/>
          </p:nvPr>
        </p:nvSpPr>
        <p:spPr/>
        <p:txBody>
          <a:bodyPr/>
          <a:lstStyle>
            <a:lvl1pPr>
              <a:defRPr/>
            </a:lvl1pPr>
            <a:extLst/>
          </a:lstStyle>
          <a:p>
            <a:pPr>
              <a:defRPr/>
            </a:pPr>
            <a:fld id="{5E03B330-A60E-4F9A-B368-AA9E0D2C0C63}" type="slidenum">
              <a:rPr lang="en-AU"/>
              <a:pPr>
                <a:defRPr/>
              </a:pPr>
              <a:t>‹#›</a:t>
            </a:fld>
            <a:endParaRPr lang="en-A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p>
            <a:r>
              <a:rPr lang="en-US"/>
              <a:t>Click to edit Master title style</a:t>
            </a:r>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23"/>
          <p:cNvSpPr>
            <a:spLocks noGrp="1"/>
          </p:cNvSpPr>
          <p:nvPr>
            <p:ph type="dt" sz="half" idx="10"/>
          </p:nvPr>
        </p:nvSpPr>
        <p:spPr/>
        <p:txBody>
          <a:bodyPr/>
          <a:lstStyle>
            <a:lvl1pPr>
              <a:defRPr/>
            </a:lvl1pPr>
          </a:lstStyle>
          <a:p>
            <a:pPr>
              <a:defRPr/>
            </a:pPr>
            <a:fld id="{FAD928D8-2A07-4C9A-AC2B-B87C68A18E32}" type="datetimeFigureOut">
              <a:rPr lang="en-US"/>
              <a:pPr>
                <a:defRPr/>
              </a:pPr>
              <a:t>3/19/2025</a:t>
            </a:fld>
            <a:endParaRPr lang="en-AU"/>
          </a:p>
        </p:txBody>
      </p:sp>
      <p:sp>
        <p:nvSpPr>
          <p:cNvPr id="6" name="Footer Placeholder 9"/>
          <p:cNvSpPr>
            <a:spLocks noGrp="1"/>
          </p:cNvSpPr>
          <p:nvPr>
            <p:ph type="ftr" sz="quarter" idx="11"/>
          </p:nvPr>
        </p:nvSpPr>
        <p:spPr/>
        <p:txBody>
          <a:bodyPr/>
          <a:lstStyle>
            <a:lvl1pPr>
              <a:defRPr/>
            </a:lvl1pPr>
          </a:lstStyle>
          <a:p>
            <a:pPr>
              <a:defRPr/>
            </a:pPr>
            <a:endParaRPr lang="en-AU"/>
          </a:p>
        </p:txBody>
      </p:sp>
      <p:sp>
        <p:nvSpPr>
          <p:cNvPr id="7" name="Slide Number Placeholder 21"/>
          <p:cNvSpPr>
            <a:spLocks noGrp="1"/>
          </p:cNvSpPr>
          <p:nvPr>
            <p:ph type="sldNum" sz="quarter" idx="12"/>
          </p:nvPr>
        </p:nvSpPr>
        <p:spPr/>
        <p:txBody>
          <a:bodyPr/>
          <a:lstStyle>
            <a:lvl1pPr>
              <a:defRPr/>
            </a:lvl1pPr>
          </a:lstStyle>
          <a:p>
            <a:pPr>
              <a:defRPr/>
            </a:pPr>
            <a:fld id="{09FB0840-58FB-42AE-B722-DA08D68A1B7A}" type="slidenum">
              <a:rPr lang="en-AU"/>
              <a:pPr>
                <a:defRPr/>
              </a:pPr>
              <a:t>‹#›</a:t>
            </a:fld>
            <a:endParaRPr lang="en-A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lstStyle>
            <a:lvl1pPr algn="ctr">
              <a:defRPr sz="4500" b="1" cap="none" baseline="0"/>
            </a:lvl1pPr>
            <a:extLst/>
          </a:lstStyle>
          <a:p>
            <a:r>
              <a:rPr lang="en-US"/>
              <a:t>Click to edit Master title style</a:t>
            </a:r>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a:r>
              <a:rPr lang="en-US"/>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a:r>
              <a:rPr lang="en-US"/>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extLst/>
          </a:lstStyle>
          <a:p>
            <a:pPr>
              <a:defRPr/>
            </a:pPr>
            <a:fld id="{97E289E5-BF1E-4F65-9039-EDEE690F93CE}" type="datetimeFigureOut">
              <a:rPr lang="en-US"/>
              <a:pPr>
                <a:defRPr/>
              </a:pPr>
              <a:t>3/19/2025</a:t>
            </a:fld>
            <a:endParaRPr lang="en-AU"/>
          </a:p>
        </p:txBody>
      </p:sp>
      <p:sp>
        <p:nvSpPr>
          <p:cNvPr id="8" name="Footer Placeholder 7"/>
          <p:cNvSpPr>
            <a:spLocks noGrp="1"/>
          </p:cNvSpPr>
          <p:nvPr>
            <p:ph type="ftr" sz="quarter" idx="11"/>
          </p:nvPr>
        </p:nvSpPr>
        <p:spPr/>
        <p:txBody>
          <a:bodyPr/>
          <a:lstStyle>
            <a:lvl1pPr>
              <a:defRPr/>
            </a:lvl1pPr>
            <a:extLst/>
          </a:lstStyle>
          <a:p>
            <a:pPr>
              <a:defRPr/>
            </a:pPr>
            <a:endParaRPr lang="en-AU"/>
          </a:p>
        </p:txBody>
      </p:sp>
      <p:sp>
        <p:nvSpPr>
          <p:cNvPr id="9" name="Slide Number Placeholder 8"/>
          <p:cNvSpPr>
            <a:spLocks noGrp="1"/>
          </p:cNvSpPr>
          <p:nvPr>
            <p:ph type="sldNum" sz="quarter" idx="12"/>
          </p:nvPr>
        </p:nvSpPr>
        <p:spPr/>
        <p:txBody>
          <a:bodyPr/>
          <a:lstStyle>
            <a:lvl1pPr>
              <a:defRPr/>
            </a:lvl1pPr>
            <a:extLst/>
          </a:lstStyle>
          <a:p>
            <a:pPr>
              <a:defRPr/>
            </a:pPr>
            <a:fld id="{96944B55-65F2-47D6-AA9A-06DBBEBDF1AA}" type="slidenum">
              <a:rPr lang="en-AU"/>
              <a:pPr>
                <a:defRPr/>
              </a:pPr>
              <a:t>‹#›</a:t>
            </a:fld>
            <a:endParaRPr lang="en-A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p>
            <a:r>
              <a:rPr lang="en-US"/>
              <a:t>Click to edit Master title style</a:t>
            </a:r>
          </a:p>
        </p:txBody>
      </p:sp>
      <p:sp>
        <p:nvSpPr>
          <p:cNvPr id="3" name="Date Placeholder 23"/>
          <p:cNvSpPr>
            <a:spLocks noGrp="1"/>
          </p:cNvSpPr>
          <p:nvPr>
            <p:ph type="dt" sz="half" idx="10"/>
          </p:nvPr>
        </p:nvSpPr>
        <p:spPr/>
        <p:txBody>
          <a:bodyPr/>
          <a:lstStyle>
            <a:lvl1pPr>
              <a:defRPr/>
            </a:lvl1pPr>
          </a:lstStyle>
          <a:p>
            <a:pPr>
              <a:defRPr/>
            </a:pPr>
            <a:fld id="{E85752A6-4FF7-4D96-86DC-D5737A5BCD80}" type="datetimeFigureOut">
              <a:rPr lang="en-US"/>
              <a:pPr>
                <a:defRPr/>
              </a:pPr>
              <a:t>3/19/2025</a:t>
            </a:fld>
            <a:endParaRPr lang="en-AU"/>
          </a:p>
        </p:txBody>
      </p:sp>
      <p:sp>
        <p:nvSpPr>
          <p:cNvPr id="4" name="Footer Placeholder 9"/>
          <p:cNvSpPr>
            <a:spLocks noGrp="1"/>
          </p:cNvSpPr>
          <p:nvPr>
            <p:ph type="ftr" sz="quarter" idx="11"/>
          </p:nvPr>
        </p:nvSpPr>
        <p:spPr/>
        <p:txBody>
          <a:bodyPr/>
          <a:lstStyle>
            <a:lvl1pPr>
              <a:defRPr/>
            </a:lvl1pPr>
          </a:lstStyle>
          <a:p>
            <a:pPr>
              <a:defRPr/>
            </a:pPr>
            <a:endParaRPr lang="en-AU"/>
          </a:p>
        </p:txBody>
      </p:sp>
      <p:sp>
        <p:nvSpPr>
          <p:cNvPr id="5" name="Slide Number Placeholder 21"/>
          <p:cNvSpPr>
            <a:spLocks noGrp="1"/>
          </p:cNvSpPr>
          <p:nvPr>
            <p:ph type="sldNum" sz="quarter" idx="12"/>
          </p:nvPr>
        </p:nvSpPr>
        <p:spPr/>
        <p:txBody>
          <a:bodyPr/>
          <a:lstStyle>
            <a:lvl1pPr>
              <a:defRPr/>
            </a:lvl1pPr>
          </a:lstStyle>
          <a:p>
            <a:pPr>
              <a:defRPr/>
            </a:pPr>
            <a:fld id="{6787F683-B714-4840-9F7B-D54158E195FB}" type="slidenum">
              <a:rPr lang="en-AU"/>
              <a:pPr>
                <a:defRPr/>
              </a:pPr>
              <a:t>‹#›</a:t>
            </a:fld>
            <a:endParaRPr lang="en-A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4"/>
          <p:cNvSpPr/>
          <p:nvPr/>
        </p:nvSpPr>
        <p:spPr>
          <a:xfrm>
            <a:off x="1014413" y="0"/>
            <a:ext cx="8129587"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 name="Rectangle 5"/>
          <p:cNvSpPr/>
          <p:nvPr/>
        </p:nvSpPr>
        <p:spPr bwMode="invGray">
          <a:xfrm>
            <a:off x="1014413" y="0"/>
            <a:ext cx="73025" cy="685800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4" name="Date Placeholder 1"/>
          <p:cNvSpPr>
            <a:spLocks noGrp="1"/>
          </p:cNvSpPr>
          <p:nvPr>
            <p:ph type="dt" sz="half" idx="10"/>
          </p:nvPr>
        </p:nvSpPr>
        <p:spPr/>
        <p:txBody>
          <a:bodyPr/>
          <a:lstStyle>
            <a:lvl1pPr>
              <a:defRPr/>
            </a:lvl1pPr>
            <a:extLst/>
          </a:lstStyle>
          <a:p>
            <a:pPr>
              <a:defRPr/>
            </a:pPr>
            <a:fld id="{076632DF-7466-44F8-B14F-7E352A8B1400}" type="datetimeFigureOut">
              <a:rPr lang="en-US"/>
              <a:pPr>
                <a:defRPr/>
              </a:pPr>
              <a:t>3/19/2025</a:t>
            </a:fld>
            <a:endParaRPr lang="en-AU"/>
          </a:p>
        </p:txBody>
      </p:sp>
      <p:sp>
        <p:nvSpPr>
          <p:cNvPr id="5" name="Footer Placeholder 2"/>
          <p:cNvSpPr>
            <a:spLocks noGrp="1"/>
          </p:cNvSpPr>
          <p:nvPr>
            <p:ph type="ftr" sz="quarter" idx="11"/>
          </p:nvPr>
        </p:nvSpPr>
        <p:spPr/>
        <p:txBody>
          <a:bodyPr/>
          <a:lstStyle>
            <a:lvl1pPr>
              <a:defRPr/>
            </a:lvl1pPr>
            <a:extLst/>
          </a:lstStyle>
          <a:p>
            <a:pPr>
              <a:defRPr/>
            </a:pPr>
            <a:endParaRPr lang="en-AU"/>
          </a:p>
        </p:txBody>
      </p:sp>
      <p:sp>
        <p:nvSpPr>
          <p:cNvPr id="6" name="Slide Number Placeholder 3"/>
          <p:cNvSpPr>
            <a:spLocks noGrp="1"/>
          </p:cNvSpPr>
          <p:nvPr>
            <p:ph type="sldNum" sz="quarter" idx="12"/>
          </p:nvPr>
        </p:nvSpPr>
        <p:spPr/>
        <p:txBody>
          <a:bodyPr/>
          <a:lstStyle>
            <a:lvl1pPr>
              <a:defRPr/>
            </a:lvl1pPr>
            <a:extLst/>
          </a:lstStyle>
          <a:p>
            <a:pPr>
              <a:defRPr/>
            </a:pPr>
            <a:fld id="{9B62068E-3DF5-4F07-A479-6ECFC5B4334B}" type="slidenum">
              <a:rPr lang="en-AU"/>
              <a:pPr>
                <a:defRPr/>
              </a:pPr>
              <a:t>‹#›</a:t>
            </a:fld>
            <a:endParaRPr lang="en-A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lang="en-US"/>
              <a:t>Click to edit Master title style</a:t>
            </a:r>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a:r>
              <a:rPr lang="en-US"/>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extLst/>
          </a:lstStyle>
          <a:p>
            <a:pPr>
              <a:defRPr/>
            </a:pPr>
            <a:fld id="{2FF663F3-C0EA-42A8-9D3C-15DAC77F7ABD}" type="datetimeFigureOut">
              <a:rPr lang="en-US"/>
              <a:pPr>
                <a:defRPr/>
              </a:pPr>
              <a:t>3/19/2025</a:t>
            </a:fld>
            <a:endParaRPr lang="en-AU"/>
          </a:p>
        </p:txBody>
      </p:sp>
      <p:sp>
        <p:nvSpPr>
          <p:cNvPr id="6" name="Footer Placeholder 5"/>
          <p:cNvSpPr>
            <a:spLocks noGrp="1"/>
          </p:cNvSpPr>
          <p:nvPr>
            <p:ph type="ftr" sz="quarter" idx="11"/>
          </p:nvPr>
        </p:nvSpPr>
        <p:spPr/>
        <p:txBody>
          <a:bodyPr/>
          <a:lstStyle>
            <a:lvl1pPr>
              <a:defRPr/>
            </a:lvl1pPr>
            <a:extLst/>
          </a:lstStyle>
          <a:p>
            <a:pPr>
              <a:defRPr/>
            </a:pPr>
            <a:endParaRPr lang="en-AU"/>
          </a:p>
        </p:txBody>
      </p:sp>
      <p:sp>
        <p:nvSpPr>
          <p:cNvPr id="7" name="Slide Number Placeholder 6"/>
          <p:cNvSpPr>
            <a:spLocks noGrp="1"/>
          </p:cNvSpPr>
          <p:nvPr>
            <p:ph type="sldNum" sz="quarter" idx="12"/>
          </p:nvPr>
        </p:nvSpPr>
        <p:spPr/>
        <p:txBody>
          <a:bodyPr/>
          <a:lstStyle>
            <a:lvl1pPr>
              <a:defRPr/>
            </a:lvl1pPr>
            <a:extLst/>
          </a:lstStyle>
          <a:p>
            <a:pPr>
              <a:defRPr/>
            </a:pPr>
            <a:fld id="{B1A95174-CFA5-499D-88D0-D09D2FB1806C}" type="slidenum">
              <a:rPr lang="en-AU"/>
              <a:pPr>
                <a:defRPr/>
              </a:pPr>
              <a:t>‹#›</a:t>
            </a:fld>
            <a:endParaRPr lang="en-A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tIns="274320">
            <a:normAutofit/>
          </a:bodyPr>
          <a:lstStyle/>
          <a:p>
            <a:pPr indent="-283464" fontAlgn="auto">
              <a:lnSpc>
                <a:spcPts val="3000"/>
              </a:lnSpc>
              <a:spcBef>
                <a:spcPts val="600"/>
              </a:spcBef>
              <a:spcAft>
                <a:spcPts val="0"/>
              </a:spcAft>
              <a:buClr>
                <a:schemeClr val="accent1"/>
              </a:buClr>
              <a:buSzPct val="80000"/>
              <a:buFont typeface="Wingdings 2"/>
              <a:buNone/>
              <a:defRPr/>
            </a:pPr>
            <a:endParaRPr lang="en-US" sz="3200">
              <a:latin typeface="+mn-lt"/>
            </a:endParaRPr>
          </a:p>
        </p:txBody>
      </p:sp>
      <p:sp>
        <p:nvSpPr>
          <p:cNvPr id="6" name="Flowchart: Process 8"/>
          <p:cNvSpPr/>
          <p:nvPr/>
        </p:nvSpPr>
        <p:spPr>
          <a:xfrm rot="19468671">
            <a:off x="396875" y="954088"/>
            <a:ext cx="685800" cy="204787"/>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Flowchart: Process 9"/>
          <p:cNvSpPr/>
          <p:nvPr/>
        </p:nvSpPr>
        <p:spPr>
          <a:xfrm rot="2103354" flipH="1">
            <a:off x="5003800" y="936625"/>
            <a:ext cx="649288" cy="204788"/>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lang="en-US"/>
              <a:t>Click to edit Master title style</a:t>
            </a: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tIns="274320">
            <a:normAutofit/>
          </a:bodyPr>
          <a:lstStyle>
            <a:lvl1pPr indent="0">
              <a:buNone/>
              <a:defRPr sz="3200"/>
            </a:lvl1pPr>
            <a:extLst/>
          </a:lstStyle>
          <a:p>
            <a:pPr lvl="0"/>
            <a:r>
              <a:rPr lang="en-US" noProof="0"/>
              <a:t>Click icon to add picture</a:t>
            </a:r>
            <a:endParaRPr lang="en-US" noProof="0"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a:r>
              <a:rPr lang="en-US"/>
              <a:t>Click to edit Master text styles</a:t>
            </a:r>
          </a:p>
        </p:txBody>
      </p:sp>
      <p:sp>
        <p:nvSpPr>
          <p:cNvPr id="8" name="Date Placeholder 4"/>
          <p:cNvSpPr>
            <a:spLocks noGrp="1"/>
          </p:cNvSpPr>
          <p:nvPr>
            <p:ph type="dt" sz="half" idx="10"/>
          </p:nvPr>
        </p:nvSpPr>
        <p:spPr/>
        <p:txBody>
          <a:bodyPr/>
          <a:lstStyle>
            <a:lvl1pPr>
              <a:defRPr/>
            </a:lvl1pPr>
            <a:extLst/>
          </a:lstStyle>
          <a:p>
            <a:pPr>
              <a:defRPr/>
            </a:pPr>
            <a:fld id="{532F19D3-364E-4BE1-AB1D-9389337F1716}" type="datetimeFigureOut">
              <a:rPr lang="en-US"/>
              <a:pPr>
                <a:defRPr/>
              </a:pPr>
              <a:t>3/19/2025</a:t>
            </a:fld>
            <a:endParaRPr lang="en-AU"/>
          </a:p>
        </p:txBody>
      </p:sp>
      <p:sp>
        <p:nvSpPr>
          <p:cNvPr id="9" name="Footer Placeholder 5"/>
          <p:cNvSpPr>
            <a:spLocks noGrp="1"/>
          </p:cNvSpPr>
          <p:nvPr>
            <p:ph type="ftr" sz="quarter" idx="11"/>
          </p:nvPr>
        </p:nvSpPr>
        <p:spPr/>
        <p:txBody>
          <a:bodyPr/>
          <a:lstStyle>
            <a:lvl1pPr>
              <a:defRPr/>
            </a:lvl1pPr>
            <a:extLst/>
          </a:lstStyle>
          <a:p>
            <a:pPr>
              <a:defRPr/>
            </a:pPr>
            <a:endParaRPr lang="en-AU"/>
          </a:p>
        </p:txBody>
      </p:sp>
      <p:sp>
        <p:nvSpPr>
          <p:cNvPr id="10" name="Slide Number Placeholder 6"/>
          <p:cNvSpPr>
            <a:spLocks noGrp="1"/>
          </p:cNvSpPr>
          <p:nvPr>
            <p:ph type="sldNum" sz="quarter" idx="12"/>
          </p:nvPr>
        </p:nvSpPr>
        <p:spPr/>
        <p:txBody>
          <a:bodyPr/>
          <a:lstStyle>
            <a:lvl1pPr>
              <a:defRPr/>
            </a:lvl1pPr>
            <a:extLst/>
          </a:lstStyle>
          <a:p>
            <a:pPr>
              <a:defRPr/>
            </a:pPr>
            <a:fld id="{D314A49B-29C5-41E1-9157-AF7F5FD4ACA7}" type="slidenum">
              <a:rPr lang="en-AU"/>
              <a:pPr>
                <a:defRPr/>
              </a:pPr>
              <a:t>‹#›</a:t>
            </a:fld>
            <a:endParaRPr lang="en-A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23"/>
          <p:cNvSpPr>
            <a:spLocks noGrp="1"/>
          </p:cNvSpPr>
          <p:nvPr>
            <p:ph type="dt" sz="half" idx="10"/>
          </p:nvPr>
        </p:nvSpPr>
        <p:spPr/>
        <p:txBody>
          <a:bodyPr/>
          <a:lstStyle>
            <a:lvl1pPr>
              <a:defRPr/>
            </a:lvl1pPr>
          </a:lstStyle>
          <a:p>
            <a:pPr>
              <a:defRPr/>
            </a:pPr>
            <a:fld id="{9659DBE8-5B23-4758-B47C-E9E341EE3328}" type="datetimeFigureOut">
              <a:rPr lang="en-US"/>
              <a:pPr>
                <a:defRPr/>
              </a:pPr>
              <a:t>3/19/2025</a:t>
            </a:fld>
            <a:endParaRPr lang="en-AU"/>
          </a:p>
        </p:txBody>
      </p:sp>
      <p:sp>
        <p:nvSpPr>
          <p:cNvPr id="5" name="Footer Placeholder 9"/>
          <p:cNvSpPr>
            <a:spLocks noGrp="1"/>
          </p:cNvSpPr>
          <p:nvPr>
            <p:ph type="ftr" sz="quarter" idx="11"/>
          </p:nvPr>
        </p:nvSpPr>
        <p:spPr/>
        <p:txBody>
          <a:bodyPr/>
          <a:lstStyle>
            <a:lvl1pPr>
              <a:defRPr/>
            </a:lvl1pPr>
          </a:lstStyle>
          <a:p>
            <a:pPr>
              <a:defRPr/>
            </a:pPr>
            <a:endParaRPr lang="en-AU"/>
          </a:p>
        </p:txBody>
      </p:sp>
      <p:sp>
        <p:nvSpPr>
          <p:cNvPr id="6" name="Slide Number Placeholder 21"/>
          <p:cNvSpPr>
            <a:spLocks noGrp="1"/>
          </p:cNvSpPr>
          <p:nvPr>
            <p:ph type="sldNum" sz="quarter" idx="12"/>
          </p:nvPr>
        </p:nvSpPr>
        <p:spPr/>
        <p:txBody>
          <a:bodyPr/>
          <a:lstStyle>
            <a:lvl1pPr>
              <a:defRPr/>
            </a:lvl1pPr>
          </a:lstStyle>
          <a:p>
            <a:pPr>
              <a:defRPr/>
            </a:pPr>
            <a:fld id="{2388FE86-17E6-4DB8-A3B4-0AF1C45D9DDE}" type="slidenum">
              <a:rPr lang="en-AU"/>
              <a:pPr>
                <a:defRPr/>
              </a:pPr>
              <a:t>‹#›</a:t>
            </a:fld>
            <a:endParaRPr lang="en-A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143000" y="274640"/>
            <a:ext cx="55626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23"/>
          <p:cNvSpPr>
            <a:spLocks noGrp="1"/>
          </p:cNvSpPr>
          <p:nvPr>
            <p:ph type="dt" sz="half" idx="10"/>
          </p:nvPr>
        </p:nvSpPr>
        <p:spPr/>
        <p:txBody>
          <a:bodyPr/>
          <a:lstStyle>
            <a:lvl1pPr>
              <a:defRPr/>
            </a:lvl1pPr>
          </a:lstStyle>
          <a:p>
            <a:pPr>
              <a:defRPr/>
            </a:pPr>
            <a:fld id="{4914BA9B-DFDF-4564-91A2-6DF83062B79A}" type="datetimeFigureOut">
              <a:rPr lang="en-US"/>
              <a:pPr>
                <a:defRPr/>
              </a:pPr>
              <a:t>3/19/2025</a:t>
            </a:fld>
            <a:endParaRPr lang="en-AU"/>
          </a:p>
        </p:txBody>
      </p:sp>
      <p:sp>
        <p:nvSpPr>
          <p:cNvPr id="5" name="Footer Placeholder 9"/>
          <p:cNvSpPr>
            <a:spLocks noGrp="1"/>
          </p:cNvSpPr>
          <p:nvPr>
            <p:ph type="ftr" sz="quarter" idx="11"/>
          </p:nvPr>
        </p:nvSpPr>
        <p:spPr/>
        <p:txBody>
          <a:bodyPr/>
          <a:lstStyle>
            <a:lvl1pPr>
              <a:defRPr/>
            </a:lvl1pPr>
          </a:lstStyle>
          <a:p>
            <a:pPr>
              <a:defRPr/>
            </a:pPr>
            <a:endParaRPr lang="en-AU"/>
          </a:p>
        </p:txBody>
      </p:sp>
      <p:sp>
        <p:nvSpPr>
          <p:cNvPr id="6" name="Slide Number Placeholder 21"/>
          <p:cNvSpPr>
            <a:spLocks noGrp="1"/>
          </p:cNvSpPr>
          <p:nvPr>
            <p:ph type="sldNum" sz="quarter" idx="12"/>
          </p:nvPr>
        </p:nvSpPr>
        <p:spPr/>
        <p:txBody>
          <a:bodyPr/>
          <a:lstStyle>
            <a:lvl1pPr>
              <a:defRPr/>
            </a:lvl1pPr>
          </a:lstStyle>
          <a:p>
            <a:pPr>
              <a:defRPr/>
            </a:pPr>
            <a:fld id="{2920A575-958F-452E-A13F-7BD0F68F6B47}" type="slidenum">
              <a:rPr lang="en-AU"/>
              <a:pPr>
                <a:defRPr/>
              </a:pPr>
              <a:t>‹#›</a:t>
            </a:fld>
            <a:endParaRPr lang="en-A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Date Placeholder 23"/>
          <p:cNvSpPr>
            <a:spLocks noGrp="1"/>
          </p:cNvSpPr>
          <p:nvPr>
            <p:ph type="dt" sz="half" idx="10"/>
          </p:nvPr>
        </p:nvSpPr>
        <p:spPr/>
        <p:txBody>
          <a:bodyPr/>
          <a:lstStyle>
            <a:lvl1pPr>
              <a:defRPr/>
            </a:lvl1pPr>
          </a:lstStyle>
          <a:p>
            <a:pPr>
              <a:defRPr/>
            </a:pPr>
            <a:fld id="{14BD23C4-0CBE-41AD-9915-09C3EB7D8FC5}" type="datetimeFigureOut">
              <a:rPr lang="en-US"/>
              <a:pPr>
                <a:defRPr/>
              </a:pPr>
              <a:t>3/19/2025</a:t>
            </a:fld>
            <a:endParaRPr lang="en-AU"/>
          </a:p>
        </p:txBody>
      </p:sp>
      <p:sp>
        <p:nvSpPr>
          <p:cNvPr id="3" name="Footer Placeholder 9"/>
          <p:cNvSpPr>
            <a:spLocks noGrp="1"/>
          </p:cNvSpPr>
          <p:nvPr>
            <p:ph type="ftr" sz="quarter" idx="11"/>
          </p:nvPr>
        </p:nvSpPr>
        <p:spPr/>
        <p:txBody>
          <a:bodyPr/>
          <a:lstStyle>
            <a:lvl1pPr>
              <a:defRPr/>
            </a:lvl1pPr>
          </a:lstStyle>
          <a:p>
            <a:pPr>
              <a:defRPr/>
            </a:pPr>
            <a:endParaRPr lang="en-AU"/>
          </a:p>
        </p:txBody>
      </p:sp>
      <p:sp>
        <p:nvSpPr>
          <p:cNvPr id="4" name="Slide Number Placeholder 21"/>
          <p:cNvSpPr>
            <a:spLocks noGrp="1"/>
          </p:cNvSpPr>
          <p:nvPr>
            <p:ph type="sldNum" sz="quarter" idx="12"/>
          </p:nvPr>
        </p:nvSpPr>
        <p:spPr/>
        <p:txBody>
          <a:bodyPr/>
          <a:lstStyle>
            <a:lvl1pPr>
              <a:defRPr/>
            </a:lvl1pPr>
          </a:lstStyle>
          <a:p>
            <a:pPr>
              <a:defRPr/>
            </a:pPr>
            <a:fld id="{1AD7BE41-6580-421D-AAB4-199544DFCC6F}" type="slidenum">
              <a:rPr lang="en-AU"/>
              <a:pPr>
                <a:defRPr/>
              </a:pPr>
              <a:t>‹#›</a:t>
            </a:fld>
            <a:endParaRPr lang="en-AU"/>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dirty="0"/>
              <a:t>3/19/2025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00111073"/>
      </p:ext>
    </p:extLst>
  </p:cSld>
  <p:clrMapOvr>
    <a:masterClrMapping/>
  </p:clrMapOvr>
  <p:transition spd="slow">
    <p:blinds dir="vert"/>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75" y="-815975"/>
            <a:ext cx="1638300" cy="1638300"/>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 name="Oval 7"/>
          <p:cNvSpPr/>
          <p:nvPr/>
        </p:nvSpPr>
        <p:spPr>
          <a:xfrm>
            <a:off x="168275" y="20638"/>
            <a:ext cx="1703388" cy="1703387"/>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2" name="Rectangle 11"/>
          <p:cNvSpPr/>
          <p:nvPr/>
        </p:nvSpPr>
        <p:spPr>
          <a:xfrm>
            <a:off x="1012825" y="0"/>
            <a:ext cx="8131175"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 name="Title Placeholder 4"/>
          <p:cNvSpPr>
            <a:spLocks noGrp="1"/>
          </p:cNvSpPr>
          <p:nvPr>
            <p:ph type="title"/>
          </p:nvPr>
        </p:nvSpPr>
        <p:spPr>
          <a:xfrm>
            <a:off x="1435100" y="274638"/>
            <a:ext cx="7499350" cy="1143000"/>
          </a:xfrm>
          <a:prstGeom prst="rect">
            <a:avLst/>
          </a:prstGeom>
        </p:spPr>
        <p:txBody>
          <a:bodyPr anchor="ctr">
            <a:normAutofit/>
          </a:bodyPr>
          <a:lstStyle/>
          <a:p>
            <a:r>
              <a:rPr lang="en-US"/>
              <a:t>Click to edit Master title style</a:t>
            </a:r>
          </a:p>
        </p:txBody>
      </p:sp>
      <p:sp>
        <p:nvSpPr>
          <p:cNvPr id="1033" name="Text Placeholder 8"/>
          <p:cNvSpPr>
            <a:spLocks noGrp="1"/>
          </p:cNvSpPr>
          <p:nvPr>
            <p:ph type="body" idx="1"/>
          </p:nvPr>
        </p:nvSpPr>
        <p:spPr bwMode="auto">
          <a:xfrm>
            <a:off x="1435100" y="1447800"/>
            <a:ext cx="7499350" cy="4800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fontAlgn="auto" latinLnBrk="0" hangingPunct="1">
              <a:spcBef>
                <a:spcPts val="0"/>
              </a:spcBef>
              <a:spcAft>
                <a:spcPts val="0"/>
              </a:spcAft>
              <a:defRPr kumimoji="0" sz="1200">
                <a:solidFill>
                  <a:schemeClr val="bg2">
                    <a:shade val="50000"/>
                    <a:satMod val="200000"/>
                  </a:schemeClr>
                </a:solidFill>
                <a:latin typeface="+mn-lt"/>
              </a:defRPr>
            </a:lvl1pPr>
            <a:extLst/>
          </a:lstStyle>
          <a:p>
            <a:pPr>
              <a:defRPr/>
            </a:pPr>
            <a:fld id="{4674603B-BE21-4B82-834E-441265CC936A}" type="datetimeFigureOut">
              <a:rPr lang="en-US"/>
              <a:pPr>
                <a:defRPr/>
              </a:pPr>
              <a:t>3/19/2025</a:t>
            </a:fld>
            <a:endParaRPr lang="en-AU"/>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fontAlgn="auto" latinLnBrk="0" hangingPunct="1">
              <a:spcBef>
                <a:spcPts val="0"/>
              </a:spcBef>
              <a:spcAft>
                <a:spcPts val="0"/>
              </a:spcAft>
              <a:defRPr kumimoji="0" sz="1200">
                <a:solidFill>
                  <a:schemeClr val="bg2">
                    <a:shade val="50000"/>
                    <a:satMod val="200000"/>
                  </a:schemeClr>
                </a:solidFill>
                <a:effectLst/>
                <a:latin typeface="+mn-lt"/>
              </a:defRPr>
            </a:lvl1pPr>
            <a:extLst/>
          </a:lstStyle>
          <a:p>
            <a:pPr>
              <a:defRPr/>
            </a:pPr>
            <a:endParaRPr lang="en-AU"/>
          </a:p>
        </p:txBody>
      </p:sp>
      <p:sp>
        <p:nvSpPr>
          <p:cNvPr id="22" name="Slide Number Placeholder 21"/>
          <p:cNvSpPr>
            <a:spLocks noGrp="1"/>
          </p:cNvSpPr>
          <p:nvPr>
            <p:ph type="sldNum" sz="quarter" idx="4"/>
          </p:nvPr>
        </p:nvSpPr>
        <p:spPr>
          <a:xfrm>
            <a:off x="8613775" y="6305550"/>
            <a:ext cx="457200" cy="476250"/>
          </a:xfrm>
          <a:prstGeom prst="rect">
            <a:avLst/>
          </a:prstGeom>
        </p:spPr>
        <p:txBody>
          <a:bodyPr anchor="b"/>
          <a:lstStyle>
            <a:lvl1pPr algn="ctr" eaLnBrk="1" fontAlgn="auto" latinLnBrk="0" hangingPunct="1">
              <a:spcBef>
                <a:spcPts val="0"/>
              </a:spcBef>
              <a:spcAft>
                <a:spcPts val="0"/>
              </a:spcAft>
              <a:defRPr kumimoji="0" sz="1200">
                <a:solidFill>
                  <a:schemeClr val="bg2">
                    <a:shade val="50000"/>
                    <a:satMod val="200000"/>
                  </a:schemeClr>
                </a:solidFill>
                <a:effectLst/>
                <a:latin typeface="+mn-lt"/>
              </a:defRPr>
            </a:lvl1pPr>
            <a:extLst/>
          </a:lstStyle>
          <a:p>
            <a:pPr>
              <a:defRPr/>
            </a:pPr>
            <a:fld id="{25D2816C-7373-4FF3-9DF2-CB9F7B7A5FB2}" type="slidenum">
              <a:rPr lang="en-AU"/>
              <a:pPr>
                <a:defRPr/>
              </a:pPr>
              <a:t>‹#›</a:t>
            </a:fld>
            <a:endParaRPr lang="en-AU"/>
          </a:p>
        </p:txBody>
      </p:sp>
      <p:sp>
        <p:nvSpPr>
          <p:cNvPr id="15" name="Rectangle 14"/>
          <p:cNvSpPr/>
          <p:nvPr/>
        </p:nvSpPr>
        <p:spPr bwMode="invGray">
          <a:xfrm>
            <a:off x="1014413" y="0"/>
            <a:ext cx="73025" cy="685800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Tree>
  </p:cSld>
  <p:clrMap bg1="lt1" tx1="dk1" bg2="lt2" tx2="dk2" accent1="accent1" accent2="accent2" accent3="accent3" accent4="accent4" accent5="accent5" accent6="accent6" hlink="hlink" folHlink="folHlink"/>
  <p:sldLayoutIdLst>
    <p:sldLayoutId id="2147483702" r:id="rId1"/>
    <p:sldLayoutId id="2147483708" r:id="rId2"/>
    <p:sldLayoutId id="2147483703" r:id="rId3"/>
    <p:sldLayoutId id="2147483709" r:id="rId4"/>
    <p:sldLayoutId id="2147483704" r:id="rId5"/>
    <p:sldLayoutId id="2147483710" r:id="rId6"/>
    <p:sldLayoutId id="2147483711" r:id="rId7"/>
    <p:sldLayoutId id="2147483712" r:id="rId8"/>
    <p:sldLayoutId id="2147483705" r:id="rId9"/>
    <p:sldLayoutId id="2147483706" r:id="rId10"/>
    <p:sldLayoutId id="2147483707" r:id="rId11"/>
    <p:sldLayoutId id="2147483713" r:id="rId12"/>
  </p:sldLayoutIdLst>
  <p:txStyles>
    <p:titleStyle>
      <a:lvl1pPr algn="l" rtl="0" eaLnBrk="0" fontAlgn="base" hangingPunct="0">
        <a:spcBef>
          <a:spcPct val="0"/>
        </a:spcBef>
        <a:spcAft>
          <a:spcPct val="0"/>
        </a:spcAft>
        <a:defRPr sz="4300" kern="1200">
          <a:solidFill>
            <a:srgbClr val="572314"/>
          </a:solidFill>
          <a:effectLst>
            <a:outerShdw blurRad="50000" dist="30000" dir="5400000" algn="tl" rotWithShape="0">
              <a:srgbClr val="000000">
                <a:alpha val="30000"/>
              </a:srgbClr>
            </a:outerShdw>
          </a:effectLst>
          <a:latin typeface="+mj-lt"/>
          <a:ea typeface="+mj-ea"/>
          <a:cs typeface="+mj-cs"/>
        </a:defRPr>
      </a:lvl1pPr>
      <a:lvl2pPr algn="l" rtl="0" eaLnBrk="0" fontAlgn="base" hangingPunct="0">
        <a:spcBef>
          <a:spcPct val="0"/>
        </a:spcBef>
        <a:spcAft>
          <a:spcPct val="0"/>
        </a:spcAft>
        <a:defRPr sz="4300">
          <a:solidFill>
            <a:srgbClr val="572314"/>
          </a:solidFill>
          <a:latin typeface="Gill Sans MT" pitchFamily="34" charset="0"/>
        </a:defRPr>
      </a:lvl2pPr>
      <a:lvl3pPr algn="l" rtl="0" eaLnBrk="0" fontAlgn="base" hangingPunct="0">
        <a:spcBef>
          <a:spcPct val="0"/>
        </a:spcBef>
        <a:spcAft>
          <a:spcPct val="0"/>
        </a:spcAft>
        <a:defRPr sz="4300">
          <a:solidFill>
            <a:srgbClr val="572314"/>
          </a:solidFill>
          <a:latin typeface="Gill Sans MT" pitchFamily="34" charset="0"/>
        </a:defRPr>
      </a:lvl3pPr>
      <a:lvl4pPr algn="l" rtl="0" eaLnBrk="0" fontAlgn="base" hangingPunct="0">
        <a:spcBef>
          <a:spcPct val="0"/>
        </a:spcBef>
        <a:spcAft>
          <a:spcPct val="0"/>
        </a:spcAft>
        <a:defRPr sz="4300">
          <a:solidFill>
            <a:srgbClr val="572314"/>
          </a:solidFill>
          <a:latin typeface="Gill Sans MT" pitchFamily="34" charset="0"/>
        </a:defRPr>
      </a:lvl4pPr>
      <a:lvl5pPr algn="l" rtl="0" eaLnBrk="0" fontAlgn="base" hangingPunct="0">
        <a:spcBef>
          <a:spcPct val="0"/>
        </a:spcBef>
        <a:spcAft>
          <a:spcPct val="0"/>
        </a:spcAft>
        <a:defRPr sz="4300">
          <a:solidFill>
            <a:srgbClr val="572314"/>
          </a:solidFill>
          <a:latin typeface="Gill Sans MT" pitchFamily="34" charset="0"/>
        </a:defRPr>
      </a:lvl5pPr>
      <a:lvl6pPr marL="457200" algn="l" rtl="0" fontAlgn="base">
        <a:spcBef>
          <a:spcPct val="0"/>
        </a:spcBef>
        <a:spcAft>
          <a:spcPct val="0"/>
        </a:spcAft>
        <a:defRPr sz="4300">
          <a:solidFill>
            <a:srgbClr val="572314"/>
          </a:solidFill>
          <a:latin typeface="Gill Sans MT" pitchFamily="34" charset="0"/>
        </a:defRPr>
      </a:lvl6pPr>
      <a:lvl7pPr marL="914400" algn="l" rtl="0" fontAlgn="base">
        <a:spcBef>
          <a:spcPct val="0"/>
        </a:spcBef>
        <a:spcAft>
          <a:spcPct val="0"/>
        </a:spcAft>
        <a:defRPr sz="4300">
          <a:solidFill>
            <a:srgbClr val="572314"/>
          </a:solidFill>
          <a:latin typeface="Gill Sans MT" pitchFamily="34" charset="0"/>
        </a:defRPr>
      </a:lvl7pPr>
      <a:lvl8pPr marL="1371600" algn="l" rtl="0" fontAlgn="base">
        <a:spcBef>
          <a:spcPct val="0"/>
        </a:spcBef>
        <a:spcAft>
          <a:spcPct val="0"/>
        </a:spcAft>
        <a:defRPr sz="4300">
          <a:solidFill>
            <a:srgbClr val="572314"/>
          </a:solidFill>
          <a:latin typeface="Gill Sans MT" pitchFamily="34" charset="0"/>
        </a:defRPr>
      </a:lvl8pPr>
      <a:lvl9pPr marL="1828800" algn="l" rtl="0" fontAlgn="base">
        <a:spcBef>
          <a:spcPct val="0"/>
        </a:spcBef>
        <a:spcAft>
          <a:spcPct val="0"/>
        </a:spcAft>
        <a:defRPr sz="4300">
          <a:solidFill>
            <a:srgbClr val="572314"/>
          </a:solidFill>
          <a:latin typeface="Gill Sans MT" pitchFamily="34" charset="0"/>
        </a:defRPr>
      </a:lvl9pPr>
      <a:extLst/>
    </p:titleStyle>
    <p:bodyStyle>
      <a:lvl1pPr marL="365125" indent="-282575" algn="l" rtl="0" eaLnBrk="0" fontAlgn="base" hangingPunct="0">
        <a:spcBef>
          <a:spcPts val="600"/>
        </a:spcBef>
        <a:spcAft>
          <a:spcPct val="0"/>
        </a:spcAft>
        <a:buClr>
          <a:schemeClr val="accent1"/>
        </a:buClr>
        <a:buSzPct val="80000"/>
        <a:buFont typeface="Wingdings 2" pitchFamily="18" charset="2"/>
        <a:buChar char=""/>
        <a:defRPr sz="3200" kern="1200">
          <a:solidFill>
            <a:schemeClr val="tx1"/>
          </a:solidFill>
          <a:latin typeface="+mn-lt"/>
          <a:ea typeface="+mn-ea"/>
          <a:cs typeface="+mn-cs"/>
        </a:defRPr>
      </a:lvl1pPr>
      <a:lvl2pPr marL="639763" indent="-236538" algn="l" rtl="0" eaLnBrk="0" fontAlgn="base" hangingPunct="0">
        <a:spcBef>
          <a:spcPts val="550"/>
        </a:spcBef>
        <a:spcAft>
          <a:spcPct val="0"/>
        </a:spcAft>
        <a:buClr>
          <a:schemeClr val="accent1"/>
        </a:buClr>
        <a:buFont typeface="Verdana" pitchFamily="34" charset="0"/>
        <a:buChar char="◦"/>
        <a:defRPr sz="2800" kern="1200">
          <a:solidFill>
            <a:schemeClr val="tx1"/>
          </a:solidFill>
          <a:latin typeface="+mn-lt"/>
          <a:ea typeface="+mn-ea"/>
          <a:cs typeface="+mn-cs"/>
        </a:defRPr>
      </a:lvl2pPr>
      <a:lvl3pPr marL="885825" indent="-228600" algn="l" rtl="0" eaLnBrk="0" fontAlgn="base" hangingPunct="0">
        <a:spcBef>
          <a:spcPct val="20000"/>
        </a:spcBef>
        <a:spcAft>
          <a:spcPct val="0"/>
        </a:spcAft>
        <a:buClr>
          <a:schemeClr val="accent2"/>
        </a:buClr>
        <a:buFont typeface="Wingdings 2" pitchFamily="18" charset="2"/>
        <a:buChar char=""/>
        <a:defRPr sz="2400" kern="1200">
          <a:solidFill>
            <a:schemeClr val="tx1"/>
          </a:solidFill>
          <a:latin typeface="+mn-lt"/>
          <a:ea typeface="+mn-ea"/>
          <a:cs typeface="+mn-cs"/>
        </a:defRPr>
      </a:lvl3pPr>
      <a:lvl4pPr marL="1096963" indent="-173038" algn="l" rtl="0" eaLnBrk="0" fontAlgn="base" hangingPunct="0">
        <a:spcBef>
          <a:spcPct val="20000"/>
        </a:spcBef>
        <a:spcAft>
          <a:spcPct val="0"/>
        </a:spcAft>
        <a:buClr>
          <a:srgbClr val="C32D2E"/>
        </a:buClr>
        <a:buFont typeface="Wingdings 2" pitchFamily="18" charset="2"/>
        <a:buChar char=""/>
        <a:defRPr sz="2000" kern="1200">
          <a:solidFill>
            <a:schemeClr val="tx1"/>
          </a:solidFill>
          <a:latin typeface="+mn-lt"/>
          <a:ea typeface="+mn-ea"/>
          <a:cs typeface="+mn-cs"/>
        </a:defRPr>
      </a:lvl4pPr>
      <a:lvl5pPr marL="1296988" indent="-182563" algn="l" rtl="0" eaLnBrk="0" fontAlgn="base" hangingPunct="0">
        <a:spcBef>
          <a:spcPct val="20000"/>
        </a:spcBef>
        <a:spcAft>
          <a:spcPct val="0"/>
        </a:spcAft>
        <a:buClr>
          <a:srgbClr val="84AA33"/>
        </a:buClr>
        <a:buFont typeface="Wingdings 2" pitchFamily="18" charset="2"/>
        <a:buChar char=""/>
        <a:defRPr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p:cNvGrpSpPr/>
        <p:nvPr/>
      </p:nvGrpSpPr>
      <p:grpSpPr>
        <a:xfrm>
          <a:off x="0" y="0"/>
          <a:ext cx="0" cy="0"/>
          <a:chOff x="0" y="0"/>
          <a:chExt cx="0" cy="0"/>
        </a:xfrm>
      </p:grpSpPr>
      <p:sp>
        <p:nvSpPr>
          <p:cNvPr id="34817" name="Rectangle 8"/>
          <p:cNvSpPr>
            <a:spLocks noChangeArrowheads="1"/>
          </p:cNvSpPr>
          <p:nvPr/>
        </p:nvSpPr>
        <p:spPr bwMode="auto">
          <a:xfrm>
            <a:off x="107504" y="236124"/>
            <a:ext cx="8893006" cy="1536692"/>
          </a:xfrm>
          <a:prstGeom prst="rect">
            <a:avLst/>
          </a:prstGeom>
          <a:solidFill>
            <a:schemeClr val="bg1">
              <a:lumMod val="65000"/>
            </a:schemeClr>
          </a:solidFill>
          <a:ln w="38100" algn="ctr">
            <a:solidFill>
              <a:schemeClr val="bg1">
                <a:lumMod val="50000"/>
              </a:schemeClr>
            </a:solidFill>
            <a:miter lim="800000"/>
            <a:headEnd/>
            <a:tailEnd/>
          </a:ln>
        </p:spPr>
        <p:txBody>
          <a:bodyPr wrap="none" anchor="ctr"/>
          <a:lstStyle/>
          <a:p>
            <a:pPr algn="ctr" eaLnBrk="0" hangingPunct="0">
              <a:spcBef>
                <a:spcPct val="20000"/>
              </a:spcBef>
              <a:buClr>
                <a:schemeClr val="bg1"/>
              </a:buClr>
              <a:buFontTx/>
              <a:buChar char="•"/>
            </a:pPr>
            <a:endParaRPr lang="en-US" sz="2800" dirty="0">
              <a:latin typeface="Goudy Stout" pitchFamily="18" charset="0"/>
            </a:endParaRPr>
          </a:p>
        </p:txBody>
      </p:sp>
      <p:sp>
        <p:nvSpPr>
          <p:cNvPr id="34820" name="Text Box 5"/>
          <p:cNvSpPr txBox="1">
            <a:spLocks noChangeArrowheads="1"/>
          </p:cNvSpPr>
          <p:nvPr/>
        </p:nvSpPr>
        <p:spPr bwMode="auto">
          <a:xfrm>
            <a:off x="561270" y="5070823"/>
            <a:ext cx="8568988" cy="1828800"/>
          </a:xfrm>
          <a:prstGeom prst="rect">
            <a:avLst/>
          </a:prstGeom>
          <a:noFill/>
          <a:ln w="9525">
            <a:noFill/>
            <a:miter lim="800000"/>
            <a:headEnd/>
            <a:tailEnd/>
          </a:ln>
        </p:spPr>
        <p:txBody>
          <a:bodyPr wrap="none"/>
          <a:lstStyle/>
          <a:p>
            <a:pPr marL="511175" indent="-279400" algn="ctr"/>
            <a:endParaRPr lang="en-US" sz="1200" dirty="0">
              <a:cs typeface="Times New Roman" pitchFamily="18" charset="0"/>
            </a:endParaRPr>
          </a:p>
          <a:p>
            <a:pPr marL="511175" indent="-279400" algn="r"/>
            <a:r>
              <a:rPr lang="en-US" dirty="0"/>
              <a:t>Dr. Sumaira Nazir</a:t>
            </a:r>
            <a:endParaRPr lang="en-US" b="1" dirty="0">
              <a:cs typeface="Times New Roman" pitchFamily="18" charset="0"/>
            </a:endParaRPr>
          </a:p>
          <a:p>
            <a:pPr marL="511175" indent="-279400" algn="r"/>
            <a:r>
              <a:rPr lang="en-US" dirty="0"/>
              <a:t>Department of Software Engineering</a:t>
            </a:r>
          </a:p>
          <a:p>
            <a:pPr marL="511175" indent="-279400" algn="r"/>
            <a:r>
              <a:rPr lang="en-US" dirty="0"/>
              <a:t>National University of Modern Languages, Islamabad</a:t>
            </a:r>
          </a:p>
          <a:p>
            <a:pPr marL="511175" indent="-279400" algn="ctr"/>
            <a:endParaRPr lang="en-US" dirty="0"/>
          </a:p>
        </p:txBody>
      </p:sp>
      <p:sp>
        <p:nvSpPr>
          <p:cNvPr id="2" name="TextBox 1">
            <a:extLst>
              <a:ext uri="{FF2B5EF4-FFF2-40B4-BE49-F238E27FC236}">
                <a16:creationId xmlns:a16="http://schemas.microsoft.com/office/drawing/2014/main" id="{E370068C-DD74-4ED8-9B03-A9F8221E847B}"/>
              </a:ext>
            </a:extLst>
          </p:cNvPr>
          <p:cNvSpPr txBox="1"/>
          <p:nvPr/>
        </p:nvSpPr>
        <p:spPr>
          <a:xfrm>
            <a:off x="269513" y="742860"/>
            <a:ext cx="8568987" cy="523220"/>
          </a:xfrm>
          <a:prstGeom prst="rect">
            <a:avLst/>
          </a:prstGeom>
          <a:noFill/>
        </p:spPr>
        <p:txBody>
          <a:bodyPr wrap="square" rtlCol="0">
            <a:spAutoFit/>
          </a:bodyPr>
          <a:lstStyle/>
          <a:p>
            <a:pPr algn="ctr"/>
            <a:r>
              <a:rPr lang="en-MY" sz="2800" b="1" dirty="0">
                <a:latin typeface="Times" panose="02020603060405020304" pitchFamily="18" charset="0"/>
              </a:rPr>
              <a:t>Software Project Management</a:t>
            </a:r>
          </a:p>
        </p:txBody>
      </p:sp>
    </p:spTree>
  </p:cSld>
  <p:clrMapOvr>
    <a:masterClrMapping/>
  </p:clrMapOvr>
  <p:transition spd="slow">
    <p:blinds dir="ver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AutoShape 2">
            <a:extLst>
              <a:ext uri="{FF2B5EF4-FFF2-40B4-BE49-F238E27FC236}">
                <a16:creationId xmlns:a16="http://schemas.microsoft.com/office/drawing/2014/main" id="{41FF3906-606C-41C2-9417-0401F7474A81}"/>
              </a:ext>
            </a:extLst>
          </p:cNvPr>
          <p:cNvSpPr>
            <a:spLocks noGrp="1" noChangeArrowheads="1"/>
          </p:cNvSpPr>
          <p:nvPr>
            <p:ph type="ctrTitle"/>
          </p:nvPr>
        </p:nvSpPr>
        <p:spPr/>
        <p:txBody>
          <a:bodyPr/>
          <a:lstStyle/>
          <a:p>
            <a:pPr eaLnBrk="1" hangingPunct="1"/>
            <a:r>
              <a:rPr lang="en-US" altLang="en-US" sz="2800" dirty="0"/>
              <a:t>Developing a Project Charter</a:t>
            </a:r>
          </a:p>
        </p:txBody>
      </p:sp>
      <p:sp>
        <p:nvSpPr>
          <p:cNvPr id="5123" name="Rectangle 3">
            <a:extLst>
              <a:ext uri="{FF2B5EF4-FFF2-40B4-BE49-F238E27FC236}">
                <a16:creationId xmlns:a16="http://schemas.microsoft.com/office/drawing/2014/main" id="{D7CB1CAE-CA83-4073-9CDF-738A51AB8AFC}"/>
              </a:ext>
            </a:extLst>
          </p:cNvPr>
          <p:cNvSpPr>
            <a:spLocks noGrp="1" noChangeArrowheads="1"/>
          </p:cNvSpPr>
          <p:nvPr>
            <p:ph type="subTitle" idx="1"/>
          </p:nvPr>
        </p:nvSpPr>
        <p:spPr/>
        <p:txBody>
          <a:bodyPr/>
          <a:lstStyle/>
          <a:p>
            <a:pPr eaLnBrk="1" hangingPunct="1"/>
            <a:endParaRPr lang="en-AU" altLang="en-US" dirty="0"/>
          </a:p>
        </p:txBody>
      </p:sp>
    </p:spTree>
    <p:extLst>
      <p:ext uri="{BB962C8B-B14F-4D97-AF65-F5344CB8AC3E}">
        <p14:creationId xmlns:p14="http://schemas.microsoft.com/office/powerpoint/2010/main" val="2933693856"/>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C582BBE-6D0F-48CB-A747-8DBEE3C6F03E}"/>
              </a:ext>
            </a:extLst>
          </p:cNvPr>
          <p:cNvSpPr>
            <a:spLocks noGrp="1"/>
          </p:cNvSpPr>
          <p:nvPr>
            <p:ph idx="1"/>
          </p:nvPr>
        </p:nvSpPr>
        <p:spPr/>
        <p:txBody>
          <a:bodyPr/>
          <a:lstStyle/>
          <a:p>
            <a:pPr lvl="1" algn="just">
              <a:buFont typeface="Wingdings" panose="05000000000000000000" pitchFamily="2" charset="2"/>
              <a:buChar char="§"/>
            </a:pPr>
            <a:r>
              <a:rPr lang="en-US" dirty="0"/>
              <a:t>Information include</a:t>
            </a:r>
          </a:p>
          <a:p>
            <a:pPr lvl="2" algn="just">
              <a:buFont typeface="Wingdings" panose="05000000000000000000" pitchFamily="2" charset="2"/>
              <a:buChar char="§"/>
            </a:pPr>
            <a:r>
              <a:rPr lang="en-US" dirty="0"/>
              <a:t>The project’s title and date of authorization </a:t>
            </a:r>
          </a:p>
          <a:p>
            <a:pPr lvl="2" algn="just">
              <a:buFont typeface="Wingdings" panose="05000000000000000000" pitchFamily="2" charset="2"/>
              <a:buChar char="§"/>
            </a:pPr>
            <a:r>
              <a:rPr lang="en-US" dirty="0"/>
              <a:t>The project manager’s name and contact information</a:t>
            </a:r>
          </a:p>
          <a:p>
            <a:pPr lvl="2" algn="just">
              <a:buFont typeface="Wingdings" panose="05000000000000000000" pitchFamily="2" charset="2"/>
              <a:buChar char="§"/>
            </a:pPr>
            <a:r>
              <a:rPr lang="en-US" dirty="0"/>
              <a:t>A summary schedule, including the planned start and finish dates; if a summary milestone schedule is available, it should also be included or referenced </a:t>
            </a:r>
          </a:p>
          <a:p>
            <a:pPr lvl="2" algn="just">
              <a:buFont typeface="Wingdings" panose="05000000000000000000" pitchFamily="2" charset="2"/>
              <a:buChar char="§"/>
            </a:pPr>
            <a:r>
              <a:rPr lang="en-US" dirty="0"/>
              <a:t>A summary of the project’s budget or reference to budgetary documents </a:t>
            </a:r>
            <a:endParaRPr lang="en-US" b="1" dirty="0"/>
          </a:p>
        </p:txBody>
      </p:sp>
      <p:sp>
        <p:nvSpPr>
          <p:cNvPr id="7" name="Title 6">
            <a:extLst>
              <a:ext uri="{FF2B5EF4-FFF2-40B4-BE49-F238E27FC236}">
                <a16:creationId xmlns:a16="http://schemas.microsoft.com/office/drawing/2014/main" id="{B0BFF914-17E1-4F97-AAFA-A37C41399B1A}"/>
              </a:ext>
            </a:extLst>
          </p:cNvPr>
          <p:cNvSpPr>
            <a:spLocks noGrp="1"/>
          </p:cNvSpPr>
          <p:nvPr>
            <p:ph type="title"/>
          </p:nvPr>
        </p:nvSpPr>
        <p:spPr/>
        <p:txBody>
          <a:bodyPr>
            <a:normAutofit/>
          </a:bodyPr>
          <a:lstStyle/>
          <a:p>
            <a:r>
              <a:rPr lang="en-MY" dirty="0"/>
              <a:t>Project Charter</a:t>
            </a:r>
          </a:p>
        </p:txBody>
      </p:sp>
    </p:spTree>
    <p:extLst>
      <p:ext uri="{BB962C8B-B14F-4D97-AF65-F5344CB8AC3E}">
        <p14:creationId xmlns:p14="http://schemas.microsoft.com/office/powerpoint/2010/main" val="8337715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C582BBE-6D0F-48CB-A747-8DBEE3C6F03E}"/>
              </a:ext>
            </a:extLst>
          </p:cNvPr>
          <p:cNvSpPr>
            <a:spLocks noGrp="1"/>
          </p:cNvSpPr>
          <p:nvPr>
            <p:ph idx="1"/>
          </p:nvPr>
        </p:nvSpPr>
        <p:spPr/>
        <p:txBody>
          <a:bodyPr/>
          <a:lstStyle/>
          <a:p>
            <a:pPr lvl="1" algn="just">
              <a:buFont typeface="Wingdings" panose="05000000000000000000" pitchFamily="2" charset="2"/>
              <a:buChar char="§"/>
            </a:pPr>
            <a:r>
              <a:rPr lang="en-US" dirty="0"/>
              <a:t>Information include</a:t>
            </a:r>
          </a:p>
          <a:p>
            <a:pPr lvl="2" algn="just">
              <a:buFont typeface="Wingdings" panose="05000000000000000000" pitchFamily="2" charset="2"/>
              <a:buChar char="§"/>
            </a:pPr>
            <a:r>
              <a:rPr lang="en-US" dirty="0"/>
              <a:t>brief description of the project objectives, including the business need or other justification for authorizing the project </a:t>
            </a:r>
          </a:p>
          <a:p>
            <a:pPr lvl="2" algn="just">
              <a:buFont typeface="Wingdings" panose="05000000000000000000" pitchFamily="2" charset="2"/>
              <a:buChar char="§"/>
            </a:pPr>
            <a:r>
              <a:rPr lang="en-US" dirty="0"/>
              <a:t>Project success criteria, including project approval requirements and who signs off on the project </a:t>
            </a:r>
          </a:p>
          <a:p>
            <a:pPr marL="403225" lvl="1" indent="0" algn="just">
              <a:buNone/>
            </a:pPr>
            <a:endParaRPr lang="en-US" b="1" dirty="0"/>
          </a:p>
        </p:txBody>
      </p:sp>
      <p:sp>
        <p:nvSpPr>
          <p:cNvPr id="7" name="Title 6">
            <a:extLst>
              <a:ext uri="{FF2B5EF4-FFF2-40B4-BE49-F238E27FC236}">
                <a16:creationId xmlns:a16="http://schemas.microsoft.com/office/drawing/2014/main" id="{B0BFF914-17E1-4F97-AAFA-A37C41399B1A}"/>
              </a:ext>
            </a:extLst>
          </p:cNvPr>
          <p:cNvSpPr>
            <a:spLocks noGrp="1"/>
          </p:cNvSpPr>
          <p:nvPr>
            <p:ph type="title"/>
          </p:nvPr>
        </p:nvSpPr>
        <p:spPr/>
        <p:txBody>
          <a:bodyPr>
            <a:normAutofit/>
          </a:bodyPr>
          <a:lstStyle/>
          <a:p>
            <a:r>
              <a:rPr lang="en-MY" dirty="0"/>
              <a:t>Project Charter</a:t>
            </a:r>
          </a:p>
        </p:txBody>
      </p:sp>
    </p:spTree>
    <p:extLst>
      <p:ext uri="{BB962C8B-B14F-4D97-AF65-F5344CB8AC3E}">
        <p14:creationId xmlns:p14="http://schemas.microsoft.com/office/powerpoint/2010/main" val="1427830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C582BBE-6D0F-48CB-A747-8DBEE3C6F03E}"/>
              </a:ext>
            </a:extLst>
          </p:cNvPr>
          <p:cNvSpPr>
            <a:spLocks noGrp="1"/>
          </p:cNvSpPr>
          <p:nvPr>
            <p:ph idx="1"/>
          </p:nvPr>
        </p:nvSpPr>
        <p:spPr/>
        <p:txBody>
          <a:bodyPr/>
          <a:lstStyle/>
          <a:p>
            <a:pPr lvl="1" algn="just">
              <a:buFont typeface="Wingdings" panose="05000000000000000000" pitchFamily="2" charset="2"/>
              <a:buChar char="§"/>
            </a:pPr>
            <a:r>
              <a:rPr lang="en-US" dirty="0"/>
              <a:t>Information include</a:t>
            </a:r>
          </a:p>
          <a:p>
            <a:pPr lvl="2" algn="just">
              <a:buFont typeface="Wingdings" panose="05000000000000000000" pitchFamily="2" charset="2"/>
              <a:buChar char="§"/>
            </a:pPr>
            <a:r>
              <a:rPr lang="en-US" dirty="0"/>
              <a:t>A summary of the planned approach for managing the project, which should describe stakeholder needs and expectations, important assumptions, and constraints, and should refer to related documents, such as a communications management plan, as available</a:t>
            </a:r>
          </a:p>
          <a:p>
            <a:pPr lvl="2" algn="just">
              <a:buFont typeface="Wingdings" panose="05000000000000000000" pitchFamily="2" charset="2"/>
              <a:buChar char="§"/>
            </a:pPr>
            <a:r>
              <a:rPr lang="en-US" dirty="0"/>
              <a:t>A roles and responsibilities matrix </a:t>
            </a:r>
          </a:p>
          <a:p>
            <a:pPr lvl="2" algn="just">
              <a:buFont typeface="Wingdings" panose="05000000000000000000" pitchFamily="2" charset="2"/>
              <a:buChar char="§"/>
            </a:pPr>
            <a:r>
              <a:rPr lang="en-US" dirty="0"/>
              <a:t>A sign-off section for signatures of key project stakeholders </a:t>
            </a:r>
          </a:p>
          <a:p>
            <a:pPr lvl="2" algn="just">
              <a:buFont typeface="Wingdings" panose="05000000000000000000" pitchFamily="2" charset="2"/>
              <a:buChar char="§"/>
            </a:pPr>
            <a:r>
              <a:rPr lang="en-US" dirty="0"/>
              <a:t>A comments section in which stakeholders can provide important comments related to the project</a:t>
            </a:r>
          </a:p>
          <a:p>
            <a:pPr marL="403225" lvl="1" indent="0" algn="just">
              <a:buNone/>
            </a:pPr>
            <a:endParaRPr lang="en-US" b="1" dirty="0"/>
          </a:p>
        </p:txBody>
      </p:sp>
      <p:sp>
        <p:nvSpPr>
          <p:cNvPr id="7" name="Title 6">
            <a:extLst>
              <a:ext uri="{FF2B5EF4-FFF2-40B4-BE49-F238E27FC236}">
                <a16:creationId xmlns:a16="http://schemas.microsoft.com/office/drawing/2014/main" id="{B0BFF914-17E1-4F97-AAFA-A37C41399B1A}"/>
              </a:ext>
            </a:extLst>
          </p:cNvPr>
          <p:cNvSpPr>
            <a:spLocks noGrp="1"/>
          </p:cNvSpPr>
          <p:nvPr>
            <p:ph type="title"/>
          </p:nvPr>
        </p:nvSpPr>
        <p:spPr/>
        <p:txBody>
          <a:bodyPr>
            <a:normAutofit/>
          </a:bodyPr>
          <a:lstStyle/>
          <a:p>
            <a:r>
              <a:rPr lang="en-MY" dirty="0"/>
              <a:t>Project Charter</a:t>
            </a:r>
          </a:p>
        </p:txBody>
      </p:sp>
    </p:spTree>
    <p:extLst>
      <p:ext uri="{BB962C8B-B14F-4D97-AF65-F5344CB8AC3E}">
        <p14:creationId xmlns:p14="http://schemas.microsoft.com/office/powerpoint/2010/main" val="14692404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E42CA2-0F38-4993-AAA0-FB1244F6BCC4}"/>
              </a:ext>
            </a:extLst>
          </p:cNvPr>
          <p:cNvSpPr>
            <a:spLocks noGrp="1"/>
          </p:cNvSpPr>
          <p:nvPr>
            <p:ph type="title"/>
          </p:nvPr>
        </p:nvSpPr>
        <p:spPr/>
        <p:txBody>
          <a:bodyPr/>
          <a:lstStyle/>
          <a:p>
            <a:endParaRPr lang="en-MY"/>
          </a:p>
        </p:txBody>
      </p:sp>
      <p:pic>
        <p:nvPicPr>
          <p:cNvPr id="5" name="Content Placeholder 4">
            <a:extLst>
              <a:ext uri="{FF2B5EF4-FFF2-40B4-BE49-F238E27FC236}">
                <a16:creationId xmlns:a16="http://schemas.microsoft.com/office/drawing/2014/main" id="{E7D070A8-1637-4460-95E8-7B6612CB9AA1}"/>
              </a:ext>
            </a:extLst>
          </p:cNvPr>
          <p:cNvPicPr>
            <a:picLocks noGrp="1" noChangeAspect="1"/>
          </p:cNvPicPr>
          <p:nvPr>
            <p:ph idx="1"/>
          </p:nvPr>
        </p:nvPicPr>
        <p:blipFill rotWithShape="1">
          <a:blip r:embed="rId2"/>
          <a:srcRect l="29347" t="14459" r="30325" b="17260"/>
          <a:stretch/>
        </p:blipFill>
        <p:spPr>
          <a:xfrm>
            <a:off x="1259632" y="120303"/>
            <a:ext cx="6948264" cy="6617394"/>
          </a:xfrm>
        </p:spPr>
      </p:pic>
    </p:spTree>
    <p:extLst>
      <p:ext uri="{BB962C8B-B14F-4D97-AF65-F5344CB8AC3E}">
        <p14:creationId xmlns:p14="http://schemas.microsoft.com/office/powerpoint/2010/main" val="19308140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E42CA2-0F38-4993-AAA0-FB1244F6BCC4}"/>
              </a:ext>
            </a:extLst>
          </p:cNvPr>
          <p:cNvSpPr>
            <a:spLocks noGrp="1"/>
          </p:cNvSpPr>
          <p:nvPr>
            <p:ph type="title"/>
          </p:nvPr>
        </p:nvSpPr>
        <p:spPr/>
        <p:txBody>
          <a:bodyPr/>
          <a:lstStyle/>
          <a:p>
            <a:endParaRPr lang="en-MY"/>
          </a:p>
        </p:txBody>
      </p:sp>
      <p:pic>
        <p:nvPicPr>
          <p:cNvPr id="7" name="Content Placeholder 6">
            <a:extLst>
              <a:ext uri="{FF2B5EF4-FFF2-40B4-BE49-F238E27FC236}">
                <a16:creationId xmlns:a16="http://schemas.microsoft.com/office/drawing/2014/main" id="{35D98D5A-7870-4373-947C-0F539AAAE850}"/>
              </a:ext>
            </a:extLst>
          </p:cNvPr>
          <p:cNvPicPr>
            <a:picLocks noGrp="1" noChangeAspect="1"/>
          </p:cNvPicPr>
          <p:nvPr>
            <p:ph idx="1"/>
          </p:nvPr>
        </p:nvPicPr>
        <p:blipFill rotWithShape="1">
          <a:blip r:embed="rId2"/>
          <a:srcRect l="28386" t="17874" r="30325" b="49693"/>
          <a:stretch/>
        </p:blipFill>
        <p:spPr>
          <a:xfrm>
            <a:off x="1270003" y="77889"/>
            <a:ext cx="7659377" cy="3384376"/>
          </a:xfrm>
        </p:spPr>
      </p:pic>
      <p:pic>
        <p:nvPicPr>
          <p:cNvPr id="9" name="Picture 8">
            <a:extLst>
              <a:ext uri="{FF2B5EF4-FFF2-40B4-BE49-F238E27FC236}">
                <a16:creationId xmlns:a16="http://schemas.microsoft.com/office/drawing/2014/main" id="{AC1D0A71-E043-41AD-BC41-3407B5FC39A9}"/>
              </a:ext>
            </a:extLst>
          </p:cNvPr>
          <p:cNvPicPr>
            <a:picLocks noChangeAspect="1"/>
          </p:cNvPicPr>
          <p:nvPr/>
        </p:nvPicPr>
        <p:blipFill rotWithShape="1">
          <a:blip r:embed="rId3"/>
          <a:srcRect l="28738" t="24800" r="30313" b="37400"/>
          <a:stretch/>
        </p:blipFill>
        <p:spPr>
          <a:xfrm>
            <a:off x="1331640" y="3429000"/>
            <a:ext cx="7659377" cy="3292628"/>
          </a:xfrm>
          <a:prstGeom prst="rect">
            <a:avLst/>
          </a:prstGeom>
        </p:spPr>
      </p:pic>
    </p:spTree>
    <p:extLst>
      <p:ext uri="{BB962C8B-B14F-4D97-AF65-F5344CB8AC3E}">
        <p14:creationId xmlns:p14="http://schemas.microsoft.com/office/powerpoint/2010/main" val="14587553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A3527-CA74-11A2-FF19-433A89F38FAE}"/>
              </a:ext>
            </a:extLst>
          </p:cNvPr>
          <p:cNvSpPr>
            <a:spLocks noGrp="1"/>
          </p:cNvSpPr>
          <p:nvPr>
            <p:ph type="title"/>
          </p:nvPr>
        </p:nvSpPr>
        <p:spPr/>
        <p:txBody>
          <a:bodyPr/>
          <a:lstStyle/>
          <a:p>
            <a:r>
              <a:rPr lang="en-US" dirty="0"/>
              <a:t>Activity</a:t>
            </a:r>
            <a:endParaRPr lang="en-MY" dirty="0"/>
          </a:p>
        </p:txBody>
      </p:sp>
      <p:sp>
        <p:nvSpPr>
          <p:cNvPr id="3" name="Content Placeholder 2">
            <a:extLst>
              <a:ext uri="{FF2B5EF4-FFF2-40B4-BE49-F238E27FC236}">
                <a16:creationId xmlns:a16="http://schemas.microsoft.com/office/drawing/2014/main" id="{80C69D73-4C11-A8DF-8EBE-328D88380BC1}"/>
              </a:ext>
            </a:extLst>
          </p:cNvPr>
          <p:cNvSpPr>
            <a:spLocks noGrp="1"/>
          </p:cNvSpPr>
          <p:nvPr>
            <p:ph idx="1"/>
          </p:nvPr>
        </p:nvSpPr>
        <p:spPr/>
        <p:txBody>
          <a:bodyPr/>
          <a:lstStyle/>
          <a:p>
            <a:pPr marL="82550" indent="0" algn="just">
              <a:buNone/>
            </a:pPr>
            <a:r>
              <a:rPr lang="en-US" sz="2000" dirty="0"/>
              <a:t>You are the project manager leading a digital transformation initiative for a mid-sized retail company aiming to enhance its online presence and streamline its e-commerce operations. The project, named "Digital Retail Revolution," has a budget of $500,000 allocated for implementing new e-commerce platforms, upgrading IT infrastructure, and launching targeted digital marketing campaigns. As the project manager, your primary objective is to modernize the company's digital infrastructure, improve customer experience, and increase online sales by 30% within the next fiscal year. </a:t>
            </a:r>
          </a:p>
          <a:p>
            <a:pPr marL="82550" indent="0" algn="just">
              <a:buNone/>
            </a:pPr>
            <a:r>
              <a:rPr lang="en-US" sz="2000" dirty="0"/>
              <a:t>The project charter must be designed to outline the scope, objectives, budget allocation, project manager's responsibilities, and critical deadlines, including completing the platform integration within six months and launching the marketing campaigns within nine months.</a:t>
            </a:r>
            <a:endParaRPr lang="en-MY" sz="2000" dirty="0"/>
          </a:p>
        </p:txBody>
      </p:sp>
    </p:spTree>
    <p:extLst>
      <p:ext uri="{BB962C8B-B14F-4D97-AF65-F5344CB8AC3E}">
        <p14:creationId xmlns:p14="http://schemas.microsoft.com/office/powerpoint/2010/main" val="22610362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AutoShape 2">
            <a:extLst>
              <a:ext uri="{FF2B5EF4-FFF2-40B4-BE49-F238E27FC236}">
                <a16:creationId xmlns:a16="http://schemas.microsoft.com/office/drawing/2014/main" id="{41FF3906-606C-41C2-9417-0401F7474A81}"/>
              </a:ext>
            </a:extLst>
          </p:cNvPr>
          <p:cNvSpPr>
            <a:spLocks noGrp="1" noChangeArrowheads="1"/>
          </p:cNvSpPr>
          <p:nvPr>
            <p:ph type="ctrTitle"/>
          </p:nvPr>
        </p:nvSpPr>
        <p:spPr/>
        <p:txBody>
          <a:bodyPr/>
          <a:lstStyle/>
          <a:p>
            <a:pPr eaLnBrk="1" hangingPunct="1"/>
            <a:r>
              <a:rPr lang="en-US" sz="2800" dirty="0"/>
              <a:t>Project Scope Management</a:t>
            </a:r>
            <a:endParaRPr lang="en-US" altLang="en-US" sz="2800" dirty="0"/>
          </a:p>
        </p:txBody>
      </p:sp>
      <p:sp>
        <p:nvSpPr>
          <p:cNvPr id="5123" name="Rectangle 3">
            <a:extLst>
              <a:ext uri="{FF2B5EF4-FFF2-40B4-BE49-F238E27FC236}">
                <a16:creationId xmlns:a16="http://schemas.microsoft.com/office/drawing/2014/main" id="{D7CB1CAE-CA83-4073-9CDF-738A51AB8AFC}"/>
              </a:ext>
            </a:extLst>
          </p:cNvPr>
          <p:cNvSpPr>
            <a:spLocks noGrp="1" noChangeArrowheads="1"/>
          </p:cNvSpPr>
          <p:nvPr>
            <p:ph type="subTitle" idx="1"/>
          </p:nvPr>
        </p:nvSpPr>
        <p:spPr/>
        <p:txBody>
          <a:bodyPr/>
          <a:lstStyle/>
          <a:p>
            <a:pPr eaLnBrk="1" hangingPunct="1"/>
            <a:endParaRPr lang="en-AU" altLang="en-US" dirty="0"/>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736789-ADE3-4592-84C8-777E5D4F276F}"/>
              </a:ext>
            </a:extLst>
          </p:cNvPr>
          <p:cNvSpPr>
            <a:spLocks noGrp="1"/>
          </p:cNvSpPr>
          <p:nvPr>
            <p:ph type="title"/>
          </p:nvPr>
        </p:nvSpPr>
        <p:spPr/>
        <p:txBody>
          <a:bodyPr>
            <a:normAutofit/>
          </a:bodyPr>
          <a:lstStyle/>
          <a:p>
            <a:r>
              <a:rPr lang="en-US" sz="4400" dirty="0"/>
              <a:t>Project Scope Management</a:t>
            </a:r>
            <a:endParaRPr lang="en-MY" dirty="0"/>
          </a:p>
        </p:txBody>
      </p:sp>
      <p:sp>
        <p:nvSpPr>
          <p:cNvPr id="3" name="Content Placeholder 2">
            <a:extLst>
              <a:ext uri="{FF2B5EF4-FFF2-40B4-BE49-F238E27FC236}">
                <a16:creationId xmlns:a16="http://schemas.microsoft.com/office/drawing/2014/main" id="{FA2973D8-ED8F-4354-8775-1F0A08390684}"/>
              </a:ext>
            </a:extLst>
          </p:cNvPr>
          <p:cNvSpPr>
            <a:spLocks noGrp="1"/>
          </p:cNvSpPr>
          <p:nvPr>
            <p:ph idx="1"/>
          </p:nvPr>
        </p:nvSpPr>
        <p:spPr/>
        <p:txBody>
          <a:bodyPr/>
          <a:lstStyle/>
          <a:p>
            <a:pPr algn="just"/>
            <a:r>
              <a:rPr lang="en-US" sz="2400" dirty="0"/>
              <a:t>Scope refers to all the work involved in creating the products of the project and the processes used to create them. </a:t>
            </a:r>
          </a:p>
          <a:p>
            <a:pPr algn="just"/>
            <a:r>
              <a:rPr lang="en-US" sz="2400" dirty="0"/>
              <a:t>Deliverable is a product created as part of a project. </a:t>
            </a:r>
          </a:p>
          <a:p>
            <a:pPr lvl="1" algn="just"/>
            <a:r>
              <a:rPr lang="en-US" sz="2400" dirty="0"/>
              <a:t>Deliverables can be product related, such as a piece of hardware or software, or process related, such as a planning document or meeting minutes. </a:t>
            </a:r>
          </a:p>
          <a:p>
            <a:pPr lvl="1" algn="just"/>
            <a:r>
              <a:rPr lang="en-US" sz="2400" dirty="0"/>
              <a:t>Project stakeholders must agree what the products of the project are and, to some extent, how they should be produced to define all of the deliverables</a:t>
            </a:r>
            <a:endParaRPr lang="en-MY" sz="2400" dirty="0"/>
          </a:p>
        </p:txBody>
      </p:sp>
    </p:spTree>
    <p:extLst>
      <p:ext uri="{BB962C8B-B14F-4D97-AF65-F5344CB8AC3E}">
        <p14:creationId xmlns:p14="http://schemas.microsoft.com/office/powerpoint/2010/main" val="14076693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736789-ADE3-4592-84C8-777E5D4F276F}"/>
              </a:ext>
            </a:extLst>
          </p:cNvPr>
          <p:cNvSpPr>
            <a:spLocks noGrp="1"/>
          </p:cNvSpPr>
          <p:nvPr>
            <p:ph type="title"/>
          </p:nvPr>
        </p:nvSpPr>
        <p:spPr/>
        <p:txBody>
          <a:bodyPr>
            <a:normAutofit/>
          </a:bodyPr>
          <a:lstStyle/>
          <a:p>
            <a:r>
              <a:rPr lang="en-US" sz="4400" dirty="0"/>
              <a:t>Project Scope Management</a:t>
            </a:r>
            <a:endParaRPr lang="en-MY" dirty="0"/>
          </a:p>
        </p:txBody>
      </p:sp>
      <p:sp>
        <p:nvSpPr>
          <p:cNvPr id="3" name="Content Placeholder 2">
            <a:extLst>
              <a:ext uri="{FF2B5EF4-FFF2-40B4-BE49-F238E27FC236}">
                <a16:creationId xmlns:a16="http://schemas.microsoft.com/office/drawing/2014/main" id="{FA2973D8-ED8F-4354-8775-1F0A08390684}"/>
              </a:ext>
            </a:extLst>
          </p:cNvPr>
          <p:cNvSpPr>
            <a:spLocks noGrp="1"/>
          </p:cNvSpPr>
          <p:nvPr>
            <p:ph idx="1"/>
          </p:nvPr>
        </p:nvSpPr>
        <p:spPr/>
        <p:txBody>
          <a:bodyPr/>
          <a:lstStyle/>
          <a:p>
            <a:pPr algn="just"/>
            <a:r>
              <a:rPr lang="en-US" sz="2800" dirty="0"/>
              <a:t>Project scope management includes </a:t>
            </a:r>
          </a:p>
          <a:p>
            <a:pPr lvl="1" algn="just"/>
            <a:r>
              <a:rPr lang="en-US" sz="2400" dirty="0"/>
              <a:t>The processes involved in defining and controlling what work is or is not included in a project. </a:t>
            </a:r>
          </a:p>
          <a:p>
            <a:pPr lvl="1" algn="just"/>
            <a:r>
              <a:rPr lang="en-US" sz="2400" dirty="0"/>
              <a:t>It ensures that the project team and stakeholders have the same understanding of what products the project will produce and what processes the project team will use to produce them</a:t>
            </a:r>
            <a:endParaRPr lang="en-MY" sz="2400" dirty="0"/>
          </a:p>
        </p:txBody>
      </p:sp>
    </p:spTree>
    <p:extLst>
      <p:ext uri="{BB962C8B-B14F-4D97-AF65-F5344CB8AC3E}">
        <p14:creationId xmlns:p14="http://schemas.microsoft.com/office/powerpoint/2010/main" val="8842119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736789-ADE3-4592-84C8-777E5D4F276F}"/>
              </a:ext>
            </a:extLst>
          </p:cNvPr>
          <p:cNvSpPr>
            <a:spLocks noGrp="1"/>
          </p:cNvSpPr>
          <p:nvPr>
            <p:ph type="title"/>
          </p:nvPr>
        </p:nvSpPr>
        <p:spPr/>
        <p:txBody>
          <a:bodyPr>
            <a:normAutofit/>
          </a:bodyPr>
          <a:lstStyle/>
          <a:p>
            <a:r>
              <a:rPr lang="en-US" sz="4400" dirty="0"/>
              <a:t>Project Scope Management</a:t>
            </a:r>
            <a:endParaRPr lang="en-MY" dirty="0"/>
          </a:p>
        </p:txBody>
      </p:sp>
      <p:sp>
        <p:nvSpPr>
          <p:cNvPr id="3" name="Content Placeholder 2">
            <a:extLst>
              <a:ext uri="{FF2B5EF4-FFF2-40B4-BE49-F238E27FC236}">
                <a16:creationId xmlns:a16="http://schemas.microsoft.com/office/drawing/2014/main" id="{FA2973D8-ED8F-4354-8775-1F0A08390684}"/>
              </a:ext>
            </a:extLst>
          </p:cNvPr>
          <p:cNvSpPr>
            <a:spLocks noGrp="1"/>
          </p:cNvSpPr>
          <p:nvPr>
            <p:ph idx="1"/>
          </p:nvPr>
        </p:nvSpPr>
        <p:spPr/>
        <p:txBody>
          <a:bodyPr/>
          <a:lstStyle/>
          <a:p>
            <a:pPr algn="just"/>
            <a:r>
              <a:rPr lang="en-US" sz="2400" dirty="0"/>
              <a:t>Six main processes are involved in project scope management:</a:t>
            </a:r>
          </a:p>
          <a:p>
            <a:pPr marL="746125" lvl="1" indent="-342900" algn="just">
              <a:buFont typeface="+mj-lt"/>
              <a:buAutoNum type="arabicPeriod"/>
            </a:pPr>
            <a:r>
              <a:rPr lang="en-US" sz="3200" dirty="0"/>
              <a:t>Planning scope management </a:t>
            </a:r>
          </a:p>
          <a:p>
            <a:pPr marL="746125" lvl="1" indent="-342900" algn="just">
              <a:buFont typeface="+mj-lt"/>
              <a:buAutoNum type="arabicPeriod"/>
            </a:pPr>
            <a:r>
              <a:rPr lang="en-US" sz="3200" dirty="0"/>
              <a:t> Collecting requirements</a:t>
            </a:r>
          </a:p>
          <a:p>
            <a:pPr marL="746125" lvl="1" indent="-342900" algn="just">
              <a:buFont typeface="+mj-lt"/>
              <a:buAutoNum type="arabicPeriod"/>
            </a:pPr>
            <a:r>
              <a:rPr lang="en-US" sz="3200" dirty="0"/>
              <a:t>Defining scope </a:t>
            </a:r>
          </a:p>
          <a:p>
            <a:pPr marL="746125" lvl="1" indent="-342900" algn="just">
              <a:buFont typeface="+mj-lt"/>
              <a:buAutoNum type="arabicPeriod"/>
            </a:pPr>
            <a:r>
              <a:rPr lang="en-US" sz="3200" dirty="0"/>
              <a:t>Creating the WBS</a:t>
            </a:r>
          </a:p>
          <a:p>
            <a:pPr marL="746125" lvl="1" indent="-342900" algn="just">
              <a:buFont typeface="+mj-lt"/>
              <a:buAutoNum type="arabicPeriod"/>
            </a:pPr>
            <a:r>
              <a:rPr lang="en-US" sz="3200" dirty="0"/>
              <a:t> Validating scope</a:t>
            </a:r>
          </a:p>
          <a:p>
            <a:pPr marL="746125" lvl="1" indent="-342900" algn="just">
              <a:buFont typeface="+mj-lt"/>
              <a:buAutoNum type="arabicPeriod"/>
            </a:pPr>
            <a:r>
              <a:rPr lang="en-US" sz="3200" dirty="0"/>
              <a:t>Controlling scope</a:t>
            </a:r>
          </a:p>
        </p:txBody>
      </p:sp>
    </p:spTree>
    <p:extLst>
      <p:ext uri="{BB962C8B-B14F-4D97-AF65-F5344CB8AC3E}">
        <p14:creationId xmlns:p14="http://schemas.microsoft.com/office/powerpoint/2010/main" val="560516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736789-ADE3-4592-84C8-777E5D4F276F}"/>
              </a:ext>
            </a:extLst>
          </p:cNvPr>
          <p:cNvSpPr>
            <a:spLocks noGrp="1"/>
          </p:cNvSpPr>
          <p:nvPr>
            <p:ph type="title"/>
          </p:nvPr>
        </p:nvSpPr>
        <p:spPr/>
        <p:txBody>
          <a:bodyPr>
            <a:normAutofit/>
          </a:bodyPr>
          <a:lstStyle/>
          <a:p>
            <a:r>
              <a:rPr lang="en-US" sz="4400" dirty="0"/>
              <a:t>Project Scope Management</a:t>
            </a:r>
            <a:endParaRPr lang="en-MY" dirty="0"/>
          </a:p>
        </p:txBody>
      </p:sp>
      <p:sp>
        <p:nvSpPr>
          <p:cNvPr id="3" name="Content Placeholder 2">
            <a:extLst>
              <a:ext uri="{FF2B5EF4-FFF2-40B4-BE49-F238E27FC236}">
                <a16:creationId xmlns:a16="http://schemas.microsoft.com/office/drawing/2014/main" id="{FA2973D8-ED8F-4354-8775-1F0A08390684}"/>
              </a:ext>
            </a:extLst>
          </p:cNvPr>
          <p:cNvSpPr>
            <a:spLocks noGrp="1"/>
          </p:cNvSpPr>
          <p:nvPr>
            <p:ph idx="1"/>
          </p:nvPr>
        </p:nvSpPr>
        <p:spPr/>
        <p:txBody>
          <a:bodyPr/>
          <a:lstStyle/>
          <a:p>
            <a:pPr algn="just"/>
            <a:r>
              <a:rPr lang="en-US" sz="2400" dirty="0"/>
              <a:t>Six main processes are involved in project scope management:</a:t>
            </a:r>
          </a:p>
          <a:p>
            <a:pPr marL="746125" lvl="1" indent="-342900" algn="just">
              <a:buFont typeface="+mj-lt"/>
              <a:buAutoNum type="arabicPeriod"/>
            </a:pPr>
            <a:r>
              <a:rPr lang="en-US" sz="2000" dirty="0"/>
              <a:t>Planning scope management involves determining how the project’s scope and requirements will be managed.</a:t>
            </a:r>
          </a:p>
          <a:p>
            <a:pPr marL="746125" lvl="1" indent="-342900" algn="just">
              <a:buFont typeface="+mj-lt"/>
              <a:buAutoNum type="arabicPeriod"/>
            </a:pPr>
            <a:r>
              <a:rPr lang="en-US" sz="2000" dirty="0"/>
              <a:t> Collecting requirements involves defining and documenting the features and functions of the products as well as the processes used for creating them.</a:t>
            </a:r>
          </a:p>
          <a:p>
            <a:pPr marL="746125" lvl="1" indent="-342900" algn="just">
              <a:buFont typeface="+mj-lt"/>
              <a:buAutoNum type="arabicPeriod"/>
            </a:pPr>
            <a:r>
              <a:rPr lang="en-US" sz="2000" dirty="0"/>
              <a:t>Defining scope involves</a:t>
            </a:r>
            <a:r>
              <a:rPr lang="en-US" sz="2000" dirty="0">
                <a:solidFill>
                  <a:srgbClr val="FF0000"/>
                </a:solidFill>
              </a:rPr>
              <a:t> reviewing the scope management plan, project charter, requirements documents,</a:t>
            </a:r>
            <a:r>
              <a:rPr lang="en-US" sz="2000" dirty="0"/>
              <a:t> and organizational process assets to create a scope statement, adding more information as requirements are developed and change requests are approved. </a:t>
            </a:r>
          </a:p>
          <a:p>
            <a:pPr marL="746125" lvl="1" indent="-342900" algn="just">
              <a:buFont typeface="+mj-lt"/>
              <a:buAutoNum type="arabicPeriod"/>
            </a:pPr>
            <a:endParaRPr lang="en-US" sz="1600" dirty="0"/>
          </a:p>
        </p:txBody>
      </p:sp>
    </p:spTree>
    <p:extLst>
      <p:ext uri="{BB962C8B-B14F-4D97-AF65-F5344CB8AC3E}">
        <p14:creationId xmlns:p14="http://schemas.microsoft.com/office/powerpoint/2010/main" val="11536491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736789-ADE3-4592-84C8-777E5D4F276F}"/>
              </a:ext>
            </a:extLst>
          </p:cNvPr>
          <p:cNvSpPr>
            <a:spLocks noGrp="1"/>
          </p:cNvSpPr>
          <p:nvPr>
            <p:ph type="title"/>
          </p:nvPr>
        </p:nvSpPr>
        <p:spPr/>
        <p:txBody>
          <a:bodyPr>
            <a:normAutofit/>
          </a:bodyPr>
          <a:lstStyle/>
          <a:p>
            <a:r>
              <a:rPr lang="en-US" sz="4400" dirty="0"/>
              <a:t>Project Scope Management</a:t>
            </a:r>
            <a:endParaRPr lang="en-MY" dirty="0"/>
          </a:p>
        </p:txBody>
      </p:sp>
      <p:sp>
        <p:nvSpPr>
          <p:cNvPr id="3" name="Content Placeholder 2">
            <a:extLst>
              <a:ext uri="{FF2B5EF4-FFF2-40B4-BE49-F238E27FC236}">
                <a16:creationId xmlns:a16="http://schemas.microsoft.com/office/drawing/2014/main" id="{FA2973D8-ED8F-4354-8775-1F0A08390684}"/>
              </a:ext>
            </a:extLst>
          </p:cNvPr>
          <p:cNvSpPr>
            <a:spLocks noGrp="1"/>
          </p:cNvSpPr>
          <p:nvPr>
            <p:ph idx="1"/>
          </p:nvPr>
        </p:nvSpPr>
        <p:spPr/>
        <p:txBody>
          <a:bodyPr/>
          <a:lstStyle/>
          <a:p>
            <a:pPr marL="403225" lvl="1" indent="0" algn="just">
              <a:buNone/>
            </a:pPr>
            <a:endParaRPr lang="en-US" sz="2400" dirty="0"/>
          </a:p>
          <a:p>
            <a:pPr marL="403225" lvl="1" indent="0" algn="just">
              <a:buNone/>
            </a:pPr>
            <a:r>
              <a:rPr lang="en-US" sz="2400" dirty="0"/>
              <a:t>4.</a:t>
            </a:r>
            <a:r>
              <a:rPr lang="en-US" sz="2400" dirty="0">
                <a:solidFill>
                  <a:srgbClr val="FF0000"/>
                </a:solidFill>
              </a:rPr>
              <a:t> Creating the WBS</a:t>
            </a:r>
            <a:r>
              <a:rPr lang="en-US" sz="2400" dirty="0"/>
              <a:t> involves subdividing the major project deliverables into smaller, more manageable components. </a:t>
            </a:r>
          </a:p>
          <a:p>
            <a:pPr marL="403225" lvl="1" indent="0" algn="just">
              <a:buNone/>
            </a:pPr>
            <a:r>
              <a:rPr lang="en-US" sz="2400" dirty="0"/>
              <a:t>5. Validating scope involves </a:t>
            </a:r>
            <a:r>
              <a:rPr lang="en-US" sz="2400" dirty="0">
                <a:solidFill>
                  <a:srgbClr val="FF0000"/>
                </a:solidFill>
              </a:rPr>
              <a:t>formalizing acceptance of the project deliverables</a:t>
            </a:r>
            <a:r>
              <a:rPr lang="en-US" sz="2400" dirty="0"/>
              <a:t>. Key project stakeholders, such as the customer and sponsor for the project, inspect and then formally accept the deliverables during this process. If the deliverables are not acceptable, the customer or sponsor usually requests changes. </a:t>
            </a:r>
          </a:p>
          <a:p>
            <a:pPr marL="746125" lvl="1" indent="-342900" algn="just">
              <a:buFont typeface="+mj-lt"/>
              <a:buAutoNum type="arabicPeriod"/>
            </a:pPr>
            <a:endParaRPr lang="en-US" sz="1600" dirty="0"/>
          </a:p>
        </p:txBody>
      </p:sp>
    </p:spTree>
    <p:extLst>
      <p:ext uri="{BB962C8B-B14F-4D97-AF65-F5344CB8AC3E}">
        <p14:creationId xmlns:p14="http://schemas.microsoft.com/office/powerpoint/2010/main" val="22951493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736789-ADE3-4592-84C8-777E5D4F276F}"/>
              </a:ext>
            </a:extLst>
          </p:cNvPr>
          <p:cNvSpPr>
            <a:spLocks noGrp="1"/>
          </p:cNvSpPr>
          <p:nvPr>
            <p:ph type="title"/>
          </p:nvPr>
        </p:nvSpPr>
        <p:spPr/>
        <p:txBody>
          <a:bodyPr>
            <a:normAutofit/>
          </a:bodyPr>
          <a:lstStyle/>
          <a:p>
            <a:r>
              <a:rPr lang="en-US" sz="4400" dirty="0"/>
              <a:t>Project Scope Management</a:t>
            </a:r>
            <a:endParaRPr lang="en-MY" dirty="0"/>
          </a:p>
        </p:txBody>
      </p:sp>
      <p:sp>
        <p:nvSpPr>
          <p:cNvPr id="3" name="Content Placeholder 2">
            <a:extLst>
              <a:ext uri="{FF2B5EF4-FFF2-40B4-BE49-F238E27FC236}">
                <a16:creationId xmlns:a16="http://schemas.microsoft.com/office/drawing/2014/main" id="{FA2973D8-ED8F-4354-8775-1F0A08390684}"/>
              </a:ext>
            </a:extLst>
          </p:cNvPr>
          <p:cNvSpPr>
            <a:spLocks noGrp="1"/>
          </p:cNvSpPr>
          <p:nvPr>
            <p:ph idx="1"/>
          </p:nvPr>
        </p:nvSpPr>
        <p:spPr/>
        <p:txBody>
          <a:bodyPr/>
          <a:lstStyle/>
          <a:p>
            <a:pPr algn="just"/>
            <a:r>
              <a:rPr lang="en-US" sz="2400" dirty="0"/>
              <a:t>Six main processes are involved in project scope management:</a:t>
            </a:r>
            <a:r>
              <a:rPr lang="en-US" sz="1600" dirty="0"/>
              <a:t> </a:t>
            </a:r>
          </a:p>
          <a:p>
            <a:pPr marL="403225" lvl="1" indent="0" algn="just">
              <a:buNone/>
            </a:pPr>
            <a:endParaRPr lang="en-US" sz="1600" dirty="0"/>
          </a:p>
          <a:p>
            <a:pPr marL="403225" lvl="1" indent="0" algn="just">
              <a:buNone/>
            </a:pPr>
            <a:r>
              <a:rPr lang="en-US" dirty="0"/>
              <a:t>6. Controlling scope involves </a:t>
            </a:r>
            <a:r>
              <a:rPr lang="en-US" dirty="0">
                <a:solidFill>
                  <a:srgbClr val="FF0000"/>
                </a:solidFill>
              </a:rPr>
              <a:t>controlling changes to project scope throughout the life of the project</a:t>
            </a:r>
            <a:r>
              <a:rPr lang="en-US" dirty="0"/>
              <a:t>—a challenge on many IT projects. Scope changes often influence the team’s ability to meet project time and cost goals, so project managers must carefully weigh the costs and benefits of scope changes</a:t>
            </a:r>
            <a:endParaRPr lang="en-MY" dirty="0"/>
          </a:p>
          <a:p>
            <a:pPr marL="746125" lvl="1" indent="-342900" algn="just">
              <a:buFont typeface="+mj-lt"/>
              <a:buAutoNum type="arabicPeriod"/>
            </a:pPr>
            <a:endParaRPr lang="en-US" sz="1600" dirty="0"/>
          </a:p>
        </p:txBody>
      </p:sp>
    </p:spTree>
    <p:extLst>
      <p:ext uri="{BB962C8B-B14F-4D97-AF65-F5344CB8AC3E}">
        <p14:creationId xmlns:p14="http://schemas.microsoft.com/office/powerpoint/2010/main" val="19816043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736789-ADE3-4592-84C8-777E5D4F276F}"/>
              </a:ext>
            </a:extLst>
          </p:cNvPr>
          <p:cNvSpPr>
            <a:spLocks noGrp="1"/>
          </p:cNvSpPr>
          <p:nvPr>
            <p:ph type="title"/>
          </p:nvPr>
        </p:nvSpPr>
        <p:spPr/>
        <p:txBody>
          <a:bodyPr>
            <a:normAutofit/>
          </a:bodyPr>
          <a:lstStyle/>
          <a:p>
            <a:r>
              <a:rPr lang="en-US" sz="4400" dirty="0"/>
              <a:t>Project Scope Management</a:t>
            </a:r>
            <a:endParaRPr lang="en-MY" dirty="0"/>
          </a:p>
        </p:txBody>
      </p:sp>
      <p:sp>
        <p:nvSpPr>
          <p:cNvPr id="3" name="Content Placeholder 2">
            <a:extLst>
              <a:ext uri="{FF2B5EF4-FFF2-40B4-BE49-F238E27FC236}">
                <a16:creationId xmlns:a16="http://schemas.microsoft.com/office/drawing/2014/main" id="{FA2973D8-ED8F-4354-8775-1F0A08390684}"/>
              </a:ext>
            </a:extLst>
          </p:cNvPr>
          <p:cNvSpPr>
            <a:spLocks noGrp="1"/>
          </p:cNvSpPr>
          <p:nvPr>
            <p:ph idx="1"/>
          </p:nvPr>
        </p:nvSpPr>
        <p:spPr/>
        <p:txBody>
          <a:bodyPr/>
          <a:lstStyle/>
          <a:p>
            <a:pPr lvl="1" algn="just"/>
            <a:r>
              <a:rPr lang="en-US" dirty="0"/>
              <a:t>Work break down structure</a:t>
            </a:r>
          </a:p>
          <a:p>
            <a:pPr lvl="2" algn="just"/>
            <a:r>
              <a:rPr lang="en-US" sz="3200" dirty="0"/>
              <a:t>A work breakdown structure (WBS) is a deliverable-oriented grouping of the work involved in a project that defines its total scope</a:t>
            </a:r>
          </a:p>
          <a:p>
            <a:pPr lvl="2" algn="just"/>
            <a:r>
              <a:rPr lang="en-US" sz="3200" i="0" dirty="0">
                <a:solidFill>
                  <a:srgbClr val="202124"/>
                </a:solidFill>
                <a:effectLst/>
                <a:latin typeface="Times" panose="02020603060405020304" pitchFamily="18" charset="0"/>
              </a:rPr>
              <a:t>is a hierarchical outline of the tasks required to complete a project</a:t>
            </a:r>
            <a:endParaRPr lang="en-US" sz="3200" dirty="0">
              <a:latin typeface="Times" panose="02020603060405020304" pitchFamily="18" charset="0"/>
            </a:endParaRPr>
          </a:p>
        </p:txBody>
      </p:sp>
    </p:spTree>
    <p:extLst>
      <p:ext uri="{BB962C8B-B14F-4D97-AF65-F5344CB8AC3E}">
        <p14:creationId xmlns:p14="http://schemas.microsoft.com/office/powerpoint/2010/main" val="14918979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736789-ADE3-4592-84C8-777E5D4F276F}"/>
              </a:ext>
            </a:extLst>
          </p:cNvPr>
          <p:cNvSpPr>
            <a:spLocks noGrp="1"/>
          </p:cNvSpPr>
          <p:nvPr>
            <p:ph type="title"/>
          </p:nvPr>
        </p:nvSpPr>
        <p:spPr/>
        <p:txBody>
          <a:bodyPr>
            <a:normAutofit/>
          </a:bodyPr>
          <a:lstStyle/>
          <a:p>
            <a:r>
              <a:rPr lang="en-US" sz="4400" dirty="0"/>
              <a:t>Project Scope Management</a:t>
            </a:r>
            <a:endParaRPr lang="en-MY" dirty="0"/>
          </a:p>
        </p:txBody>
      </p:sp>
      <p:sp>
        <p:nvSpPr>
          <p:cNvPr id="3" name="Content Placeholder 2">
            <a:extLst>
              <a:ext uri="{FF2B5EF4-FFF2-40B4-BE49-F238E27FC236}">
                <a16:creationId xmlns:a16="http://schemas.microsoft.com/office/drawing/2014/main" id="{FA2973D8-ED8F-4354-8775-1F0A08390684}"/>
              </a:ext>
            </a:extLst>
          </p:cNvPr>
          <p:cNvSpPr>
            <a:spLocks noGrp="1"/>
          </p:cNvSpPr>
          <p:nvPr>
            <p:ph idx="1"/>
          </p:nvPr>
        </p:nvSpPr>
        <p:spPr/>
        <p:txBody>
          <a:bodyPr/>
          <a:lstStyle/>
          <a:p>
            <a:pPr lvl="1" algn="just"/>
            <a:r>
              <a:rPr lang="en-US" dirty="0"/>
              <a:t>Work break down structure</a:t>
            </a:r>
          </a:p>
          <a:p>
            <a:pPr lvl="2" algn="just"/>
            <a:r>
              <a:rPr lang="en-US" dirty="0"/>
              <a:t>Because most projects involve many people and many different deliverables, it is important to organize and divide the work into logical parts based on how the work will be performed. </a:t>
            </a:r>
          </a:p>
          <a:p>
            <a:pPr marL="657225" lvl="2" indent="0" algn="just">
              <a:buNone/>
            </a:pPr>
            <a:endParaRPr lang="en-US" dirty="0"/>
          </a:p>
          <a:p>
            <a:pPr lvl="2" algn="just"/>
            <a:r>
              <a:rPr lang="en-US" dirty="0"/>
              <a:t>WBS is a foundation document in project management because it provides the basis for planning and managing project schedules, costs, resources, and changes. </a:t>
            </a:r>
          </a:p>
        </p:txBody>
      </p:sp>
    </p:spTree>
    <p:extLst>
      <p:ext uri="{BB962C8B-B14F-4D97-AF65-F5344CB8AC3E}">
        <p14:creationId xmlns:p14="http://schemas.microsoft.com/office/powerpoint/2010/main" val="15551594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736789-ADE3-4592-84C8-777E5D4F276F}"/>
              </a:ext>
            </a:extLst>
          </p:cNvPr>
          <p:cNvSpPr>
            <a:spLocks noGrp="1"/>
          </p:cNvSpPr>
          <p:nvPr>
            <p:ph type="title"/>
          </p:nvPr>
        </p:nvSpPr>
        <p:spPr/>
        <p:txBody>
          <a:bodyPr>
            <a:normAutofit/>
          </a:bodyPr>
          <a:lstStyle/>
          <a:p>
            <a:r>
              <a:rPr lang="en-US" sz="4400" dirty="0"/>
              <a:t>Project Scope Management</a:t>
            </a:r>
            <a:endParaRPr lang="en-MY" dirty="0"/>
          </a:p>
        </p:txBody>
      </p:sp>
      <p:sp>
        <p:nvSpPr>
          <p:cNvPr id="3" name="Content Placeholder 2">
            <a:extLst>
              <a:ext uri="{FF2B5EF4-FFF2-40B4-BE49-F238E27FC236}">
                <a16:creationId xmlns:a16="http://schemas.microsoft.com/office/drawing/2014/main" id="{FA2973D8-ED8F-4354-8775-1F0A08390684}"/>
              </a:ext>
            </a:extLst>
          </p:cNvPr>
          <p:cNvSpPr>
            <a:spLocks noGrp="1"/>
          </p:cNvSpPr>
          <p:nvPr>
            <p:ph idx="1"/>
          </p:nvPr>
        </p:nvSpPr>
        <p:spPr/>
        <p:txBody>
          <a:bodyPr/>
          <a:lstStyle/>
          <a:p>
            <a:pPr lvl="1" algn="just"/>
            <a:r>
              <a:rPr lang="en-US" dirty="0"/>
              <a:t>Work break down structure</a:t>
            </a:r>
          </a:p>
          <a:p>
            <a:pPr lvl="2" algn="just"/>
            <a:r>
              <a:rPr lang="en-US" sz="3200" dirty="0"/>
              <a:t>Because the WBS defines the total scope of the project, some project management experts believe that work should not be done on a project if it is not included in the WBS. </a:t>
            </a:r>
          </a:p>
          <a:p>
            <a:pPr lvl="2" algn="just"/>
            <a:r>
              <a:rPr lang="en-US" sz="3200" dirty="0"/>
              <a:t>Therefore, it is crucial to develop a complete WBS.</a:t>
            </a:r>
          </a:p>
        </p:txBody>
      </p:sp>
    </p:spTree>
    <p:extLst>
      <p:ext uri="{BB962C8B-B14F-4D97-AF65-F5344CB8AC3E}">
        <p14:creationId xmlns:p14="http://schemas.microsoft.com/office/powerpoint/2010/main" val="25408569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CA050-17EB-45EB-9CF0-38B2AFEEAC5B}"/>
              </a:ext>
            </a:extLst>
          </p:cNvPr>
          <p:cNvSpPr>
            <a:spLocks noGrp="1"/>
          </p:cNvSpPr>
          <p:nvPr>
            <p:ph type="title"/>
          </p:nvPr>
        </p:nvSpPr>
        <p:spPr/>
        <p:txBody>
          <a:bodyPr/>
          <a:lstStyle/>
          <a:p>
            <a:endParaRPr lang="en-MY"/>
          </a:p>
        </p:txBody>
      </p:sp>
      <p:pic>
        <p:nvPicPr>
          <p:cNvPr id="5" name="Content Placeholder 4">
            <a:extLst>
              <a:ext uri="{FF2B5EF4-FFF2-40B4-BE49-F238E27FC236}">
                <a16:creationId xmlns:a16="http://schemas.microsoft.com/office/drawing/2014/main" id="{9FB0C58D-D5C5-447E-A764-50EB945A4E94}"/>
              </a:ext>
            </a:extLst>
          </p:cNvPr>
          <p:cNvPicPr>
            <a:picLocks noGrp="1" noChangeAspect="1"/>
          </p:cNvPicPr>
          <p:nvPr>
            <p:ph idx="1"/>
          </p:nvPr>
        </p:nvPicPr>
        <p:blipFill rotWithShape="1">
          <a:blip r:embed="rId2"/>
          <a:srcRect l="22626" t="43479" r="23603" b="27385"/>
          <a:stretch/>
        </p:blipFill>
        <p:spPr>
          <a:xfrm>
            <a:off x="467544" y="1919263"/>
            <a:ext cx="8496944" cy="2589857"/>
          </a:xfrm>
        </p:spPr>
      </p:pic>
    </p:spTree>
    <p:extLst>
      <p:ext uri="{BB962C8B-B14F-4D97-AF65-F5344CB8AC3E}">
        <p14:creationId xmlns:p14="http://schemas.microsoft.com/office/powerpoint/2010/main" val="25760972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736789-ADE3-4592-84C8-777E5D4F276F}"/>
              </a:ext>
            </a:extLst>
          </p:cNvPr>
          <p:cNvSpPr>
            <a:spLocks noGrp="1"/>
          </p:cNvSpPr>
          <p:nvPr>
            <p:ph type="title"/>
          </p:nvPr>
        </p:nvSpPr>
        <p:spPr/>
        <p:txBody>
          <a:bodyPr>
            <a:normAutofit/>
          </a:bodyPr>
          <a:lstStyle/>
          <a:p>
            <a:r>
              <a:rPr lang="en-US" sz="4400" dirty="0"/>
              <a:t>WBS</a:t>
            </a:r>
            <a:endParaRPr lang="en-MY" dirty="0"/>
          </a:p>
        </p:txBody>
      </p:sp>
      <p:pic>
        <p:nvPicPr>
          <p:cNvPr id="1026" name="Picture 2" descr="chair-rbs">
            <a:extLst>
              <a:ext uri="{FF2B5EF4-FFF2-40B4-BE49-F238E27FC236}">
                <a16:creationId xmlns:a16="http://schemas.microsoft.com/office/drawing/2014/main" id="{106D6A94-5762-435C-869F-A13A4C6C1A9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87624" y="1101546"/>
            <a:ext cx="7145499" cy="54998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79293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C67ADC-31F6-4BA3-AAE5-3A68B54B9F43}"/>
              </a:ext>
            </a:extLst>
          </p:cNvPr>
          <p:cNvSpPr>
            <a:spLocks noGrp="1"/>
          </p:cNvSpPr>
          <p:nvPr>
            <p:ph type="title"/>
          </p:nvPr>
        </p:nvSpPr>
        <p:spPr/>
        <p:txBody>
          <a:bodyPr/>
          <a:lstStyle/>
          <a:p>
            <a:endParaRPr lang="en-MY"/>
          </a:p>
        </p:txBody>
      </p:sp>
      <p:pic>
        <p:nvPicPr>
          <p:cNvPr id="5" name="Content Placeholder 4">
            <a:extLst>
              <a:ext uri="{FF2B5EF4-FFF2-40B4-BE49-F238E27FC236}">
                <a16:creationId xmlns:a16="http://schemas.microsoft.com/office/drawing/2014/main" id="{2A00875C-04CC-4BFE-A5E5-56EA9F067D58}"/>
              </a:ext>
            </a:extLst>
          </p:cNvPr>
          <p:cNvPicPr>
            <a:picLocks noGrp="1" noChangeAspect="1"/>
          </p:cNvPicPr>
          <p:nvPr>
            <p:ph idx="1"/>
          </p:nvPr>
        </p:nvPicPr>
        <p:blipFill rotWithShape="1">
          <a:blip r:embed="rId2"/>
          <a:srcRect l="22625" t="22995" r="24564" b="12139"/>
          <a:stretch/>
        </p:blipFill>
        <p:spPr>
          <a:xfrm>
            <a:off x="611560" y="692696"/>
            <a:ext cx="8441991" cy="5832648"/>
          </a:xfrm>
        </p:spPr>
      </p:pic>
    </p:spTree>
    <p:extLst>
      <p:ext uri="{BB962C8B-B14F-4D97-AF65-F5344CB8AC3E}">
        <p14:creationId xmlns:p14="http://schemas.microsoft.com/office/powerpoint/2010/main" val="2242781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736789-ADE3-4592-84C8-777E5D4F276F}"/>
              </a:ext>
            </a:extLst>
          </p:cNvPr>
          <p:cNvSpPr>
            <a:spLocks noGrp="1"/>
          </p:cNvSpPr>
          <p:nvPr>
            <p:ph type="title"/>
          </p:nvPr>
        </p:nvSpPr>
        <p:spPr/>
        <p:txBody>
          <a:bodyPr>
            <a:normAutofit/>
          </a:bodyPr>
          <a:lstStyle/>
          <a:p>
            <a:r>
              <a:rPr lang="en-US" sz="4400" dirty="0"/>
              <a:t>Project Scope Management</a:t>
            </a:r>
            <a:endParaRPr lang="en-MY" dirty="0"/>
          </a:p>
        </p:txBody>
      </p:sp>
      <p:sp>
        <p:nvSpPr>
          <p:cNvPr id="3" name="Content Placeholder 2">
            <a:extLst>
              <a:ext uri="{FF2B5EF4-FFF2-40B4-BE49-F238E27FC236}">
                <a16:creationId xmlns:a16="http://schemas.microsoft.com/office/drawing/2014/main" id="{FA2973D8-ED8F-4354-8775-1F0A08390684}"/>
              </a:ext>
            </a:extLst>
          </p:cNvPr>
          <p:cNvSpPr>
            <a:spLocks noGrp="1"/>
          </p:cNvSpPr>
          <p:nvPr>
            <p:ph idx="1"/>
          </p:nvPr>
        </p:nvSpPr>
        <p:spPr/>
        <p:txBody>
          <a:bodyPr/>
          <a:lstStyle/>
          <a:p>
            <a:pPr lvl="1" algn="just"/>
            <a:r>
              <a:rPr lang="en-US" dirty="0"/>
              <a:t>WBS-Dictionary</a:t>
            </a:r>
          </a:p>
          <a:p>
            <a:pPr lvl="2" algn="just"/>
            <a:r>
              <a:rPr lang="en-US" dirty="0"/>
              <a:t>A WBS dictionary is a document that provides detailed information about each WBS item. </a:t>
            </a:r>
          </a:p>
          <a:p>
            <a:pPr lvl="2" algn="just"/>
            <a:r>
              <a:rPr lang="en-US" dirty="0"/>
              <a:t>The term dictionary should not be confused with defining terms or acronyms in this case; such definitions belong in a glossary that would be included elsewhere in the project documentation. Instead, the WBS dictionary is a definition of the work involved in the task.</a:t>
            </a:r>
          </a:p>
          <a:p>
            <a:pPr lvl="2" algn="just"/>
            <a:endParaRPr lang="en-US" dirty="0"/>
          </a:p>
        </p:txBody>
      </p:sp>
    </p:spTree>
    <p:extLst>
      <p:ext uri="{BB962C8B-B14F-4D97-AF65-F5344CB8AC3E}">
        <p14:creationId xmlns:p14="http://schemas.microsoft.com/office/powerpoint/2010/main" val="28910416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736789-ADE3-4592-84C8-777E5D4F276F}"/>
              </a:ext>
            </a:extLst>
          </p:cNvPr>
          <p:cNvSpPr>
            <a:spLocks noGrp="1"/>
          </p:cNvSpPr>
          <p:nvPr>
            <p:ph type="title"/>
          </p:nvPr>
        </p:nvSpPr>
        <p:spPr/>
        <p:txBody>
          <a:bodyPr>
            <a:normAutofit/>
          </a:bodyPr>
          <a:lstStyle/>
          <a:p>
            <a:r>
              <a:rPr lang="en-US" sz="4400" dirty="0"/>
              <a:t>Project Scope Management</a:t>
            </a:r>
            <a:endParaRPr lang="en-MY" dirty="0"/>
          </a:p>
        </p:txBody>
      </p:sp>
      <p:sp>
        <p:nvSpPr>
          <p:cNvPr id="3" name="Content Placeholder 2">
            <a:extLst>
              <a:ext uri="{FF2B5EF4-FFF2-40B4-BE49-F238E27FC236}">
                <a16:creationId xmlns:a16="http://schemas.microsoft.com/office/drawing/2014/main" id="{FA2973D8-ED8F-4354-8775-1F0A08390684}"/>
              </a:ext>
            </a:extLst>
          </p:cNvPr>
          <p:cNvSpPr>
            <a:spLocks noGrp="1"/>
          </p:cNvSpPr>
          <p:nvPr>
            <p:ph idx="1"/>
          </p:nvPr>
        </p:nvSpPr>
        <p:spPr/>
        <p:txBody>
          <a:bodyPr/>
          <a:lstStyle/>
          <a:p>
            <a:pPr lvl="1" algn="just"/>
            <a:r>
              <a:rPr lang="en-US" dirty="0"/>
              <a:t>WBS-Dictionary</a:t>
            </a:r>
          </a:p>
          <a:p>
            <a:pPr lvl="2" algn="just"/>
            <a:endParaRPr lang="en-US" dirty="0"/>
          </a:p>
        </p:txBody>
      </p:sp>
      <p:pic>
        <p:nvPicPr>
          <p:cNvPr id="5" name="Picture 4">
            <a:extLst>
              <a:ext uri="{FF2B5EF4-FFF2-40B4-BE49-F238E27FC236}">
                <a16:creationId xmlns:a16="http://schemas.microsoft.com/office/drawing/2014/main" id="{BBC594B5-A2D6-4623-B634-D43F09532E93}"/>
              </a:ext>
            </a:extLst>
          </p:cNvPr>
          <p:cNvPicPr>
            <a:picLocks noChangeAspect="1"/>
          </p:cNvPicPr>
          <p:nvPr/>
        </p:nvPicPr>
        <p:blipFill rotWithShape="1">
          <a:blip r:embed="rId2"/>
          <a:srcRect l="23225" t="40200" r="24013" b="26200"/>
          <a:stretch/>
        </p:blipFill>
        <p:spPr>
          <a:xfrm>
            <a:off x="725538" y="2780928"/>
            <a:ext cx="8208912" cy="2940506"/>
          </a:xfrm>
          <a:prstGeom prst="rect">
            <a:avLst/>
          </a:prstGeom>
        </p:spPr>
      </p:pic>
    </p:spTree>
    <p:extLst>
      <p:ext uri="{BB962C8B-B14F-4D97-AF65-F5344CB8AC3E}">
        <p14:creationId xmlns:p14="http://schemas.microsoft.com/office/powerpoint/2010/main" val="44279521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2376</TotalTime>
  <Words>965</Words>
  <Application>Microsoft Office PowerPoint</Application>
  <PresentationFormat>On-screen Show (4:3)</PresentationFormat>
  <Paragraphs>79</Paragraphs>
  <Slides>23</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23</vt:i4>
      </vt:variant>
    </vt:vector>
  </HeadingPairs>
  <TitlesOfParts>
    <vt:vector size="33" baseType="lpstr">
      <vt:lpstr>Arial</vt:lpstr>
      <vt:lpstr>Calibri</vt:lpstr>
      <vt:lpstr>Gill Sans MT</vt:lpstr>
      <vt:lpstr>Goudy Stout</vt:lpstr>
      <vt:lpstr>Times</vt:lpstr>
      <vt:lpstr>Times New Roman</vt:lpstr>
      <vt:lpstr>Verdana</vt:lpstr>
      <vt:lpstr>Wingdings</vt:lpstr>
      <vt:lpstr>Wingdings 2</vt:lpstr>
      <vt:lpstr>Solstice</vt:lpstr>
      <vt:lpstr>PowerPoint Presentation</vt:lpstr>
      <vt:lpstr>Developing a Project Charter</vt:lpstr>
      <vt:lpstr>Project Charter</vt:lpstr>
      <vt:lpstr>Project Charter</vt:lpstr>
      <vt:lpstr>Project Charter</vt:lpstr>
      <vt:lpstr>PowerPoint Presentation</vt:lpstr>
      <vt:lpstr>PowerPoint Presentation</vt:lpstr>
      <vt:lpstr>Activity</vt:lpstr>
      <vt:lpstr>Project Scope Management</vt:lpstr>
      <vt:lpstr>Project Scope Management</vt:lpstr>
      <vt:lpstr>Project Scope Management</vt:lpstr>
      <vt:lpstr>Project Scope Management</vt:lpstr>
      <vt:lpstr>Project Scope Management</vt:lpstr>
      <vt:lpstr>Project Scope Management</vt:lpstr>
      <vt:lpstr>Project Scope Management</vt:lpstr>
      <vt:lpstr>Project Scope Management</vt:lpstr>
      <vt:lpstr>Project Scope Management</vt:lpstr>
      <vt:lpstr>Project Scope Management</vt:lpstr>
      <vt:lpstr>PowerPoint Presentation</vt:lpstr>
      <vt:lpstr>WBS</vt:lpstr>
      <vt:lpstr>PowerPoint Presentation</vt:lpstr>
      <vt:lpstr>Project Scope Management</vt:lpstr>
      <vt:lpstr>Project Scope Management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MN</dc:creator>
  <cp:lastModifiedBy>Sumaira Nazir</cp:lastModifiedBy>
  <cp:revision>204</cp:revision>
  <cp:lastPrinted>2014-09-07T17:36:35Z</cp:lastPrinted>
  <dcterms:created xsi:type="dcterms:W3CDTF">2006-12-08T11:09:38Z</dcterms:created>
  <dcterms:modified xsi:type="dcterms:W3CDTF">2025-03-19T10:20:43Z</dcterms:modified>
</cp:coreProperties>
</file>