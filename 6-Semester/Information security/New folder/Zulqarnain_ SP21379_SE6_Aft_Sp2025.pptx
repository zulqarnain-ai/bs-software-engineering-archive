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  <p:sldId id="257" r:id="rId3"/>
    <p:sldId id="258" r:id="rId4"/>
    <p:sldId id="261" r:id="rId5"/>
    <p:sldId id="260" r:id="rId6"/>
    <p:sldId id="270" r:id="rId7"/>
    <p:sldId id="259" r:id="rId8"/>
    <p:sldId id="262" r:id="rId9"/>
    <p:sldId id="263" r:id="rId10"/>
    <p:sldId id="264" r:id="rId11"/>
    <p:sldId id="271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5429" y="1989222"/>
            <a:ext cx="779503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Group Members:</a:t>
            </a:r>
          </a:p>
          <a:p>
            <a:endParaRPr lang="en-US" sz="2800" b="1" dirty="0"/>
          </a:p>
          <a:p>
            <a:r>
              <a:rPr lang="en-US" sz="4800" b="1" dirty="0"/>
              <a:t>Zulqarnain Hassan SP21379</a:t>
            </a:r>
          </a:p>
          <a:p>
            <a:r>
              <a:rPr lang="en-US" sz="4800" b="1" dirty="0"/>
              <a:t>Muhammad Younus SP21452</a:t>
            </a:r>
          </a:p>
          <a:p>
            <a:r>
              <a:rPr lang="en-US" sz="4800" b="1" dirty="0"/>
              <a:t>Mumtaz Ali SP21386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2346D5-3862-4EC1-8EED-0948090B3A25}"/>
              </a:ext>
            </a:extLst>
          </p:cNvPr>
          <p:cNvSpPr txBox="1">
            <a:spLocks/>
          </p:cNvSpPr>
          <p:nvPr/>
        </p:nvSpPr>
        <p:spPr>
          <a:xfrm>
            <a:off x="1" y="546807"/>
            <a:ext cx="11999494" cy="1028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Digital Signature</a:t>
            </a:r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E982CEF-12AF-4FBA-B734-DF35EF2EFD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45261" y="5282431"/>
            <a:ext cx="2064085" cy="63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5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32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Digital Signature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5" y="2271723"/>
            <a:ext cx="10363826" cy="3424107"/>
          </a:xfrm>
        </p:spPr>
        <p:txBody>
          <a:bodyPr>
            <a:normAutofit/>
          </a:bodyPr>
          <a:lstStyle/>
          <a:p>
            <a:r>
              <a:rPr lang="en-US" dirty="0"/>
              <a:t>A digital signature is like an online version of a handwritten signature.</a:t>
            </a:r>
          </a:p>
          <a:p>
            <a:r>
              <a:rPr lang="en-US" dirty="0"/>
              <a:t>It is used to verify a message or document is real.</a:t>
            </a:r>
          </a:p>
          <a:p>
            <a:r>
              <a:rPr lang="en-US" dirty="0"/>
              <a:t>Helps protect against tampering and fraud.</a:t>
            </a:r>
          </a:p>
          <a:p>
            <a:r>
              <a:rPr lang="en-US" dirty="0"/>
              <a:t>Commonly used in emails, contracts, and digital forms.</a:t>
            </a:r>
          </a:p>
        </p:txBody>
      </p:sp>
      <p:pic>
        <p:nvPicPr>
          <p:cNvPr id="4" name="zulqarnain">
            <a:hlinkClick r:id="" action="ppaction://media"/>
            <a:extLst>
              <a:ext uri="{FF2B5EF4-FFF2-40B4-BE49-F238E27FC236}">
                <a16:creationId xmlns:a16="http://schemas.microsoft.com/office/drawing/2014/main" id="{8A14EF68-7ACE-403F-AFF0-D5921D7DB4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44717" y="4701674"/>
            <a:ext cx="2160336" cy="8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479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588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Digital Signature?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2566958" y="1936639"/>
            <a:ext cx="70580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special code added to a document or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identity of the sender.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 the content hasn’t been changed.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many secure online activities.</a:t>
            </a:r>
          </a:p>
        </p:txBody>
      </p:sp>
      <p:pic>
        <p:nvPicPr>
          <p:cNvPr id="3" name="zulqarnain">
            <a:hlinkClick r:id="" action="ppaction://media"/>
            <a:extLst>
              <a:ext uri="{FF2B5EF4-FFF2-40B4-BE49-F238E27FC236}">
                <a16:creationId xmlns:a16="http://schemas.microsoft.com/office/drawing/2014/main" id="{5B414E57-B541-4698-AABF-2EE3F255F7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35116" y="5279189"/>
            <a:ext cx="1876926" cy="52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9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23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Are Digital Signatures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They prove the sender is real (authentication).</a:t>
            </a:r>
          </a:p>
          <a:p>
            <a:r>
              <a:rPr lang="en-US" sz="2400" dirty="0"/>
              <a:t>They confirm the document wasn’t changed (integrity).</a:t>
            </a:r>
          </a:p>
          <a:p>
            <a:r>
              <a:rPr lang="en-US" sz="2400" dirty="0"/>
              <a:t>The sender can’t deny they sent it (non-repudiation).</a:t>
            </a:r>
          </a:p>
          <a:p>
            <a:r>
              <a:rPr lang="en-US" sz="2400" dirty="0"/>
              <a:t>They help build trust in digital communication.</a:t>
            </a:r>
          </a:p>
          <a:p>
            <a:pPr lvl="0"/>
            <a:endParaRPr lang="en-US" sz="2400" dirty="0"/>
          </a:p>
        </p:txBody>
      </p:sp>
      <p:pic>
        <p:nvPicPr>
          <p:cNvPr id="4" name="zulqarnain">
            <a:hlinkClick r:id="" action="ppaction://media"/>
            <a:extLst>
              <a:ext uri="{FF2B5EF4-FFF2-40B4-BE49-F238E27FC236}">
                <a16:creationId xmlns:a16="http://schemas.microsoft.com/office/drawing/2014/main" id="{4FB3BE3B-8E2A-41B0-B4CF-08D899A5B3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9074" y="4904873"/>
            <a:ext cx="1743242" cy="64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80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8" dur="426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551" y="654730"/>
            <a:ext cx="10364451" cy="1596177"/>
          </a:xfrm>
        </p:spPr>
        <p:txBody>
          <a:bodyPr/>
          <a:lstStyle/>
          <a:p>
            <a:r>
              <a:rPr lang="en-US" b="1" dirty="0"/>
              <a:t>Keys Used in Digital Signatures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1429822" y="2861611"/>
            <a:ext cx="77668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Key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Kept secret by the sender.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Key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Shared with others to check the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keys are linked like a lock and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70982BF-1F64-422D-A879-2FA36FAD88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80776" y="5520161"/>
            <a:ext cx="1125073" cy="52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948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22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9E88-CC04-4947-94E7-FEC9DFEA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46" y="3169212"/>
            <a:ext cx="10364451" cy="1596177"/>
          </a:xfrm>
        </p:spPr>
        <p:txBody>
          <a:bodyPr/>
          <a:lstStyle/>
          <a:p>
            <a:r>
              <a:rPr lang="en-US" dirty="0"/>
              <a:t>Muhammad </a:t>
            </a:r>
            <a:r>
              <a:rPr lang="en-US" dirty="0" err="1"/>
              <a:t>younus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0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a Digital Signature Work?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524875"/>
            <a:ext cx="71641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sender signs using a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key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receiver checks using the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key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keys match, the message is safe.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encryption and math to stay secure.</a:t>
            </a:r>
          </a:p>
        </p:txBody>
      </p:sp>
    </p:spTree>
    <p:extLst>
      <p:ext uri="{BB962C8B-B14F-4D97-AF65-F5344CB8AC3E}">
        <p14:creationId xmlns:p14="http://schemas.microsoft.com/office/powerpoint/2010/main" val="284855793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82" y="709052"/>
            <a:ext cx="10364451" cy="1596177"/>
          </a:xfrm>
        </p:spPr>
        <p:txBody>
          <a:bodyPr/>
          <a:lstStyle/>
          <a:p>
            <a:r>
              <a:rPr lang="en-US" b="1" dirty="0"/>
              <a:t>Real-Life Examples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2869322" y="2396287"/>
            <a:ext cx="56685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Signing PDF files and legal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Sending secure emails.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banking and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Verifying software downloads.</a:t>
            </a:r>
          </a:p>
        </p:txBody>
      </p:sp>
    </p:spTree>
    <p:extLst>
      <p:ext uri="{BB962C8B-B14F-4D97-AF65-F5344CB8AC3E}">
        <p14:creationId xmlns:p14="http://schemas.microsoft.com/office/powerpoint/2010/main" val="145015807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Digital Signature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081671" y="2430466"/>
            <a:ext cx="10363826" cy="3424107"/>
          </a:xfrm>
        </p:spPr>
        <p:txBody>
          <a:bodyPr>
            <a:normAutofit/>
          </a:bodyPr>
          <a:lstStyle/>
          <a:p>
            <a:r>
              <a:rPr lang="en-US" sz="2400" dirty="0"/>
              <a:t>Proves the sender’s identity.</a:t>
            </a:r>
          </a:p>
          <a:p>
            <a:r>
              <a:rPr lang="en-US" sz="2400" dirty="0"/>
              <a:t>Makes sure the message is unchanged.</a:t>
            </a:r>
          </a:p>
          <a:p>
            <a:r>
              <a:rPr lang="en-US" sz="2400" dirty="0"/>
              <a:t>Stops people from faking documents.</a:t>
            </a:r>
          </a:p>
          <a:p>
            <a:r>
              <a:rPr lang="en-US" sz="2400" dirty="0"/>
              <a:t>Works fast and saves time.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13541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407" y="618517"/>
            <a:ext cx="10364451" cy="1596177"/>
          </a:xfrm>
        </p:spPr>
        <p:txBody>
          <a:bodyPr/>
          <a:lstStyle/>
          <a:p>
            <a:r>
              <a:rPr lang="en-US" b="1" dirty="0"/>
              <a:t>Digital </a:t>
            </a:r>
            <a:r>
              <a:rPr lang="en-US" b="1" dirty="0" err="1"/>
              <a:t>vs</a:t>
            </a:r>
            <a:r>
              <a:rPr lang="en-US" b="1" dirty="0"/>
              <a:t> Electronic Signature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82083" y="2287645"/>
            <a:ext cx="533992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signatures are more secure.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 signatures are simpler.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uses encryption and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 may be just a typed name.</a:t>
            </a:r>
          </a:p>
        </p:txBody>
      </p:sp>
    </p:spTree>
    <p:extLst>
      <p:ext uri="{BB962C8B-B14F-4D97-AF65-F5344CB8AC3E}">
        <p14:creationId xmlns:p14="http://schemas.microsoft.com/office/powerpoint/2010/main" val="89515422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89F4-30D3-44C8-B3A7-1A284F49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22" y="2302938"/>
            <a:ext cx="10364451" cy="1596177"/>
          </a:xfrm>
        </p:spPr>
        <p:txBody>
          <a:bodyPr/>
          <a:lstStyle/>
          <a:p>
            <a:r>
              <a:rPr lang="en-US" dirty="0"/>
              <a:t>Mumtaz </a:t>
            </a:r>
            <a:r>
              <a:rPr lang="en-US" dirty="0" err="1"/>
              <a:t>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05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641" y="799586"/>
            <a:ext cx="10364451" cy="1596177"/>
          </a:xfrm>
        </p:spPr>
        <p:txBody>
          <a:bodyPr/>
          <a:lstStyle/>
          <a:p>
            <a:r>
              <a:rPr lang="en-US" sz="4400" b="1" dirty="0"/>
              <a:t>Tools for Digital Signatures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740319"/>
            <a:ext cx="564930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Adobe Sign for PDF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DocuSign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contracts and 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eMudhra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Indian digital signatures.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tools like Java or Python.</a:t>
            </a:r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C1A3691E-3717-45F9-B94B-C566744968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87515" y="139447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921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18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07619" y="897663"/>
            <a:ext cx="10364451" cy="1596177"/>
          </a:xfrm>
        </p:spPr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36815" y="2493840"/>
            <a:ext cx="10363826" cy="3424107"/>
          </a:xfrm>
        </p:spPr>
        <p:txBody>
          <a:bodyPr>
            <a:normAutofit/>
          </a:bodyPr>
          <a:lstStyle/>
          <a:p>
            <a:r>
              <a:rPr lang="en-US" sz="2400" dirty="0"/>
              <a:t>Easy and fast to use online.</a:t>
            </a:r>
          </a:p>
          <a:p>
            <a:r>
              <a:rPr lang="en-US" sz="2400" dirty="0"/>
              <a:t>Reduces paper and printing costs.</a:t>
            </a:r>
          </a:p>
          <a:p>
            <a:r>
              <a:rPr lang="en-US" sz="2400" dirty="0"/>
              <a:t>Trusted for legal and business work.</a:t>
            </a:r>
          </a:p>
          <a:p>
            <a:r>
              <a:rPr lang="en-US" sz="2400" dirty="0"/>
              <a:t>Keeps documents safe from changes.</a:t>
            </a:r>
          </a:p>
        </p:txBody>
      </p:sp>
    </p:spTree>
    <p:extLst>
      <p:ext uri="{BB962C8B-B14F-4D97-AF65-F5344CB8AC3E}">
        <p14:creationId xmlns:p14="http://schemas.microsoft.com/office/powerpoint/2010/main" val="245266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8639"/>
            <a:ext cx="10364451" cy="1596177"/>
          </a:xfrm>
        </p:spPr>
        <p:txBody>
          <a:bodyPr/>
          <a:lstStyle/>
          <a:p>
            <a:r>
              <a:rPr lang="en-US" b="1" dirty="0"/>
              <a:t>Disadvantages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2380435" y="2658838"/>
            <a:ext cx="559281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Needs internet and software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easy for people new to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 must be protected carefully.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costly for small users.</a:t>
            </a:r>
          </a:p>
        </p:txBody>
      </p:sp>
    </p:spTree>
    <p:extLst>
      <p:ext uri="{BB962C8B-B14F-4D97-AF65-F5344CB8AC3E}">
        <p14:creationId xmlns:p14="http://schemas.microsoft.com/office/powerpoint/2010/main" val="2433405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2264" y="790532"/>
            <a:ext cx="10364451" cy="1596177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740319"/>
            <a:ext cx="648607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signatures make online work safe.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protect identity and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emails, banking, and contracts.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the future of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40248588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369</TotalTime>
  <Words>416</Words>
  <Application>Microsoft Office PowerPoint</Application>
  <PresentationFormat>Widescreen</PresentationFormat>
  <Paragraphs>90</Paragraphs>
  <Slides>15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Droplet</vt:lpstr>
      <vt:lpstr>PowerPoint Presentation</vt:lpstr>
      <vt:lpstr>Introduction to Digital Signature</vt:lpstr>
      <vt:lpstr>What is a Digital Signature?</vt:lpstr>
      <vt:lpstr>Why Are Digital Signatures Important?</vt:lpstr>
      <vt:lpstr>Keys Used in Digital Signatures</vt:lpstr>
      <vt:lpstr>Muhammad younus</vt:lpstr>
      <vt:lpstr>How Does a Digital Signature Work?</vt:lpstr>
      <vt:lpstr>Real-Life Examples</vt:lpstr>
      <vt:lpstr>Digital Signature Features</vt:lpstr>
      <vt:lpstr>Digital vs Electronic Signature</vt:lpstr>
      <vt:lpstr>Mumtaz ali</vt:lpstr>
      <vt:lpstr>Tools for Digital Signatures</vt:lpstr>
      <vt:lpstr>Advantages</vt:lpstr>
      <vt:lpstr>Disadvantages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</dc:title>
  <dc:creator>hp</dc:creator>
  <cp:lastModifiedBy>zulqarnain hassan</cp:lastModifiedBy>
  <cp:revision>18</cp:revision>
  <dcterms:created xsi:type="dcterms:W3CDTF">2025-05-20T06:44:20Z</dcterms:created>
  <dcterms:modified xsi:type="dcterms:W3CDTF">2025-05-31T17:26:19Z</dcterms:modified>
</cp:coreProperties>
</file>