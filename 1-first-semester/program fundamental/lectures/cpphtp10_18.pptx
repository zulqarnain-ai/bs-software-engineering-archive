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76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798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9C8A20-F58C-4DA9-8F63-0CFD55DBBAFE}" type="datetimeFigureOut">
              <a:rPr lang="en-US" smtClean="0"/>
              <a:pPr/>
              <a:t>9/22/2016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D33BD6-6AD3-4F29-B5CD-599C3A97AE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39333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3AFF98-033A-4CF3-885F-5D750793F76E}" type="slidenum">
              <a:rPr lang="en-US" altLang="en-US" smtClean="0"/>
              <a:pPr/>
              <a:t>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2031972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D34FD-6A5D-4926-9F81-EAFFBD112485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3854B-3735-4EE2-AB8E-A8E3CCE565F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32306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62176-35FE-4EDC-ACA7-3B4D417514A8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3854B-3735-4EE2-AB8E-A8E3CCE565F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41674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05D6D-AF9E-4DD4-8D70-C04FB0F776C3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3854B-3735-4EE2-AB8E-A8E3CCE565F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92047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886BF-C473-492E-8E40-E78B207E1DAB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3854B-3735-4EE2-AB8E-A8E3CCE565F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70232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D904C-8984-43D0-BE5F-463DB01ADBCF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3854B-3735-4EE2-AB8E-A8E3CCE565F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95573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38DC9-6821-44DD-B057-5564106FFEEC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3854B-3735-4EE2-AB8E-A8E3CCE565F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02945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1D4C6-AA47-48C8-83B8-359679199FAC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3854B-3735-4EE2-AB8E-A8E3CCE565F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44827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EB8E9-3897-4A87-8E07-D8143EDA2156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3854B-3735-4EE2-AB8E-A8E3CCE565F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63872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1C060-C226-4E2F-B697-717D29928A23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3854B-3735-4EE2-AB8E-A8E3CCE565F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79744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E371B-FCAA-4E85-8D0C-9EC1AD1007B5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3854B-3735-4EE2-AB8E-A8E3CCE565F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71593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9641C-9353-4015-8AE3-7ECD8DC6C6AE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3854B-3735-4EE2-AB8E-A8E3CCE565F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21302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7FFB24-521C-492C-979E-600E2A111652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3854B-3735-4EE2-AB8E-A8E3CCE565F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19166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3380E6"/>
                </a:solidFill>
                <a:latin typeface="Goudy Sans Medium"/>
              </a:rPr>
              <a:t>Introduction to </a:t>
            </a:r>
            <a:br>
              <a:rPr lang="en-US" dirty="0" smtClean="0">
                <a:solidFill>
                  <a:srgbClr val="3380E6"/>
                </a:solidFill>
                <a:latin typeface="Goudy Sans Medium"/>
              </a:rPr>
            </a:br>
            <a:r>
              <a:rPr lang="en-US" dirty="0" smtClean="0">
                <a:solidFill>
                  <a:srgbClr val="3380E6"/>
                </a:solidFill>
                <a:latin typeface="Goudy Sans Medium"/>
              </a:rPr>
              <a:t>Custom Templates</a:t>
            </a:r>
          </a:p>
        </p:txBody>
      </p:sp>
      <p:sp>
        <p:nvSpPr>
          <p:cNvPr id="10243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R="0"/>
            <a:r>
              <a:rPr lang="en-US" altLang="en-US" dirty="0" smtClean="0"/>
              <a:t>Based on Chapter 18 of C++ How to Program, 10/e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8147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8_Page_0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157288"/>
            <a:ext cx="12192000" cy="45434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39240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8_Page_0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82550"/>
            <a:ext cx="12192000" cy="66913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78148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8_Page_0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60413" y="0"/>
            <a:ext cx="106711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76333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8_Page_0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411288" y="0"/>
            <a:ext cx="93694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98464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8_Page_0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363663"/>
            <a:ext cx="12192000" cy="41306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86577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8_Page_0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03225"/>
            <a:ext cx="12192000" cy="60515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38713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8_Page_0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222375"/>
            <a:ext cx="12192000" cy="44116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77592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8_Page_1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31800" y="0"/>
            <a:ext cx="11328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49481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8_Page_1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7700" y="0"/>
            <a:ext cx="10896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263473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8_Page_1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7700" y="0"/>
            <a:ext cx="10896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02181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8_Page_1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044575"/>
            <a:ext cx="12192000" cy="4768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910767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8_Page_1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30288" y="0"/>
            <a:ext cx="101314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20139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8_Page_1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15950"/>
            <a:ext cx="12192000" cy="5624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682711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8_Page_1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01613" y="0"/>
            <a:ext cx="117871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433494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8_Page_1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01613" y="0"/>
            <a:ext cx="117871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704744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8_Page_1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044575"/>
            <a:ext cx="12192000" cy="4768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578206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8_Page_1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15950"/>
            <a:ext cx="12192000" cy="5624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8250215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Theme1" id="{3DE4FA8F-8ACA-45D7-93E4-7534A5F48D5B}" vid="{D4CC59B7-4017-4F3C-84AE-F6ED526978D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cpphtp10_11</Template>
  <TotalTime>0</TotalTime>
  <Words>231</Words>
  <Application>Microsoft Office PowerPoint</Application>
  <PresentationFormat>Custom</PresentationFormat>
  <Paragraphs>21</Paragraphs>
  <Slides>18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Theme1</vt:lpstr>
      <vt:lpstr>Introduction to  Custom Templates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Custom Templates</dc:title>
  <dc:creator>Paul Deitel</dc:creator>
  <cp:lastModifiedBy>Binod</cp:lastModifiedBy>
  <cp:revision>2</cp:revision>
  <dcterms:created xsi:type="dcterms:W3CDTF">2016-07-20T20:40:34Z</dcterms:created>
  <dcterms:modified xsi:type="dcterms:W3CDTF">2016-09-22T10:20:14Z</dcterms:modified>
</cp:coreProperties>
</file>