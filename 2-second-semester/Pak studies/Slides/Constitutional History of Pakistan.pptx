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5077D-2C2B-41C4-BB49-4E5D03BD8536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F12CC-A5EE-4219-8C57-939F1943CC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1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6F12CC-A5EE-4219-8C57-939F1943CC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02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C83B-D906-4FEB-AE2F-B9FBCB313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B9C7F-AF35-42AA-86C3-7DF544637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A17D0-DEB9-4B2C-B3EA-74BCE5CD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9D8ED-07A7-485A-9F5C-52874DF08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642B0-B3A2-447B-9BB8-05232E48E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4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BD89-701E-4856-A0D3-BD8707A0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8A08-89A2-4156-A76B-40DF938B0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BBEAB-7E06-4717-9377-DEEC9C275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2BC78-0CE8-4D9E-AC67-D99BF4EC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3E52B-DA2D-4313-9BBF-E7D93F85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3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1222-6E06-4401-A2C3-B6346A8BE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9AE61-721C-41E7-8FC7-E5D2F4ACA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B2401-2841-4680-B70C-8DACF8B6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5E13-0339-4D8B-8F24-D4D24D07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DB714-D866-4E4F-BDCE-898CE9E9B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4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AC49-5A71-4769-8A10-508F32022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24907-66A2-4B9A-AFC5-545C28D1D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70AD0-C55D-4255-AED8-F3A3CDD86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C5344-4542-4188-B135-EE8D82CAA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26F71-9C05-4196-8746-2CC7A2AC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E2766-B99D-48DF-AF97-B90A79E34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9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CC70-3275-4CB3-8109-71ADF0E66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12B90-C224-4B6E-B92B-CCFE123CF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F0946-50AF-403E-AAEA-6C9D70B06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776C7-9B5D-4CC1-B5BF-8EA849EE6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CEACD-546A-4D23-9E33-4BF49B547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1C2673-B0D8-4164-A3F1-440124EBC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BEB85C-D31C-4D84-A66C-9A2854892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992A25-8FFE-451E-A748-24E75E96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58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3705-1B07-4C39-8C24-58E1671E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DEB7E6-5298-4AF8-995F-425624B1C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48EAE-D3BB-4676-B00B-FF997876B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5490B-4F51-4E48-93D6-9F28FC54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8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4F9666-F2CF-41C7-973B-90201957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F9CCC-BEA7-43EA-A77B-833A568E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AA137-514B-4390-A717-CC114889B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4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893E9-7E6E-4510-93B0-189293A29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8178A-5F04-41AF-B5E1-2D43F007C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32BD1-347F-4927-96E9-7102572C5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8BB86-9BA4-4939-AFB0-D1A1056B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5F4CE-828B-4979-A24C-A5F2EDAA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B42868-030C-47D5-A4D6-639189F3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1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28C74-F2D6-4C7C-8D7B-A957C9814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95832-A22F-49D6-8391-B820F0E4F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0EF2AD-3FBF-4046-B209-94780BF8C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3962F-1223-45B5-8840-B33896CC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96FF0-5F87-4020-B988-6A034E46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73BA4-9B15-4826-96EE-EF0CF172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50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74C4-475E-4CC5-9311-BF314D63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E42D6-56AD-43F3-9275-E05F24A3B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0F0A-1146-4A07-8AA3-7C77B1163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7796D-DC98-4C6F-8261-1AA3A562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67914-6A36-4661-86D1-F2D8A5E0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55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CCD50-7F25-4773-BC71-C417862AC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F308-04DE-49BF-8CE9-5494D8987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5ACB4-E523-4B4E-B119-1E562E1AB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2BE18-01D3-4CDD-8221-96F7E3C4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458BC-A323-4047-BA0E-855665F6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64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rgbClr val="92D050"/>
          </a:fgClr>
          <a:bgClr>
            <a:srgbClr val="92D05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0BCC61-50DD-47A0-A275-3515C79F8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1CF82-5BF4-4753-9945-32BEC8C6B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48966-0CA4-4B56-95AC-81DEEFEB2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0940A-6969-4E85-B75F-2F5BAD595583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15875-440F-4812-AD85-FA483CA7D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92798-BDC0-4724-BB0F-F5729B1E0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9728F-23A0-4D9B-BC9A-2B1A616D2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71EB-C3CA-4DE4-9E85-E11BE6DAE6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Constitutional History of Pakistan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D705E-ED6C-40EF-9F1E-C8DE76729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85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8CF5A-D980-4C06-B9D2-68775C9E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Constitutional History of Sub-Continent Under British Raj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39152-7FC2-4123-9F3A-99FB3DC13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Act for the Better Government of India 1858.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Council Act of 1861.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Council Act of 1892.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Council Act of 1909 or (Morley-Minto reforms).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Government of India Act 1919 or (Montagu-Chelmsford Reforms)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Government of India Act of 1935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45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843F-6B3B-4C0F-9346-481661323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Resolution of 1949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B8FE3-A987-4991-BE62-623A3EA8E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12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the constituent assembly passed a resolution know as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‘objectives resolutions’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spirit of the objective resolution is as follow: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Sovereignty over the entire universe belongs to Allah and authority delegated to  people by him.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Observance of democracy, freedom, equality and social justice guided by Islam.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Rights of minorities to be ensured.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Fundamental rights to be guaranteed.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Independence of Judiciary and Federal form of government.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5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F4A63-192C-4792-A5C1-C50885F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Constitution of Pakistan 1956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80790-B516-4DAA-9F16-CCEBF7FA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Prime Minister Chudary Muhammad Ali gave special attention to Constitution and the 4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draft of constitution was presented before assembly on 8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January 1956 and was adopted.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approved on 29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February 1956 by the assembly.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1956  Governor General singed the constitutional bill 1956.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23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1956 Pakistan became Islamic republic of Pakistan.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867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19EA-1352-4B81-8441-A345333C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Islamic Provisions of Constitution of Pakistan 1956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430D6-AD41-4A8A-A107-91E21CEC8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1-The name of the country was Islamic Republic of Pakistan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Objective resolution became the preamble for 1956 constitution.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The moral teaching of Islam would be encouraged and vices such as gambling, drinking and prostitution would be curbed.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Zakat and Auqaf: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government was instructed to collect and administer alms and trusts.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Article 24 of the constitution obliged Pakistan to maintain friendly relation with Muslims countries.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 No law repugnant to Islam was to be passed.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 Under article 197 the government was required to set up an Islamic research Institute to examine laws.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 The President would be an male adult Muslim. </a:t>
            </a:r>
          </a:p>
        </p:txBody>
      </p:sp>
    </p:spTree>
    <p:extLst>
      <p:ext uri="{BB962C8B-B14F-4D97-AF65-F5344CB8AC3E}">
        <p14:creationId xmlns:p14="http://schemas.microsoft.com/office/powerpoint/2010/main" val="1135749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1BC27-493C-4D44-83A4-3BCD7DCC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of Constitution of Pakistan 1956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0F6C-CAC7-44A0-ACAF-A260838C1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President: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President is the chief executive, titular/nominal head of the state.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should be Muslim and 40 years of age.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will appoint Prime Minister, Provincial Governors, Judges of Supreme Court, Auditor General, Advocate General.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Could Summon, prorogue and dissolve National Assembly. 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Prime Minister: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 was the head of government and the leader of the house (NA) and cabinet.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could be removed by the President. </a:t>
            </a:r>
          </a:p>
        </p:txBody>
      </p:sp>
    </p:spTree>
    <p:extLst>
      <p:ext uri="{BB962C8B-B14F-4D97-AF65-F5344CB8AC3E}">
        <p14:creationId xmlns:p14="http://schemas.microsoft.com/office/powerpoint/2010/main" val="692074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412F-B071-47D0-8DC7-533310FF1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of Constitution of Pakistan 1956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DFA8E-A24E-4C91-B4F3-38DB311A9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National Assembly: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Assembly is composed of President and the members of National Assembly.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consisted of 300 members equally divided between the two wings (East and West Pakistan).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seats were reserved for women, 5 for each wings.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Assembly has control over Finance.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Governors: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Appointed by the President.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Representatives of Federation in Provinces.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appoint Provincial Chief Ministers. </a:t>
            </a:r>
          </a:p>
        </p:txBody>
      </p:sp>
    </p:spTree>
    <p:extLst>
      <p:ext uri="{BB962C8B-B14F-4D97-AF65-F5344CB8AC3E}">
        <p14:creationId xmlns:p14="http://schemas.microsoft.com/office/powerpoint/2010/main" val="243468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B577-992B-43AC-97D1-A0A5D0CC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of Constitution of Pakistan 1956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51A3C-A44F-44A5-9169-053B36D1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5-Provincial Assemblies: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Pakistan was converted in two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Unit System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(East and West Pakistan)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Assembly had 80 seats out of which 10 seats were reserved for women.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6-Supreme Court: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Supreme Court was to headed by a chief Justice who was to be appointed by the President.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7-High Courts: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Province had a high court which was also headed by Chief Justice appointed by the President.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Constitution of 1956 consisted of 234 articles divided in 13 parts and 6 schedules.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Muhammad Ayub Khan through coup de ta /Martial Law taken over Pakistan on 8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October 1958 and on 27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October declared himself as the Head of the State.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150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644</Words>
  <Application>Microsoft Office PowerPoint</Application>
  <PresentationFormat>Widescreen</PresentationFormat>
  <Paragraphs>60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Constitutional History of Pakistan </vt:lpstr>
      <vt:lpstr>Constitutional History of Sub-Continent Under British Raj</vt:lpstr>
      <vt:lpstr>Objectives Resolution of 1949 </vt:lpstr>
      <vt:lpstr>The Constitution of Pakistan 1956</vt:lpstr>
      <vt:lpstr>Islamic Provisions of Constitution of Pakistan 1956</vt:lpstr>
      <vt:lpstr>Main features of Constitution of Pakistan 1956</vt:lpstr>
      <vt:lpstr>Main features of Constitution of Pakistan 1956</vt:lpstr>
      <vt:lpstr>Main features of Constitution of Pakistan 1956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Constitutional History of Pakistan </dc:title>
  <dc:creator>Ahmed Khan</dc:creator>
  <cp:lastModifiedBy>Sara Gurchani</cp:lastModifiedBy>
  <cp:revision>58</cp:revision>
  <dcterms:created xsi:type="dcterms:W3CDTF">2020-05-05T10:54:48Z</dcterms:created>
  <dcterms:modified xsi:type="dcterms:W3CDTF">2021-12-10T06:52:05Z</dcterms:modified>
</cp:coreProperties>
</file>