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4430A-7C7A-4DD4-AA1A-41C951525AB7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4AD9F-4CC6-4059-BBD9-7BE854074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0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A4AD9F-4CC6-4059-BBD9-7BE854074B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3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0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6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5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5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4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8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5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6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0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Allama Muhammad Iqbal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November 1877 in Sialkot </a:t>
            </a:r>
          </a:p>
        </p:txBody>
      </p:sp>
    </p:spTree>
    <p:extLst>
      <p:ext uri="{BB962C8B-B14F-4D97-AF65-F5344CB8AC3E}">
        <p14:creationId xmlns:p14="http://schemas.microsoft.com/office/powerpoint/2010/main" val="99439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592"/>
    </mc:Choice>
    <mc:Fallback xmlns="">
      <p:transition spd="slow" advTm="1355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Life of Allama Muhammad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completing Basic education in South Asia Iqbal went to Germany from 1905-1907 (Earned a Ph.D in Philosophy from Ludwig Maximilian University Munich)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1907-1908 (LLB from Trinity College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1908-1909 (Bar at law from Lincoln’s Inn London)</a:t>
            </a: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0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072"/>
    </mc:Choice>
    <mc:Fallback xmlns="">
      <p:transition spd="slow" advTm="15807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Allama M.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1909-1910 (returned to India and started practicing Law at Lahore High court)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1910 (Associated with All India Muslim and joined Punjab University)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1915 (Wrote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Asrar-i-Khudi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Secret of Self) 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3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179"/>
    </mc:Choice>
    <mc:Fallback xmlns="">
      <p:transition spd="slow" advTm="2921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Allama M.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1918 (Wrote Ramuz-i-BeKhudi or the secret of selflessness)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1919 (became the chairman of Public relation committee Punjab chapter of AIML)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1910-1925 (Iqbal kept himself away from active politics)</a:t>
            </a:r>
          </a:p>
        </p:txBody>
      </p:sp>
    </p:spTree>
    <p:extLst>
      <p:ext uri="{BB962C8B-B14F-4D97-AF65-F5344CB8AC3E}">
        <p14:creationId xmlns:p14="http://schemas.microsoft.com/office/powerpoint/2010/main" val="137172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047"/>
    </mc:Choice>
    <mc:Fallback xmlns="">
      <p:transition spd="slow" advTm="1740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Allama M.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1923 (Wrote Payam-e-Mashriq or Message from the East)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1926 (Contested election for Punjab Assembly)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the idea of separation of Church and State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1930 Allahabad Address at the annual session of All India Muslim league in Allahabad  (North-West India i.e. Punjab, N.W.F.P Sindh and Balochistan to be amalgamated into a single state) </a:t>
            </a:r>
          </a:p>
        </p:txBody>
      </p:sp>
    </p:spTree>
    <p:extLst>
      <p:ext uri="{BB962C8B-B14F-4D97-AF65-F5344CB8AC3E}">
        <p14:creationId xmlns:p14="http://schemas.microsoft.com/office/powerpoint/2010/main" val="260196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853"/>
    </mc:Choice>
    <mc:Fallback xmlns="">
      <p:transition spd="slow" advTm="52485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Allama M.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Iqbal Promoted the idea of two nation founded by Sir Sayyad Ahmed Khan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1930 (Wrote reconstruction of religious thoughts in Islam)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1935-1936 (rearranged All India Muslim with Quaid for 1937 elections)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Died 21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April 1938 and buried near Badshahi Mosque, Lahore) </a:t>
            </a:r>
          </a:p>
        </p:txBody>
      </p:sp>
    </p:spTree>
    <p:extLst>
      <p:ext uri="{BB962C8B-B14F-4D97-AF65-F5344CB8AC3E}">
        <p14:creationId xmlns:p14="http://schemas.microsoft.com/office/powerpoint/2010/main" val="2299317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6834"/>
    </mc:Choice>
    <mc:Fallback xmlns="">
      <p:transition spd="slow" advTm="476834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280</Words>
  <Application>Microsoft Office PowerPoint</Application>
  <PresentationFormat>Widescreen</PresentationFormat>
  <Paragraphs>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Allama Muhammad Iqbal</vt:lpstr>
      <vt:lpstr>Initial Life of Allama Muhammad Iqbal</vt:lpstr>
      <vt:lpstr>Contributions/Works of Allama M. Iqbal</vt:lpstr>
      <vt:lpstr>Contributions/Works of Allama M. Iqbal</vt:lpstr>
      <vt:lpstr>Contributions/Works of Allama M. Iqbal</vt:lpstr>
      <vt:lpstr>Contributions/Works of Allama M. Iqbal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1857</dc:title>
  <dc:creator>Ahmed Khan</dc:creator>
  <cp:lastModifiedBy>Ahmed Khan</cp:lastModifiedBy>
  <cp:revision>36</cp:revision>
  <dcterms:created xsi:type="dcterms:W3CDTF">2019-10-09T07:32:25Z</dcterms:created>
  <dcterms:modified xsi:type="dcterms:W3CDTF">2020-09-28T05:58:03Z</dcterms:modified>
</cp:coreProperties>
</file>