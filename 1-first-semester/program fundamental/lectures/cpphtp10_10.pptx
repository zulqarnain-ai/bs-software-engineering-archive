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sldIdLst>
    <p:sldId id="318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79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7DEF3-7517-4BCA-BDF6-9A5FB0DAC196}" type="datetimeFigureOut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10674-29D6-44C6-A30D-3E69E13075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62804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3AFF98-033A-4CF3-885F-5D750793F76E}" type="slidenum">
              <a:rPr lang="en-US" altLang="en-US" smtClean="0"/>
              <a:pPr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xmlns="" val="973897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4325D-625F-403B-AE38-9E8FE77CB22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1814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62253-8C90-49DE-80EA-39E2BA12582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1052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A2285-A448-4FA1-9281-BCBA57794D5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6743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B17A8-2F11-47CC-ACA6-86D88076F29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1366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1994E-2F68-4574-914B-3839960118AB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32774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97D31-622E-4C83-BB65-C7797781741D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8762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E0930-6A92-4258-9A38-A4FF2D316169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4217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2219E-0470-4C27-90E2-4FC65DD74ED3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368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89EA5-93FA-4FB9-9983-95140136A737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2229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81935-6932-4C6B-A58E-5E08BB35C192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088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32750-5E28-422B-878B-502CA406DAAC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73024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93D90-60A2-4472-B1D8-B5CCA0129AB8}" type="datetime1">
              <a:rPr lang="en-US" smtClean="0"/>
              <a:pPr/>
              <a:t>9/22/2016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F263D-F432-4962-8AF7-62854FD89E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1636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rgbClr val="3380E6"/>
                </a:solidFill>
                <a:latin typeface="Goudy Sans Medium"/>
              </a:rPr>
              <a:t>Operator Overloading; Class string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R="0"/>
            <a:r>
              <a:rPr lang="en-US" altLang="en-US" smtClean="0"/>
              <a:t>Based on Chapter </a:t>
            </a:r>
            <a:r>
              <a:rPr lang="en-US" altLang="en-US" dirty="0" smtClean="0"/>
              <a:t>10 of C++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8944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0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9375"/>
            <a:ext cx="12192000" cy="66976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88839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0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5575"/>
            <a:ext cx="12192000" cy="65452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12312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0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41413"/>
            <a:ext cx="12192000" cy="4575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627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0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9115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0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738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62075" y="0"/>
            <a:ext cx="94662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9037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14350" y="0"/>
            <a:ext cx="11161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03754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46075"/>
            <a:ext cx="12192000" cy="616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09995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481013"/>
            <a:ext cx="12192000" cy="5894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28897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01750"/>
            <a:ext cx="12192000" cy="42529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44614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68475"/>
            <a:ext cx="12192000" cy="3319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2288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50" y="0"/>
            <a:ext cx="11264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48303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6538" y="0"/>
            <a:ext cx="1171733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75588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733425"/>
            <a:ext cx="12192000" cy="53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5685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1034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1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96988"/>
            <a:ext cx="12192000" cy="42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65937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30313"/>
            <a:ext cx="12192000" cy="43973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18778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0188"/>
            <a:ext cx="12192000" cy="38560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181517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201738"/>
            <a:ext cx="12192000" cy="44529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78603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3617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044575"/>
            <a:ext cx="12192000" cy="4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1387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10822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45005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49225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647231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2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25235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01613" y="0"/>
            <a:ext cx="117871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257964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87450"/>
            <a:ext cx="12192000" cy="4481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118247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510063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46200" y="0"/>
            <a:ext cx="9499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540525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73238"/>
            <a:ext cx="12192000" cy="33099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02141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995488"/>
            <a:ext cx="12192000" cy="28654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967413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498600"/>
            <a:ext cx="12192000" cy="38592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1518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390525"/>
            <a:ext cx="12192000" cy="6075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652679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30288" y="0"/>
            <a:ext cx="101314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61849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3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72984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355956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33488" y="0"/>
            <a:ext cx="97250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593364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2925" y="0"/>
            <a:ext cx="111061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700461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232964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1450"/>
            <a:ext cx="12192000" cy="65135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1425400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03325" y="0"/>
            <a:ext cx="978376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210292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898525"/>
            <a:ext cx="12192000" cy="506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941783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043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16615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4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299816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44550" y="0"/>
            <a:ext cx="105029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87876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41525"/>
            <a:ext cx="12192000" cy="27733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459765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2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17475"/>
            <a:ext cx="12192000" cy="662146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49481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3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7275" y="0"/>
            <a:ext cx="10077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896248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4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939800"/>
            <a:ext cx="12192000" cy="49768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43695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5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8125"/>
            <a:ext cx="12192000" cy="384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11455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6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671513"/>
            <a:ext cx="12192000" cy="55133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039358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7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506538"/>
            <a:ext cx="12192000" cy="384333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12653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8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31800" y="0"/>
            <a:ext cx="113284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8571992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5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706563"/>
            <a:ext cx="12192000" cy="34432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4282378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60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839913"/>
            <a:ext cx="12192000" cy="31765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283175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10_Page_61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7700" y="0"/>
            <a:ext cx="108966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2017 by Pearson Education, Ltd. All Rights Reserved.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4110957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3DE4FA8F-8ACA-45D7-93E4-7534A5F48D5B}" vid="{D4CC59B7-4017-4F3C-84AE-F6ED526978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cpphtp10_09</Template>
  <TotalTime>1</TotalTime>
  <Words>726</Words>
  <Application>Microsoft Office PowerPoint</Application>
  <PresentationFormat>Custom</PresentationFormat>
  <Paragraphs>62</Paragraphs>
  <Slides>59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Theme1</vt:lpstr>
      <vt:lpstr>Operator Overloading; Class string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 Overloading; Class string</dc:title>
  <dc:creator>Paul Deitel</dc:creator>
  <cp:lastModifiedBy>Binod</cp:lastModifiedBy>
  <cp:revision>5</cp:revision>
  <dcterms:created xsi:type="dcterms:W3CDTF">2016-07-20T18:39:32Z</dcterms:created>
  <dcterms:modified xsi:type="dcterms:W3CDTF">2016-09-22T10:08:40Z</dcterms:modified>
</cp:coreProperties>
</file>