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5" r:id="rId1"/>
  </p:sldMasterIdLst>
  <p:notesMasterIdLst>
    <p:notesMasterId r:id="rId37"/>
  </p:notesMasterIdLst>
  <p:sldIdLst>
    <p:sldId id="305" r:id="rId2"/>
    <p:sldId id="262" r:id="rId3"/>
    <p:sldId id="306" r:id="rId4"/>
    <p:sldId id="320" r:id="rId5"/>
    <p:sldId id="307" r:id="rId6"/>
    <p:sldId id="263" r:id="rId7"/>
    <p:sldId id="294" r:id="rId8"/>
    <p:sldId id="310" r:id="rId9"/>
    <p:sldId id="264" r:id="rId10"/>
    <p:sldId id="308" r:id="rId11"/>
    <p:sldId id="309" r:id="rId12"/>
    <p:sldId id="311" r:id="rId13"/>
    <p:sldId id="302" r:id="rId14"/>
    <p:sldId id="312" r:id="rId15"/>
    <p:sldId id="265" r:id="rId16"/>
    <p:sldId id="266" r:id="rId17"/>
    <p:sldId id="298" r:id="rId18"/>
    <p:sldId id="299" r:id="rId19"/>
    <p:sldId id="300" r:id="rId20"/>
    <p:sldId id="267" r:id="rId21"/>
    <p:sldId id="268" r:id="rId22"/>
    <p:sldId id="313" r:id="rId23"/>
    <p:sldId id="315" r:id="rId24"/>
    <p:sldId id="316" r:id="rId25"/>
    <p:sldId id="318" r:id="rId26"/>
    <p:sldId id="258" r:id="rId27"/>
    <p:sldId id="297" r:id="rId28"/>
    <p:sldId id="276" r:id="rId29"/>
    <p:sldId id="317" r:id="rId30"/>
    <p:sldId id="303" r:id="rId31"/>
    <p:sldId id="304" r:id="rId32"/>
    <p:sldId id="273" r:id="rId33"/>
    <p:sldId id="314" r:id="rId34"/>
    <p:sldId id="319" r:id="rId35"/>
    <p:sldId id="301"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071" autoAdjust="0"/>
    <p:restoredTop sz="94780" autoAdjust="0"/>
  </p:normalViewPr>
  <p:slideViewPr>
    <p:cSldViewPr>
      <p:cViewPr varScale="1">
        <p:scale>
          <a:sx n="70" d="100"/>
          <a:sy n="70" d="100"/>
        </p:scale>
        <p:origin x="-193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2" d="100"/>
          <a:sy n="62" d="100"/>
        </p:scale>
        <p:origin x="-244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46C860-17B9-4F47-909A-2232D3BAE2B2}" type="doc">
      <dgm:prSet loTypeId="urn:microsoft.com/office/officeart/2005/8/layout/orgChart1" loCatId="hierarchy" qsTypeId="urn:microsoft.com/office/officeart/2005/8/quickstyle/simple1" qsCatId="simple" csTypeId="urn:microsoft.com/office/officeart/2005/8/colors/accent1_2" csCatId="accent1"/>
      <dgm:spPr/>
    </dgm:pt>
    <dgm:pt modelId="{18303D7F-0508-4931-996B-9D264FA02E1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HADITH</a:t>
          </a:r>
        </a:p>
      </dgm:t>
    </dgm:pt>
    <dgm:pt modelId="{0343B615-43CE-4EAB-9354-2BACBCF2AAE4}" type="parTrans" cxnId="{AA9458CB-B530-4037-A43B-7D9912809BC8}">
      <dgm:prSet/>
      <dgm:spPr/>
    </dgm:pt>
    <dgm:pt modelId="{4F38730F-7BB2-43F5-98F2-C3D4594484A1}" type="sibTrans" cxnId="{AA9458CB-B530-4037-A43B-7D9912809BC8}">
      <dgm:prSet/>
      <dgm:spPr/>
    </dgm:pt>
    <dgm:pt modelId="{BCB53A43-7A3B-40BF-89B4-071F095663D1}">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MATN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(Body of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the Text)</a:t>
          </a:r>
        </a:p>
      </dgm:t>
    </dgm:pt>
    <dgm:pt modelId="{50490CBA-EDDA-4C2D-9740-24DD96CFE967}" type="parTrans" cxnId="{2C76BF7E-47CE-4947-B1D8-49DAD1E4C70A}">
      <dgm:prSet/>
      <dgm:spPr/>
    </dgm:pt>
    <dgm:pt modelId="{785FE5C6-B26B-471E-9313-23770566E0B9}" type="sibTrans" cxnId="{2C76BF7E-47CE-4947-B1D8-49DAD1E4C70A}">
      <dgm:prSet/>
      <dgm:spPr/>
    </dgm:pt>
    <dgm:pt modelId="{EFF03210-4693-4B8F-8BF1-16CDE045497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SANAD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(Chain of</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Narrations)</a:t>
          </a:r>
        </a:p>
      </dgm:t>
    </dgm:pt>
    <dgm:pt modelId="{8CF461E1-152F-4DF2-B1B9-683FA1E53411}" type="parTrans" cxnId="{E958CF80-C319-4365-8DA5-D8F89F4520DC}">
      <dgm:prSet/>
      <dgm:spPr/>
    </dgm:pt>
    <dgm:pt modelId="{962210AF-2A48-4E08-8D70-F65CE3E5BBCD}" type="sibTrans" cxnId="{E958CF80-C319-4365-8DA5-D8F89F4520DC}">
      <dgm:prSet/>
      <dgm:spPr/>
    </dgm:pt>
    <dgm:pt modelId="{482DD9A4-4E0D-4588-B20B-574B39448350}">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MARFOO’</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OR</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MUSNAD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(Elevated up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to the Prophet)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smtClean="0">
            <a:ln>
              <a:noFill/>
            </a:ln>
            <a:solidFill>
              <a:schemeClr val="tx1"/>
            </a:solidFill>
            <a:effectLst/>
            <a:latin typeface="Arial" pitchFamily="34" charset="0"/>
            <a:cs typeface="Arial" pitchFamily="34" charset="0"/>
          </a:endParaRPr>
        </a:p>
      </dgm:t>
    </dgm:pt>
    <dgm:pt modelId="{DCF7217B-7C4D-4BD6-8176-4E63AB6C68FC}" type="parTrans" cxnId="{249264DD-F400-4DAD-94BF-8EF618DB3622}">
      <dgm:prSet/>
      <dgm:spPr/>
    </dgm:pt>
    <dgm:pt modelId="{3B567FD1-8217-4A59-B42D-198EB4DE3058}" type="sibTrans" cxnId="{249264DD-F400-4DAD-94BF-8EF618DB3622}">
      <dgm:prSet/>
      <dgm:spPr/>
    </dgm:pt>
    <dgm:pt modelId="{D24DA71A-ACB1-4607-8202-5775432E7E00}">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MAWQOOF</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(Stopped at the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Companions)</a:t>
          </a:r>
        </a:p>
      </dgm:t>
    </dgm:pt>
    <dgm:pt modelId="{BF7024E8-1EC1-4788-B413-9C766ACE0ADD}" type="parTrans" cxnId="{C4B3D4E8-7C16-4FF3-B336-9BE8575F34D1}">
      <dgm:prSet/>
      <dgm:spPr/>
    </dgm:pt>
    <dgm:pt modelId="{E3A4C38D-BFEB-4480-B92C-04CC295C9B59}" type="sibTrans" cxnId="{C4B3D4E8-7C16-4FF3-B336-9BE8575F34D1}">
      <dgm:prSet/>
      <dgm:spPr/>
    </dgm:pt>
    <dgm:pt modelId="{8596559C-0DD5-4941-9CB9-8968A9C6E98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MAQTOO’</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OR</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smtClean="0">
              <a:ln>
                <a:noFill/>
              </a:ln>
              <a:solidFill>
                <a:schemeClr val="tx1"/>
              </a:solidFill>
              <a:effectLst/>
              <a:latin typeface="Arial" pitchFamily="34" charset="0"/>
              <a:cs typeface="Arial" pitchFamily="34" charset="0"/>
            </a:rPr>
            <a:t>MURSAL</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(Stopped at the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1" u="none" strike="noStrike" cap="none" normalizeH="0" baseline="0" smtClean="0">
              <a:ln>
                <a:noFill/>
              </a:ln>
              <a:solidFill>
                <a:schemeClr val="tx1"/>
              </a:solidFill>
              <a:effectLst/>
              <a:latin typeface="Arial" pitchFamily="34" charset="0"/>
              <a:cs typeface="Arial" pitchFamily="34" charset="0"/>
            </a:rPr>
            <a:t>Successors)</a:t>
          </a:r>
        </a:p>
      </dgm:t>
    </dgm:pt>
    <dgm:pt modelId="{96591DF3-F06C-4E1A-BDE1-266B33EE1F36}" type="parTrans" cxnId="{1FB4A8AD-38D1-4225-AD46-2B71B083816C}">
      <dgm:prSet/>
      <dgm:spPr/>
    </dgm:pt>
    <dgm:pt modelId="{BE481690-B883-4CEA-8947-2E727A2C998E}" type="sibTrans" cxnId="{1FB4A8AD-38D1-4225-AD46-2B71B083816C}">
      <dgm:prSet/>
      <dgm:spPr/>
    </dgm:pt>
    <dgm:pt modelId="{2B3CEFD5-3CE5-40B3-B140-3716049DD899}" type="pres">
      <dgm:prSet presAssocID="{5B46C860-17B9-4F47-909A-2232D3BAE2B2}" presName="hierChild1" presStyleCnt="0">
        <dgm:presLayoutVars>
          <dgm:orgChart val="1"/>
          <dgm:chPref val="1"/>
          <dgm:dir/>
          <dgm:animOne val="branch"/>
          <dgm:animLvl val="lvl"/>
          <dgm:resizeHandles/>
        </dgm:presLayoutVars>
      </dgm:prSet>
      <dgm:spPr/>
    </dgm:pt>
    <dgm:pt modelId="{F589AD88-FA1D-4691-874E-51FFA5B3956D}" type="pres">
      <dgm:prSet presAssocID="{18303D7F-0508-4931-996B-9D264FA02E12}" presName="hierRoot1" presStyleCnt="0">
        <dgm:presLayoutVars>
          <dgm:hierBranch val="hang"/>
        </dgm:presLayoutVars>
      </dgm:prSet>
      <dgm:spPr/>
    </dgm:pt>
    <dgm:pt modelId="{7B0D8E88-F157-44AE-88C5-B14B75D894D9}" type="pres">
      <dgm:prSet presAssocID="{18303D7F-0508-4931-996B-9D264FA02E12}" presName="rootComposite1" presStyleCnt="0"/>
      <dgm:spPr/>
    </dgm:pt>
    <dgm:pt modelId="{0282AA22-CD11-4736-AF75-30D3036D0A40}" type="pres">
      <dgm:prSet presAssocID="{18303D7F-0508-4931-996B-9D264FA02E12}" presName="rootText1" presStyleLbl="node0" presStyleIdx="0" presStyleCnt="1">
        <dgm:presLayoutVars>
          <dgm:chPref val="3"/>
        </dgm:presLayoutVars>
      </dgm:prSet>
      <dgm:spPr/>
      <dgm:t>
        <a:bodyPr/>
        <a:lstStyle/>
        <a:p>
          <a:endParaRPr lang="en-US"/>
        </a:p>
      </dgm:t>
    </dgm:pt>
    <dgm:pt modelId="{D33544F4-1543-40F3-9E5A-A077633A2AA5}" type="pres">
      <dgm:prSet presAssocID="{18303D7F-0508-4931-996B-9D264FA02E12}" presName="rootConnector1" presStyleLbl="node1" presStyleIdx="0" presStyleCnt="0"/>
      <dgm:spPr/>
      <dgm:t>
        <a:bodyPr/>
        <a:lstStyle/>
        <a:p>
          <a:endParaRPr lang="en-US"/>
        </a:p>
      </dgm:t>
    </dgm:pt>
    <dgm:pt modelId="{1E00CF11-DFAB-4F13-9E5E-0B1DB5B43373}" type="pres">
      <dgm:prSet presAssocID="{18303D7F-0508-4931-996B-9D264FA02E12}" presName="hierChild2" presStyleCnt="0"/>
      <dgm:spPr/>
    </dgm:pt>
    <dgm:pt modelId="{C5A0495A-9BD4-4EF2-9709-660FBF44285E}" type="pres">
      <dgm:prSet presAssocID="{50490CBA-EDDA-4C2D-9740-24DD96CFE967}" presName="Name48" presStyleLbl="parChTrans1D2" presStyleIdx="0" presStyleCnt="2"/>
      <dgm:spPr/>
    </dgm:pt>
    <dgm:pt modelId="{9AFB85ED-A55C-4080-BBB5-253BC4D1AA89}" type="pres">
      <dgm:prSet presAssocID="{BCB53A43-7A3B-40BF-89B4-071F095663D1}" presName="hierRoot2" presStyleCnt="0">
        <dgm:presLayoutVars>
          <dgm:hierBranch/>
        </dgm:presLayoutVars>
      </dgm:prSet>
      <dgm:spPr/>
    </dgm:pt>
    <dgm:pt modelId="{510EC057-3243-431A-AAB2-2288E429824F}" type="pres">
      <dgm:prSet presAssocID="{BCB53A43-7A3B-40BF-89B4-071F095663D1}" presName="rootComposite" presStyleCnt="0"/>
      <dgm:spPr/>
    </dgm:pt>
    <dgm:pt modelId="{D8FD7099-BEC7-46A5-8CFD-E759D711602A}" type="pres">
      <dgm:prSet presAssocID="{BCB53A43-7A3B-40BF-89B4-071F095663D1}" presName="rootText" presStyleLbl="node2" presStyleIdx="0" presStyleCnt="2">
        <dgm:presLayoutVars>
          <dgm:chPref val="3"/>
        </dgm:presLayoutVars>
      </dgm:prSet>
      <dgm:spPr/>
      <dgm:t>
        <a:bodyPr/>
        <a:lstStyle/>
        <a:p>
          <a:endParaRPr lang="en-US"/>
        </a:p>
      </dgm:t>
    </dgm:pt>
    <dgm:pt modelId="{0C642F92-2B3E-4A53-ABD2-772F2AE7315C}" type="pres">
      <dgm:prSet presAssocID="{BCB53A43-7A3B-40BF-89B4-071F095663D1}" presName="rootConnector" presStyleLbl="node2" presStyleIdx="0" presStyleCnt="2"/>
      <dgm:spPr/>
      <dgm:t>
        <a:bodyPr/>
        <a:lstStyle/>
        <a:p>
          <a:endParaRPr lang="en-US"/>
        </a:p>
      </dgm:t>
    </dgm:pt>
    <dgm:pt modelId="{D58EA40E-40EA-4784-B71A-33872B71B257}" type="pres">
      <dgm:prSet presAssocID="{BCB53A43-7A3B-40BF-89B4-071F095663D1}" presName="hierChild4" presStyleCnt="0"/>
      <dgm:spPr/>
    </dgm:pt>
    <dgm:pt modelId="{2F7E1505-E7F1-4A89-97FA-5F0AE04BB04C}" type="pres">
      <dgm:prSet presAssocID="{BCB53A43-7A3B-40BF-89B4-071F095663D1}" presName="hierChild5" presStyleCnt="0"/>
      <dgm:spPr/>
    </dgm:pt>
    <dgm:pt modelId="{720151E6-9668-48F9-B1AF-8555977E8DA4}" type="pres">
      <dgm:prSet presAssocID="{8CF461E1-152F-4DF2-B1B9-683FA1E53411}" presName="Name48" presStyleLbl="parChTrans1D2" presStyleIdx="1" presStyleCnt="2"/>
      <dgm:spPr/>
    </dgm:pt>
    <dgm:pt modelId="{4AD47DE2-F2D4-4E2B-B1BC-102E263BC71E}" type="pres">
      <dgm:prSet presAssocID="{EFF03210-4693-4B8F-8BF1-16CDE0454979}" presName="hierRoot2" presStyleCnt="0">
        <dgm:presLayoutVars>
          <dgm:hierBranch/>
        </dgm:presLayoutVars>
      </dgm:prSet>
      <dgm:spPr/>
    </dgm:pt>
    <dgm:pt modelId="{48160DF8-E591-4F9B-9332-380D1B51279B}" type="pres">
      <dgm:prSet presAssocID="{EFF03210-4693-4B8F-8BF1-16CDE0454979}" presName="rootComposite" presStyleCnt="0"/>
      <dgm:spPr/>
    </dgm:pt>
    <dgm:pt modelId="{D43096A1-1479-44E6-9BF1-6A2FE513D79B}" type="pres">
      <dgm:prSet presAssocID="{EFF03210-4693-4B8F-8BF1-16CDE0454979}" presName="rootText" presStyleLbl="node2" presStyleIdx="1" presStyleCnt="2">
        <dgm:presLayoutVars>
          <dgm:chPref val="3"/>
        </dgm:presLayoutVars>
      </dgm:prSet>
      <dgm:spPr/>
      <dgm:t>
        <a:bodyPr/>
        <a:lstStyle/>
        <a:p>
          <a:endParaRPr lang="en-US"/>
        </a:p>
      </dgm:t>
    </dgm:pt>
    <dgm:pt modelId="{64D9D871-DBB9-4AE2-8AF5-03C0EAFF60FA}" type="pres">
      <dgm:prSet presAssocID="{EFF03210-4693-4B8F-8BF1-16CDE0454979}" presName="rootConnector" presStyleLbl="node2" presStyleIdx="1" presStyleCnt="2"/>
      <dgm:spPr/>
      <dgm:t>
        <a:bodyPr/>
        <a:lstStyle/>
        <a:p>
          <a:endParaRPr lang="en-US"/>
        </a:p>
      </dgm:t>
    </dgm:pt>
    <dgm:pt modelId="{96A724DF-947A-46B2-B3CC-AB2B4EA048D4}" type="pres">
      <dgm:prSet presAssocID="{EFF03210-4693-4B8F-8BF1-16CDE0454979}" presName="hierChild4" presStyleCnt="0"/>
      <dgm:spPr/>
    </dgm:pt>
    <dgm:pt modelId="{0D87F926-A01A-4043-93C4-A3A5FDC91890}" type="pres">
      <dgm:prSet presAssocID="{DCF7217B-7C4D-4BD6-8176-4E63AB6C68FC}" presName="Name35" presStyleLbl="parChTrans1D3" presStyleIdx="0" presStyleCnt="3"/>
      <dgm:spPr/>
    </dgm:pt>
    <dgm:pt modelId="{DF01D0AC-3EA7-4155-8F4D-BF3444195169}" type="pres">
      <dgm:prSet presAssocID="{482DD9A4-4E0D-4588-B20B-574B39448350}" presName="hierRoot2" presStyleCnt="0">
        <dgm:presLayoutVars>
          <dgm:hierBranch val="r"/>
        </dgm:presLayoutVars>
      </dgm:prSet>
      <dgm:spPr/>
    </dgm:pt>
    <dgm:pt modelId="{39DB43F5-FCE3-4CA5-A19A-206B2A258993}" type="pres">
      <dgm:prSet presAssocID="{482DD9A4-4E0D-4588-B20B-574B39448350}" presName="rootComposite" presStyleCnt="0"/>
      <dgm:spPr/>
    </dgm:pt>
    <dgm:pt modelId="{51D4692F-5F5A-43EE-BFB3-FDE2A1FDA8D5}" type="pres">
      <dgm:prSet presAssocID="{482DD9A4-4E0D-4588-B20B-574B39448350}" presName="rootText" presStyleLbl="node3" presStyleIdx="0" presStyleCnt="3">
        <dgm:presLayoutVars>
          <dgm:chPref val="3"/>
        </dgm:presLayoutVars>
      </dgm:prSet>
      <dgm:spPr/>
      <dgm:t>
        <a:bodyPr/>
        <a:lstStyle/>
        <a:p>
          <a:endParaRPr lang="en-US"/>
        </a:p>
      </dgm:t>
    </dgm:pt>
    <dgm:pt modelId="{56077E5E-E265-4C7A-9E3A-A53C3AAF0EF6}" type="pres">
      <dgm:prSet presAssocID="{482DD9A4-4E0D-4588-B20B-574B39448350}" presName="rootConnector" presStyleLbl="node3" presStyleIdx="0" presStyleCnt="3"/>
      <dgm:spPr/>
      <dgm:t>
        <a:bodyPr/>
        <a:lstStyle/>
        <a:p>
          <a:endParaRPr lang="en-US"/>
        </a:p>
      </dgm:t>
    </dgm:pt>
    <dgm:pt modelId="{2FD17729-4F5B-48A6-8CA0-5EF42BDE31B7}" type="pres">
      <dgm:prSet presAssocID="{482DD9A4-4E0D-4588-B20B-574B39448350}" presName="hierChild4" presStyleCnt="0"/>
      <dgm:spPr/>
    </dgm:pt>
    <dgm:pt modelId="{AEA5D42F-C558-444D-9921-6E70096960F1}" type="pres">
      <dgm:prSet presAssocID="{482DD9A4-4E0D-4588-B20B-574B39448350}" presName="hierChild5" presStyleCnt="0"/>
      <dgm:spPr/>
    </dgm:pt>
    <dgm:pt modelId="{67511005-3A2E-4939-B377-5C38E6D38EAE}" type="pres">
      <dgm:prSet presAssocID="{BF7024E8-1EC1-4788-B413-9C766ACE0ADD}" presName="Name35" presStyleLbl="parChTrans1D3" presStyleIdx="1" presStyleCnt="3"/>
      <dgm:spPr/>
    </dgm:pt>
    <dgm:pt modelId="{C6912542-0652-4412-9AA6-59587996B99A}" type="pres">
      <dgm:prSet presAssocID="{D24DA71A-ACB1-4607-8202-5775432E7E00}" presName="hierRoot2" presStyleCnt="0">
        <dgm:presLayoutVars>
          <dgm:hierBranch val="r"/>
        </dgm:presLayoutVars>
      </dgm:prSet>
      <dgm:spPr/>
    </dgm:pt>
    <dgm:pt modelId="{27E2D25E-9305-48D7-BBB5-9E23E0CDE25F}" type="pres">
      <dgm:prSet presAssocID="{D24DA71A-ACB1-4607-8202-5775432E7E00}" presName="rootComposite" presStyleCnt="0"/>
      <dgm:spPr/>
    </dgm:pt>
    <dgm:pt modelId="{ED4DE789-6F1B-4575-971B-099D4BC7A8C3}" type="pres">
      <dgm:prSet presAssocID="{D24DA71A-ACB1-4607-8202-5775432E7E00}" presName="rootText" presStyleLbl="node3" presStyleIdx="1" presStyleCnt="3">
        <dgm:presLayoutVars>
          <dgm:chPref val="3"/>
        </dgm:presLayoutVars>
      </dgm:prSet>
      <dgm:spPr/>
      <dgm:t>
        <a:bodyPr/>
        <a:lstStyle/>
        <a:p>
          <a:endParaRPr lang="en-US"/>
        </a:p>
      </dgm:t>
    </dgm:pt>
    <dgm:pt modelId="{581359D3-A2A5-4437-B8AC-BE8B4F9045F3}" type="pres">
      <dgm:prSet presAssocID="{D24DA71A-ACB1-4607-8202-5775432E7E00}" presName="rootConnector" presStyleLbl="node3" presStyleIdx="1" presStyleCnt="3"/>
      <dgm:spPr/>
      <dgm:t>
        <a:bodyPr/>
        <a:lstStyle/>
        <a:p>
          <a:endParaRPr lang="en-US"/>
        </a:p>
      </dgm:t>
    </dgm:pt>
    <dgm:pt modelId="{AAA078C7-CA82-4177-BEC6-7139BBA82D8E}" type="pres">
      <dgm:prSet presAssocID="{D24DA71A-ACB1-4607-8202-5775432E7E00}" presName="hierChild4" presStyleCnt="0"/>
      <dgm:spPr/>
    </dgm:pt>
    <dgm:pt modelId="{08F526D4-9649-44AA-AF45-3D611309A762}" type="pres">
      <dgm:prSet presAssocID="{D24DA71A-ACB1-4607-8202-5775432E7E00}" presName="hierChild5" presStyleCnt="0"/>
      <dgm:spPr/>
    </dgm:pt>
    <dgm:pt modelId="{A666FC28-4E00-4351-BCBD-FE33E46004BF}" type="pres">
      <dgm:prSet presAssocID="{96591DF3-F06C-4E1A-BDE1-266B33EE1F36}" presName="Name35" presStyleLbl="parChTrans1D3" presStyleIdx="2" presStyleCnt="3"/>
      <dgm:spPr/>
    </dgm:pt>
    <dgm:pt modelId="{33C81E99-2BA1-4218-94EA-E492CDF14CA3}" type="pres">
      <dgm:prSet presAssocID="{8596559C-0DD5-4941-9CB9-8968A9C6E982}" presName="hierRoot2" presStyleCnt="0">
        <dgm:presLayoutVars>
          <dgm:hierBranch val="r"/>
        </dgm:presLayoutVars>
      </dgm:prSet>
      <dgm:spPr/>
    </dgm:pt>
    <dgm:pt modelId="{9D847BE5-B604-40D9-B1D7-6A884237AA15}" type="pres">
      <dgm:prSet presAssocID="{8596559C-0DD5-4941-9CB9-8968A9C6E982}" presName="rootComposite" presStyleCnt="0"/>
      <dgm:spPr/>
    </dgm:pt>
    <dgm:pt modelId="{5ED642B7-D9C1-4FA5-BA3E-CD749B068822}" type="pres">
      <dgm:prSet presAssocID="{8596559C-0DD5-4941-9CB9-8968A9C6E982}" presName="rootText" presStyleLbl="node3" presStyleIdx="2" presStyleCnt="3">
        <dgm:presLayoutVars>
          <dgm:chPref val="3"/>
        </dgm:presLayoutVars>
      </dgm:prSet>
      <dgm:spPr/>
      <dgm:t>
        <a:bodyPr/>
        <a:lstStyle/>
        <a:p>
          <a:endParaRPr lang="en-US"/>
        </a:p>
      </dgm:t>
    </dgm:pt>
    <dgm:pt modelId="{0328E1F7-9BB8-4B8C-AECC-83B289032609}" type="pres">
      <dgm:prSet presAssocID="{8596559C-0DD5-4941-9CB9-8968A9C6E982}" presName="rootConnector" presStyleLbl="node3" presStyleIdx="2" presStyleCnt="3"/>
      <dgm:spPr/>
      <dgm:t>
        <a:bodyPr/>
        <a:lstStyle/>
        <a:p>
          <a:endParaRPr lang="en-US"/>
        </a:p>
      </dgm:t>
    </dgm:pt>
    <dgm:pt modelId="{CFEE597E-C0B8-4EBB-84F9-EF445193B3E5}" type="pres">
      <dgm:prSet presAssocID="{8596559C-0DD5-4941-9CB9-8968A9C6E982}" presName="hierChild4" presStyleCnt="0"/>
      <dgm:spPr/>
    </dgm:pt>
    <dgm:pt modelId="{F362BB1B-31E9-403A-8B3B-2669CD9725C7}" type="pres">
      <dgm:prSet presAssocID="{8596559C-0DD5-4941-9CB9-8968A9C6E982}" presName="hierChild5" presStyleCnt="0"/>
      <dgm:spPr/>
    </dgm:pt>
    <dgm:pt modelId="{FAC43A19-89E1-4D12-ACD4-D929CE5C2433}" type="pres">
      <dgm:prSet presAssocID="{EFF03210-4693-4B8F-8BF1-16CDE0454979}" presName="hierChild5" presStyleCnt="0"/>
      <dgm:spPr/>
    </dgm:pt>
    <dgm:pt modelId="{B3492CCC-D557-4721-9CF5-B713766B65FC}" type="pres">
      <dgm:prSet presAssocID="{18303D7F-0508-4931-996B-9D264FA02E12}" presName="hierChild3" presStyleCnt="0"/>
      <dgm:spPr/>
    </dgm:pt>
  </dgm:ptLst>
  <dgm:cxnLst>
    <dgm:cxn modelId="{A2317DA3-DB2E-486D-83EA-552CEAAFD07E}" type="presOf" srcId="{D24DA71A-ACB1-4607-8202-5775432E7E00}" destId="{581359D3-A2A5-4437-B8AC-BE8B4F9045F3}" srcOrd="1" destOrd="0" presId="urn:microsoft.com/office/officeart/2005/8/layout/orgChart1"/>
    <dgm:cxn modelId="{E958CF80-C319-4365-8DA5-D8F89F4520DC}" srcId="{18303D7F-0508-4931-996B-9D264FA02E12}" destId="{EFF03210-4693-4B8F-8BF1-16CDE0454979}" srcOrd="1" destOrd="0" parTransId="{8CF461E1-152F-4DF2-B1B9-683FA1E53411}" sibTransId="{962210AF-2A48-4E08-8D70-F65CE3E5BBCD}"/>
    <dgm:cxn modelId="{249264DD-F400-4DAD-94BF-8EF618DB3622}" srcId="{EFF03210-4693-4B8F-8BF1-16CDE0454979}" destId="{482DD9A4-4E0D-4588-B20B-574B39448350}" srcOrd="0" destOrd="0" parTransId="{DCF7217B-7C4D-4BD6-8176-4E63AB6C68FC}" sibTransId="{3B567FD1-8217-4A59-B42D-198EB4DE3058}"/>
    <dgm:cxn modelId="{A927BCC8-1552-4FF7-BBE1-45632F3A3A31}" type="presOf" srcId="{BF7024E8-1EC1-4788-B413-9C766ACE0ADD}" destId="{67511005-3A2E-4939-B377-5C38E6D38EAE}" srcOrd="0" destOrd="0" presId="urn:microsoft.com/office/officeart/2005/8/layout/orgChart1"/>
    <dgm:cxn modelId="{E84FB025-E690-4048-83E7-C39B27FD950D}" type="presOf" srcId="{50490CBA-EDDA-4C2D-9740-24DD96CFE967}" destId="{C5A0495A-9BD4-4EF2-9709-660FBF44285E}" srcOrd="0" destOrd="0" presId="urn:microsoft.com/office/officeart/2005/8/layout/orgChart1"/>
    <dgm:cxn modelId="{1A5F5643-22FE-44D1-8E39-982369C83CFD}" type="presOf" srcId="{DCF7217B-7C4D-4BD6-8176-4E63AB6C68FC}" destId="{0D87F926-A01A-4043-93C4-A3A5FDC91890}" srcOrd="0" destOrd="0" presId="urn:microsoft.com/office/officeart/2005/8/layout/orgChart1"/>
    <dgm:cxn modelId="{4B4E7AAE-B29E-4110-81A8-471DB7E1B6A8}" type="presOf" srcId="{8596559C-0DD5-4941-9CB9-8968A9C6E982}" destId="{0328E1F7-9BB8-4B8C-AECC-83B289032609}" srcOrd="1" destOrd="0" presId="urn:microsoft.com/office/officeart/2005/8/layout/orgChart1"/>
    <dgm:cxn modelId="{AA9458CB-B530-4037-A43B-7D9912809BC8}" srcId="{5B46C860-17B9-4F47-909A-2232D3BAE2B2}" destId="{18303D7F-0508-4931-996B-9D264FA02E12}" srcOrd="0" destOrd="0" parTransId="{0343B615-43CE-4EAB-9354-2BACBCF2AAE4}" sibTransId="{4F38730F-7BB2-43F5-98F2-C3D4594484A1}"/>
    <dgm:cxn modelId="{FC204069-6B1C-48D7-85E4-DB1ED4F114B1}" type="presOf" srcId="{8596559C-0DD5-4941-9CB9-8968A9C6E982}" destId="{5ED642B7-D9C1-4FA5-BA3E-CD749B068822}" srcOrd="0" destOrd="0" presId="urn:microsoft.com/office/officeart/2005/8/layout/orgChart1"/>
    <dgm:cxn modelId="{C9E5A5B3-2FB1-4E1B-BEC6-14F4FD1ACF48}" type="presOf" srcId="{18303D7F-0508-4931-996B-9D264FA02E12}" destId="{D33544F4-1543-40F3-9E5A-A077633A2AA5}" srcOrd="1" destOrd="0" presId="urn:microsoft.com/office/officeart/2005/8/layout/orgChart1"/>
    <dgm:cxn modelId="{A46D0783-B112-46B6-96DB-DAE0F997618B}" type="presOf" srcId="{BCB53A43-7A3B-40BF-89B4-071F095663D1}" destId="{D8FD7099-BEC7-46A5-8CFD-E759D711602A}" srcOrd="0" destOrd="0" presId="urn:microsoft.com/office/officeart/2005/8/layout/orgChart1"/>
    <dgm:cxn modelId="{9A5FA444-2C0D-4339-B807-250F1FAA5E3F}" type="presOf" srcId="{D24DA71A-ACB1-4607-8202-5775432E7E00}" destId="{ED4DE789-6F1B-4575-971B-099D4BC7A8C3}" srcOrd="0" destOrd="0" presId="urn:microsoft.com/office/officeart/2005/8/layout/orgChart1"/>
    <dgm:cxn modelId="{E6F326CF-3002-4A94-AE6F-971FEE4024B3}" type="presOf" srcId="{EFF03210-4693-4B8F-8BF1-16CDE0454979}" destId="{D43096A1-1479-44E6-9BF1-6A2FE513D79B}" srcOrd="0" destOrd="0" presId="urn:microsoft.com/office/officeart/2005/8/layout/orgChart1"/>
    <dgm:cxn modelId="{DC977480-58FC-4779-A16C-A0C703CDD44F}" type="presOf" srcId="{18303D7F-0508-4931-996B-9D264FA02E12}" destId="{0282AA22-CD11-4736-AF75-30D3036D0A40}" srcOrd="0" destOrd="0" presId="urn:microsoft.com/office/officeart/2005/8/layout/orgChart1"/>
    <dgm:cxn modelId="{2C76BF7E-47CE-4947-B1D8-49DAD1E4C70A}" srcId="{18303D7F-0508-4931-996B-9D264FA02E12}" destId="{BCB53A43-7A3B-40BF-89B4-071F095663D1}" srcOrd="0" destOrd="0" parTransId="{50490CBA-EDDA-4C2D-9740-24DD96CFE967}" sibTransId="{785FE5C6-B26B-471E-9313-23770566E0B9}"/>
    <dgm:cxn modelId="{57B1A71F-1B2F-42E6-A6DE-B7AE6B7B05D8}" type="presOf" srcId="{482DD9A4-4E0D-4588-B20B-574B39448350}" destId="{56077E5E-E265-4C7A-9E3A-A53C3AAF0EF6}" srcOrd="1" destOrd="0" presId="urn:microsoft.com/office/officeart/2005/8/layout/orgChart1"/>
    <dgm:cxn modelId="{3CF27BE3-AF07-4463-A379-9A84C7196D74}" type="presOf" srcId="{EFF03210-4693-4B8F-8BF1-16CDE0454979}" destId="{64D9D871-DBB9-4AE2-8AF5-03C0EAFF60FA}" srcOrd="1" destOrd="0" presId="urn:microsoft.com/office/officeart/2005/8/layout/orgChart1"/>
    <dgm:cxn modelId="{212CE19A-0BCE-44EF-B2B9-F7B5A968A8C1}" type="presOf" srcId="{5B46C860-17B9-4F47-909A-2232D3BAE2B2}" destId="{2B3CEFD5-3CE5-40B3-B140-3716049DD899}" srcOrd="0" destOrd="0" presId="urn:microsoft.com/office/officeart/2005/8/layout/orgChart1"/>
    <dgm:cxn modelId="{74163CC2-B82B-4E4D-A95D-CF279709FB33}" type="presOf" srcId="{96591DF3-F06C-4E1A-BDE1-266B33EE1F36}" destId="{A666FC28-4E00-4351-BCBD-FE33E46004BF}" srcOrd="0" destOrd="0" presId="urn:microsoft.com/office/officeart/2005/8/layout/orgChart1"/>
    <dgm:cxn modelId="{1FB4A8AD-38D1-4225-AD46-2B71B083816C}" srcId="{EFF03210-4693-4B8F-8BF1-16CDE0454979}" destId="{8596559C-0DD5-4941-9CB9-8968A9C6E982}" srcOrd="2" destOrd="0" parTransId="{96591DF3-F06C-4E1A-BDE1-266B33EE1F36}" sibTransId="{BE481690-B883-4CEA-8947-2E727A2C998E}"/>
    <dgm:cxn modelId="{0C2C010F-8703-4E6A-9610-CBC741D3DBC4}" type="presOf" srcId="{BCB53A43-7A3B-40BF-89B4-071F095663D1}" destId="{0C642F92-2B3E-4A53-ABD2-772F2AE7315C}" srcOrd="1" destOrd="0" presId="urn:microsoft.com/office/officeart/2005/8/layout/orgChart1"/>
    <dgm:cxn modelId="{81B03B11-517B-401D-9614-E1641FF3B535}" type="presOf" srcId="{482DD9A4-4E0D-4588-B20B-574B39448350}" destId="{51D4692F-5F5A-43EE-BFB3-FDE2A1FDA8D5}" srcOrd="0" destOrd="0" presId="urn:microsoft.com/office/officeart/2005/8/layout/orgChart1"/>
    <dgm:cxn modelId="{C4B3D4E8-7C16-4FF3-B336-9BE8575F34D1}" srcId="{EFF03210-4693-4B8F-8BF1-16CDE0454979}" destId="{D24DA71A-ACB1-4607-8202-5775432E7E00}" srcOrd="1" destOrd="0" parTransId="{BF7024E8-1EC1-4788-B413-9C766ACE0ADD}" sibTransId="{E3A4C38D-BFEB-4480-B92C-04CC295C9B59}"/>
    <dgm:cxn modelId="{101D7026-C699-476C-A27D-AAB5C44B7888}" type="presOf" srcId="{8CF461E1-152F-4DF2-B1B9-683FA1E53411}" destId="{720151E6-9668-48F9-B1AF-8555977E8DA4}" srcOrd="0" destOrd="0" presId="urn:microsoft.com/office/officeart/2005/8/layout/orgChart1"/>
    <dgm:cxn modelId="{BCFC43BC-D089-46EF-A9E4-E5D2693CD5EB}" type="presParOf" srcId="{2B3CEFD5-3CE5-40B3-B140-3716049DD899}" destId="{F589AD88-FA1D-4691-874E-51FFA5B3956D}" srcOrd="0" destOrd="0" presId="urn:microsoft.com/office/officeart/2005/8/layout/orgChart1"/>
    <dgm:cxn modelId="{8A8B5CC8-7D6D-4925-A2CD-1637592CA4EE}" type="presParOf" srcId="{F589AD88-FA1D-4691-874E-51FFA5B3956D}" destId="{7B0D8E88-F157-44AE-88C5-B14B75D894D9}" srcOrd="0" destOrd="0" presId="urn:microsoft.com/office/officeart/2005/8/layout/orgChart1"/>
    <dgm:cxn modelId="{E2B2D565-B04A-48E3-A951-3C0661A6C530}" type="presParOf" srcId="{7B0D8E88-F157-44AE-88C5-B14B75D894D9}" destId="{0282AA22-CD11-4736-AF75-30D3036D0A40}" srcOrd="0" destOrd="0" presId="urn:microsoft.com/office/officeart/2005/8/layout/orgChart1"/>
    <dgm:cxn modelId="{B7482E2B-A566-4EE1-AA07-6E36A55F9F21}" type="presParOf" srcId="{7B0D8E88-F157-44AE-88C5-B14B75D894D9}" destId="{D33544F4-1543-40F3-9E5A-A077633A2AA5}" srcOrd="1" destOrd="0" presId="urn:microsoft.com/office/officeart/2005/8/layout/orgChart1"/>
    <dgm:cxn modelId="{2815083A-4DD8-4ADC-BE87-1C7DF23869F4}" type="presParOf" srcId="{F589AD88-FA1D-4691-874E-51FFA5B3956D}" destId="{1E00CF11-DFAB-4F13-9E5E-0B1DB5B43373}" srcOrd="1" destOrd="0" presId="urn:microsoft.com/office/officeart/2005/8/layout/orgChart1"/>
    <dgm:cxn modelId="{52D29DCE-BCFD-4793-8285-A432BBE5AB3A}" type="presParOf" srcId="{1E00CF11-DFAB-4F13-9E5E-0B1DB5B43373}" destId="{C5A0495A-9BD4-4EF2-9709-660FBF44285E}" srcOrd="0" destOrd="0" presId="urn:microsoft.com/office/officeart/2005/8/layout/orgChart1"/>
    <dgm:cxn modelId="{34A476BB-026E-4E6E-A1C2-A624231CAB4A}" type="presParOf" srcId="{1E00CF11-DFAB-4F13-9E5E-0B1DB5B43373}" destId="{9AFB85ED-A55C-4080-BBB5-253BC4D1AA89}" srcOrd="1" destOrd="0" presId="urn:microsoft.com/office/officeart/2005/8/layout/orgChart1"/>
    <dgm:cxn modelId="{E524F122-613B-42B4-8C1C-EED967944CC8}" type="presParOf" srcId="{9AFB85ED-A55C-4080-BBB5-253BC4D1AA89}" destId="{510EC057-3243-431A-AAB2-2288E429824F}" srcOrd="0" destOrd="0" presId="urn:microsoft.com/office/officeart/2005/8/layout/orgChart1"/>
    <dgm:cxn modelId="{6253C107-6C0F-4325-AEDA-40330421EA55}" type="presParOf" srcId="{510EC057-3243-431A-AAB2-2288E429824F}" destId="{D8FD7099-BEC7-46A5-8CFD-E759D711602A}" srcOrd="0" destOrd="0" presId="urn:microsoft.com/office/officeart/2005/8/layout/orgChart1"/>
    <dgm:cxn modelId="{7F0FF3E5-931C-4733-8E73-7443D386B08E}" type="presParOf" srcId="{510EC057-3243-431A-AAB2-2288E429824F}" destId="{0C642F92-2B3E-4A53-ABD2-772F2AE7315C}" srcOrd="1" destOrd="0" presId="urn:microsoft.com/office/officeart/2005/8/layout/orgChart1"/>
    <dgm:cxn modelId="{9B96A48B-61FA-4138-84BB-1EF648DD96E2}" type="presParOf" srcId="{9AFB85ED-A55C-4080-BBB5-253BC4D1AA89}" destId="{D58EA40E-40EA-4784-B71A-33872B71B257}" srcOrd="1" destOrd="0" presId="urn:microsoft.com/office/officeart/2005/8/layout/orgChart1"/>
    <dgm:cxn modelId="{19B50845-BB08-4355-81A1-38A7B76CA20D}" type="presParOf" srcId="{9AFB85ED-A55C-4080-BBB5-253BC4D1AA89}" destId="{2F7E1505-E7F1-4A89-97FA-5F0AE04BB04C}" srcOrd="2" destOrd="0" presId="urn:microsoft.com/office/officeart/2005/8/layout/orgChart1"/>
    <dgm:cxn modelId="{ECEC25CD-747C-4720-BBD1-02CA64FF46FF}" type="presParOf" srcId="{1E00CF11-DFAB-4F13-9E5E-0B1DB5B43373}" destId="{720151E6-9668-48F9-B1AF-8555977E8DA4}" srcOrd="2" destOrd="0" presId="urn:microsoft.com/office/officeart/2005/8/layout/orgChart1"/>
    <dgm:cxn modelId="{5F4F044A-96CF-4282-A650-E1147268B63B}" type="presParOf" srcId="{1E00CF11-DFAB-4F13-9E5E-0B1DB5B43373}" destId="{4AD47DE2-F2D4-4E2B-B1BC-102E263BC71E}" srcOrd="3" destOrd="0" presId="urn:microsoft.com/office/officeart/2005/8/layout/orgChart1"/>
    <dgm:cxn modelId="{257DB160-8B47-40B1-A3C1-5E0BBD752759}" type="presParOf" srcId="{4AD47DE2-F2D4-4E2B-B1BC-102E263BC71E}" destId="{48160DF8-E591-4F9B-9332-380D1B51279B}" srcOrd="0" destOrd="0" presId="urn:microsoft.com/office/officeart/2005/8/layout/orgChart1"/>
    <dgm:cxn modelId="{6A1B1A82-0F01-4A3A-BE9C-70C98C343EFC}" type="presParOf" srcId="{48160DF8-E591-4F9B-9332-380D1B51279B}" destId="{D43096A1-1479-44E6-9BF1-6A2FE513D79B}" srcOrd="0" destOrd="0" presId="urn:microsoft.com/office/officeart/2005/8/layout/orgChart1"/>
    <dgm:cxn modelId="{82BEBC9B-0115-4BF8-A74C-70F51897C787}" type="presParOf" srcId="{48160DF8-E591-4F9B-9332-380D1B51279B}" destId="{64D9D871-DBB9-4AE2-8AF5-03C0EAFF60FA}" srcOrd="1" destOrd="0" presId="urn:microsoft.com/office/officeart/2005/8/layout/orgChart1"/>
    <dgm:cxn modelId="{1257AE07-4D45-4162-B705-5A476912DB94}" type="presParOf" srcId="{4AD47DE2-F2D4-4E2B-B1BC-102E263BC71E}" destId="{96A724DF-947A-46B2-B3CC-AB2B4EA048D4}" srcOrd="1" destOrd="0" presId="urn:microsoft.com/office/officeart/2005/8/layout/orgChart1"/>
    <dgm:cxn modelId="{E96D589E-8B94-4095-9C0C-6ACF285AE7FE}" type="presParOf" srcId="{96A724DF-947A-46B2-B3CC-AB2B4EA048D4}" destId="{0D87F926-A01A-4043-93C4-A3A5FDC91890}" srcOrd="0" destOrd="0" presId="urn:microsoft.com/office/officeart/2005/8/layout/orgChart1"/>
    <dgm:cxn modelId="{E88A843D-95C5-4BBA-AB97-84BBE9A3E5CA}" type="presParOf" srcId="{96A724DF-947A-46B2-B3CC-AB2B4EA048D4}" destId="{DF01D0AC-3EA7-4155-8F4D-BF3444195169}" srcOrd="1" destOrd="0" presId="urn:microsoft.com/office/officeart/2005/8/layout/orgChart1"/>
    <dgm:cxn modelId="{B4C36F8A-3A62-4A1A-AD21-7102D98FD0AE}" type="presParOf" srcId="{DF01D0AC-3EA7-4155-8F4D-BF3444195169}" destId="{39DB43F5-FCE3-4CA5-A19A-206B2A258993}" srcOrd="0" destOrd="0" presId="urn:microsoft.com/office/officeart/2005/8/layout/orgChart1"/>
    <dgm:cxn modelId="{7721ACE0-9FD9-4B1E-A06F-7588F21D7CC1}" type="presParOf" srcId="{39DB43F5-FCE3-4CA5-A19A-206B2A258993}" destId="{51D4692F-5F5A-43EE-BFB3-FDE2A1FDA8D5}" srcOrd="0" destOrd="0" presId="urn:microsoft.com/office/officeart/2005/8/layout/orgChart1"/>
    <dgm:cxn modelId="{AF6FBCAA-6A26-4FAE-A2C9-FDD6429994E1}" type="presParOf" srcId="{39DB43F5-FCE3-4CA5-A19A-206B2A258993}" destId="{56077E5E-E265-4C7A-9E3A-A53C3AAF0EF6}" srcOrd="1" destOrd="0" presId="urn:microsoft.com/office/officeart/2005/8/layout/orgChart1"/>
    <dgm:cxn modelId="{14E1E726-7271-4EF5-8BA9-60E5E750A6A3}" type="presParOf" srcId="{DF01D0AC-3EA7-4155-8F4D-BF3444195169}" destId="{2FD17729-4F5B-48A6-8CA0-5EF42BDE31B7}" srcOrd="1" destOrd="0" presId="urn:microsoft.com/office/officeart/2005/8/layout/orgChart1"/>
    <dgm:cxn modelId="{0E1D01DA-3994-447F-B71B-9DED269A30A5}" type="presParOf" srcId="{DF01D0AC-3EA7-4155-8F4D-BF3444195169}" destId="{AEA5D42F-C558-444D-9921-6E70096960F1}" srcOrd="2" destOrd="0" presId="urn:microsoft.com/office/officeart/2005/8/layout/orgChart1"/>
    <dgm:cxn modelId="{60E5BE43-FBF5-4242-8909-B4DAB1E5ADA2}" type="presParOf" srcId="{96A724DF-947A-46B2-B3CC-AB2B4EA048D4}" destId="{67511005-3A2E-4939-B377-5C38E6D38EAE}" srcOrd="2" destOrd="0" presId="urn:microsoft.com/office/officeart/2005/8/layout/orgChart1"/>
    <dgm:cxn modelId="{67163475-41E5-4251-81DB-6592BD8D3364}" type="presParOf" srcId="{96A724DF-947A-46B2-B3CC-AB2B4EA048D4}" destId="{C6912542-0652-4412-9AA6-59587996B99A}" srcOrd="3" destOrd="0" presId="urn:microsoft.com/office/officeart/2005/8/layout/orgChart1"/>
    <dgm:cxn modelId="{082B8759-02C3-4780-AE53-C2D67F781DA9}" type="presParOf" srcId="{C6912542-0652-4412-9AA6-59587996B99A}" destId="{27E2D25E-9305-48D7-BBB5-9E23E0CDE25F}" srcOrd="0" destOrd="0" presId="urn:microsoft.com/office/officeart/2005/8/layout/orgChart1"/>
    <dgm:cxn modelId="{58FCAAF2-F6F4-4F56-9639-C08F94F2137A}" type="presParOf" srcId="{27E2D25E-9305-48D7-BBB5-9E23E0CDE25F}" destId="{ED4DE789-6F1B-4575-971B-099D4BC7A8C3}" srcOrd="0" destOrd="0" presId="urn:microsoft.com/office/officeart/2005/8/layout/orgChart1"/>
    <dgm:cxn modelId="{A52DFDB1-F2A2-4BB8-AFA9-4BCC51764873}" type="presParOf" srcId="{27E2D25E-9305-48D7-BBB5-9E23E0CDE25F}" destId="{581359D3-A2A5-4437-B8AC-BE8B4F9045F3}" srcOrd="1" destOrd="0" presId="urn:microsoft.com/office/officeart/2005/8/layout/orgChart1"/>
    <dgm:cxn modelId="{6FE7A902-FFE0-423C-ABBF-05907BF356F9}" type="presParOf" srcId="{C6912542-0652-4412-9AA6-59587996B99A}" destId="{AAA078C7-CA82-4177-BEC6-7139BBA82D8E}" srcOrd="1" destOrd="0" presId="urn:microsoft.com/office/officeart/2005/8/layout/orgChart1"/>
    <dgm:cxn modelId="{61EA05DA-D480-4FFC-A6D0-433DFF34C261}" type="presParOf" srcId="{C6912542-0652-4412-9AA6-59587996B99A}" destId="{08F526D4-9649-44AA-AF45-3D611309A762}" srcOrd="2" destOrd="0" presId="urn:microsoft.com/office/officeart/2005/8/layout/orgChart1"/>
    <dgm:cxn modelId="{FD97B51C-AD25-442D-BF0B-CEFE29C6BA9C}" type="presParOf" srcId="{96A724DF-947A-46B2-B3CC-AB2B4EA048D4}" destId="{A666FC28-4E00-4351-BCBD-FE33E46004BF}" srcOrd="4" destOrd="0" presId="urn:microsoft.com/office/officeart/2005/8/layout/orgChart1"/>
    <dgm:cxn modelId="{F7A5CD6C-3449-40CB-83C0-8D123792C3E6}" type="presParOf" srcId="{96A724DF-947A-46B2-B3CC-AB2B4EA048D4}" destId="{33C81E99-2BA1-4218-94EA-E492CDF14CA3}" srcOrd="5" destOrd="0" presId="urn:microsoft.com/office/officeart/2005/8/layout/orgChart1"/>
    <dgm:cxn modelId="{9443FCD4-D03A-40CC-89DC-A848BF7418EE}" type="presParOf" srcId="{33C81E99-2BA1-4218-94EA-E492CDF14CA3}" destId="{9D847BE5-B604-40D9-B1D7-6A884237AA15}" srcOrd="0" destOrd="0" presId="urn:microsoft.com/office/officeart/2005/8/layout/orgChart1"/>
    <dgm:cxn modelId="{AF95D929-215E-4881-B610-1E13F9A8A841}" type="presParOf" srcId="{9D847BE5-B604-40D9-B1D7-6A884237AA15}" destId="{5ED642B7-D9C1-4FA5-BA3E-CD749B068822}" srcOrd="0" destOrd="0" presId="urn:microsoft.com/office/officeart/2005/8/layout/orgChart1"/>
    <dgm:cxn modelId="{16B19B28-06EF-4E1E-A263-6C0A16136E3A}" type="presParOf" srcId="{9D847BE5-B604-40D9-B1D7-6A884237AA15}" destId="{0328E1F7-9BB8-4B8C-AECC-83B289032609}" srcOrd="1" destOrd="0" presId="urn:microsoft.com/office/officeart/2005/8/layout/orgChart1"/>
    <dgm:cxn modelId="{54E3912D-CD57-4042-AABE-CA4EDCFE29A3}" type="presParOf" srcId="{33C81E99-2BA1-4218-94EA-E492CDF14CA3}" destId="{CFEE597E-C0B8-4EBB-84F9-EF445193B3E5}" srcOrd="1" destOrd="0" presId="urn:microsoft.com/office/officeart/2005/8/layout/orgChart1"/>
    <dgm:cxn modelId="{96B01F89-F82B-410E-96C5-6DEE3F1C2C4B}" type="presParOf" srcId="{33C81E99-2BA1-4218-94EA-E492CDF14CA3}" destId="{F362BB1B-31E9-403A-8B3B-2669CD9725C7}" srcOrd="2" destOrd="0" presId="urn:microsoft.com/office/officeart/2005/8/layout/orgChart1"/>
    <dgm:cxn modelId="{762615BD-CC74-4596-A043-705F13882AB8}" type="presParOf" srcId="{4AD47DE2-F2D4-4E2B-B1BC-102E263BC71E}" destId="{FAC43A19-89E1-4D12-ACD4-D929CE5C2433}" srcOrd="2" destOrd="0" presId="urn:microsoft.com/office/officeart/2005/8/layout/orgChart1"/>
    <dgm:cxn modelId="{5BA02DDC-AEFD-422D-BC12-DFCB1D679DE4}" type="presParOf" srcId="{F589AD88-FA1D-4691-874E-51FFA5B3956D}" destId="{B3492CCC-D557-4721-9CF5-B713766B65F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defRPr>
            </a:lvl1pPr>
          </a:lstStyle>
          <a:p>
            <a:pPr>
              <a:defRPr/>
            </a:pPr>
            <a:endParaRPr lang="en-US"/>
          </a:p>
        </p:txBody>
      </p:sp>
      <p:sp>
        <p:nvSpPr>
          <p:cNvPr id="194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defRPr>
            </a:lvl1pPr>
          </a:lstStyle>
          <a:p>
            <a:pPr>
              <a:defRPr/>
            </a:pPr>
            <a:endParaRPr lang="en-US"/>
          </a:p>
        </p:txBody>
      </p:sp>
      <p:sp>
        <p:nvSpPr>
          <p:cNvPr id="194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defRPr>
            </a:lvl1pPr>
          </a:lstStyle>
          <a:p>
            <a:pPr>
              <a:defRPr/>
            </a:pPr>
            <a:fld id="{45A43730-E41C-4742-B676-6E0C8DFFA8B9}" type="slidenum">
              <a:rPr lang="en-US"/>
              <a:pPr>
                <a:defRPr/>
              </a:pPr>
              <a:t>‹#›</a:t>
            </a:fld>
            <a:endParaRPr lang="en-US"/>
          </a:p>
        </p:txBody>
      </p:sp>
    </p:spTree>
    <p:extLst>
      <p:ext uri="{BB962C8B-B14F-4D97-AF65-F5344CB8AC3E}">
        <p14:creationId xmlns:p14="http://schemas.microsoft.com/office/powerpoint/2010/main" val="7479327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D6DC4217-465D-4C40-BF67-00288EABDB41}" type="slidenum">
              <a:rPr lang="en-US" smtClean="0">
                <a:latin typeface="Arial" pitchFamily="34" charset="0"/>
              </a:rPr>
              <a:pPr/>
              <a:t>21</a:t>
            </a:fld>
            <a:endParaRPr lang="en-US"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ound Diagonal Corner Rectangle 3"/>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8" name="Title 7"/>
          <p:cNvSpPr>
            <a:spLocks noGrp="1"/>
          </p:cNvSpPr>
          <p:nvPr>
            <p:ph type="ctrTitle"/>
          </p:nvPr>
        </p:nvSpPr>
        <p:spPr>
          <a:xfrm>
            <a:off x="464234" y="381001"/>
            <a:ext cx="8229600" cy="2209800"/>
          </a:xfrm>
        </p:spPr>
        <p:txBody>
          <a:bodyPr lIns="45720" rIns="228600"/>
          <a:lstStyle>
            <a:lvl1pPr marL="0" algn="r">
              <a:defRPr sz="4800"/>
            </a:lvl1pPr>
            <a:extLst/>
          </a:lstStyle>
          <a:p>
            <a:r>
              <a:rPr lang="en-US" smtClean="0"/>
              <a:t>Click to edit Master title style</a:t>
            </a:r>
            <a:endParaRPr lang="en-US"/>
          </a:p>
        </p:txBody>
      </p:sp>
      <p:sp>
        <p:nvSpPr>
          <p:cNvPr id="9" name="Subtitle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5" name="Date Placeholder 9"/>
          <p:cNvSpPr>
            <a:spLocks noGrp="1"/>
          </p:cNvSpPr>
          <p:nvPr>
            <p:ph type="dt" sz="half" idx="10"/>
          </p:nvPr>
        </p:nvSpPr>
        <p:spPr>
          <a:xfrm>
            <a:off x="5562600" y="6508750"/>
            <a:ext cx="3001963" cy="274638"/>
          </a:xfrm>
        </p:spPr>
        <p:txBody>
          <a:bodyPr vert="horz" rtlCol="0"/>
          <a:lstStyle>
            <a:lvl1pPr>
              <a:defRPr/>
            </a:lvl1pPr>
            <a:extLst/>
          </a:lstStyle>
          <a:p>
            <a:pPr>
              <a:defRPr/>
            </a:pPr>
            <a:fld id="{F07A980B-6257-4C36-9CAC-697EFF4FA743}" type="datetimeFigureOut">
              <a:rPr lang="en-US"/>
              <a:pPr>
                <a:defRPr/>
              </a:pPr>
              <a:t>10/25/2021</a:t>
            </a:fld>
            <a:endParaRPr lang="en-US"/>
          </a:p>
        </p:txBody>
      </p:sp>
      <p:sp>
        <p:nvSpPr>
          <p:cNvPr id="6" name="Slide Number Placeholder 10"/>
          <p:cNvSpPr>
            <a:spLocks noGrp="1"/>
          </p:cNvSpPr>
          <p:nvPr>
            <p:ph type="sldNum" sz="quarter" idx="11"/>
          </p:nvPr>
        </p:nvSpPr>
        <p:spPr>
          <a:xfrm>
            <a:off x="8639175" y="6508750"/>
            <a:ext cx="463550" cy="274638"/>
          </a:xfrm>
        </p:spPr>
        <p:txBody>
          <a:bodyPr vert="horz" rtlCol="0"/>
          <a:lstStyle>
            <a:lvl1pPr>
              <a:defRPr smtClean="0">
                <a:solidFill>
                  <a:schemeClr val="tx2">
                    <a:shade val="90000"/>
                  </a:schemeClr>
                </a:solidFill>
              </a:defRPr>
            </a:lvl1pPr>
            <a:extLst/>
          </a:lstStyle>
          <a:p>
            <a:pPr>
              <a:defRPr/>
            </a:pPr>
            <a:fld id="{46CDADE1-DEBD-42AD-82C4-E6BF86D6CFC4}" type="slidenum">
              <a:rPr lang="en-US"/>
              <a:pPr>
                <a:defRPr/>
              </a:pPr>
              <a:t>‹#›</a:t>
            </a:fld>
            <a:endParaRPr lang="en-US"/>
          </a:p>
        </p:txBody>
      </p:sp>
      <p:sp>
        <p:nvSpPr>
          <p:cNvPr id="7" name="Footer Placeholder 11"/>
          <p:cNvSpPr>
            <a:spLocks noGrp="1"/>
          </p:cNvSpPr>
          <p:nvPr>
            <p:ph type="ftr" sz="quarter" idx="12"/>
          </p:nvPr>
        </p:nvSpPr>
        <p:spPr>
          <a:xfrm>
            <a:off x="1600200" y="6508750"/>
            <a:ext cx="3906838" cy="274638"/>
          </a:xfrm>
        </p:spPr>
        <p:txBody>
          <a:bodyPr vert="horz" rtlCol="0"/>
          <a:lstStyle>
            <a:lvl1pPr>
              <a:defRPr/>
            </a:lvl1pPr>
            <a:extLst/>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extLst/>
          </a:lstStyle>
          <a:p>
            <a:pPr>
              <a:defRPr/>
            </a:pPr>
            <a:fld id="{C4DC0B58-026F-4827-BB3E-D88A30F85E32}" type="datetimeFigureOut">
              <a:rPr lang="en-US"/>
              <a:pPr>
                <a:defRPr/>
              </a:pPr>
              <a:t>10/25/2021</a:t>
            </a:fld>
            <a:endParaRPr lang="en-US"/>
          </a:p>
        </p:txBody>
      </p:sp>
      <p:sp>
        <p:nvSpPr>
          <p:cNvPr id="6" name="Footer Placeholder 4"/>
          <p:cNvSpPr>
            <a:spLocks noGrp="1"/>
          </p:cNvSpPr>
          <p:nvPr>
            <p:ph type="ftr" sz="quarter" idx="11"/>
          </p:nvPr>
        </p:nvSpPr>
        <p:spPr/>
        <p:txBody>
          <a:bodyPr/>
          <a:lstStyle>
            <a:lvl1pPr>
              <a:defRPr/>
            </a:lvl1pPr>
            <a:extLst/>
          </a:lstStyle>
          <a:p>
            <a:pPr>
              <a:defRPr/>
            </a:pPr>
            <a:endParaRPr lang="en-US"/>
          </a:p>
        </p:txBody>
      </p:sp>
      <p:sp>
        <p:nvSpPr>
          <p:cNvPr id="7" name="Slide Number Placeholder 5"/>
          <p:cNvSpPr>
            <a:spLocks noGrp="1"/>
          </p:cNvSpPr>
          <p:nvPr>
            <p:ph type="sldNum" sz="quarter" idx="12"/>
          </p:nvPr>
        </p:nvSpPr>
        <p:spPr/>
        <p:txBody>
          <a:bodyPr/>
          <a:lstStyle>
            <a:lvl1pPr>
              <a:defRPr/>
            </a:lvl1pPr>
            <a:extLst/>
          </a:lstStyle>
          <a:p>
            <a:pPr>
              <a:defRPr/>
            </a:pPr>
            <a:fld id="{6ACF3A26-5090-4C20-BD55-44D398A4446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a:xfrm>
            <a:off x="1000125" y="3267075"/>
            <a:ext cx="74072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2" name="Title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lang="en-US" smtClean="0"/>
              <a:t>Click to edit Master title style</a:t>
            </a:r>
            <a:endParaRPr lang="en-US"/>
          </a:p>
        </p:txBody>
      </p:sp>
      <p:sp>
        <p:nvSpPr>
          <p:cNvPr id="3" name="Text Placeholder 2"/>
          <p:cNvSpPr>
            <a:spLocks noGrp="1"/>
          </p:cNvSpPr>
          <p:nvPr>
            <p:ph type="body" idx="1"/>
          </p:nvPr>
        </p:nvSpPr>
        <p:spPr>
          <a:xfrm>
            <a:off x="722313" y="3287713"/>
            <a:ext cx="7772400" cy="1509712"/>
          </a:xfrm>
        </p:spPr>
        <p:txBody>
          <a:bodyPr rIns="128016"/>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5" name="Date Placeholder 7"/>
          <p:cNvSpPr>
            <a:spLocks noGrp="1"/>
          </p:cNvSpPr>
          <p:nvPr>
            <p:ph type="dt" sz="half" idx="10"/>
          </p:nvPr>
        </p:nvSpPr>
        <p:spPr>
          <a:xfrm>
            <a:off x="5562600" y="6513513"/>
            <a:ext cx="3001963" cy="274637"/>
          </a:xfrm>
        </p:spPr>
        <p:txBody>
          <a:bodyPr vert="horz" rtlCol="0"/>
          <a:lstStyle>
            <a:lvl1pPr>
              <a:defRPr/>
            </a:lvl1pPr>
            <a:extLst/>
          </a:lstStyle>
          <a:p>
            <a:pPr>
              <a:defRPr/>
            </a:pPr>
            <a:fld id="{BC1157D0-D487-4589-88C7-8C75E9ACE782}" type="datetimeFigureOut">
              <a:rPr lang="en-US"/>
              <a:pPr>
                <a:defRPr/>
              </a:pPr>
              <a:t>10/25/2021</a:t>
            </a:fld>
            <a:endParaRPr lang="en-US"/>
          </a:p>
        </p:txBody>
      </p:sp>
      <p:sp>
        <p:nvSpPr>
          <p:cNvPr id="6" name="Slide Number Placeholder 8"/>
          <p:cNvSpPr>
            <a:spLocks noGrp="1"/>
          </p:cNvSpPr>
          <p:nvPr>
            <p:ph type="sldNum" sz="quarter" idx="11"/>
          </p:nvPr>
        </p:nvSpPr>
        <p:spPr>
          <a:xfrm>
            <a:off x="8639175" y="6513513"/>
            <a:ext cx="463550" cy="274637"/>
          </a:xfrm>
        </p:spPr>
        <p:txBody>
          <a:bodyPr vert="horz" rtlCol="0"/>
          <a:lstStyle>
            <a:lvl1pPr>
              <a:defRPr smtClean="0">
                <a:solidFill>
                  <a:schemeClr val="tx2">
                    <a:shade val="90000"/>
                  </a:schemeClr>
                </a:solidFill>
              </a:defRPr>
            </a:lvl1pPr>
            <a:extLst/>
          </a:lstStyle>
          <a:p>
            <a:pPr>
              <a:defRPr/>
            </a:pPr>
            <a:fld id="{1E98E030-4028-4C5D-9613-50A86C3DEF40}" type="slidenum">
              <a:rPr lang="en-US"/>
              <a:pPr>
                <a:defRPr/>
              </a:pPr>
              <a:t>‹#›</a:t>
            </a:fld>
            <a:endParaRPr lang="en-US"/>
          </a:p>
        </p:txBody>
      </p:sp>
      <p:sp>
        <p:nvSpPr>
          <p:cNvPr id="7" name="Footer Placeholder 9"/>
          <p:cNvSpPr>
            <a:spLocks noGrp="1"/>
          </p:cNvSpPr>
          <p:nvPr>
            <p:ph type="ftr" sz="quarter" idx="12"/>
          </p:nvPr>
        </p:nvSpPr>
        <p:spPr>
          <a:xfrm>
            <a:off x="1600200" y="6513513"/>
            <a:ext cx="3906838" cy="274637"/>
          </a:xfrm>
        </p:spPr>
        <p:txBody>
          <a:bodyPr vert="horz" rtlCol="0"/>
          <a:lstStyle>
            <a:lvl1pPr>
              <a:defRPr/>
            </a:lvl1pPr>
            <a:extLst/>
          </a:lstStyle>
          <a:p>
            <a:pPr>
              <a:defRPr/>
            </a:pPr>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4"/>
          <p:cNvSpPr>
            <a:spLocks noGrp="1"/>
          </p:cNvSpPr>
          <p:nvPr>
            <p:ph type="dt" sz="half" idx="10"/>
          </p:nvPr>
        </p:nvSpPr>
        <p:spPr/>
        <p:txBody>
          <a:bodyPr/>
          <a:lstStyle>
            <a:lvl1pPr>
              <a:defRPr/>
            </a:lvl1pPr>
            <a:extLst/>
          </a:lstStyle>
          <a:p>
            <a:pPr>
              <a:defRPr/>
            </a:pPr>
            <a:fld id="{862AF275-0784-4B36-9B13-111CA879E4D4}" type="datetimeFigureOut">
              <a:rPr lang="en-US"/>
              <a:pPr>
                <a:defRPr/>
              </a:pPr>
              <a:t>10/25/2021</a:t>
            </a:fld>
            <a:endParaRPr lang="en-US"/>
          </a:p>
        </p:txBody>
      </p:sp>
      <p:sp>
        <p:nvSpPr>
          <p:cNvPr id="7" name="Footer Placeholder 5"/>
          <p:cNvSpPr>
            <a:spLocks noGrp="1"/>
          </p:cNvSpPr>
          <p:nvPr>
            <p:ph type="ftr" sz="quarter" idx="11"/>
          </p:nvPr>
        </p:nvSpPr>
        <p:spPr/>
        <p:txBody>
          <a:bodyPr/>
          <a:lstStyle>
            <a:lvl1pPr>
              <a:defRPr/>
            </a:lvl1pPr>
            <a:extLst/>
          </a:lstStyle>
          <a:p>
            <a:pPr>
              <a:defRPr/>
            </a:pPr>
            <a:endParaRPr lang="en-US"/>
          </a:p>
        </p:txBody>
      </p:sp>
      <p:sp>
        <p:nvSpPr>
          <p:cNvPr id="8" name="Slide Number Placeholder 6"/>
          <p:cNvSpPr>
            <a:spLocks noGrp="1"/>
          </p:cNvSpPr>
          <p:nvPr>
            <p:ph type="sldNum" sz="quarter" idx="12"/>
          </p:nvPr>
        </p:nvSpPr>
        <p:spPr>
          <a:xfrm>
            <a:off x="8640763" y="6515100"/>
            <a:ext cx="465137" cy="273050"/>
          </a:xfrm>
        </p:spPr>
        <p:txBody>
          <a:bodyPr/>
          <a:lstStyle>
            <a:lvl1pPr>
              <a:defRPr/>
            </a:lvl1pPr>
            <a:extLst/>
          </a:lstStyle>
          <a:p>
            <a:pPr>
              <a:defRPr/>
            </a:pPr>
            <a:fld id="{78B05D02-0BFA-4EAD-8607-97808970C7C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617538" y="2165350"/>
            <a:ext cx="3748087"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extLst/>
          </a:lstStyle>
          <a:p>
            <a:pPr algn="ctr">
              <a:defRPr/>
            </a:pPr>
            <a:endParaRPr lang="en-US"/>
          </a:p>
        </p:txBody>
      </p:sp>
      <p:sp>
        <p:nvSpPr>
          <p:cNvPr id="8" name="Rectangle 7"/>
          <p:cNvSpPr/>
          <p:nvPr/>
        </p:nvSpPr>
        <p:spPr>
          <a:xfrm>
            <a:off x="4800600" y="2165350"/>
            <a:ext cx="37496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extLst/>
          </a:lstStyle>
          <a:p>
            <a:pPr algn="ctr">
              <a:defRPr/>
            </a:pPr>
            <a:endParaRPr lang="en-US"/>
          </a:p>
        </p:txBody>
      </p:sp>
      <p:sp>
        <p:nvSpPr>
          <p:cNvPr id="2" name="Title 1"/>
          <p:cNvSpPr>
            <a:spLocks noGrp="1"/>
          </p:cNvSpPr>
          <p:nvPr>
            <p:ph type="title"/>
          </p:nvPr>
        </p:nvSpPr>
        <p:spPr>
          <a:xfrm>
            <a:off x="457200" y="251948"/>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2362200"/>
            <a:ext cx="4040188" cy="3941763"/>
          </a:xfrm>
        </p:spPr>
        <p:txBody>
          <a:bodyPr/>
          <a:lstStyle>
            <a:lvl1pPr>
              <a:defRPr sz="22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6"/>
          <p:cNvSpPr>
            <a:spLocks noGrp="1"/>
          </p:cNvSpPr>
          <p:nvPr>
            <p:ph type="dt" sz="half" idx="10"/>
          </p:nvPr>
        </p:nvSpPr>
        <p:spPr/>
        <p:txBody>
          <a:bodyPr/>
          <a:lstStyle>
            <a:lvl1pPr>
              <a:defRPr/>
            </a:lvl1pPr>
            <a:extLst/>
          </a:lstStyle>
          <a:p>
            <a:pPr>
              <a:defRPr/>
            </a:pPr>
            <a:fld id="{4B3F5214-EE93-407D-9423-6A4C79BF4411}" type="datetimeFigureOut">
              <a:rPr lang="en-US"/>
              <a:pPr>
                <a:defRPr/>
              </a:pPr>
              <a:t>10/25/2021</a:t>
            </a:fld>
            <a:endParaRPr lang="en-US"/>
          </a:p>
        </p:txBody>
      </p:sp>
      <p:sp>
        <p:nvSpPr>
          <p:cNvPr id="10" name="Footer Placeholder 7"/>
          <p:cNvSpPr>
            <a:spLocks noGrp="1"/>
          </p:cNvSpPr>
          <p:nvPr>
            <p:ph type="ftr" sz="quarter" idx="11"/>
          </p:nvPr>
        </p:nvSpPr>
        <p:spPr/>
        <p:txBody>
          <a:bodyPr/>
          <a:lstStyle>
            <a:lvl1pPr>
              <a:defRPr/>
            </a:lvl1pPr>
            <a:extLst/>
          </a:lstStyle>
          <a:p>
            <a:pPr>
              <a:defRPr/>
            </a:pPr>
            <a:endParaRPr lang="en-US"/>
          </a:p>
        </p:txBody>
      </p:sp>
      <p:sp>
        <p:nvSpPr>
          <p:cNvPr id="11" name="Slide Number Placeholder 8"/>
          <p:cNvSpPr>
            <a:spLocks noGrp="1"/>
          </p:cNvSpPr>
          <p:nvPr>
            <p:ph type="sldNum" sz="quarter" idx="12"/>
          </p:nvPr>
        </p:nvSpPr>
        <p:spPr>
          <a:xfrm>
            <a:off x="8640763" y="6515100"/>
            <a:ext cx="465137" cy="273050"/>
          </a:xfrm>
        </p:spPr>
        <p:txBody>
          <a:bodyPr/>
          <a:lstStyle>
            <a:lvl1pPr>
              <a:defRPr/>
            </a:lvl1pPr>
            <a:extLst/>
          </a:lstStyle>
          <a:p>
            <a:pPr>
              <a:defRPr/>
            </a:pPr>
            <a:fld id="{D5F29E5D-445A-4AD9-B68F-46F0C10C081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2" name="Title 1"/>
          <p:cNvSpPr>
            <a:spLocks noGrp="1"/>
          </p:cNvSpPr>
          <p:nvPr>
            <p:ph type="title"/>
          </p:nvPr>
        </p:nvSpPr>
        <p:spPr>
          <a:xfrm>
            <a:off x="457200" y="253218"/>
            <a:ext cx="8229600" cy="1143000"/>
          </a:xfrm>
        </p:spPr>
        <p:txBody>
          <a:bodyPr/>
          <a:lstStyle>
            <a:extLst/>
          </a:lstStyle>
          <a:p>
            <a:r>
              <a:rPr lang="en-US" smtClean="0"/>
              <a:t>Click to edit Master title style</a:t>
            </a:r>
            <a:endParaRPr lang="en-US"/>
          </a:p>
        </p:txBody>
      </p:sp>
      <p:sp>
        <p:nvSpPr>
          <p:cNvPr id="4" name="Date Placeholder 2"/>
          <p:cNvSpPr>
            <a:spLocks noGrp="1"/>
          </p:cNvSpPr>
          <p:nvPr>
            <p:ph type="dt" sz="half" idx="10"/>
          </p:nvPr>
        </p:nvSpPr>
        <p:spPr/>
        <p:txBody>
          <a:bodyPr/>
          <a:lstStyle>
            <a:lvl1pPr>
              <a:defRPr/>
            </a:lvl1pPr>
            <a:extLst/>
          </a:lstStyle>
          <a:p>
            <a:pPr>
              <a:defRPr/>
            </a:pPr>
            <a:fld id="{B496CD25-C366-4B20-80E5-76B543685BC9}" type="datetimeFigureOut">
              <a:rPr lang="en-US"/>
              <a:pPr>
                <a:defRPr/>
              </a:pPr>
              <a:t>10/25/2021</a:t>
            </a:fld>
            <a:endParaRPr lang="en-US"/>
          </a:p>
        </p:txBody>
      </p:sp>
      <p:sp>
        <p:nvSpPr>
          <p:cNvPr id="5" name="Footer Placeholder 3"/>
          <p:cNvSpPr>
            <a:spLocks noGrp="1"/>
          </p:cNvSpPr>
          <p:nvPr>
            <p:ph type="ftr" sz="quarter" idx="11"/>
          </p:nvPr>
        </p:nvSpPr>
        <p:spPr/>
        <p:txBody>
          <a:bodyPr/>
          <a:lstStyle>
            <a:lvl1pPr>
              <a:defRPr/>
            </a:lvl1pPr>
            <a:extLst/>
          </a:lstStyle>
          <a:p>
            <a:pPr>
              <a:defRPr/>
            </a:pPr>
            <a:endParaRPr lang="en-US"/>
          </a:p>
        </p:txBody>
      </p:sp>
      <p:sp>
        <p:nvSpPr>
          <p:cNvPr id="6" name="Slide Number Placeholder 4"/>
          <p:cNvSpPr>
            <a:spLocks noGrp="1"/>
          </p:cNvSpPr>
          <p:nvPr>
            <p:ph type="sldNum" sz="quarter" idx="12"/>
          </p:nvPr>
        </p:nvSpPr>
        <p:spPr/>
        <p:txBody>
          <a:bodyPr/>
          <a:lstStyle>
            <a:lvl1pPr>
              <a:defRPr/>
            </a:lvl1pPr>
            <a:extLst/>
          </a:lstStyle>
          <a:p>
            <a:pPr>
              <a:defRPr/>
            </a:pPr>
            <a:fld id="{9ED4D80D-D057-4736-953C-2138150A626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p:cNvSpPr>
            <a:spLocks noGrp="1"/>
          </p:cNvSpPr>
          <p:nvPr>
            <p:ph type="ftr" sz="quarter" idx="10"/>
          </p:nvPr>
        </p:nvSpPr>
        <p:spPr/>
        <p:txBody>
          <a:bodyPr/>
          <a:lstStyle>
            <a:lvl1pPr>
              <a:defRPr/>
            </a:lvl1pPr>
          </a:lstStyle>
          <a:p>
            <a:pPr>
              <a:defRPr/>
            </a:pPr>
            <a:endParaRPr lang="en-US"/>
          </a:p>
        </p:txBody>
      </p:sp>
      <p:sp>
        <p:nvSpPr>
          <p:cNvPr id="3" name="Date Placeholder 13"/>
          <p:cNvSpPr>
            <a:spLocks noGrp="1"/>
          </p:cNvSpPr>
          <p:nvPr>
            <p:ph type="dt" sz="half" idx="11"/>
          </p:nvPr>
        </p:nvSpPr>
        <p:spPr/>
        <p:txBody>
          <a:bodyPr/>
          <a:lstStyle>
            <a:lvl1pPr>
              <a:defRPr/>
            </a:lvl1pPr>
          </a:lstStyle>
          <a:p>
            <a:pPr>
              <a:defRPr/>
            </a:pPr>
            <a:fld id="{B0861518-6BE2-4023-8300-F81E02723C7D}" type="datetimeFigureOut">
              <a:rPr lang="en-US"/>
              <a:pPr>
                <a:defRPr/>
              </a:pPr>
              <a:t>10/25/2021</a:t>
            </a:fld>
            <a:endParaRPr lang="en-US"/>
          </a:p>
        </p:txBody>
      </p:sp>
      <p:sp>
        <p:nvSpPr>
          <p:cNvPr id="4" name="Slide Number Placeholder 22"/>
          <p:cNvSpPr>
            <a:spLocks noGrp="1"/>
          </p:cNvSpPr>
          <p:nvPr>
            <p:ph type="sldNum" sz="quarter" idx="12"/>
          </p:nvPr>
        </p:nvSpPr>
        <p:spPr/>
        <p:txBody>
          <a:bodyPr/>
          <a:lstStyle>
            <a:lvl1pPr>
              <a:defRPr/>
            </a:lvl1pPr>
          </a:lstStyle>
          <a:p>
            <a:pPr>
              <a:defRPr/>
            </a:pPr>
            <a:fld id="{A4EE3E00-6792-4DEF-BBC3-0D902750FB3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5" name="Rectangle 4"/>
          <p:cNvSpPr/>
          <p:nvPr/>
        </p:nvSpPr>
        <p:spPr>
          <a:xfrm>
            <a:off x="5057775" y="1057275"/>
            <a:ext cx="3748088"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2" name="Title 1"/>
          <p:cNvSpPr>
            <a:spLocks noGrp="1"/>
          </p:cNvSpPr>
          <p:nvPr>
            <p:ph type="title"/>
          </p:nvPr>
        </p:nvSpPr>
        <p:spPr>
          <a:xfrm>
            <a:off x="4963136" y="304800"/>
            <a:ext cx="3931920" cy="762000"/>
          </a:xfrm>
        </p:spPr>
        <p:txBody>
          <a:bodyPr/>
          <a:lstStyle>
            <a:lvl1pPr marL="0" algn="r">
              <a:buNone/>
              <a:defRPr sz="2000" b="1"/>
            </a:lvl1pPr>
            <a:extLst/>
          </a:lstStyle>
          <a:p>
            <a:r>
              <a:rPr lang="en-US" smtClean="0"/>
              <a:t>Click to edit Master title style</a:t>
            </a:r>
            <a:endParaRPr lang="en-US"/>
          </a:p>
        </p:txBody>
      </p:sp>
      <p:sp>
        <p:nvSpPr>
          <p:cNvPr id="3" name="Text Placeholder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8"/>
          <p:cNvSpPr>
            <a:spLocks noGrp="1"/>
          </p:cNvSpPr>
          <p:nvPr>
            <p:ph type="dt" sz="half" idx="10"/>
          </p:nvPr>
        </p:nvSpPr>
        <p:spPr>
          <a:xfrm>
            <a:off x="5562600" y="6513513"/>
            <a:ext cx="3001963" cy="274637"/>
          </a:xfrm>
        </p:spPr>
        <p:txBody>
          <a:bodyPr vert="horz" rtlCol="0"/>
          <a:lstStyle>
            <a:lvl1pPr>
              <a:defRPr/>
            </a:lvl1pPr>
            <a:extLst/>
          </a:lstStyle>
          <a:p>
            <a:pPr>
              <a:defRPr/>
            </a:pPr>
            <a:fld id="{E29F128A-40B7-4B06-8FFD-44E9581AAC4B}" type="datetimeFigureOut">
              <a:rPr lang="en-US"/>
              <a:pPr>
                <a:defRPr/>
              </a:pPr>
              <a:t>10/25/2021</a:t>
            </a:fld>
            <a:endParaRPr lang="en-US"/>
          </a:p>
        </p:txBody>
      </p:sp>
      <p:sp>
        <p:nvSpPr>
          <p:cNvPr id="7" name="Slide Number Placeholder 9"/>
          <p:cNvSpPr>
            <a:spLocks noGrp="1"/>
          </p:cNvSpPr>
          <p:nvPr>
            <p:ph type="sldNum" sz="quarter" idx="11"/>
          </p:nvPr>
        </p:nvSpPr>
        <p:spPr>
          <a:xfrm>
            <a:off x="8639175" y="6513513"/>
            <a:ext cx="463550" cy="274637"/>
          </a:xfrm>
        </p:spPr>
        <p:txBody>
          <a:bodyPr vert="horz" rtlCol="0"/>
          <a:lstStyle>
            <a:lvl1pPr>
              <a:defRPr smtClean="0">
                <a:solidFill>
                  <a:schemeClr val="tx2">
                    <a:shade val="90000"/>
                  </a:schemeClr>
                </a:solidFill>
              </a:defRPr>
            </a:lvl1pPr>
            <a:extLst/>
          </a:lstStyle>
          <a:p>
            <a:pPr>
              <a:defRPr/>
            </a:pPr>
            <a:fld id="{96DCAF30-BCA5-4BE9-8C72-C87C354002D1}" type="slidenum">
              <a:rPr lang="en-US"/>
              <a:pPr>
                <a:defRPr/>
              </a:pPr>
              <a:t>‹#›</a:t>
            </a:fld>
            <a:endParaRPr lang="en-US"/>
          </a:p>
        </p:txBody>
      </p:sp>
      <p:sp>
        <p:nvSpPr>
          <p:cNvPr id="8" name="Footer Placeholder 10"/>
          <p:cNvSpPr>
            <a:spLocks noGrp="1"/>
          </p:cNvSpPr>
          <p:nvPr>
            <p:ph type="ftr" sz="quarter" idx="12"/>
          </p:nvPr>
        </p:nvSpPr>
        <p:spPr>
          <a:xfrm>
            <a:off x="1600200" y="6513513"/>
            <a:ext cx="3906838" cy="274637"/>
          </a:xfrm>
        </p:spPr>
        <p:txBody>
          <a:bodyPr vert="horz" rtlCol="0"/>
          <a:lstStyle>
            <a:lvl1pPr>
              <a:defRPr/>
            </a:lvl1pPr>
            <a:extLst/>
          </a:lstStyle>
          <a:p>
            <a:pPr>
              <a:defRPr/>
            </a:pPr>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0443" y="4724400"/>
            <a:ext cx="5486400" cy="664536"/>
          </a:xfrm>
        </p:spPr>
        <p:txBody>
          <a:bodyPr/>
          <a:lstStyle>
            <a:lvl1pPr marL="0" algn="r">
              <a:buNone/>
              <a:defRPr sz="2000" b="1"/>
            </a:lvl1pPr>
            <a:extLst/>
          </a:lstStyle>
          <a:p>
            <a:r>
              <a:rPr lang="en-US" smtClean="0"/>
              <a:t>Click to edit Master title style</a:t>
            </a:r>
            <a:endParaRPr lang="en-US"/>
          </a:p>
        </p:txBody>
      </p:sp>
      <p:sp>
        <p:nvSpPr>
          <p:cNvPr id="4" name="Text Placeholder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13" name="Picture Placeholder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extLst/>
          </a:lstStyle>
          <a:p>
            <a:pPr lvl="0"/>
            <a:r>
              <a:rPr lang="en-US" noProof="0" smtClean="0"/>
              <a:t>Click icon to add picture</a:t>
            </a:r>
            <a:endParaRPr lang="en-US" noProof="0" dirty="0"/>
          </a:p>
        </p:txBody>
      </p:sp>
      <p:sp>
        <p:nvSpPr>
          <p:cNvPr id="5" name="Date Placeholder 7"/>
          <p:cNvSpPr>
            <a:spLocks noGrp="1"/>
          </p:cNvSpPr>
          <p:nvPr>
            <p:ph type="dt" sz="half" idx="10"/>
          </p:nvPr>
        </p:nvSpPr>
        <p:spPr>
          <a:xfrm>
            <a:off x="5562600" y="6508750"/>
            <a:ext cx="3001963" cy="274638"/>
          </a:xfrm>
        </p:spPr>
        <p:txBody>
          <a:bodyPr vert="horz" rtlCol="0"/>
          <a:lstStyle>
            <a:lvl1pPr>
              <a:defRPr/>
            </a:lvl1pPr>
            <a:extLst/>
          </a:lstStyle>
          <a:p>
            <a:pPr>
              <a:defRPr/>
            </a:pPr>
            <a:fld id="{9E19CEB0-8348-4C76-9881-5F738546806D}" type="datetimeFigureOut">
              <a:rPr lang="en-US"/>
              <a:pPr>
                <a:defRPr/>
              </a:pPr>
              <a:t>10/25/2021</a:t>
            </a:fld>
            <a:endParaRPr lang="en-US"/>
          </a:p>
        </p:txBody>
      </p:sp>
      <p:sp>
        <p:nvSpPr>
          <p:cNvPr id="6" name="Slide Number Placeholder 8"/>
          <p:cNvSpPr>
            <a:spLocks noGrp="1"/>
          </p:cNvSpPr>
          <p:nvPr>
            <p:ph type="sldNum" sz="quarter" idx="11"/>
          </p:nvPr>
        </p:nvSpPr>
        <p:spPr>
          <a:xfrm>
            <a:off x="8639175" y="6508750"/>
            <a:ext cx="463550" cy="274638"/>
          </a:xfrm>
        </p:spPr>
        <p:txBody>
          <a:bodyPr vert="horz" rtlCol="0"/>
          <a:lstStyle>
            <a:lvl1pPr>
              <a:defRPr smtClean="0">
                <a:solidFill>
                  <a:schemeClr val="tx2">
                    <a:shade val="90000"/>
                  </a:schemeClr>
                </a:solidFill>
              </a:defRPr>
            </a:lvl1pPr>
            <a:extLst/>
          </a:lstStyle>
          <a:p>
            <a:pPr>
              <a:defRPr/>
            </a:pPr>
            <a:fld id="{02126C1E-B75A-4D6B-A776-A9BFED440CD5}" type="slidenum">
              <a:rPr lang="en-US"/>
              <a:pPr>
                <a:defRPr/>
              </a:pPr>
              <a:t>‹#›</a:t>
            </a:fld>
            <a:endParaRPr lang="en-US"/>
          </a:p>
        </p:txBody>
      </p:sp>
      <p:sp>
        <p:nvSpPr>
          <p:cNvPr id="7" name="Footer Placeholder 9"/>
          <p:cNvSpPr>
            <a:spLocks noGrp="1"/>
          </p:cNvSpPr>
          <p:nvPr>
            <p:ph type="ftr" sz="quarter" idx="12"/>
          </p:nvPr>
        </p:nvSpPr>
        <p:spPr>
          <a:xfrm>
            <a:off x="1600200" y="6508750"/>
            <a:ext cx="3906838" cy="274638"/>
          </a:xfrm>
        </p:spPr>
        <p:txBody>
          <a:bodyPr vert="horz" rtlCol="0"/>
          <a:lstStyle>
            <a:lvl1pPr>
              <a:defRPr/>
            </a:lvl1pPr>
            <a:extLst/>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2"/>
          <p:cNvSpPr>
            <a:spLocks noGrp="1"/>
          </p:cNvSpPr>
          <p:nvPr>
            <p:ph type="ftr" sz="quarter" idx="10"/>
          </p:nvPr>
        </p:nvSpPr>
        <p:spPr/>
        <p:txBody>
          <a:bodyPr/>
          <a:lstStyle>
            <a:lvl1pPr>
              <a:defRPr/>
            </a:lvl1pPr>
          </a:lstStyle>
          <a:p>
            <a:pPr>
              <a:defRPr/>
            </a:pPr>
            <a:endParaRPr lang="en-US"/>
          </a:p>
        </p:txBody>
      </p:sp>
      <p:sp>
        <p:nvSpPr>
          <p:cNvPr id="5" name="Date Placeholder 13"/>
          <p:cNvSpPr>
            <a:spLocks noGrp="1"/>
          </p:cNvSpPr>
          <p:nvPr>
            <p:ph type="dt" sz="half" idx="11"/>
          </p:nvPr>
        </p:nvSpPr>
        <p:spPr/>
        <p:txBody>
          <a:bodyPr/>
          <a:lstStyle>
            <a:lvl1pPr>
              <a:defRPr/>
            </a:lvl1pPr>
          </a:lstStyle>
          <a:p>
            <a:pPr>
              <a:defRPr/>
            </a:pPr>
            <a:fld id="{F302E2D1-C9E0-4A4C-90FE-A4DE10CBF206}" type="datetimeFigureOut">
              <a:rPr lang="en-US"/>
              <a:pPr>
                <a:defRPr/>
              </a:pPr>
              <a:t>10/25/2021</a:t>
            </a:fld>
            <a:endParaRPr lang="en-US"/>
          </a:p>
        </p:txBody>
      </p:sp>
      <p:sp>
        <p:nvSpPr>
          <p:cNvPr id="6" name="Slide Number Placeholder 22"/>
          <p:cNvSpPr>
            <a:spLocks noGrp="1"/>
          </p:cNvSpPr>
          <p:nvPr>
            <p:ph type="sldNum" sz="quarter" idx="12"/>
          </p:nvPr>
        </p:nvSpPr>
        <p:spPr/>
        <p:txBody>
          <a:bodyPr/>
          <a:lstStyle>
            <a:lvl1pPr>
              <a:defRPr/>
            </a:lvl1pPr>
          </a:lstStyle>
          <a:p>
            <a:pPr>
              <a:defRPr/>
            </a:pPr>
            <a:fld id="{FDC97045-7E26-41FF-AE9D-D7F7D730BCD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lgn="l">
              <a:defRPr/>
            </a:lvl1pPr>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2"/>
          <p:cNvSpPr>
            <a:spLocks noGrp="1"/>
          </p:cNvSpPr>
          <p:nvPr>
            <p:ph type="ftr" sz="quarter" idx="10"/>
          </p:nvPr>
        </p:nvSpPr>
        <p:spPr/>
        <p:txBody>
          <a:bodyPr/>
          <a:lstStyle>
            <a:lvl1pPr>
              <a:defRPr/>
            </a:lvl1pPr>
          </a:lstStyle>
          <a:p>
            <a:pPr>
              <a:defRPr/>
            </a:pPr>
            <a:endParaRPr lang="en-US"/>
          </a:p>
        </p:txBody>
      </p:sp>
      <p:sp>
        <p:nvSpPr>
          <p:cNvPr id="5" name="Date Placeholder 13"/>
          <p:cNvSpPr>
            <a:spLocks noGrp="1"/>
          </p:cNvSpPr>
          <p:nvPr>
            <p:ph type="dt" sz="half" idx="11"/>
          </p:nvPr>
        </p:nvSpPr>
        <p:spPr/>
        <p:txBody>
          <a:bodyPr/>
          <a:lstStyle>
            <a:lvl1pPr>
              <a:defRPr/>
            </a:lvl1pPr>
          </a:lstStyle>
          <a:p>
            <a:pPr>
              <a:defRPr/>
            </a:pPr>
            <a:fld id="{574B6D83-291B-4985-9866-3306B2BF39DD}" type="datetimeFigureOut">
              <a:rPr lang="en-US"/>
              <a:pPr>
                <a:defRPr/>
              </a:pPr>
              <a:t>10/25/2021</a:t>
            </a:fld>
            <a:endParaRPr lang="en-US"/>
          </a:p>
        </p:txBody>
      </p:sp>
      <p:sp>
        <p:nvSpPr>
          <p:cNvPr id="6" name="Slide Number Placeholder 22"/>
          <p:cNvSpPr>
            <a:spLocks noGrp="1"/>
          </p:cNvSpPr>
          <p:nvPr>
            <p:ph type="sldNum" sz="quarter" idx="12"/>
          </p:nvPr>
        </p:nvSpPr>
        <p:spPr/>
        <p:txBody>
          <a:bodyPr/>
          <a:lstStyle>
            <a:lvl1pPr>
              <a:defRPr/>
            </a:lvl1pPr>
          </a:lstStyle>
          <a:p>
            <a:pPr>
              <a:defRPr/>
            </a:pPr>
            <a:fld id="{477371F9-DD2B-4AE5-A5B9-86BC3C03290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7" name="Round Diagonal Corner Rectangle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3" name="Footer Placeholder 2"/>
          <p:cNvSpPr>
            <a:spLocks noGrp="1"/>
          </p:cNvSpPr>
          <p:nvPr>
            <p:ph type="ftr" sz="quarter" idx="3"/>
          </p:nvPr>
        </p:nvSpPr>
        <p:spPr>
          <a:xfrm>
            <a:off x="1295400" y="6400800"/>
            <a:ext cx="4211638" cy="274638"/>
          </a:xfrm>
          <a:prstGeom prst="rect">
            <a:avLst/>
          </a:prstGeom>
        </p:spPr>
        <p:txBody>
          <a:bodyPr/>
          <a:lstStyle>
            <a:lvl1pPr algn="r" eaLnBrk="1" latinLnBrk="0" hangingPunct="1">
              <a:defRPr kumimoji="0" sz="1300">
                <a:solidFill>
                  <a:schemeClr val="bg2">
                    <a:tint val="60000"/>
                    <a:satMod val="155000"/>
                  </a:schemeClr>
                </a:solidFill>
              </a:defRPr>
            </a:lvl1pPr>
            <a:extLst/>
          </a:lstStyle>
          <a:p>
            <a:pPr>
              <a:defRPr/>
            </a:pPr>
            <a:endParaRPr lang="en-US"/>
          </a:p>
        </p:txBody>
      </p:sp>
      <p:sp>
        <p:nvSpPr>
          <p:cNvPr id="14" name="Date Placeholder 13"/>
          <p:cNvSpPr>
            <a:spLocks noGrp="1"/>
          </p:cNvSpPr>
          <p:nvPr>
            <p:ph type="dt" sz="half" idx="2"/>
          </p:nvPr>
        </p:nvSpPr>
        <p:spPr>
          <a:xfrm>
            <a:off x="5562600" y="6400800"/>
            <a:ext cx="3001963" cy="274638"/>
          </a:xfrm>
          <a:prstGeom prst="rect">
            <a:avLst/>
          </a:prstGeom>
        </p:spPr>
        <p:txBody>
          <a:bodyPr/>
          <a:lstStyle>
            <a:lvl1pPr algn="l" eaLnBrk="1" latinLnBrk="0" hangingPunct="1">
              <a:defRPr kumimoji="0" sz="1300" smtClean="0">
                <a:solidFill>
                  <a:schemeClr val="bg2">
                    <a:tint val="60000"/>
                    <a:satMod val="155000"/>
                  </a:schemeClr>
                </a:solidFill>
              </a:defRPr>
            </a:lvl1pPr>
            <a:extLst/>
          </a:lstStyle>
          <a:p>
            <a:pPr>
              <a:defRPr/>
            </a:pPr>
            <a:fld id="{001D045C-2C89-4582-A95B-70C89352C938}" type="datetimeFigureOut">
              <a:rPr lang="en-US"/>
              <a:pPr>
                <a:defRPr/>
              </a:pPr>
              <a:t>10/25/2021</a:t>
            </a:fld>
            <a:endParaRPr lang="en-US"/>
          </a:p>
        </p:txBody>
      </p:sp>
      <p:sp>
        <p:nvSpPr>
          <p:cNvPr id="23" name="Slide Number Placeholder 22"/>
          <p:cNvSpPr>
            <a:spLocks noGrp="1"/>
          </p:cNvSpPr>
          <p:nvPr>
            <p:ph type="sldNum" sz="quarter" idx="4"/>
          </p:nvPr>
        </p:nvSpPr>
        <p:spPr>
          <a:xfrm>
            <a:off x="8639175" y="6515100"/>
            <a:ext cx="463550" cy="273050"/>
          </a:xfrm>
          <a:prstGeom prst="rect">
            <a:avLst/>
          </a:prstGeom>
        </p:spPr>
        <p:txBody>
          <a:bodyPr anchor="ctr"/>
          <a:lstStyle>
            <a:lvl1pPr algn="r" eaLnBrk="1" latinLnBrk="0" hangingPunct="1">
              <a:defRPr kumimoji="0" sz="1600" smtClean="0">
                <a:solidFill>
                  <a:schemeClr val="tx2">
                    <a:shade val="90000"/>
                  </a:schemeClr>
                </a:solidFill>
                <a:effectLst/>
              </a:defRPr>
            </a:lvl1pPr>
            <a:extLst/>
          </a:lstStyle>
          <a:p>
            <a:pPr>
              <a:defRPr/>
            </a:pPr>
            <a:fld id="{96597FD6-E824-427E-A6E8-562325B7145F}" type="slidenum">
              <a:rPr lang="en-US"/>
              <a:pPr>
                <a:defRPr/>
              </a:pPr>
              <a:t>‹#›</a:t>
            </a:fld>
            <a:endParaRPr lang="en-US"/>
          </a:p>
        </p:txBody>
      </p:sp>
      <p:sp>
        <p:nvSpPr>
          <p:cNvPr id="22" name="Title Placeholder 21"/>
          <p:cNvSpPr>
            <a:spLocks noGrp="1"/>
          </p:cNvSpPr>
          <p:nvPr>
            <p:ph type="title"/>
          </p:nvPr>
        </p:nvSpPr>
        <p:spPr>
          <a:xfrm>
            <a:off x="457200" y="254000"/>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extLst/>
          </a:lstStyle>
          <a:p>
            <a:r>
              <a:rPr lang="en-US" smtClean="0"/>
              <a:t>Click to edit Master title style</a:t>
            </a:r>
            <a:endParaRPr lang="en-US"/>
          </a:p>
        </p:txBody>
      </p:sp>
      <p:sp>
        <p:nvSpPr>
          <p:cNvPr id="2057" name="Text Placeholder 12"/>
          <p:cNvSpPr>
            <a:spLocks noGrp="1"/>
          </p:cNvSpPr>
          <p:nvPr>
            <p:ph type="body" idx="1"/>
          </p:nvPr>
        </p:nvSpPr>
        <p:spPr bwMode="auto">
          <a:xfrm>
            <a:off x="457200" y="16462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1" tx1="lt1" bg2="dk2" tx2="lt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05" r:id="rId7"/>
    <p:sldLayoutId id="2147483914" r:id="rId8"/>
    <p:sldLayoutId id="2147483915" r:id="rId9"/>
    <p:sldLayoutId id="2147483906" r:id="rId10"/>
    <p:sldLayoutId id="2147483907" r:id="rId11"/>
  </p:sldLayoutIdLst>
  <p:txStyles>
    <p:titleStyle>
      <a:lvl1pPr marL="53975" algn="r" rtl="0" fontAlgn="base">
        <a:spcBef>
          <a:spcPct val="0"/>
        </a:spcBef>
        <a:spcAft>
          <a:spcPct val="0"/>
        </a:spcAft>
        <a:defRPr sz="4600" kern="1200">
          <a:solidFill>
            <a:srgbClr val="E7EACB"/>
          </a:solidFill>
          <a:effectLst>
            <a:outerShdw blurRad="38100" dist="25500" dir="5400000" algn="tl" rotWithShape="0">
              <a:srgbClr val="000000">
                <a:satMod val="180000"/>
                <a:alpha val="75000"/>
              </a:srgbClr>
            </a:outerShdw>
          </a:effectLst>
          <a:latin typeface="+mj-lt"/>
          <a:ea typeface="+mj-ea"/>
          <a:cs typeface="+mj-cs"/>
        </a:defRPr>
      </a:lvl1pPr>
      <a:lvl2pPr marL="53975" algn="r" rtl="0" fontAlgn="base">
        <a:spcBef>
          <a:spcPct val="0"/>
        </a:spcBef>
        <a:spcAft>
          <a:spcPct val="0"/>
        </a:spcAft>
        <a:defRPr sz="4600">
          <a:solidFill>
            <a:srgbClr val="E7EACB"/>
          </a:solidFill>
          <a:latin typeface="Rockwell" pitchFamily="18" charset="0"/>
        </a:defRPr>
      </a:lvl2pPr>
      <a:lvl3pPr marL="53975" algn="r" rtl="0" fontAlgn="base">
        <a:spcBef>
          <a:spcPct val="0"/>
        </a:spcBef>
        <a:spcAft>
          <a:spcPct val="0"/>
        </a:spcAft>
        <a:defRPr sz="4600">
          <a:solidFill>
            <a:srgbClr val="E7EACB"/>
          </a:solidFill>
          <a:latin typeface="Rockwell" pitchFamily="18" charset="0"/>
        </a:defRPr>
      </a:lvl3pPr>
      <a:lvl4pPr marL="53975" algn="r" rtl="0" fontAlgn="base">
        <a:spcBef>
          <a:spcPct val="0"/>
        </a:spcBef>
        <a:spcAft>
          <a:spcPct val="0"/>
        </a:spcAft>
        <a:defRPr sz="4600">
          <a:solidFill>
            <a:srgbClr val="E7EACB"/>
          </a:solidFill>
          <a:latin typeface="Rockwell" pitchFamily="18" charset="0"/>
        </a:defRPr>
      </a:lvl4pPr>
      <a:lvl5pPr marL="53975" algn="r" rtl="0" fontAlgn="base">
        <a:spcBef>
          <a:spcPct val="0"/>
        </a:spcBef>
        <a:spcAft>
          <a:spcPct val="0"/>
        </a:spcAft>
        <a:defRPr sz="4600">
          <a:solidFill>
            <a:srgbClr val="E7EACB"/>
          </a:solidFill>
          <a:latin typeface="Rockwell" pitchFamily="18" charset="0"/>
        </a:defRPr>
      </a:lvl5pPr>
      <a:lvl6pPr marL="511175" algn="r" rtl="0" fontAlgn="base">
        <a:spcBef>
          <a:spcPct val="0"/>
        </a:spcBef>
        <a:spcAft>
          <a:spcPct val="0"/>
        </a:spcAft>
        <a:defRPr sz="4600">
          <a:solidFill>
            <a:srgbClr val="E7EACB"/>
          </a:solidFill>
          <a:latin typeface="Rockwell" pitchFamily="18" charset="0"/>
        </a:defRPr>
      </a:lvl6pPr>
      <a:lvl7pPr marL="968375" algn="r" rtl="0" fontAlgn="base">
        <a:spcBef>
          <a:spcPct val="0"/>
        </a:spcBef>
        <a:spcAft>
          <a:spcPct val="0"/>
        </a:spcAft>
        <a:defRPr sz="4600">
          <a:solidFill>
            <a:srgbClr val="E7EACB"/>
          </a:solidFill>
          <a:latin typeface="Rockwell" pitchFamily="18" charset="0"/>
        </a:defRPr>
      </a:lvl7pPr>
      <a:lvl8pPr marL="1425575" algn="r" rtl="0" fontAlgn="base">
        <a:spcBef>
          <a:spcPct val="0"/>
        </a:spcBef>
        <a:spcAft>
          <a:spcPct val="0"/>
        </a:spcAft>
        <a:defRPr sz="4600">
          <a:solidFill>
            <a:srgbClr val="E7EACB"/>
          </a:solidFill>
          <a:latin typeface="Rockwell" pitchFamily="18" charset="0"/>
        </a:defRPr>
      </a:lvl8pPr>
      <a:lvl9pPr marL="1882775" algn="r" rtl="0" fontAlgn="base">
        <a:spcBef>
          <a:spcPct val="0"/>
        </a:spcBef>
        <a:spcAft>
          <a:spcPct val="0"/>
        </a:spcAft>
        <a:defRPr sz="4600">
          <a:solidFill>
            <a:srgbClr val="E7EACB"/>
          </a:solidFill>
          <a:latin typeface="Rockwell" pitchFamily="18" charset="0"/>
        </a:defRPr>
      </a:lvl9pPr>
      <a:extLst/>
    </p:titleStyle>
    <p:bodyStyle>
      <a:lvl1pPr marL="292100" indent="-292100" algn="l" rtl="0" fontAlgn="base">
        <a:spcBef>
          <a:spcPct val="0"/>
        </a:spcBef>
        <a:spcAft>
          <a:spcPct val="0"/>
        </a:spcAft>
        <a:buClr>
          <a:schemeClr val="accent1"/>
        </a:buClr>
        <a:buSzPct val="70000"/>
        <a:buFont typeface="Wingdings 2" pitchFamily="18" charset="2"/>
        <a:buChar char=""/>
        <a:defRPr sz="3200" kern="1200">
          <a:solidFill>
            <a:schemeClr val="tx1"/>
          </a:solidFill>
          <a:latin typeface="+mn-lt"/>
          <a:ea typeface="+mn-ea"/>
          <a:cs typeface="+mn-cs"/>
        </a:defRPr>
      </a:lvl1pPr>
      <a:lvl2pPr marL="639763" indent="-228600" algn="l" rtl="0" fontAlgn="base">
        <a:spcBef>
          <a:spcPts val="400"/>
        </a:spcBef>
        <a:spcAft>
          <a:spcPct val="0"/>
        </a:spcAft>
        <a:buClr>
          <a:schemeClr val="accent2"/>
        </a:buClr>
        <a:buSzPct val="90000"/>
        <a:buChar char="•"/>
        <a:defRPr sz="2600" kern="1200">
          <a:solidFill>
            <a:schemeClr val="tx1"/>
          </a:solidFill>
          <a:latin typeface="+mn-lt"/>
          <a:ea typeface="+mn-ea"/>
          <a:cs typeface="+mn-cs"/>
        </a:defRPr>
      </a:lvl2pPr>
      <a:lvl3pPr marL="822325" indent="-190500" algn="l" rtl="0" fontAlgn="base">
        <a:spcBef>
          <a:spcPts val="400"/>
        </a:spcBef>
        <a:spcAft>
          <a:spcPct val="0"/>
        </a:spcAft>
        <a:buClr>
          <a:srgbClr val="A8CDD7"/>
        </a:buClr>
        <a:buSzPct val="100000"/>
        <a:buFont typeface="Wingdings 2" pitchFamily="18" charset="2"/>
        <a:buChar char=""/>
        <a:defRPr sz="2300" kern="1200">
          <a:solidFill>
            <a:schemeClr val="tx1"/>
          </a:solidFill>
          <a:latin typeface="+mn-lt"/>
          <a:ea typeface="+mn-ea"/>
          <a:cs typeface="+mn-cs"/>
        </a:defRPr>
      </a:lvl3pPr>
      <a:lvl4pPr marL="1004888" indent="-182563" algn="l" rtl="0" fontAlgn="base">
        <a:spcBef>
          <a:spcPts val="400"/>
        </a:spcBef>
        <a:spcAft>
          <a:spcPct val="0"/>
        </a:spcAft>
        <a:buClr>
          <a:srgbClr val="A8CDD7"/>
        </a:buClr>
        <a:buSzPct val="100000"/>
        <a:buFont typeface="Wingdings 2" pitchFamily="18" charset="2"/>
        <a:buChar char=""/>
        <a:defRPr sz="2000" kern="1200">
          <a:solidFill>
            <a:schemeClr val="tx1"/>
          </a:solidFill>
          <a:latin typeface="+mn-lt"/>
          <a:ea typeface="+mn-ea"/>
          <a:cs typeface="+mn-cs"/>
        </a:defRPr>
      </a:lvl4pPr>
      <a:lvl5pPr marL="1187450" indent="-182563" algn="l" rtl="0" fontAlgn="base">
        <a:spcBef>
          <a:spcPts val="400"/>
        </a:spcBef>
        <a:spcAft>
          <a:spcPct val="0"/>
        </a:spcAft>
        <a:buClr>
          <a:srgbClr val="A8CDD7"/>
        </a:buClr>
        <a:buSzPct val="100000"/>
        <a:buFont typeface="Wingdings 2" pitchFamily="18" charset="2"/>
        <a:buChar char=""/>
        <a:defRPr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Talal.JANJUA\Desktop\My Own\Topics\Topic Number # 2\27ca556b535b2a0b24eef37c10d2b66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C:\Users\Talal.JANJUA\Desktop\yellowbismillah_larg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076" y="10886"/>
            <a:ext cx="9363076" cy="702310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Talal.JANJUA\Desktop\bank-qa-ppt-with-animated-names-1-63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076" y="-12701"/>
            <a:ext cx="9363076" cy="704668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Users\Talal.JANJUA\Desktop\1_535547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076" y="0"/>
            <a:ext cx="9363075" cy="703398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Talal.JANJUA\Desktop\bismillah_name_god_arabic_calligraphy_text_style_cg4p4477491c.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9077" y="10885"/>
            <a:ext cx="9363075" cy="7075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8056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4294967295"/>
          </p:nvPr>
        </p:nvSpPr>
        <p:spPr>
          <a:xfrm>
            <a:off x="838200" y="2057400"/>
            <a:ext cx="7391400" cy="2060575"/>
          </a:xfrm>
        </p:spPr>
        <p:txBody>
          <a:bodyPr>
            <a:noAutofit/>
          </a:bodyPr>
          <a:lstStyle/>
          <a:p>
            <a:pPr marL="274320" indent="-274320" algn="ctr" fontAlgn="auto">
              <a:spcBef>
                <a:spcPts val="0"/>
              </a:spcBef>
              <a:spcAft>
                <a:spcPts val="0"/>
              </a:spcAft>
              <a:buClr>
                <a:schemeClr val="accent3"/>
              </a:buClr>
              <a:buFontTx/>
              <a:buNone/>
              <a:defRPr/>
            </a:pPr>
            <a:r>
              <a:rPr lang="en-US" sz="6600" b="1" dirty="0" smtClean="0">
                <a:solidFill>
                  <a:schemeClr val="bg1"/>
                </a:solidFill>
              </a:rPr>
              <a:t>Introduction </a:t>
            </a:r>
          </a:p>
          <a:p>
            <a:pPr marL="274320" indent="-274320" algn="ctr" fontAlgn="auto">
              <a:spcBef>
                <a:spcPts val="0"/>
              </a:spcBef>
              <a:spcAft>
                <a:spcPts val="0"/>
              </a:spcAft>
              <a:buClr>
                <a:schemeClr val="accent3"/>
              </a:buClr>
              <a:buFontTx/>
              <a:buNone/>
              <a:defRPr/>
            </a:pPr>
            <a:r>
              <a:rPr lang="en-US" sz="6600" b="1" dirty="0" smtClean="0">
                <a:solidFill>
                  <a:schemeClr val="bg1"/>
                </a:solidFill>
              </a:rPr>
              <a:t>to </a:t>
            </a:r>
            <a:r>
              <a:rPr lang="en-US" sz="6600" b="1" dirty="0" err="1" smtClean="0">
                <a:solidFill>
                  <a:schemeClr val="bg1"/>
                </a:solidFill>
              </a:rPr>
              <a:t>Sunnah</a:t>
            </a:r>
            <a:endParaRPr lang="en-US" sz="6600" b="1" i="1" dirty="0">
              <a:solidFill>
                <a:schemeClr val="bg1"/>
              </a:solidFill>
            </a:endParaRPr>
          </a:p>
        </p:txBody>
      </p:sp>
      <p:sp>
        <p:nvSpPr>
          <p:cNvPr id="4" name="Rectangle 3"/>
          <p:cNvSpPr txBox="1">
            <a:spLocks noChangeArrowheads="1"/>
          </p:cNvSpPr>
          <p:nvPr/>
        </p:nvSpPr>
        <p:spPr bwMode="auto">
          <a:xfrm>
            <a:off x="152400" y="4797425"/>
            <a:ext cx="8991600" cy="2060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274320" marR="0" lvl="0" indent="-274320" algn="ctr" defTabSz="914400" rtl="0" eaLnBrk="1" fontAlgn="auto" latinLnBrk="0" hangingPunct="1">
              <a:lnSpc>
                <a:spcPct val="100000"/>
              </a:lnSpc>
              <a:spcBef>
                <a:spcPts val="0"/>
              </a:spcBef>
              <a:spcAft>
                <a:spcPts val="0"/>
              </a:spcAft>
              <a:buClr>
                <a:schemeClr val="accent3"/>
              </a:buClr>
              <a:buSzPct val="70000"/>
              <a:buFontTx/>
              <a:buNone/>
              <a:tabLst/>
              <a:defRPr/>
            </a:pPr>
            <a:r>
              <a:rPr kumimoji="0" lang="en-US" sz="4400" b="1" i="0" u="none" strike="noStrike" kern="1200" cap="none" spc="0" normalizeH="0" baseline="0" noProof="0" dirty="0" err="1" smtClean="0">
                <a:ln>
                  <a:noFill/>
                </a:ln>
                <a:solidFill>
                  <a:schemeClr val="tx1"/>
                </a:solidFill>
                <a:effectLst/>
                <a:uLnTx/>
                <a:uFillTx/>
                <a:latin typeface="+mn-lt"/>
                <a:ea typeface="+mn-ea"/>
                <a:cs typeface="+mn-cs"/>
              </a:rPr>
              <a:t>Hadith</a:t>
            </a:r>
            <a:r>
              <a:rPr kumimoji="0" lang="en-US" sz="4400" b="1" i="0" u="none" strike="noStrike" kern="1200" cap="none" spc="0" normalizeH="0" baseline="0" noProof="0" dirty="0" smtClean="0">
                <a:ln>
                  <a:noFill/>
                </a:ln>
                <a:solidFill>
                  <a:schemeClr val="tx1"/>
                </a:solidFill>
                <a:effectLst/>
                <a:uLnTx/>
                <a:uFillTx/>
                <a:latin typeface="+mn-lt"/>
                <a:ea typeface="+mn-ea"/>
                <a:cs typeface="+mn-cs"/>
              </a:rPr>
              <a:t> and its Compilation</a:t>
            </a:r>
          </a:p>
          <a:p>
            <a:pPr marL="274320" marR="0" lvl="0" indent="-274320" algn="ctr" defTabSz="914400" rtl="0" eaLnBrk="1" fontAlgn="auto" latinLnBrk="0" hangingPunct="1">
              <a:lnSpc>
                <a:spcPct val="100000"/>
              </a:lnSpc>
              <a:spcBef>
                <a:spcPts val="0"/>
              </a:spcBef>
              <a:spcAft>
                <a:spcPts val="0"/>
              </a:spcAft>
              <a:buClr>
                <a:schemeClr val="accent3"/>
              </a:buClr>
              <a:buSzPct val="70000"/>
              <a:buFontTx/>
              <a:buNone/>
              <a:tabLst/>
              <a:defRPr/>
            </a:pPr>
            <a:r>
              <a:rPr kumimoji="0" lang="en-US" sz="3600" b="1" i="1" u="none" strike="noStrike" kern="1200" cap="none" spc="0" normalizeH="0" baseline="0" noProof="0" dirty="0" smtClean="0">
                <a:ln>
                  <a:noFill/>
                </a:ln>
                <a:solidFill>
                  <a:schemeClr val="tx1"/>
                </a:solidFill>
                <a:effectLst/>
                <a:uLnTx/>
                <a:uFillTx/>
                <a:latin typeface="+mn-lt"/>
                <a:ea typeface="+mn-ea"/>
                <a:cs typeface="+mn-cs"/>
              </a:rPr>
              <a:t>(Sayings of Prophet Muhammad</a:t>
            </a:r>
            <a:r>
              <a:rPr kumimoji="0" lang="en-US" sz="3600" b="0" i="0" u="none" strike="noStrike" kern="1200" cap="none" spc="0" normalizeH="0" baseline="0" noProof="0" dirty="0" smtClean="0">
                <a:ln>
                  <a:noFill/>
                </a:ln>
                <a:solidFill>
                  <a:schemeClr val="tx1"/>
                </a:solidFill>
                <a:effectLst/>
                <a:uLnTx/>
                <a:uFillTx/>
                <a:latin typeface="Islamicstudies"/>
                <a:ea typeface="+mn-ea"/>
                <a:cs typeface="+mn-cs"/>
              </a:rPr>
              <a:t> </a:t>
            </a:r>
            <a:r>
              <a:rPr kumimoji="0" lang="ar-SA" sz="3600" b="0" i="0" u="none" strike="noStrike" kern="1200" cap="none" spc="0" normalizeH="0" baseline="0" noProof="0" dirty="0" smtClean="0">
                <a:ln>
                  <a:noFill/>
                </a:ln>
                <a:solidFill>
                  <a:schemeClr val="tx1"/>
                </a:solidFill>
                <a:effectLst/>
                <a:uLnTx/>
                <a:uFillTx/>
                <a:latin typeface="Arabic Transparent" pitchFamily="34" charset="0"/>
                <a:ea typeface="+mn-ea"/>
                <a:cs typeface="Arial" pitchFamily="34" charset="0"/>
              </a:rPr>
              <a:t>صلى الله عليه وسلم</a:t>
            </a:r>
            <a:r>
              <a:rPr kumimoji="0" lang="en-US" sz="3600" b="1" i="1" u="none" strike="noStrike" kern="1200" cap="none" spc="0" normalizeH="0" baseline="0" noProof="0" dirty="0" smtClean="0">
                <a:ln>
                  <a:noFill/>
                </a:ln>
                <a:solidFill>
                  <a:schemeClr val="tx1"/>
                </a:solidFill>
                <a:effectLst/>
                <a:uLnTx/>
                <a:uFillTx/>
                <a:latin typeface="+mn-lt"/>
                <a:ea typeface="+mn-ea"/>
                <a:cs typeface="+mn-cs"/>
              </a:rPr>
              <a:t>)</a:t>
            </a:r>
            <a:endParaRPr kumimoji="0" lang="en-US" sz="3600" b="1"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Arial Black" pitchFamily="34" charset="0"/>
              </a:rPr>
              <a:t>Outline of the Lesson</a:t>
            </a:r>
            <a:endParaRPr lang="en-US" dirty="0">
              <a:latin typeface="Arial Black" pitchFamily="34" charset="0"/>
            </a:endParaRPr>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646238"/>
            <a:ext cx="8534399"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QUIZ-2</a:t>
            </a:r>
            <a:endParaRPr lang="en-US" dirty="0"/>
          </a:p>
        </p:txBody>
      </p:sp>
      <p:sp>
        <p:nvSpPr>
          <p:cNvPr id="3" name="Content Placeholder 2"/>
          <p:cNvSpPr>
            <a:spLocks noGrp="1"/>
          </p:cNvSpPr>
          <p:nvPr>
            <p:ph idx="1"/>
          </p:nvPr>
        </p:nvSpPr>
        <p:spPr/>
        <p:txBody>
          <a:bodyPr/>
          <a:lstStyle/>
          <a:p>
            <a:endParaRPr lang="en-US" dirty="0" smtClean="0"/>
          </a:p>
          <a:p>
            <a:r>
              <a:rPr lang="en-US" dirty="0" smtClean="0"/>
              <a:t>Putt major five prohibition actions by </a:t>
            </a:r>
            <a:r>
              <a:rPr lang="en-US" dirty="0" err="1" smtClean="0"/>
              <a:t>Surat</a:t>
            </a:r>
            <a:r>
              <a:rPr lang="en-US" dirty="0" smtClean="0"/>
              <a:t> al-</a:t>
            </a:r>
            <a:r>
              <a:rPr lang="en-US" dirty="0" err="1" smtClean="0"/>
              <a:t>Anaam</a:t>
            </a:r>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133600"/>
            <a:ext cx="8748713"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381000" y="304800"/>
            <a:ext cx="8229600" cy="1143000"/>
          </a:xfrm>
        </p:spPr>
        <p:txBody>
          <a:bodyPr/>
          <a:lstStyle/>
          <a:p>
            <a:pPr marL="54864" algn="ctr" fontAlgn="auto">
              <a:spcAft>
                <a:spcPts val="0"/>
              </a:spcAft>
              <a:defRPr/>
            </a:pPr>
            <a:r>
              <a:rPr lang="en-US" sz="4000" b="1" i="1" dirty="0" smtClean="0">
                <a:solidFill>
                  <a:schemeClr val="tx2">
                    <a:tint val="100000"/>
                    <a:shade val="90000"/>
                    <a:satMod val="250000"/>
                    <a:alpha val="100000"/>
                  </a:schemeClr>
                </a:solidFill>
              </a:rPr>
              <a:t>What is definition of </a:t>
            </a:r>
            <a:r>
              <a:rPr lang="en-US" sz="4000" b="1" i="1" dirty="0" err="1" smtClean="0">
                <a:solidFill>
                  <a:schemeClr val="tx2">
                    <a:tint val="100000"/>
                    <a:shade val="90000"/>
                    <a:satMod val="250000"/>
                    <a:alpha val="100000"/>
                  </a:schemeClr>
                </a:solidFill>
              </a:rPr>
              <a:t>Hadith</a:t>
            </a:r>
            <a:r>
              <a:rPr lang="en-US" sz="4000" b="1" i="1" dirty="0" smtClean="0">
                <a:solidFill>
                  <a:schemeClr val="tx2">
                    <a:tint val="100000"/>
                    <a:shade val="90000"/>
                    <a:satMod val="250000"/>
                    <a:alpha val="100000"/>
                  </a:schemeClr>
                </a:solidFill>
              </a:rPr>
              <a:t>?</a:t>
            </a:r>
          </a:p>
        </p:txBody>
      </p:sp>
      <p:sp>
        <p:nvSpPr>
          <p:cNvPr id="7171" name="Rectangle 3"/>
          <p:cNvSpPr>
            <a:spLocks noGrp="1" noChangeArrowheads="1"/>
          </p:cNvSpPr>
          <p:nvPr>
            <p:ph type="body" idx="4294967295"/>
          </p:nvPr>
        </p:nvSpPr>
        <p:spPr>
          <a:xfrm>
            <a:off x="381000" y="1600200"/>
            <a:ext cx="8229600" cy="5029200"/>
          </a:xfrm>
        </p:spPr>
        <p:txBody>
          <a:bodyPr>
            <a:normAutofit fontScale="92500" lnSpcReduction="20000"/>
          </a:bodyPr>
          <a:lstStyle/>
          <a:p>
            <a:pPr marL="609600" indent="-609600" fontAlgn="auto">
              <a:spcBef>
                <a:spcPts val="0"/>
              </a:spcBef>
              <a:spcAft>
                <a:spcPts val="0"/>
              </a:spcAft>
              <a:buFont typeface="Wingdings 2"/>
              <a:buNone/>
              <a:defRPr/>
            </a:pPr>
            <a:r>
              <a:rPr lang="en-US" dirty="0" smtClean="0"/>
              <a:t>Literally: </a:t>
            </a:r>
          </a:p>
          <a:p>
            <a:pPr marL="609600" indent="-609600" fontAlgn="auto">
              <a:spcBef>
                <a:spcPts val="0"/>
              </a:spcBef>
              <a:spcAft>
                <a:spcPts val="0"/>
              </a:spcAft>
              <a:buFontTx/>
              <a:buAutoNum type="arabicParenR"/>
              <a:defRPr/>
            </a:pPr>
            <a:r>
              <a:rPr lang="en-US" dirty="0" smtClean="0"/>
              <a:t>Arabic meaning of</a:t>
            </a:r>
            <a:r>
              <a:rPr lang="ar-SA" dirty="0" smtClean="0">
                <a:ea typeface="Majalla UI"/>
              </a:rPr>
              <a:t>حديث </a:t>
            </a:r>
            <a:r>
              <a:rPr lang="en-US" dirty="0" smtClean="0"/>
              <a:t> is Modern or Contemporary. Opposite of </a:t>
            </a:r>
            <a:r>
              <a:rPr lang="ar-SA" dirty="0" smtClean="0">
                <a:ea typeface="Majalla UI"/>
              </a:rPr>
              <a:t> قديم</a:t>
            </a:r>
            <a:r>
              <a:rPr lang="en-US" dirty="0" smtClean="0"/>
              <a:t>Ancient.</a:t>
            </a:r>
          </a:p>
          <a:p>
            <a:pPr marL="609600" indent="-609600" fontAlgn="auto">
              <a:spcBef>
                <a:spcPts val="0"/>
              </a:spcBef>
              <a:spcAft>
                <a:spcPts val="0"/>
              </a:spcAft>
              <a:buFontTx/>
              <a:buAutoNum type="arabicParenR"/>
              <a:defRPr/>
            </a:pPr>
            <a:r>
              <a:rPr lang="en-US" dirty="0" smtClean="0">
                <a:cs typeface="Times New Roman" pitchFamily="18" charset="0"/>
              </a:rPr>
              <a:t>The word “</a:t>
            </a:r>
            <a:r>
              <a:rPr lang="en-US" dirty="0" err="1" smtClean="0">
                <a:cs typeface="Times New Roman" pitchFamily="18" charset="0"/>
              </a:rPr>
              <a:t>Hadith</a:t>
            </a:r>
            <a:r>
              <a:rPr lang="en-US" b="1" i="1" dirty="0" smtClean="0">
                <a:cs typeface="Times New Roman" pitchFamily="18" charset="0"/>
              </a:rPr>
              <a:t>” </a:t>
            </a:r>
            <a:r>
              <a:rPr lang="en-US" dirty="0" smtClean="0">
                <a:cs typeface="Times New Roman" pitchFamily="18" charset="0"/>
              </a:rPr>
              <a:t>is derived  from </a:t>
            </a:r>
            <a:r>
              <a:rPr lang="en-US" b="1" i="1" dirty="0" smtClean="0">
                <a:cs typeface="Times New Roman" pitchFamily="18" charset="0"/>
              </a:rPr>
              <a:t>“</a:t>
            </a:r>
            <a:r>
              <a:rPr lang="en-US" b="1" i="1" dirty="0" err="1" smtClean="0">
                <a:cs typeface="Times New Roman" pitchFamily="18" charset="0"/>
              </a:rPr>
              <a:t>Hadatha</a:t>
            </a:r>
            <a:r>
              <a:rPr lang="en-US" b="1" i="1" dirty="0" smtClean="0">
                <a:cs typeface="Times New Roman" pitchFamily="18" charset="0"/>
              </a:rPr>
              <a:t> </a:t>
            </a:r>
            <a:r>
              <a:rPr lang="ur-PK" b="1" i="1" dirty="0" smtClean="0">
                <a:cs typeface="Times New Roman" pitchFamily="18" charset="0"/>
              </a:rPr>
              <a:t>حد ثَ</a:t>
            </a:r>
            <a:r>
              <a:rPr lang="en-US" b="1" i="1" dirty="0" smtClean="0">
                <a:cs typeface="Times New Roman" pitchFamily="18" charset="0"/>
              </a:rPr>
              <a:t>” </a:t>
            </a:r>
            <a:r>
              <a:rPr lang="en-US" dirty="0" smtClean="0">
                <a:cs typeface="Times New Roman" pitchFamily="18" charset="0"/>
              </a:rPr>
              <a:t>which means to inform</a:t>
            </a:r>
          </a:p>
          <a:p>
            <a:pPr marL="609600" indent="-609600" fontAlgn="auto">
              <a:spcBef>
                <a:spcPts val="0"/>
              </a:spcBef>
              <a:spcAft>
                <a:spcPts val="0"/>
              </a:spcAft>
              <a:buFontTx/>
              <a:buAutoNum type="arabicParenR"/>
              <a:defRPr/>
            </a:pPr>
            <a:r>
              <a:rPr lang="en-US" dirty="0" smtClean="0">
                <a:solidFill>
                  <a:srgbClr val="FF0000"/>
                </a:solidFill>
                <a:latin typeface="Times New Roman" pitchFamily="18" charset="0"/>
                <a:cs typeface="Times New Roman" pitchFamily="18" charset="0"/>
              </a:rPr>
              <a:t> </a:t>
            </a:r>
            <a:r>
              <a:rPr lang="en-US" dirty="0" smtClean="0"/>
              <a:t>It also means Conversation, News or Talking</a:t>
            </a:r>
            <a:endParaRPr lang="en-US" dirty="0" smtClean="0">
              <a:solidFill>
                <a:srgbClr val="FF0000"/>
              </a:solidFill>
              <a:latin typeface="Times New Roman" pitchFamily="18" charset="0"/>
              <a:cs typeface="Times New Roman" pitchFamily="18" charset="0"/>
            </a:endParaRPr>
          </a:p>
          <a:p>
            <a:pPr marL="609600" indent="-609600" fontAlgn="auto">
              <a:spcBef>
                <a:spcPts val="0"/>
              </a:spcBef>
              <a:spcAft>
                <a:spcPts val="0"/>
              </a:spcAft>
              <a:buNone/>
              <a:defRPr/>
            </a:pPr>
            <a:endParaRPr lang="en-US" dirty="0" smtClean="0"/>
          </a:p>
          <a:p>
            <a:pPr marL="609600" indent="-609600" fontAlgn="auto">
              <a:spcBef>
                <a:spcPts val="0"/>
              </a:spcBef>
              <a:spcAft>
                <a:spcPts val="0"/>
              </a:spcAft>
              <a:buFont typeface="Wingdings 2"/>
              <a:buNone/>
              <a:defRPr/>
            </a:pPr>
            <a:r>
              <a:rPr lang="en-US" dirty="0" smtClean="0"/>
              <a:t>As Term: </a:t>
            </a:r>
          </a:p>
          <a:p>
            <a:pPr marL="609600" indent="-609600" fontAlgn="auto">
              <a:spcBef>
                <a:spcPts val="0"/>
              </a:spcBef>
              <a:spcAft>
                <a:spcPts val="0"/>
              </a:spcAft>
              <a:buFont typeface="Wingdings 2"/>
              <a:buNone/>
              <a:defRPr/>
            </a:pPr>
            <a:r>
              <a:rPr lang="en-US" dirty="0" smtClean="0"/>
              <a:t>	In Islamic literature it means the sayings of prophet Muhammad </a:t>
            </a:r>
            <a:r>
              <a:rPr lang="en-US" sz="2800" dirty="0" smtClean="0"/>
              <a:t>(</a:t>
            </a:r>
            <a:r>
              <a:rPr lang="ar-SA" sz="2800" dirty="0" smtClean="0">
                <a:cs typeface="Arial" pitchFamily="34" charset="0"/>
              </a:rPr>
              <a:t>صلى الله عليه وسلم</a:t>
            </a:r>
            <a:r>
              <a:rPr lang="en-US" sz="2800" dirty="0" smtClean="0"/>
              <a:t>), </a:t>
            </a:r>
            <a:r>
              <a:rPr lang="en-US" dirty="0" smtClean="0">
                <a:cs typeface="Times New Roman" pitchFamily="18" charset="0"/>
              </a:rPr>
              <a:t>his actions and approval of the actions of others by him</a:t>
            </a:r>
            <a:r>
              <a:rPr lang="en-US" dirty="0" smtClean="0"/>
              <a:t>. </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33400" y="228600"/>
            <a:ext cx="8229600" cy="1143000"/>
          </a:xfrm>
        </p:spPr>
        <p:txBody>
          <a:bodyPr>
            <a:normAutofit fontScale="90000"/>
          </a:bodyPr>
          <a:lstStyle/>
          <a:p>
            <a:pPr marL="54864" algn="ctr" fontAlgn="auto">
              <a:spcAft>
                <a:spcPts val="0"/>
              </a:spcAft>
              <a:defRPr/>
            </a:pPr>
            <a:r>
              <a:rPr lang="en-US" sz="4000" b="1" i="1" dirty="0">
                <a:solidFill>
                  <a:schemeClr val="tx2">
                    <a:tint val="100000"/>
                    <a:shade val="90000"/>
                    <a:satMod val="250000"/>
                    <a:alpha val="100000"/>
                  </a:schemeClr>
                </a:solidFill>
              </a:rPr>
              <a:t>What is the definition of </a:t>
            </a:r>
            <a:r>
              <a:rPr lang="en-US" sz="4000" b="1" i="1" dirty="0" err="1">
                <a:solidFill>
                  <a:schemeClr val="tx2">
                    <a:tint val="100000"/>
                    <a:shade val="90000"/>
                    <a:satMod val="250000"/>
                    <a:alpha val="100000"/>
                  </a:schemeClr>
                </a:solidFill>
              </a:rPr>
              <a:t>Hadith</a:t>
            </a:r>
            <a:r>
              <a:rPr lang="en-US" sz="4000" b="1" i="1" dirty="0">
                <a:solidFill>
                  <a:schemeClr val="tx2">
                    <a:tint val="100000"/>
                    <a:shade val="90000"/>
                    <a:satMod val="250000"/>
                    <a:alpha val="100000"/>
                  </a:schemeClr>
                </a:solidFill>
              </a:rPr>
              <a:t>? Continue….</a:t>
            </a:r>
          </a:p>
        </p:txBody>
      </p:sp>
      <p:sp>
        <p:nvSpPr>
          <p:cNvPr id="13315" name="Rectangle 3"/>
          <p:cNvSpPr>
            <a:spLocks noGrp="1" noChangeArrowheads="1"/>
          </p:cNvSpPr>
          <p:nvPr>
            <p:ph type="body" idx="4294967295"/>
          </p:nvPr>
        </p:nvSpPr>
        <p:spPr>
          <a:xfrm>
            <a:off x="457200" y="1752600"/>
            <a:ext cx="8458200" cy="4525963"/>
          </a:xfrm>
        </p:spPr>
        <p:txBody>
          <a:bodyPr/>
          <a:lstStyle/>
          <a:p>
            <a:pPr marL="609600" indent="-609600">
              <a:buFontTx/>
              <a:buNone/>
            </a:pPr>
            <a:r>
              <a:rPr lang="en-US" sz="2000" dirty="0" smtClean="0"/>
              <a:t>Nevertheless, the term </a:t>
            </a:r>
            <a:r>
              <a:rPr lang="en-US" sz="2000" dirty="0" err="1" smtClean="0"/>
              <a:t>Hadith</a:t>
            </a:r>
            <a:r>
              <a:rPr lang="en-US" sz="2000" dirty="0" smtClean="0"/>
              <a:t> has been used in Qur’an as well. There are 3 categories are the most notable usages in Holy Qur’an. It has been used to mean: </a:t>
            </a:r>
          </a:p>
          <a:p>
            <a:pPr marL="609600" indent="-609600">
              <a:buFontTx/>
              <a:buAutoNum type="arabicPeriod"/>
            </a:pPr>
            <a:r>
              <a:rPr lang="en-US" sz="2400" dirty="0" smtClean="0"/>
              <a:t>The Qur’an itself, and </a:t>
            </a:r>
            <a:r>
              <a:rPr lang="en-US" sz="2400" dirty="0" err="1" smtClean="0"/>
              <a:t>hadith</a:t>
            </a:r>
            <a:r>
              <a:rPr lang="en-US" sz="2400" dirty="0" smtClean="0"/>
              <a:t>.  . Al-</a:t>
            </a:r>
            <a:r>
              <a:rPr lang="en-US" sz="2400" dirty="0" err="1" smtClean="0"/>
              <a:t>Qalam</a:t>
            </a:r>
            <a:r>
              <a:rPr lang="en-US" sz="2400" dirty="0" smtClean="0"/>
              <a:t> 44:		[..</a:t>
            </a:r>
            <a:r>
              <a:rPr lang="ar-AE" sz="2400" dirty="0" smtClean="0">
                <a:ea typeface="Majalla UI"/>
              </a:rPr>
              <a:t>فَذَرْنِي وَمَن يُكَذِّبُ بِهَـٰذَا الْحَدِيثِ ۖ</a:t>
            </a:r>
            <a:r>
              <a:rPr lang="en-US" sz="2400" dirty="0" smtClean="0"/>
              <a:t>] -- “Then leave Me alone [</a:t>
            </a:r>
            <a:r>
              <a:rPr lang="en-US" sz="2400" dirty="0" err="1" smtClean="0"/>
              <a:t>O’Muhammad</a:t>
            </a:r>
            <a:r>
              <a:rPr lang="en-US" sz="2400" dirty="0" smtClean="0"/>
              <a:t>] with those who reject this communication:” </a:t>
            </a:r>
          </a:p>
          <a:p>
            <a:pPr marL="609600" indent="-609600">
              <a:buFontTx/>
              <a:buAutoNum type="arabicPeriod"/>
            </a:pPr>
            <a:r>
              <a:rPr lang="en-US" sz="2400" dirty="0" smtClean="0"/>
              <a:t>A historical story. . </a:t>
            </a:r>
            <a:r>
              <a:rPr lang="en-US" sz="2400" dirty="0" err="1" smtClean="0"/>
              <a:t>Thaaha</a:t>
            </a:r>
            <a:r>
              <a:rPr lang="en-US" sz="2400" dirty="0" smtClean="0"/>
              <a:t> 9: 				</a:t>
            </a:r>
          </a:p>
          <a:p>
            <a:pPr marL="609600" indent="-609600">
              <a:buFontTx/>
              <a:buAutoNum type="arabicPeriod"/>
            </a:pPr>
            <a:r>
              <a:rPr lang="en-US" sz="2400" dirty="0" smtClean="0"/>
              <a:t>[ </a:t>
            </a:r>
            <a:r>
              <a:rPr lang="ar-AE" sz="2400" dirty="0" smtClean="0"/>
              <a:t>وَهَلْ أَتَاكَ حَدِيثُ مُوسَى</a:t>
            </a:r>
            <a:r>
              <a:rPr lang="en-US" sz="2400" dirty="0" smtClean="0"/>
              <a:t>]  -- “ Has the story of Moses reached you”  </a:t>
            </a:r>
          </a:p>
          <a:p>
            <a:pPr marL="609600" indent="-609600">
              <a:buFontTx/>
              <a:buAutoNum type="arabicPeriod"/>
            </a:pPr>
            <a:r>
              <a:rPr lang="en-US" sz="2400" dirty="0" smtClean="0"/>
              <a:t>A general Conversation. . At-</a:t>
            </a:r>
            <a:r>
              <a:rPr lang="en-US" sz="2400" dirty="0" err="1" smtClean="0"/>
              <a:t>Tahriim</a:t>
            </a:r>
            <a:r>
              <a:rPr lang="en-US" sz="2400" dirty="0" smtClean="0"/>
              <a:t>  3: 			[…</a:t>
            </a:r>
            <a:r>
              <a:rPr lang="ar-AE" sz="2400" dirty="0" smtClean="0"/>
              <a:t>وَإِذْ أَسَرَّ النَّبِيُّ إِلَىٰ بَعْضِ أَزْوَاجِهِ حَدِيثً</a:t>
            </a:r>
            <a:r>
              <a:rPr lang="en-US" sz="2400" dirty="0" smtClean="0"/>
              <a:t>] -- “ When the Prophet confided in one of his wives….”</a:t>
            </a:r>
          </a:p>
          <a:p>
            <a:pPr marL="609600" indent="-609600">
              <a:buFontTx/>
              <a:buNone/>
            </a:pPr>
            <a:endParaRPr lang="en-US" sz="1600" dirty="0" smtClean="0"/>
          </a:p>
          <a:p>
            <a:pPr marL="609600" indent="-609600">
              <a:buFontTx/>
              <a:buNone/>
            </a:pPr>
            <a:endParaRPr lang="en-US" sz="1600" dirty="0" smtClean="0"/>
          </a:p>
          <a:p>
            <a:pPr marL="609600" indent="-609600">
              <a:buFontTx/>
              <a:buNone/>
            </a:pPr>
            <a:endParaRPr lang="en-US" sz="1600" dirty="0" smtClean="0"/>
          </a:p>
          <a:p>
            <a:pPr marL="609600" indent="-609600">
              <a:buFontTx/>
              <a:buNone/>
            </a:pPr>
            <a:endParaRPr lang="en-US" sz="1600" dirty="0" smtClean="0"/>
          </a:p>
          <a:p>
            <a:pPr marL="609600" indent="-609600">
              <a:buFontTx/>
              <a:buAutoNum type="arabicPeriod"/>
            </a:pPr>
            <a:endParaRPr lang="en-US" sz="1600" dirty="0" smtClean="0"/>
          </a:p>
          <a:p>
            <a:pPr marL="609600" indent="-609600">
              <a:buFontTx/>
              <a:buNone/>
            </a:pPr>
            <a:endParaRPr lang="en-US" sz="1600" dirty="0" smtClean="0"/>
          </a:p>
          <a:p>
            <a:pPr marL="609600" indent="-609600">
              <a:buFontTx/>
              <a:buAutoNum type="arabicPeriod"/>
            </a:pPr>
            <a:endParaRPr lang="en-US" dirty="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lstStyle/>
          <a:p>
            <a:pPr algn="ctr"/>
            <a:r>
              <a:rPr lang="en-US" dirty="0" smtClean="0">
                <a:solidFill>
                  <a:schemeClr val="bg1"/>
                </a:solidFill>
                <a:latin typeface="Arial Black" pitchFamily="34" charset="0"/>
              </a:rPr>
              <a:t>SUNNAH &amp; HADITH</a:t>
            </a:r>
            <a:endParaRPr lang="en-US" dirty="0">
              <a:solidFill>
                <a:schemeClr val="bg1"/>
              </a:solidFill>
              <a:latin typeface="Arial Black"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381000"/>
            <a:ext cx="9144000" cy="1066800"/>
          </a:xfrm>
        </p:spPr>
        <p:txBody>
          <a:bodyPr>
            <a:normAutofit/>
          </a:bodyPr>
          <a:lstStyle/>
          <a:p>
            <a:pPr marL="54864" algn="ctr" fontAlgn="auto">
              <a:spcAft>
                <a:spcPts val="0"/>
              </a:spcAft>
              <a:defRPr/>
            </a:pPr>
            <a:r>
              <a:rPr lang="en-US" sz="4000" dirty="0" smtClean="0">
                <a:solidFill>
                  <a:schemeClr val="tx2">
                    <a:tint val="100000"/>
                    <a:shade val="90000"/>
                    <a:satMod val="250000"/>
                    <a:alpha val="100000"/>
                  </a:schemeClr>
                </a:solidFill>
                <a:latin typeface="Arial Black" pitchFamily="34" charset="0"/>
                <a:cs typeface="Aharoni" pitchFamily="2" charset="-79"/>
              </a:rPr>
              <a:t>Quran </a:t>
            </a:r>
            <a:r>
              <a:rPr lang="en-US" sz="4000" dirty="0">
                <a:solidFill>
                  <a:schemeClr val="tx2">
                    <a:tint val="100000"/>
                    <a:shade val="90000"/>
                    <a:satMod val="250000"/>
                    <a:alpha val="100000"/>
                  </a:schemeClr>
                </a:solidFill>
                <a:latin typeface="Arial Black" pitchFamily="34" charset="0"/>
                <a:cs typeface="Aharoni" pitchFamily="2" charset="-79"/>
              </a:rPr>
              <a:t>and </a:t>
            </a:r>
            <a:r>
              <a:rPr lang="en-US" sz="4000" dirty="0" err="1">
                <a:solidFill>
                  <a:schemeClr val="tx2">
                    <a:tint val="100000"/>
                    <a:shade val="90000"/>
                    <a:satMod val="250000"/>
                    <a:alpha val="100000"/>
                  </a:schemeClr>
                </a:solidFill>
                <a:latin typeface="Arial Black" pitchFamily="34" charset="0"/>
                <a:cs typeface="Aharoni" pitchFamily="2" charset="-79"/>
              </a:rPr>
              <a:t>Hadith</a:t>
            </a:r>
            <a:r>
              <a:rPr lang="en-US" sz="4000" dirty="0">
                <a:solidFill>
                  <a:schemeClr val="tx2">
                    <a:tint val="100000"/>
                    <a:shade val="90000"/>
                    <a:satMod val="250000"/>
                    <a:alpha val="100000"/>
                  </a:schemeClr>
                </a:solidFill>
                <a:latin typeface="Arial Black" pitchFamily="34" charset="0"/>
                <a:cs typeface="Aharoni" pitchFamily="2" charset="-79"/>
              </a:rPr>
              <a:t> </a:t>
            </a:r>
            <a:r>
              <a:rPr lang="en-US" sz="4000" dirty="0" err="1">
                <a:solidFill>
                  <a:schemeClr val="tx2">
                    <a:tint val="100000"/>
                    <a:shade val="90000"/>
                    <a:satMod val="250000"/>
                    <a:alpha val="100000"/>
                  </a:schemeClr>
                </a:solidFill>
                <a:latin typeface="Arial Black" pitchFamily="34" charset="0"/>
                <a:cs typeface="Aharoni" pitchFamily="2" charset="-79"/>
              </a:rPr>
              <a:t>Qudsi</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0243" name="Rectangle 3"/>
          <p:cNvSpPr>
            <a:spLocks noGrp="1" noChangeArrowheads="1"/>
          </p:cNvSpPr>
          <p:nvPr>
            <p:ph type="body" idx="4294967295"/>
          </p:nvPr>
        </p:nvSpPr>
        <p:spPr>
          <a:xfrm>
            <a:off x="152400" y="1981200"/>
            <a:ext cx="8763000" cy="4648200"/>
          </a:xfrm>
        </p:spPr>
        <p:txBody>
          <a:bodyPr>
            <a:normAutofit/>
          </a:bodyPr>
          <a:lstStyle/>
          <a:p>
            <a:pPr marL="274320" indent="-274320" fontAlgn="auto">
              <a:lnSpc>
                <a:spcPct val="90000"/>
              </a:lnSpc>
              <a:spcBef>
                <a:spcPts val="0"/>
              </a:spcBef>
              <a:spcAft>
                <a:spcPts val="0"/>
              </a:spcAft>
              <a:buClr>
                <a:schemeClr val="accent3"/>
              </a:buClr>
              <a:buFontTx/>
              <a:buNone/>
              <a:defRPr/>
            </a:pPr>
            <a:r>
              <a:rPr lang="en-US" sz="1800" dirty="0" smtClean="0"/>
              <a:t>1) </a:t>
            </a:r>
            <a:r>
              <a:rPr lang="en-US" sz="2400" dirty="0" smtClean="0"/>
              <a:t>Quran </a:t>
            </a:r>
            <a:r>
              <a:rPr lang="en-US" sz="2400" dirty="0"/>
              <a:t>is </a:t>
            </a:r>
            <a:r>
              <a:rPr lang="en-US" sz="2400" dirty="0" smtClean="0"/>
              <a:t>accurately </a:t>
            </a:r>
            <a:r>
              <a:rPr lang="en-US" sz="2400" dirty="0"/>
              <a:t>word of Allah to </a:t>
            </a:r>
            <a:r>
              <a:rPr lang="en-US" sz="2400" dirty="0" smtClean="0"/>
              <a:t>Prophet</a:t>
            </a:r>
            <a:r>
              <a:rPr lang="ar-SA" sz="2400" dirty="0" smtClean="0"/>
              <a:t> </a:t>
            </a:r>
            <a:r>
              <a:rPr lang="en-US" sz="2400" dirty="0" smtClean="0">
                <a:latin typeface="Islamicstudies"/>
              </a:rPr>
              <a:t>(</a:t>
            </a:r>
            <a:r>
              <a:rPr lang="ar-SA" sz="2400" dirty="0" smtClean="0">
                <a:latin typeface="Arabic Transparent" pitchFamily="34" charset="0"/>
                <a:cs typeface="Arial" pitchFamily="34" charset="0"/>
              </a:rPr>
              <a:t>صلى الله عليه وسلم</a:t>
            </a:r>
            <a:r>
              <a:rPr lang="en-US" sz="2400" dirty="0" smtClean="0">
                <a:latin typeface="Islamicstudies"/>
              </a:rPr>
              <a:t>)</a:t>
            </a:r>
            <a:r>
              <a:rPr lang="en-US" sz="2400" dirty="0" smtClean="0"/>
              <a:t> </a:t>
            </a:r>
            <a:r>
              <a:rPr lang="en-US" sz="2400" dirty="0"/>
              <a:t>through Angel </a:t>
            </a:r>
            <a:r>
              <a:rPr lang="en-US" sz="2400" dirty="0" err="1"/>
              <a:t>Jibraeel</a:t>
            </a:r>
            <a:r>
              <a:rPr lang="en-US" sz="2400" dirty="0"/>
              <a:t>. Quran starts with </a:t>
            </a:r>
            <a:r>
              <a:rPr lang="en-US" sz="2400" dirty="0" err="1"/>
              <a:t>Surah</a:t>
            </a:r>
            <a:r>
              <a:rPr lang="en-US" sz="2400" dirty="0"/>
              <a:t> </a:t>
            </a:r>
            <a:r>
              <a:rPr lang="en-US" sz="2400" dirty="0" err="1"/>
              <a:t>Fatihah</a:t>
            </a:r>
            <a:r>
              <a:rPr lang="en-US" sz="2400" dirty="0"/>
              <a:t> and ends with </a:t>
            </a:r>
            <a:r>
              <a:rPr lang="en-US" sz="2400" dirty="0" err="1"/>
              <a:t>Surah</a:t>
            </a:r>
            <a:r>
              <a:rPr lang="en-US" sz="2400" dirty="0"/>
              <a:t> Naas</a:t>
            </a:r>
            <a:r>
              <a:rPr lang="en-US" sz="2400" dirty="0" smtClean="0"/>
              <a:t>. Quran </a:t>
            </a:r>
            <a:r>
              <a:rPr lang="en-US" sz="2400" dirty="0"/>
              <a:t>was written at the time of prophet </a:t>
            </a:r>
            <a:r>
              <a:rPr lang="en-US" sz="2400" dirty="0" smtClean="0"/>
              <a:t>Muhammad</a:t>
            </a:r>
            <a:r>
              <a:rPr lang="en-US" sz="2400" dirty="0" smtClean="0">
                <a:latin typeface="Islamicstudies"/>
              </a:rPr>
              <a:t> (</a:t>
            </a:r>
            <a:r>
              <a:rPr lang="ar-SA" sz="2400" dirty="0" smtClean="0">
                <a:latin typeface="Arabic Transparent" pitchFamily="34" charset="0"/>
                <a:cs typeface="Arial" pitchFamily="34" charset="0"/>
              </a:rPr>
              <a:t>صلى الله عليه وسلم</a:t>
            </a:r>
            <a:r>
              <a:rPr lang="en-US" sz="2400" dirty="0" smtClean="0">
                <a:latin typeface="Islamicstudies"/>
              </a:rPr>
              <a:t>)</a:t>
            </a:r>
            <a:r>
              <a:rPr lang="en-US" sz="2400" dirty="0" smtClean="0"/>
              <a:t>. </a:t>
            </a:r>
            <a:r>
              <a:rPr lang="en-US" sz="2400" dirty="0"/>
              <a:t>As it was revealed it was dictated. It was verified in house of </a:t>
            </a:r>
            <a:r>
              <a:rPr lang="en-US" sz="2400" dirty="0" err="1" smtClean="0"/>
              <a:t>Hafsa</a:t>
            </a:r>
            <a:r>
              <a:rPr lang="en-US" sz="2400" dirty="0" smtClean="0"/>
              <a:t> </a:t>
            </a:r>
            <a:r>
              <a:rPr lang="ar-SA" sz="2400" dirty="0" smtClean="0">
                <a:latin typeface="Arial" pitchFamily="34" charset="0"/>
                <a:cs typeface="Arial" pitchFamily="34" charset="0"/>
              </a:rPr>
              <a:t>(رضي الله عنها)</a:t>
            </a:r>
            <a:r>
              <a:rPr lang="en-US" sz="2400" dirty="0" smtClean="0"/>
              <a:t> </a:t>
            </a:r>
            <a:r>
              <a:rPr lang="en-US" sz="2400" dirty="0"/>
              <a:t>and compiled in the form of book at the time </a:t>
            </a:r>
            <a:r>
              <a:rPr lang="en-US" sz="2400" dirty="0" smtClean="0"/>
              <a:t>of</a:t>
            </a:r>
            <a:r>
              <a:rPr lang="ar-SA" sz="2400" dirty="0" smtClean="0"/>
              <a:t> </a:t>
            </a:r>
            <a:r>
              <a:rPr lang="en-US" sz="2400" dirty="0" smtClean="0"/>
              <a:t> Abu </a:t>
            </a:r>
            <a:r>
              <a:rPr lang="en-US" sz="2400" dirty="0" err="1" smtClean="0"/>
              <a:t>Bakar</a:t>
            </a:r>
            <a:r>
              <a:rPr lang="en-US" sz="2400" dirty="0" smtClean="0"/>
              <a:t> </a:t>
            </a:r>
            <a:r>
              <a:rPr lang="ar-SA" sz="2400" dirty="0" smtClean="0">
                <a:latin typeface="Arial" pitchFamily="34" charset="0"/>
                <a:cs typeface="Arial" pitchFamily="34" charset="0"/>
              </a:rPr>
              <a:t>(رضي الله عنه)</a:t>
            </a:r>
            <a:r>
              <a:rPr lang="en-US" sz="2400" dirty="0" smtClean="0"/>
              <a:t>. </a:t>
            </a:r>
            <a:r>
              <a:rPr lang="en-US" sz="2400" dirty="0"/>
              <a:t>Quran is protected from any distortion by Almighty </a:t>
            </a:r>
            <a:r>
              <a:rPr lang="en-US" sz="2400" dirty="0" smtClean="0"/>
              <a:t>Allah </a:t>
            </a:r>
            <a:r>
              <a:rPr lang="en-US" sz="2400" dirty="0"/>
              <a:t>himself.</a:t>
            </a:r>
          </a:p>
          <a:p>
            <a:pPr marL="274320" indent="-274320" fontAlgn="auto">
              <a:lnSpc>
                <a:spcPct val="90000"/>
              </a:lnSpc>
              <a:spcBef>
                <a:spcPts val="0"/>
              </a:spcBef>
              <a:spcAft>
                <a:spcPts val="0"/>
              </a:spcAft>
              <a:buClr>
                <a:schemeClr val="accent3"/>
              </a:buClr>
              <a:buFontTx/>
              <a:buNone/>
              <a:defRPr/>
            </a:pPr>
            <a:endParaRPr lang="en-US" sz="2400" b="1" dirty="0">
              <a:solidFill>
                <a:srgbClr val="FF3300"/>
              </a:solidFill>
            </a:endParaRPr>
          </a:p>
          <a:p>
            <a:pPr marL="274320" indent="-274320" fontAlgn="auto">
              <a:lnSpc>
                <a:spcPct val="90000"/>
              </a:lnSpc>
              <a:spcBef>
                <a:spcPts val="0"/>
              </a:spcBef>
              <a:spcAft>
                <a:spcPts val="0"/>
              </a:spcAft>
              <a:buClr>
                <a:schemeClr val="accent3"/>
              </a:buClr>
              <a:buFontTx/>
              <a:buNone/>
              <a:defRPr/>
            </a:pPr>
            <a:r>
              <a:rPr lang="en-US" sz="2400" dirty="0"/>
              <a:t>2) </a:t>
            </a:r>
            <a:r>
              <a:rPr lang="en-US" sz="2400" dirty="0" err="1"/>
              <a:t>Hadith</a:t>
            </a:r>
            <a:r>
              <a:rPr lang="en-US" sz="2400" dirty="0"/>
              <a:t> </a:t>
            </a:r>
            <a:r>
              <a:rPr lang="en-US" sz="2400" dirty="0" err="1"/>
              <a:t>Qudsi</a:t>
            </a:r>
            <a:r>
              <a:rPr lang="en-US" sz="2400" dirty="0"/>
              <a:t> is the word of God revealed to </a:t>
            </a:r>
            <a:r>
              <a:rPr lang="en-US" sz="2400" dirty="0" smtClean="0"/>
              <a:t>Prophet </a:t>
            </a:r>
            <a:r>
              <a:rPr lang="en-US" sz="2400" dirty="0" smtClean="0">
                <a:latin typeface="Islamicstudies"/>
              </a:rPr>
              <a:t>(</a:t>
            </a:r>
            <a:r>
              <a:rPr lang="ar-SA" sz="2400" dirty="0" smtClean="0">
                <a:latin typeface="Arabic Transparent" pitchFamily="34" charset="0"/>
                <a:cs typeface="Arial" pitchFamily="34" charset="0"/>
              </a:rPr>
              <a:t>صلى الله عليه وسلم</a:t>
            </a:r>
            <a:r>
              <a:rPr lang="en-US" sz="2400" dirty="0" smtClean="0">
                <a:latin typeface="Islamicstudies"/>
              </a:rPr>
              <a:t>) </a:t>
            </a:r>
            <a:r>
              <a:rPr lang="en-US" sz="2400" dirty="0" smtClean="0"/>
              <a:t>through </a:t>
            </a:r>
            <a:r>
              <a:rPr lang="en-US" sz="2400" dirty="0"/>
              <a:t>the language of Prophet. </a:t>
            </a:r>
            <a:r>
              <a:rPr lang="en-US" sz="2400" dirty="0" err="1"/>
              <a:t>Qudsi</a:t>
            </a:r>
            <a:r>
              <a:rPr lang="en-US" sz="2400" dirty="0"/>
              <a:t> does not necessarily mean it is confirmed or authentic. It can also be </a:t>
            </a:r>
            <a:r>
              <a:rPr lang="en-US" sz="2400" dirty="0" smtClean="0"/>
              <a:t>fake, </a:t>
            </a:r>
            <a:r>
              <a:rPr lang="en-US" sz="2400" dirty="0"/>
              <a:t>or it’s </a:t>
            </a:r>
            <a:r>
              <a:rPr lang="en-US" sz="2400" dirty="0" err="1" smtClean="0"/>
              <a:t>Isnaad</a:t>
            </a:r>
            <a:r>
              <a:rPr lang="en-US" sz="2400" dirty="0" smtClean="0"/>
              <a:t> </a:t>
            </a:r>
            <a:r>
              <a:rPr lang="en-US" sz="2400" dirty="0"/>
              <a:t>are questionable.</a:t>
            </a:r>
          </a:p>
          <a:p>
            <a:pPr marL="274320" indent="-274320" fontAlgn="auto">
              <a:lnSpc>
                <a:spcPct val="90000"/>
              </a:lnSpc>
              <a:spcBef>
                <a:spcPts val="0"/>
              </a:spcBef>
              <a:spcAft>
                <a:spcPts val="0"/>
              </a:spcAft>
              <a:buClr>
                <a:schemeClr val="accent3"/>
              </a:buClr>
              <a:buFontTx/>
              <a:buNone/>
              <a:defRPr/>
            </a:pPr>
            <a:endParaRPr lang="en-US" sz="2000"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304800"/>
            <a:ext cx="9144000" cy="1066800"/>
          </a:xfrm>
        </p:spPr>
        <p:txBody>
          <a:bodyPr>
            <a:normAutofit/>
          </a:bodyPr>
          <a:lstStyle/>
          <a:p>
            <a:pPr marL="54864" algn="ctr" fontAlgn="auto">
              <a:spcAft>
                <a:spcPts val="0"/>
              </a:spcAft>
              <a:defRPr/>
            </a:pPr>
            <a:r>
              <a:rPr lang="en-US" sz="4000" dirty="0" err="1" smtClean="0">
                <a:solidFill>
                  <a:schemeClr val="tx2">
                    <a:tint val="100000"/>
                    <a:shade val="90000"/>
                    <a:satMod val="250000"/>
                    <a:alpha val="100000"/>
                  </a:schemeClr>
                </a:solidFill>
                <a:latin typeface="Arial Black" pitchFamily="34" charset="0"/>
                <a:cs typeface="Aharoni" pitchFamily="2" charset="-79"/>
              </a:rPr>
              <a:t>Sunnah</a:t>
            </a:r>
            <a:r>
              <a:rPr lang="en-US" sz="4000" dirty="0" smtClean="0">
                <a:solidFill>
                  <a:schemeClr val="tx2">
                    <a:tint val="100000"/>
                    <a:shade val="90000"/>
                    <a:satMod val="250000"/>
                    <a:alpha val="100000"/>
                  </a:schemeClr>
                </a:solidFill>
                <a:latin typeface="Arial Black" pitchFamily="34" charset="0"/>
                <a:cs typeface="Aharoni" pitchFamily="2" charset="-79"/>
              </a:rPr>
              <a:t> </a:t>
            </a:r>
            <a:r>
              <a:rPr lang="en-US" sz="4000" dirty="0">
                <a:solidFill>
                  <a:schemeClr val="tx2">
                    <a:tint val="100000"/>
                    <a:shade val="90000"/>
                    <a:satMod val="250000"/>
                    <a:alpha val="100000"/>
                  </a:schemeClr>
                </a:solidFill>
                <a:latin typeface="Arial Black" pitchFamily="34" charset="0"/>
                <a:cs typeface="Aharoni" pitchFamily="2" charset="-79"/>
              </a:rPr>
              <a:t>and </a:t>
            </a:r>
            <a:r>
              <a:rPr lang="en-US" sz="4000" dirty="0" err="1" smtClean="0">
                <a:solidFill>
                  <a:schemeClr val="tx2">
                    <a:tint val="100000"/>
                    <a:shade val="90000"/>
                    <a:satMod val="250000"/>
                    <a:alpha val="100000"/>
                  </a:schemeClr>
                </a:solidFill>
                <a:latin typeface="Arial Black" pitchFamily="34" charset="0"/>
                <a:cs typeface="Aharoni" pitchFamily="2" charset="-79"/>
              </a:rPr>
              <a:t>Hadith</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0243" name="Rectangle 3"/>
          <p:cNvSpPr>
            <a:spLocks noGrp="1" noChangeArrowheads="1"/>
          </p:cNvSpPr>
          <p:nvPr>
            <p:ph type="body" idx="4294967295"/>
          </p:nvPr>
        </p:nvSpPr>
        <p:spPr>
          <a:xfrm>
            <a:off x="152400" y="1371600"/>
            <a:ext cx="8763000" cy="5257800"/>
          </a:xfrm>
        </p:spPr>
        <p:txBody>
          <a:bodyPr>
            <a:normAutofit/>
          </a:bodyPr>
          <a:lstStyle/>
          <a:p>
            <a:pPr marL="274320" indent="-274320" fontAlgn="auto">
              <a:lnSpc>
                <a:spcPct val="90000"/>
              </a:lnSpc>
              <a:spcBef>
                <a:spcPts val="0"/>
              </a:spcBef>
              <a:spcAft>
                <a:spcPts val="0"/>
              </a:spcAft>
              <a:buClr>
                <a:schemeClr val="accent3"/>
              </a:buClr>
              <a:buFontTx/>
              <a:buNone/>
              <a:defRPr/>
            </a:pPr>
            <a:r>
              <a:rPr lang="en-US" sz="2600" b="1" dirty="0" err="1" smtClean="0">
                <a:latin typeface="Times New Roman" pitchFamily="18" charset="0"/>
                <a:cs typeface="Times New Roman" pitchFamily="18" charset="0"/>
              </a:rPr>
              <a:t>Hadith</a:t>
            </a:r>
            <a:r>
              <a:rPr lang="en-US" sz="2600" b="1" dirty="0" smtClean="0">
                <a:latin typeface="Times New Roman" pitchFamily="18" charset="0"/>
                <a:cs typeface="Times New Roman" pitchFamily="18" charset="0"/>
              </a:rPr>
              <a:t> and </a:t>
            </a:r>
            <a:r>
              <a:rPr lang="en-US" sz="2600" b="1" dirty="0" err="1" smtClean="0">
                <a:latin typeface="Times New Roman" pitchFamily="18" charset="0"/>
                <a:cs typeface="Times New Roman" pitchFamily="18" charset="0"/>
              </a:rPr>
              <a:t>Sunnah</a:t>
            </a:r>
            <a:r>
              <a:rPr lang="en-US" sz="2600" b="1" dirty="0" smtClean="0">
                <a:latin typeface="Times New Roman" pitchFamily="18" charset="0"/>
                <a:cs typeface="Times New Roman" pitchFamily="18" charset="0"/>
              </a:rPr>
              <a:t> are generally taken as synonymous terms but there are differences. </a:t>
            </a:r>
          </a:p>
          <a:p>
            <a:pPr>
              <a:buNone/>
            </a:pPr>
            <a:endParaRPr lang="en-US" sz="2400" dirty="0" smtClean="0">
              <a:latin typeface="Arial Black" pitchFamily="34" charset="0"/>
            </a:endParaRPr>
          </a:p>
          <a:p>
            <a:pPr>
              <a:buNone/>
            </a:pPr>
            <a:r>
              <a:rPr lang="en-US" sz="2400" dirty="0" smtClean="0">
                <a:latin typeface="Arial Black" pitchFamily="34" charset="0"/>
              </a:rPr>
              <a:t>1) HADITH</a:t>
            </a:r>
          </a:p>
          <a:p>
            <a:pPr>
              <a:buNone/>
            </a:pPr>
            <a:r>
              <a:rPr lang="en-US" sz="2400" dirty="0" err="1" smtClean="0"/>
              <a:t>Hadith</a:t>
            </a:r>
            <a:r>
              <a:rPr lang="en-US" sz="2400" dirty="0" smtClean="0"/>
              <a:t> implies the narration of a saying, or of an act, or of an approval (</a:t>
            </a:r>
            <a:r>
              <a:rPr lang="en-US" sz="2400" dirty="0" err="1" smtClean="0"/>
              <a:t>Tasweeb</a:t>
            </a:r>
            <a:r>
              <a:rPr lang="en-US" sz="2400" dirty="0" smtClean="0"/>
              <a:t>) of the Prophet (</a:t>
            </a:r>
            <a:r>
              <a:rPr lang="en-US" sz="2400" dirty="0" err="1" smtClean="0"/>
              <a:t>sws</a:t>
            </a:r>
            <a:r>
              <a:rPr lang="en-US" sz="2400" dirty="0" smtClean="0"/>
              <a:t>), irrespective of whether the matter is authenticated or still disputed. The </a:t>
            </a:r>
            <a:r>
              <a:rPr lang="en-US" sz="2400" dirty="0" err="1" smtClean="0"/>
              <a:t>Muhadditheen</a:t>
            </a:r>
            <a:r>
              <a:rPr lang="en-US" sz="2400" dirty="0" smtClean="0"/>
              <a:t> (the scholars of </a:t>
            </a:r>
            <a:r>
              <a:rPr lang="en-US" sz="2400" dirty="0" err="1" smtClean="0"/>
              <a:t>Hadith</a:t>
            </a:r>
            <a:r>
              <a:rPr lang="en-US" sz="2400" dirty="0" smtClean="0"/>
              <a:t>) use the word </a:t>
            </a:r>
            <a:r>
              <a:rPr lang="en-US" sz="2400" dirty="0" err="1" smtClean="0"/>
              <a:t>Taqreer</a:t>
            </a:r>
            <a:r>
              <a:rPr lang="en-US" sz="2400" dirty="0" smtClean="0"/>
              <a:t> to express </a:t>
            </a:r>
            <a:r>
              <a:rPr lang="en-US" sz="2400" dirty="0" err="1" smtClean="0"/>
              <a:t>Tasweeb</a:t>
            </a:r>
            <a:r>
              <a:rPr lang="en-US" sz="2400" dirty="0" smtClean="0"/>
              <a:t>. It implies that while doing something in the presence of the Prophet (</a:t>
            </a:r>
            <a:r>
              <a:rPr lang="en-US" sz="2400" dirty="0" err="1" smtClean="0"/>
              <a:t>sws</a:t>
            </a:r>
            <a:r>
              <a:rPr lang="en-US" sz="2400" dirty="0" smtClean="0"/>
              <a:t>), a Muslim acted in a particular manner and the Prophet (</a:t>
            </a:r>
            <a:r>
              <a:rPr lang="en-US" sz="2400" dirty="0" err="1" smtClean="0"/>
              <a:t>sws</a:t>
            </a:r>
            <a:r>
              <a:rPr lang="en-US" sz="2400" dirty="0" smtClean="0"/>
              <a:t>) observed it and did not disapprove it. So </a:t>
            </a:r>
            <a:r>
              <a:rPr lang="en-US" sz="2400" dirty="0" err="1" smtClean="0"/>
              <a:t>Hadith</a:t>
            </a:r>
            <a:r>
              <a:rPr lang="en-US" sz="2400" dirty="0" smtClean="0"/>
              <a:t> is overall traditional and scientific term of knowledge. </a:t>
            </a:r>
          </a:p>
          <a:p>
            <a:pPr marL="274320" indent="-274320" fontAlgn="auto">
              <a:lnSpc>
                <a:spcPct val="90000"/>
              </a:lnSpc>
              <a:spcBef>
                <a:spcPts val="0"/>
              </a:spcBef>
              <a:spcAft>
                <a:spcPts val="0"/>
              </a:spcAft>
              <a:buClr>
                <a:schemeClr val="accent3"/>
              </a:buClr>
              <a:buFontTx/>
              <a:buNone/>
              <a:defRPr/>
            </a:pPr>
            <a:endParaRPr lang="en-US" sz="2400" dirty="0"/>
          </a:p>
          <a:p>
            <a:pPr marL="274320" indent="-274320" fontAlgn="auto">
              <a:lnSpc>
                <a:spcPct val="90000"/>
              </a:lnSpc>
              <a:spcBef>
                <a:spcPts val="0"/>
              </a:spcBef>
              <a:spcAft>
                <a:spcPts val="0"/>
              </a:spcAft>
              <a:buClr>
                <a:schemeClr val="accent3"/>
              </a:buClr>
              <a:buFontTx/>
              <a:buNone/>
              <a:defRPr/>
            </a:pPr>
            <a:endParaRPr lang="en-US" sz="2400" dirty="0"/>
          </a:p>
          <a:p>
            <a:pPr marL="274320" indent="-274320" fontAlgn="auto">
              <a:lnSpc>
                <a:spcPct val="90000"/>
              </a:lnSpc>
              <a:spcBef>
                <a:spcPts val="0"/>
              </a:spcBef>
              <a:spcAft>
                <a:spcPts val="0"/>
              </a:spcAft>
              <a:buClr>
                <a:schemeClr val="accent3"/>
              </a:buClr>
              <a:buFontTx/>
              <a:buNone/>
              <a:defRPr/>
            </a:pPr>
            <a:endParaRPr lang="en-US" sz="2000"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304800"/>
            <a:ext cx="9144000" cy="1066800"/>
          </a:xfrm>
        </p:spPr>
        <p:txBody>
          <a:bodyPr>
            <a:normAutofit/>
          </a:bodyPr>
          <a:lstStyle/>
          <a:p>
            <a:pPr marL="54864" algn="ctr" fontAlgn="auto">
              <a:spcAft>
                <a:spcPts val="0"/>
              </a:spcAft>
              <a:defRPr/>
            </a:pPr>
            <a:r>
              <a:rPr lang="en-US" sz="4000" dirty="0" err="1" smtClean="0">
                <a:solidFill>
                  <a:schemeClr val="tx2">
                    <a:tint val="100000"/>
                    <a:shade val="90000"/>
                    <a:satMod val="250000"/>
                    <a:alpha val="100000"/>
                  </a:schemeClr>
                </a:solidFill>
                <a:latin typeface="Arial Black" pitchFamily="34" charset="0"/>
                <a:cs typeface="Aharoni" pitchFamily="2" charset="-79"/>
              </a:rPr>
              <a:t>Sunnah</a:t>
            </a:r>
            <a:r>
              <a:rPr lang="en-US" sz="4000" dirty="0" smtClean="0">
                <a:solidFill>
                  <a:schemeClr val="tx2">
                    <a:tint val="100000"/>
                    <a:shade val="90000"/>
                    <a:satMod val="250000"/>
                    <a:alpha val="100000"/>
                  </a:schemeClr>
                </a:solidFill>
                <a:latin typeface="Arial Black" pitchFamily="34" charset="0"/>
                <a:cs typeface="Aharoni" pitchFamily="2" charset="-79"/>
              </a:rPr>
              <a:t> </a:t>
            </a:r>
            <a:r>
              <a:rPr lang="en-US" sz="4000" dirty="0">
                <a:solidFill>
                  <a:schemeClr val="tx2">
                    <a:tint val="100000"/>
                    <a:shade val="90000"/>
                    <a:satMod val="250000"/>
                    <a:alpha val="100000"/>
                  </a:schemeClr>
                </a:solidFill>
                <a:latin typeface="Arial Black" pitchFamily="34" charset="0"/>
                <a:cs typeface="Aharoni" pitchFamily="2" charset="-79"/>
              </a:rPr>
              <a:t>and </a:t>
            </a:r>
            <a:r>
              <a:rPr lang="en-US" sz="4000" dirty="0" err="1" smtClean="0">
                <a:solidFill>
                  <a:schemeClr val="tx2">
                    <a:tint val="100000"/>
                    <a:shade val="90000"/>
                    <a:satMod val="250000"/>
                    <a:alpha val="100000"/>
                  </a:schemeClr>
                </a:solidFill>
                <a:latin typeface="Arial Black" pitchFamily="34" charset="0"/>
                <a:cs typeface="Aharoni" pitchFamily="2" charset="-79"/>
              </a:rPr>
              <a:t>Hadith</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0243" name="Rectangle 3"/>
          <p:cNvSpPr>
            <a:spLocks noGrp="1" noChangeArrowheads="1"/>
          </p:cNvSpPr>
          <p:nvPr>
            <p:ph type="body" idx="4294967295"/>
          </p:nvPr>
        </p:nvSpPr>
        <p:spPr>
          <a:xfrm>
            <a:off x="152400" y="1371600"/>
            <a:ext cx="8763000" cy="5257800"/>
          </a:xfrm>
        </p:spPr>
        <p:txBody>
          <a:bodyPr>
            <a:normAutofit fontScale="62500" lnSpcReduction="20000"/>
          </a:bodyPr>
          <a:lstStyle/>
          <a:p>
            <a:pPr marL="274320" indent="-274320" fontAlgn="auto">
              <a:lnSpc>
                <a:spcPct val="90000"/>
              </a:lnSpc>
              <a:spcBef>
                <a:spcPts val="0"/>
              </a:spcBef>
              <a:spcAft>
                <a:spcPts val="0"/>
              </a:spcAft>
              <a:buClr>
                <a:schemeClr val="accent3"/>
              </a:buClr>
              <a:buFontTx/>
              <a:buNone/>
              <a:defRPr/>
            </a:pPr>
            <a:endParaRPr lang="en-US" sz="2400" dirty="0"/>
          </a:p>
          <a:p>
            <a:pPr marL="274320" indent="-274320" fontAlgn="auto">
              <a:lnSpc>
                <a:spcPct val="90000"/>
              </a:lnSpc>
              <a:spcBef>
                <a:spcPts val="0"/>
              </a:spcBef>
              <a:spcAft>
                <a:spcPts val="0"/>
              </a:spcAft>
              <a:buClr>
                <a:schemeClr val="accent3"/>
              </a:buClr>
              <a:buFontTx/>
              <a:buNone/>
              <a:defRPr/>
            </a:pPr>
            <a:endParaRPr lang="en-US" b="1" dirty="0">
              <a:solidFill>
                <a:srgbClr val="FF3300"/>
              </a:solidFill>
              <a:latin typeface="Arial Black" pitchFamily="34" charset="0"/>
            </a:endParaRPr>
          </a:p>
          <a:p>
            <a:pPr>
              <a:buNone/>
            </a:pPr>
            <a:r>
              <a:rPr lang="en-US" sz="3800" dirty="0">
                <a:latin typeface="Arial Black" pitchFamily="34" charset="0"/>
              </a:rPr>
              <a:t>2) </a:t>
            </a:r>
            <a:r>
              <a:rPr lang="en-US" sz="3800" dirty="0" smtClean="0">
                <a:latin typeface="Arial Black" pitchFamily="34" charset="0"/>
              </a:rPr>
              <a:t>SUNNAH</a:t>
            </a:r>
          </a:p>
          <a:p>
            <a:pPr>
              <a:buNone/>
            </a:pPr>
            <a:r>
              <a:rPr lang="en-US" sz="3400" dirty="0" smtClean="0"/>
              <a:t>Literally, the word `</a:t>
            </a:r>
            <a:r>
              <a:rPr lang="en-US" sz="3400" dirty="0" err="1" smtClean="0"/>
              <a:t>Sunnah</a:t>
            </a:r>
            <a:r>
              <a:rPr lang="en-US" sz="3400" dirty="0" smtClean="0"/>
              <a:t>' means `a clear path', `busy path', `trodden path', `beaten path', `smooth path', etc. The manner in which the Almighty deals with nations---and which holds true for all nations---has been termed in the Holy Quran as the </a:t>
            </a:r>
            <a:r>
              <a:rPr lang="en-US" sz="3400" dirty="0" err="1" smtClean="0"/>
              <a:t>Sunnah</a:t>
            </a:r>
            <a:r>
              <a:rPr lang="en-US" sz="3400" dirty="0" smtClean="0"/>
              <a:t> of Allah. For instance:</a:t>
            </a:r>
          </a:p>
          <a:p>
            <a:pPr>
              <a:buNone/>
            </a:pPr>
            <a:r>
              <a:rPr lang="en-US" sz="3400" dirty="0" smtClean="0"/>
              <a:t>"It was the practice [approved] of God amongst those of old that have passed away. And the Command of God is a decree determined." (33:38)</a:t>
            </a:r>
          </a:p>
          <a:p>
            <a:pPr>
              <a:buNone/>
            </a:pPr>
            <a:r>
              <a:rPr lang="en-US" sz="3400" dirty="0" smtClean="0"/>
              <a:t>In the discussion which follows, we are going to discuss the </a:t>
            </a:r>
            <a:r>
              <a:rPr lang="en-US" sz="3400" dirty="0" err="1" smtClean="0"/>
              <a:t>Sunnah</a:t>
            </a:r>
            <a:r>
              <a:rPr lang="en-US" sz="3400" dirty="0" smtClean="0"/>
              <a:t> of the Prophet (</a:t>
            </a:r>
            <a:r>
              <a:rPr lang="en-US" sz="3400" dirty="0" err="1" smtClean="0"/>
              <a:t>sws</a:t>
            </a:r>
            <a:r>
              <a:rPr lang="en-US" sz="3400" dirty="0" smtClean="0"/>
              <a:t>). This means the way of life which the Prophet (</a:t>
            </a:r>
            <a:r>
              <a:rPr lang="en-US" sz="3400" dirty="0" err="1" smtClean="0"/>
              <a:t>sws</a:t>
            </a:r>
            <a:r>
              <a:rPr lang="en-US" sz="3400" dirty="0" smtClean="0"/>
              <a:t>) taught the people in theory and practice and for which, in his capacity as a teacher of </a:t>
            </a:r>
            <a:r>
              <a:rPr lang="en-US" sz="3400" dirty="0" err="1" smtClean="0"/>
              <a:t>Shariah</a:t>
            </a:r>
            <a:r>
              <a:rPr lang="en-US" sz="3400" dirty="0" smtClean="0"/>
              <a:t> (Islamic Law), he laid down ideal standards of leading a life which one should meet to earn Allah's approval through complete submission to His Commandments. </a:t>
            </a:r>
          </a:p>
          <a:p>
            <a:pPr marL="274320" indent="-274320" fontAlgn="auto">
              <a:lnSpc>
                <a:spcPct val="90000"/>
              </a:lnSpc>
              <a:spcBef>
                <a:spcPts val="0"/>
              </a:spcBef>
              <a:spcAft>
                <a:spcPts val="0"/>
              </a:spcAft>
              <a:buClr>
                <a:schemeClr val="accent3"/>
              </a:buClr>
              <a:buFontTx/>
              <a:buNone/>
              <a:defRPr/>
            </a:pPr>
            <a:endParaRPr lang="en-US" sz="2400" dirty="0"/>
          </a:p>
          <a:p>
            <a:pPr marL="274320" indent="-274320" fontAlgn="auto">
              <a:lnSpc>
                <a:spcPct val="90000"/>
              </a:lnSpc>
              <a:spcBef>
                <a:spcPts val="0"/>
              </a:spcBef>
              <a:spcAft>
                <a:spcPts val="0"/>
              </a:spcAft>
              <a:buClr>
                <a:schemeClr val="accent3"/>
              </a:buClr>
              <a:buFontTx/>
              <a:buNone/>
              <a:defRPr/>
            </a:pPr>
            <a:endParaRPr lang="en-US" sz="2000"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09800"/>
            <a:ext cx="8229600" cy="1447800"/>
          </a:xfrm>
        </p:spPr>
        <p:txBody>
          <a:bodyPr>
            <a:normAutofit fontScale="90000"/>
          </a:bodyPr>
          <a:lstStyle/>
          <a:p>
            <a:pPr algn="ctr"/>
            <a:r>
              <a:rPr lang="en-US" sz="4800" b="1" dirty="0" smtClean="0">
                <a:ln w="10541" cmpd="sng">
                  <a:solidFill>
                    <a:schemeClr val="accent1">
                      <a:shade val="88000"/>
                      <a:satMod val="110000"/>
                    </a:schemeClr>
                  </a:solidFill>
                  <a:prstDash val="solid"/>
                </a:ln>
                <a:solidFill>
                  <a:schemeClr val="bg1"/>
                </a:solidFill>
                <a:latin typeface="Arial Black" pitchFamily="34" charset="0"/>
              </a:rPr>
              <a:t>LEGAL POSITION OF SUNNAH</a:t>
            </a:r>
            <a:endParaRPr lang="en-US" sz="4800" b="1" dirty="0">
              <a:ln w="10541" cmpd="sng">
                <a:solidFill>
                  <a:schemeClr val="accent1">
                    <a:shade val="88000"/>
                    <a:satMod val="110000"/>
                  </a:schemeClr>
                </a:solidFill>
                <a:prstDash val="solid"/>
              </a:ln>
              <a:solidFill>
                <a:schemeClr val="bg1"/>
              </a:solidFill>
              <a:effectLst/>
              <a:latin typeface="Arial Black"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686799" cy="1754326"/>
          </a:xfrm>
          <a:prstGeom prst="rect">
            <a:avLst/>
          </a:prstGeom>
          <a:noFill/>
        </p:spPr>
        <p:txBody>
          <a:bodyPr wrap="square" lIns="91440" tIns="45720" rIns="91440" bIns="45720">
            <a:spAutoFit/>
          </a:bodyPr>
          <a:lstStyle/>
          <a:p>
            <a:pPr algn="ctr"/>
            <a:r>
              <a:rPr lang="en-US" sz="5400" b="1" dirty="0" smtClean="0">
                <a:ln w="10541" cmpd="sng">
                  <a:solidFill>
                    <a:schemeClr val="accent1">
                      <a:shade val="88000"/>
                      <a:satMod val="110000"/>
                    </a:schemeClr>
                  </a:solidFill>
                  <a:prstDash val="solid"/>
                </a:ln>
                <a:latin typeface="Algerian" pitchFamily="82" charset="0"/>
              </a:rPr>
              <a:t>Legal position</a:t>
            </a:r>
            <a:r>
              <a:rPr lang="en-US" sz="5400" b="1" cap="none" spc="0" dirty="0" smtClean="0">
                <a:ln w="10541" cmpd="sng">
                  <a:solidFill>
                    <a:schemeClr val="accent1">
                      <a:shade val="88000"/>
                      <a:satMod val="110000"/>
                    </a:schemeClr>
                  </a:solidFill>
                  <a:prstDash val="solid"/>
                </a:ln>
                <a:effectLst/>
                <a:latin typeface="Algerian" pitchFamily="82" charset="0"/>
              </a:rPr>
              <a:t> of</a:t>
            </a:r>
          </a:p>
          <a:p>
            <a:pPr algn="ctr"/>
            <a:r>
              <a:rPr lang="en-US" sz="5400" b="1" cap="none" spc="0" dirty="0" smtClean="0">
                <a:ln w="10541" cmpd="sng">
                  <a:solidFill>
                    <a:schemeClr val="accent1">
                      <a:shade val="88000"/>
                      <a:satMod val="110000"/>
                    </a:schemeClr>
                  </a:solidFill>
                  <a:prstDash val="solid"/>
                </a:ln>
                <a:effectLst/>
                <a:latin typeface="Algerian" pitchFamily="82" charset="0"/>
              </a:rPr>
              <a:t> </a:t>
            </a:r>
            <a:r>
              <a:rPr lang="en-US" sz="5400" b="1" cap="none" spc="0" dirty="0" err="1" smtClean="0">
                <a:ln w="10541" cmpd="sng">
                  <a:solidFill>
                    <a:schemeClr val="accent1">
                      <a:shade val="88000"/>
                      <a:satMod val="110000"/>
                    </a:schemeClr>
                  </a:solidFill>
                  <a:prstDash val="solid"/>
                </a:ln>
                <a:effectLst/>
                <a:latin typeface="Algerian" pitchFamily="82" charset="0"/>
              </a:rPr>
              <a:t>sunnah</a:t>
            </a:r>
            <a:endParaRPr lang="en-US" sz="5400" b="1" cap="none" spc="0" dirty="0">
              <a:ln w="10541" cmpd="sng">
                <a:solidFill>
                  <a:schemeClr val="accent1">
                    <a:shade val="88000"/>
                    <a:satMod val="110000"/>
                  </a:schemeClr>
                </a:solidFill>
                <a:prstDash val="solid"/>
              </a:ln>
              <a:effectLst/>
              <a:latin typeface="Algerian" pitchFamily="82" charset="0"/>
            </a:endParaRPr>
          </a:p>
        </p:txBody>
      </p:sp>
      <p:sp>
        <p:nvSpPr>
          <p:cNvPr id="5" name="TextBox 4"/>
          <p:cNvSpPr txBox="1"/>
          <p:nvPr/>
        </p:nvSpPr>
        <p:spPr>
          <a:xfrm>
            <a:off x="304800" y="2209800"/>
            <a:ext cx="8534400" cy="4031873"/>
          </a:xfrm>
          <a:prstGeom prst="rect">
            <a:avLst/>
          </a:prstGeom>
          <a:noFill/>
        </p:spPr>
        <p:txBody>
          <a:bodyPr wrap="square" rtlCol="0">
            <a:spAutoFit/>
          </a:bodyPr>
          <a:lstStyle/>
          <a:p>
            <a:pPr>
              <a:buFont typeface="Arial" pitchFamily="34" charset="0"/>
              <a:buChar char="•"/>
            </a:pPr>
            <a:r>
              <a:rPr lang="en-US" sz="3200" dirty="0" smtClean="0">
                <a:latin typeface="Times New Roman" pitchFamily="18" charset="0"/>
                <a:cs typeface="Times New Roman" pitchFamily="18" charset="0"/>
              </a:rPr>
              <a:t>Primary source of Islamic law after Quran</a:t>
            </a:r>
          </a:p>
          <a:p>
            <a:pPr>
              <a:buFont typeface="Arial" pitchFamily="34" charset="0"/>
              <a:buChar char="•"/>
            </a:pPr>
            <a:r>
              <a:rPr lang="en-US" sz="3200" dirty="0" smtClean="0">
                <a:latin typeface="Times New Roman" pitchFamily="18" charset="0"/>
                <a:cs typeface="Times New Roman" pitchFamily="18" charset="0"/>
              </a:rPr>
              <a:t>Used together with Quran in derivation of Islamic law</a:t>
            </a:r>
          </a:p>
          <a:p>
            <a:pPr>
              <a:buFont typeface="Arial" pitchFamily="34" charset="0"/>
              <a:buChar char="•"/>
            </a:pPr>
            <a:r>
              <a:rPr lang="en-US" sz="3200" dirty="0" smtClean="0">
                <a:latin typeface="Times New Roman" pitchFamily="18" charset="0"/>
                <a:cs typeface="Times New Roman" pitchFamily="18" charset="0"/>
              </a:rPr>
              <a:t>Explains matters in which Quran remained silent or a detailed description was not given</a:t>
            </a:r>
          </a:p>
          <a:p>
            <a:r>
              <a:rPr lang="en-US" sz="3200" dirty="0" smtClean="0">
                <a:latin typeface="Times New Roman" pitchFamily="18" charset="0"/>
                <a:cs typeface="Times New Roman" pitchFamily="18" charset="0"/>
              </a:rPr>
              <a:t>e.g. Performance of </a:t>
            </a:r>
            <a:r>
              <a:rPr lang="en-US" sz="3200" dirty="0" err="1" smtClean="0">
                <a:latin typeface="Times New Roman" pitchFamily="18" charset="0"/>
                <a:cs typeface="Times New Roman" pitchFamily="18" charset="0"/>
              </a:rPr>
              <a:t>salah</a:t>
            </a:r>
            <a:r>
              <a:rPr lang="en-US" sz="3200" dirty="0" smtClean="0">
                <a:latin typeface="Times New Roman" pitchFamily="18" charset="0"/>
                <a:cs typeface="Times New Roman" pitchFamily="18" charset="0"/>
              </a:rPr>
              <a:t> , Rate of </a:t>
            </a:r>
            <a:r>
              <a:rPr lang="en-US" sz="3200" dirty="0" err="1" smtClean="0">
                <a:latin typeface="Times New Roman" pitchFamily="18" charset="0"/>
                <a:cs typeface="Times New Roman" pitchFamily="18" charset="0"/>
              </a:rPr>
              <a:t>Zakat</a:t>
            </a:r>
            <a:endParaRPr lang="en-US" sz="3200" dirty="0" smtClean="0">
              <a:latin typeface="Times New Roman" pitchFamily="18" charset="0"/>
              <a:cs typeface="Times New Roman" pitchFamily="18" charset="0"/>
            </a:endParaRPr>
          </a:p>
          <a:p>
            <a:pPr>
              <a:buFont typeface="Arial" pitchFamily="34" charset="0"/>
              <a:buChar char="•"/>
            </a:pPr>
            <a:r>
              <a:rPr lang="en-US" sz="3200" dirty="0" smtClean="0">
                <a:latin typeface="Times New Roman" pitchFamily="18" charset="0"/>
                <a:cs typeface="Times New Roman" pitchFamily="18" charset="0"/>
              </a:rPr>
              <a:t> Non recited but Revelation </a:t>
            </a:r>
          </a:p>
          <a:p>
            <a:pPr>
              <a:buFont typeface="Arial" pitchFamily="34" charset="0"/>
              <a:buChar char="•"/>
            </a:pPr>
            <a:r>
              <a:rPr lang="en-US" sz="3200" dirty="0" smtClean="0">
                <a:latin typeface="Times New Roman" pitchFamily="18" charset="0"/>
                <a:cs typeface="Times New Roman" pitchFamily="18" charset="0"/>
              </a:rPr>
              <a:t> Commands by Allah Almighty </a:t>
            </a:r>
            <a:endParaRPr lang="en-US" sz="32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normAutofit/>
          </a:bodyPr>
          <a:lstStyle/>
          <a:p>
            <a:pPr algn="ctr"/>
            <a:r>
              <a:rPr lang="en-US" sz="4800" b="1" dirty="0" smtClean="0">
                <a:ln w="10541" cmpd="sng">
                  <a:solidFill>
                    <a:schemeClr val="accent1">
                      <a:shade val="88000"/>
                      <a:satMod val="110000"/>
                    </a:schemeClr>
                  </a:solidFill>
                  <a:prstDash val="solid"/>
                </a:ln>
                <a:solidFill>
                  <a:schemeClr val="bg1"/>
                </a:solidFill>
                <a:latin typeface="Arial Black" pitchFamily="34" charset="0"/>
              </a:rPr>
              <a:t>HISTORY OF HADITH</a:t>
            </a:r>
            <a:endParaRPr lang="en-US" sz="4800" b="1" dirty="0">
              <a:ln w="10541" cmpd="sng">
                <a:solidFill>
                  <a:schemeClr val="accent1">
                    <a:shade val="88000"/>
                    <a:satMod val="110000"/>
                  </a:schemeClr>
                </a:solidFill>
                <a:prstDash val="solid"/>
              </a:ln>
              <a:solidFill>
                <a:schemeClr val="bg1"/>
              </a:solidFill>
              <a:effectLst/>
              <a:latin typeface="Arial Black"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smtClean="0">
                <a:solidFill>
                  <a:schemeClr val="tx2">
                    <a:tint val="100000"/>
                    <a:shade val="90000"/>
                    <a:satMod val="250000"/>
                    <a:alpha val="100000"/>
                  </a:schemeClr>
                </a:solidFill>
                <a:latin typeface="Arial Black" pitchFamily="34" charset="0"/>
                <a:cs typeface="Aharoni" pitchFamily="2" charset="-79"/>
              </a:rPr>
              <a:t>History of </a:t>
            </a:r>
            <a:r>
              <a:rPr lang="en-US" sz="4000" dirty="0" err="1" smtClean="0">
                <a:solidFill>
                  <a:schemeClr val="tx2">
                    <a:tint val="100000"/>
                    <a:shade val="90000"/>
                    <a:satMod val="250000"/>
                    <a:alpha val="100000"/>
                  </a:schemeClr>
                </a:solidFill>
                <a:latin typeface="Arial Black" pitchFamily="34" charset="0"/>
                <a:cs typeface="Aharoni" pitchFamily="2" charset="-79"/>
              </a:rPr>
              <a:t>Hadith</a:t>
            </a:r>
            <a:r>
              <a:rPr lang="en-US" sz="4000" dirty="0" smtClean="0">
                <a:solidFill>
                  <a:schemeClr val="tx2">
                    <a:tint val="100000"/>
                    <a:shade val="90000"/>
                    <a:satMod val="250000"/>
                    <a:alpha val="100000"/>
                  </a:schemeClr>
                </a:solidFill>
                <a:latin typeface="Arial Black" pitchFamily="34" charset="0"/>
                <a:cs typeface="Aharoni" pitchFamily="2" charset="-79"/>
              </a:rPr>
              <a:t> in the time of Prophet</a:t>
            </a:r>
            <a:r>
              <a:rPr lang="en-US" sz="4000" dirty="0" smtClean="0">
                <a:solidFill>
                  <a:schemeClr val="tx2">
                    <a:tint val="100000"/>
                    <a:shade val="90000"/>
                    <a:satMod val="250000"/>
                    <a:alpha val="100000"/>
                  </a:schemeClr>
                </a:solidFill>
                <a:latin typeface="Arial Black" pitchFamily="34" charset="0"/>
              </a:rPr>
              <a:t> (</a:t>
            </a:r>
            <a:r>
              <a:rPr lang="ar-SA" sz="4000" dirty="0" smtClean="0">
                <a:solidFill>
                  <a:schemeClr val="tx2">
                    <a:tint val="100000"/>
                    <a:shade val="90000"/>
                    <a:satMod val="250000"/>
                    <a:alpha val="100000"/>
                  </a:schemeClr>
                </a:solidFill>
                <a:latin typeface="Arial Black" pitchFamily="34" charset="0"/>
                <a:cs typeface="Arial" pitchFamily="34" charset="0"/>
              </a:rPr>
              <a:t>صلى الله عليه وسلم</a:t>
            </a:r>
            <a:r>
              <a:rPr lang="en-US" sz="4000" dirty="0" smtClean="0">
                <a:solidFill>
                  <a:schemeClr val="tx2">
                    <a:tint val="100000"/>
                    <a:shade val="90000"/>
                    <a:satMod val="250000"/>
                    <a:alpha val="100000"/>
                  </a:schemeClr>
                </a:solidFill>
                <a:latin typeface="Arial Black" pitchFamily="34" charset="0"/>
              </a:rPr>
              <a:t>)-1</a:t>
            </a:r>
            <a:endParaRPr lang="en-US" sz="4000" dirty="0" smtClean="0">
              <a:solidFill>
                <a:schemeClr val="tx2">
                  <a:tint val="100000"/>
                  <a:shade val="90000"/>
                  <a:satMod val="250000"/>
                  <a:alpha val="100000"/>
                </a:schemeClr>
              </a:solidFill>
              <a:latin typeface="Arial Black" pitchFamily="34" charset="0"/>
              <a:cs typeface="Aharoni" pitchFamily="2" charset="-79"/>
            </a:endParaRPr>
          </a:p>
        </p:txBody>
      </p:sp>
      <p:sp>
        <p:nvSpPr>
          <p:cNvPr id="15363" name="Rectangle 3"/>
          <p:cNvSpPr>
            <a:spLocks noGrp="1" noChangeArrowheads="1"/>
          </p:cNvSpPr>
          <p:nvPr>
            <p:ph type="body" idx="4294967295"/>
          </p:nvPr>
        </p:nvSpPr>
        <p:spPr>
          <a:xfrm>
            <a:off x="457200" y="1828800"/>
            <a:ext cx="8229600" cy="4525963"/>
          </a:xfrm>
        </p:spPr>
        <p:txBody>
          <a:bodyPr/>
          <a:lstStyle/>
          <a:p>
            <a:pPr>
              <a:buFontTx/>
              <a:buNone/>
            </a:pPr>
            <a:r>
              <a:rPr lang="en-US" sz="2400" dirty="0" smtClean="0"/>
              <a:t>1) Interestingly we have a documented </a:t>
            </a:r>
            <a:r>
              <a:rPr lang="en-US" sz="2400" dirty="0" err="1" smtClean="0"/>
              <a:t>Hadith</a:t>
            </a:r>
            <a:r>
              <a:rPr lang="en-US" sz="2400" dirty="0" smtClean="0"/>
              <a:t> that states that Prophet</a:t>
            </a:r>
            <a:r>
              <a:rPr lang="en-US" sz="2400" dirty="0" smtClean="0">
                <a:latin typeface="Islamicstudies" pitchFamily="2" charset="0"/>
              </a:rPr>
              <a:t> (</a:t>
            </a:r>
            <a:r>
              <a:rPr lang="ar-SA" sz="2400" dirty="0" smtClean="0">
                <a:latin typeface="Arabic Transparent" pitchFamily="34" charset="0"/>
                <a:cs typeface="Arial" pitchFamily="34" charset="0"/>
              </a:rPr>
              <a:t>صلى الله عليه وسلم</a:t>
            </a:r>
            <a:r>
              <a:rPr lang="en-US" sz="2400" dirty="0" smtClean="0">
                <a:latin typeface="Islamicstudies" pitchFamily="2" charset="0"/>
              </a:rPr>
              <a:t>)</a:t>
            </a:r>
            <a:r>
              <a:rPr lang="en-US" sz="2400" dirty="0" smtClean="0"/>
              <a:t> said not to write </a:t>
            </a:r>
            <a:r>
              <a:rPr lang="en-US" sz="2400" dirty="0" err="1" smtClean="0"/>
              <a:t>Hadith</a:t>
            </a:r>
            <a:r>
              <a:rPr lang="en-US" sz="2400" dirty="0" smtClean="0"/>
              <a:t> which is in the most reliable sources of </a:t>
            </a:r>
            <a:r>
              <a:rPr lang="en-US" sz="2400" dirty="0" err="1" smtClean="0"/>
              <a:t>Hadith</a:t>
            </a:r>
            <a:r>
              <a:rPr lang="en-US" sz="2400" dirty="0" smtClean="0"/>
              <a:t>.</a:t>
            </a:r>
          </a:p>
          <a:p>
            <a:r>
              <a:rPr lang="en-US" sz="2400" i="1" dirty="0" smtClean="0"/>
              <a:t>The Prophet said, </a:t>
            </a:r>
            <a:r>
              <a:rPr lang="en-US" sz="2400" b="1" i="1" dirty="0" smtClean="0"/>
              <a:t>"Do not write down anything from me except the Quran."</a:t>
            </a:r>
            <a:r>
              <a:rPr lang="en-US" sz="2400" i="1" dirty="0" smtClean="0"/>
              <a:t> [Ahmed, Vol. 1, Page 171, and </a:t>
            </a:r>
            <a:r>
              <a:rPr lang="en-US" sz="2400" i="1" dirty="0" err="1" smtClean="0"/>
              <a:t>Sahih</a:t>
            </a:r>
            <a:r>
              <a:rPr lang="en-US" sz="2400" i="1" dirty="0" smtClean="0"/>
              <a:t> Muslim] </a:t>
            </a:r>
          </a:p>
          <a:p>
            <a:r>
              <a:rPr lang="en-US" sz="2400" i="1" dirty="0" err="1" smtClean="0"/>
              <a:t>Ibn</a:t>
            </a:r>
            <a:r>
              <a:rPr lang="en-US" sz="2400" i="1" dirty="0" smtClean="0"/>
              <a:t> </a:t>
            </a:r>
            <a:r>
              <a:rPr lang="en-US" sz="2400" i="1" dirty="0" err="1" smtClean="0"/>
              <a:t>Saeed</a:t>
            </a:r>
            <a:r>
              <a:rPr lang="en-US" sz="2400" i="1" dirty="0" smtClean="0"/>
              <a:t> Al-</a:t>
            </a:r>
            <a:r>
              <a:rPr lang="en-US" sz="2400" i="1" dirty="0" err="1" smtClean="0"/>
              <a:t>Khudry</a:t>
            </a:r>
            <a:r>
              <a:rPr lang="en-US" sz="2400" i="1" dirty="0" smtClean="0"/>
              <a:t> reported that the Messenger of God </a:t>
            </a:r>
            <a:r>
              <a:rPr lang="en-US" sz="2400" dirty="0" smtClean="0">
                <a:latin typeface="Islamicstudies" pitchFamily="2" charset="0"/>
              </a:rPr>
              <a:t>(</a:t>
            </a:r>
            <a:r>
              <a:rPr lang="ar-SA" sz="2400" dirty="0" smtClean="0">
                <a:latin typeface="Arabic Transparent" pitchFamily="34" charset="0"/>
                <a:cs typeface="Arial" pitchFamily="34" charset="0"/>
              </a:rPr>
              <a:t>صلى الله عليه وسلم</a:t>
            </a:r>
            <a:r>
              <a:rPr lang="en-US" sz="2400" dirty="0" smtClean="0">
                <a:latin typeface="Islamicstudies" pitchFamily="2" charset="0"/>
              </a:rPr>
              <a:t>) </a:t>
            </a:r>
            <a:r>
              <a:rPr lang="en-US" sz="2400" i="1" dirty="0" smtClean="0"/>
              <a:t>had said:</a:t>
            </a:r>
          </a:p>
          <a:p>
            <a:pPr>
              <a:buFontTx/>
              <a:buNone/>
            </a:pPr>
            <a:r>
              <a:rPr lang="en-US" sz="2400" i="1" dirty="0" smtClean="0"/>
              <a:t>The Prophet said, </a:t>
            </a:r>
            <a:r>
              <a:rPr lang="en-US" sz="2400" b="1" i="1" dirty="0" smtClean="0"/>
              <a:t>"Do not write anything from me EXCEPT QURAN. Anyone who wrote anything other than the Quran shall erase it."</a:t>
            </a:r>
            <a:r>
              <a:rPr lang="en-US" sz="2400" i="1" dirty="0" smtClean="0"/>
              <a:t> </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533400" y="228600"/>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cs typeface="Aharoni" pitchFamily="2" charset="-79"/>
              </a:rPr>
              <a:t>History of </a:t>
            </a:r>
            <a:r>
              <a:rPr lang="en-US" sz="4000" dirty="0" err="1">
                <a:solidFill>
                  <a:schemeClr val="tx2">
                    <a:tint val="100000"/>
                    <a:shade val="90000"/>
                    <a:satMod val="250000"/>
                    <a:alpha val="100000"/>
                  </a:schemeClr>
                </a:solidFill>
                <a:latin typeface="Arial Black" pitchFamily="34" charset="0"/>
                <a:cs typeface="Aharoni" pitchFamily="2" charset="-79"/>
              </a:rPr>
              <a:t>Hadith</a:t>
            </a:r>
            <a:r>
              <a:rPr lang="en-US" sz="4000" dirty="0">
                <a:solidFill>
                  <a:schemeClr val="tx2">
                    <a:tint val="100000"/>
                    <a:shade val="90000"/>
                    <a:satMod val="250000"/>
                    <a:alpha val="100000"/>
                  </a:schemeClr>
                </a:solidFill>
                <a:latin typeface="Arial Black" pitchFamily="34" charset="0"/>
                <a:cs typeface="Aharoni" pitchFamily="2" charset="-79"/>
              </a:rPr>
              <a:t> in the time of </a:t>
            </a:r>
            <a:r>
              <a:rPr lang="en-US" sz="4000" dirty="0" smtClean="0">
                <a:solidFill>
                  <a:schemeClr val="tx2">
                    <a:tint val="100000"/>
                    <a:shade val="90000"/>
                    <a:satMod val="250000"/>
                    <a:alpha val="100000"/>
                  </a:schemeClr>
                </a:solidFill>
                <a:latin typeface="Arial Black" pitchFamily="34" charset="0"/>
                <a:cs typeface="Aharoni" pitchFamily="2" charset="-79"/>
              </a:rPr>
              <a:t>Prophet</a:t>
            </a:r>
            <a:r>
              <a:rPr lang="en-US" sz="4000" dirty="0" smtClean="0">
                <a:solidFill>
                  <a:schemeClr val="tx2">
                    <a:tint val="100000"/>
                    <a:shade val="90000"/>
                    <a:satMod val="250000"/>
                    <a:alpha val="100000"/>
                  </a:schemeClr>
                </a:solidFill>
                <a:latin typeface="Arial Black" pitchFamily="34" charset="0"/>
              </a:rPr>
              <a:t> (</a:t>
            </a:r>
            <a:r>
              <a:rPr lang="ar-SA" sz="4000" dirty="0" smtClean="0">
                <a:solidFill>
                  <a:schemeClr val="tx2">
                    <a:tint val="100000"/>
                    <a:shade val="90000"/>
                    <a:satMod val="250000"/>
                    <a:alpha val="100000"/>
                  </a:schemeClr>
                </a:solidFill>
                <a:latin typeface="Arial Black" pitchFamily="34" charset="0"/>
                <a:cs typeface="Arial" pitchFamily="34" charset="0"/>
              </a:rPr>
              <a:t>صلى الله عليه وسلم</a:t>
            </a:r>
            <a:r>
              <a:rPr lang="en-US" sz="4000" dirty="0" smtClean="0">
                <a:solidFill>
                  <a:schemeClr val="tx2">
                    <a:tint val="100000"/>
                    <a:shade val="90000"/>
                    <a:satMod val="250000"/>
                    <a:alpha val="100000"/>
                  </a:schemeClr>
                </a:solidFill>
                <a:latin typeface="Arial Black" pitchFamily="34" charset="0"/>
              </a:rPr>
              <a:t>)-2</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6387" name="Rectangle 3"/>
          <p:cNvSpPr>
            <a:spLocks noGrp="1" noChangeArrowheads="1"/>
          </p:cNvSpPr>
          <p:nvPr>
            <p:ph type="body" idx="4294967295"/>
          </p:nvPr>
        </p:nvSpPr>
        <p:spPr>
          <a:xfrm>
            <a:off x="457200" y="1676400"/>
            <a:ext cx="8229600" cy="4525963"/>
          </a:xfrm>
        </p:spPr>
        <p:txBody>
          <a:bodyPr/>
          <a:lstStyle/>
          <a:p>
            <a:pPr>
              <a:buFontTx/>
              <a:buNone/>
            </a:pPr>
            <a:r>
              <a:rPr lang="en-US" sz="2200" dirty="0" smtClean="0"/>
              <a:t>The speculated </a:t>
            </a:r>
            <a:r>
              <a:rPr lang="en-US" sz="2200" dirty="0" smtClean="0">
                <a:latin typeface="Arial Black" pitchFamily="34" charset="0"/>
              </a:rPr>
              <a:t>reasons </a:t>
            </a:r>
            <a:r>
              <a:rPr lang="en-US" sz="2200" dirty="0" smtClean="0"/>
              <a:t>are: </a:t>
            </a:r>
          </a:p>
          <a:p>
            <a:pPr>
              <a:buFontTx/>
              <a:buNone/>
            </a:pPr>
            <a:r>
              <a:rPr lang="en-US" sz="2200" dirty="0" smtClean="0"/>
              <a:t>1. </a:t>
            </a:r>
            <a:r>
              <a:rPr lang="en-US" sz="2200" dirty="0" smtClean="0">
                <a:latin typeface="Arial Black" pitchFamily="34" charset="0"/>
              </a:rPr>
              <a:t>High rate of illiteracy</a:t>
            </a:r>
            <a:r>
              <a:rPr lang="en-US" sz="2200" dirty="0" smtClean="0"/>
              <a:t>. People were illiterate at the time and writing loses its value.</a:t>
            </a:r>
          </a:p>
          <a:p>
            <a:pPr>
              <a:buFontTx/>
              <a:buNone/>
            </a:pPr>
            <a:r>
              <a:rPr lang="en-US" sz="2200" dirty="0" smtClean="0"/>
              <a:t>2. To prevent any </a:t>
            </a:r>
            <a:r>
              <a:rPr lang="en-US" sz="2200" dirty="0" smtClean="0">
                <a:latin typeface="Arial Black" pitchFamily="34" charset="0"/>
              </a:rPr>
              <a:t>diversion from the Qur’an or any mix up </a:t>
            </a:r>
            <a:r>
              <a:rPr lang="en-US" sz="2200" dirty="0" smtClean="0"/>
              <a:t>with the gradually flowing revelation and not have two texts to follow. There was no standard at the time to write Context of the </a:t>
            </a:r>
            <a:r>
              <a:rPr lang="en-US" sz="2200" dirty="0" err="1" smtClean="0"/>
              <a:t>Hadith</a:t>
            </a:r>
            <a:r>
              <a:rPr lang="en-US" sz="2200" dirty="0" smtClean="0"/>
              <a:t>. </a:t>
            </a:r>
          </a:p>
          <a:p>
            <a:pPr>
              <a:buFontTx/>
              <a:buNone/>
            </a:pPr>
            <a:r>
              <a:rPr lang="en-US" sz="2200" dirty="0" smtClean="0"/>
              <a:t>3. </a:t>
            </a:r>
            <a:r>
              <a:rPr lang="en-US" sz="2200" dirty="0" smtClean="0">
                <a:latin typeface="Arial Black" pitchFamily="34" charset="0"/>
              </a:rPr>
              <a:t>Except in the case for Abdullah </a:t>
            </a:r>
            <a:r>
              <a:rPr lang="en-US" sz="2200" dirty="0" err="1" smtClean="0">
                <a:latin typeface="Arial Black" pitchFamily="34" charset="0"/>
              </a:rPr>
              <a:t>amr</a:t>
            </a:r>
            <a:r>
              <a:rPr lang="en-US" sz="2200" dirty="0" smtClean="0">
                <a:latin typeface="Arial Black" pitchFamily="34" charset="0"/>
              </a:rPr>
              <a:t> </a:t>
            </a:r>
            <a:r>
              <a:rPr lang="en-US" sz="2200" dirty="0" err="1" smtClean="0">
                <a:latin typeface="Arial Black" pitchFamily="34" charset="0"/>
              </a:rPr>
              <a:t>Ibn</a:t>
            </a:r>
            <a:r>
              <a:rPr lang="en-US" sz="2200" dirty="0" smtClean="0">
                <a:latin typeface="Arial Black" pitchFamily="34" charset="0"/>
              </a:rPr>
              <a:t> As &amp; Ali bin </a:t>
            </a:r>
            <a:r>
              <a:rPr lang="en-US" sz="2200" dirty="0" err="1" smtClean="0">
                <a:latin typeface="Arial Black" pitchFamily="34" charset="0"/>
              </a:rPr>
              <a:t>Abi</a:t>
            </a:r>
            <a:r>
              <a:rPr lang="en-US" sz="2200" dirty="0" smtClean="0">
                <a:latin typeface="Arial Black" pitchFamily="34" charset="0"/>
              </a:rPr>
              <a:t> </a:t>
            </a:r>
            <a:r>
              <a:rPr lang="en-US" sz="2200" dirty="0" err="1" smtClean="0">
                <a:latin typeface="Arial Black" pitchFamily="34" charset="0"/>
              </a:rPr>
              <a:t>Thalib</a:t>
            </a:r>
            <a:r>
              <a:rPr lang="en-US" sz="2200" dirty="0" smtClean="0">
                <a:latin typeface="Arial Black" pitchFamily="34" charset="0"/>
              </a:rPr>
              <a:t>. </a:t>
            </a:r>
            <a:r>
              <a:rPr lang="en-US" sz="2200" dirty="0" smtClean="0"/>
              <a:t>These two people are allowed to write </a:t>
            </a:r>
            <a:r>
              <a:rPr lang="en-US" sz="2200" dirty="0" err="1" smtClean="0"/>
              <a:t>hadith</a:t>
            </a:r>
            <a:r>
              <a:rPr lang="en-US" sz="2200" dirty="0" smtClean="0"/>
              <a:t> by the Prophet because the Prophet knows that these two people will not get the sayings of the Prophet SAW (personal statements) mixed up with the </a:t>
            </a:r>
            <a:r>
              <a:rPr lang="en-US" sz="2200" dirty="0" err="1" smtClean="0"/>
              <a:t>Qur’anic</a:t>
            </a:r>
            <a:r>
              <a:rPr lang="en-US" sz="2200" dirty="0" smtClean="0"/>
              <a:t> Revelation.</a:t>
            </a:r>
          </a:p>
          <a:p>
            <a:pPr>
              <a:lnSpc>
                <a:spcPct val="90000"/>
              </a:lnSpc>
              <a:buFontTx/>
              <a:buNone/>
            </a:pPr>
            <a:endParaRPr lang="en-US" dirty="0" smtClean="0"/>
          </a:p>
          <a:p>
            <a:pPr>
              <a:lnSpc>
                <a:spcPct val="90000"/>
              </a:lnSpc>
              <a:buFontTx/>
              <a:buNone/>
            </a:pPr>
            <a:endParaRPr lang="en-US" dirty="0" smtClean="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cs typeface="Aharoni" pitchFamily="2" charset="-79"/>
              </a:rPr>
              <a:t>History of </a:t>
            </a:r>
            <a:r>
              <a:rPr lang="en-US" sz="4000" dirty="0" err="1">
                <a:solidFill>
                  <a:schemeClr val="tx2">
                    <a:tint val="100000"/>
                    <a:shade val="90000"/>
                    <a:satMod val="250000"/>
                    <a:alpha val="100000"/>
                  </a:schemeClr>
                </a:solidFill>
                <a:latin typeface="Arial Black" pitchFamily="34" charset="0"/>
                <a:cs typeface="Aharoni" pitchFamily="2" charset="-79"/>
              </a:rPr>
              <a:t>Hadith</a:t>
            </a:r>
            <a:r>
              <a:rPr lang="en-US" sz="4000" dirty="0">
                <a:solidFill>
                  <a:schemeClr val="tx2">
                    <a:tint val="100000"/>
                    <a:shade val="90000"/>
                    <a:satMod val="250000"/>
                    <a:alpha val="100000"/>
                  </a:schemeClr>
                </a:solidFill>
                <a:latin typeface="Arial Black" pitchFamily="34" charset="0"/>
                <a:cs typeface="Aharoni" pitchFamily="2" charset="-79"/>
              </a:rPr>
              <a:t> in the time of </a:t>
            </a:r>
            <a:r>
              <a:rPr lang="en-US" sz="4000" dirty="0" smtClean="0">
                <a:solidFill>
                  <a:schemeClr val="tx2">
                    <a:tint val="100000"/>
                    <a:shade val="90000"/>
                    <a:satMod val="250000"/>
                    <a:alpha val="100000"/>
                  </a:schemeClr>
                </a:solidFill>
                <a:latin typeface="Arial Black" pitchFamily="34" charset="0"/>
                <a:cs typeface="Aharoni" pitchFamily="2" charset="-79"/>
              </a:rPr>
              <a:t>Prophet</a:t>
            </a:r>
            <a:r>
              <a:rPr lang="en-US" sz="4000" dirty="0" smtClean="0">
                <a:solidFill>
                  <a:schemeClr val="tx2">
                    <a:tint val="100000"/>
                    <a:shade val="90000"/>
                    <a:satMod val="250000"/>
                    <a:alpha val="100000"/>
                  </a:schemeClr>
                </a:solidFill>
                <a:latin typeface="Arial Black" pitchFamily="34" charset="0"/>
              </a:rPr>
              <a:t> (</a:t>
            </a:r>
            <a:r>
              <a:rPr lang="ar-SA" sz="4000" dirty="0" smtClean="0">
                <a:solidFill>
                  <a:schemeClr val="tx2">
                    <a:tint val="100000"/>
                    <a:shade val="90000"/>
                    <a:satMod val="250000"/>
                    <a:alpha val="100000"/>
                  </a:schemeClr>
                </a:solidFill>
                <a:latin typeface="Arial Black" pitchFamily="34" charset="0"/>
                <a:cs typeface="Arial" pitchFamily="34" charset="0"/>
              </a:rPr>
              <a:t>صلى الله عليه وسلم</a:t>
            </a:r>
            <a:r>
              <a:rPr lang="en-US" sz="4000" dirty="0" smtClean="0">
                <a:solidFill>
                  <a:schemeClr val="tx2">
                    <a:tint val="100000"/>
                    <a:shade val="90000"/>
                    <a:satMod val="250000"/>
                    <a:alpha val="100000"/>
                  </a:schemeClr>
                </a:solidFill>
                <a:latin typeface="Arial Black" pitchFamily="34" charset="0"/>
              </a:rPr>
              <a:t>)-3</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2291" name="Rectangle 3"/>
          <p:cNvSpPr>
            <a:spLocks noGrp="1" noChangeArrowheads="1"/>
          </p:cNvSpPr>
          <p:nvPr>
            <p:ph type="body" idx="4294967295"/>
          </p:nvPr>
        </p:nvSpPr>
        <p:spPr>
          <a:xfrm>
            <a:off x="304800" y="1600200"/>
            <a:ext cx="8839200" cy="5257800"/>
          </a:xfrm>
        </p:spPr>
        <p:txBody>
          <a:bodyPr>
            <a:normAutofit/>
          </a:bodyPr>
          <a:lstStyle/>
          <a:p>
            <a:pPr fontAlgn="auto">
              <a:lnSpc>
                <a:spcPct val="90000"/>
              </a:lnSpc>
              <a:spcBef>
                <a:spcPts val="0"/>
              </a:spcBef>
              <a:spcAft>
                <a:spcPts val="0"/>
              </a:spcAft>
              <a:buFontTx/>
              <a:buNone/>
              <a:defRPr/>
            </a:pPr>
            <a:r>
              <a:rPr lang="en-US" sz="2400" dirty="0" smtClean="0"/>
              <a:t>At first the Prophet </a:t>
            </a:r>
            <a:r>
              <a:rPr lang="en-US" sz="2400" dirty="0" smtClean="0">
                <a:latin typeface="Islamicstudies"/>
              </a:rPr>
              <a:t>(</a:t>
            </a:r>
            <a:r>
              <a:rPr lang="ar-SA" sz="2400" dirty="0" smtClean="0">
                <a:latin typeface="Arabic Transparent" pitchFamily="34" charset="0"/>
                <a:cs typeface="Arial" pitchFamily="34" charset="0"/>
              </a:rPr>
              <a:t>صلى الله عليه وسلم</a:t>
            </a:r>
            <a:r>
              <a:rPr lang="en-US" sz="2400" dirty="0" smtClean="0">
                <a:latin typeface="Islamicstudies"/>
              </a:rPr>
              <a:t>) </a:t>
            </a:r>
            <a:r>
              <a:rPr lang="en-US" sz="2400" dirty="0" smtClean="0"/>
              <a:t>stopped his companions (</a:t>
            </a:r>
            <a:r>
              <a:rPr lang="en-US" sz="2400" dirty="0" err="1" smtClean="0"/>
              <a:t>RadiAllahu</a:t>
            </a:r>
            <a:r>
              <a:rPr lang="en-US" sz="2400" dirty="0" smtClean="0"/>
              <a:t> </a:t>
            </a:r>
            <a:r>
              <a:rPr lang="en-US" sz="2400" dirty="0" err="1" smtClean="0"/>
              <a:t>Tala</a:t>
            </a:r>
            <a:r>
              <a:rPr lang="en-US" sz="2400" dirty="0" smtClean="0"/>
              <a:t> </a:t>
            </a:r>
            <a:r>
              <a:rPr lang="en-US" sz="2400" dirty="0" err="1" smtClean="0"/>
              <a:t>Anhum</a:t>
            </a:r>
            <a:r>
              <a:rPr lang="en-US" sz="2400" dirty="0" smtClean="0"/>
              <a:t>) from writing down </a:t>
            </a:r>
            <a:r>
              <a:rPr lang="en-US" sz="2400" dirty="0" err="1" smtClean="0"/>
              <a:t>hadiths</a:t>
            </a:r>
            <a:r>
              <a:rPr lang="en-US" sz="2400" dirty="0" smtClean="0"/>
              <a:t>, then afterwards this was permitted:</a:t>
            </a:r>
            <a:br>
              <a:rPr lang="en-US" sz="2400" dirty="0" smtClean="0"/>
            </a:br>
            <a:r>
              <a:rPr lang="en-US" sz="2400" dirty="0" smtClean="0"/>
              <a:t>Prophet of Allah (</a:t>
            </a:r>
            <a:r>
              <a:rPr lang="en-US" sz="2400" dirty="0" err="1" smtClean="0"/>
              <a:t>SallAllah</a:t>
            </a:r>
            <a:r>
              <a:rPr lang="en-US" sz="2400" dirty="0" smtClean="0"/>
              <a:t>-u-</a:t>
            </a:r>
            <a:r>
              <a:rPr lang="en-US" sz="2400" dirty="0" err="1" smtClean="0"/>
              <a:t>Alaihi</a:t>
            </a:r>
            <a:r>
              <a:rPr lang="en-US" sz="2400" dirty="0" smtClean="0"/>
              <a:t>-</a:t>
            </a:r>
            <a:r>
              <a:rPr lang="en-US" sz="2400" dirty="0" err="1" smtClean="0"/>
              <a:t>wa</a:t>
            </a:r>
            <a:r>
              <a:rPr lang="en-US" sz="2400" dirty="0" smtClean="0"/>
              <a:t>-</a:t>
            </a:r>
            <a:r>
              <a:rPr lang="en-US" sz="2400" dirty="0" err="1" smtClean="0"/>
              <a:t>Sallam</a:t>
            </a:r>
            <a:r>
              <a:rPr lang="en-US" sz="2400" dirty="0" smtClean="0"/>
              <a:t>) said to Abdullah bin </a:t>
            </a:r>
            <a:r>
              <a:rPr lang="en-US" sz="2400" dirty="0" err="1" smtClean="0"/>
              <a:t>Amr</a:t>
            </a:r>
            <a:r>
              <a:rPr lang="en-US" sz="2400" dirty="0" smtClean="0"/>
              <a:t> (</a:t>
            </a:r>
            <a:r>
              <a:rPr lang="en-US" sz="2400" dirty="0" err="1" smtClean="0"/>
              <a:t>RadiAllahu</a:t>
            </a:r>
            <a:r>
              <a:rPr lang="en-US" sz="2400" dirty="0" smtClean="0"/>
              <a:t> </a:t>
            </a:r>
            <a:r>
              <a:rPr lang="en-US" sz="2400" dirty="0" err="1" smtClean="0"/>
              <a:t>Tala</a:t>
            </a:r>
            <a:r>
              <a:rPr lang="en-US" sz="2400" dirty="0" smtClean="0"/>
              <a:t> </a:t>
            </a:r>
            <a:r>
              <a:rPr lang="en-US" sz="2400" dirty="0" err="1" smtClean="0"/>
              <a:t>Anho</a:t>
            </a:r>
            <a:r>
              <a:rPr lang="en-US" sz="2400" dirty="0" smtClean="0"/>
              <a:t>): </a:t>
            </a:r>
            <a:r>
              <a:rPr lang="en-US" sz="2400" b="1" dirty="0" smtClean="0"/>
              <a:t>Write </a:t>
            </a:r>
            <a:r>
              <a:rPr lang="en-US" sz="2400" b="1" dirty="0" err="1" smtClean="0"/>
              <a:t>hadiths</a:t>
            </a:r>
            <a:r>
              <a:rPr lang="en-US" sz="2400" b="1" dirty="0" smtClean="0"/>
              <a:t>, I swear by Him who holds my life in His hand, from this mouth nothing but the truth comes out.</a:t>
            </a:r>
            <a:r>
              <a:rPr lang="en-US" sz="2400" dirty="0" smtClean="0"/>
              <a:t> [Abu </a:t>
            </a:r>
            <a:r>
              <a:rPr lang="en-US" sz="2400" dirty="0" err="1" smtClean="0"/>
              <a:t>Dawood</a:t>
            </a:r>
            <a:r>
              <a:rPr lang="en-US" sz="2400" dirty="0" smtClean="0"/>
              <a:t>, volume 1, pg 158: </a:t>
            </a:r>
            <a:r>
              <a:rPr lang="en-US" sz="2400" dirty="0" err="1" smtClean="0"/>
              <a:t>Sanad</a:t>
            </a:r>
            <a:r>
              <a:rPr lang="en-US" sz="2400" dirty="0" smtClean="0"/>
              <a:t> is </a:t>
            </a:r>
            <a:r>
              <a:rPr lang="en-US" sz="2400" dirty="0" err="1" smtClean="0"/>
              <a:t>Sahih</a:t>
            </a:r>
            <a:r>
              <a:rPr lang="en-US" sz="2400" dirty="0" smtClean="0"/>
              <a:t>]</a:t>
            </a:r>
          </a:p>
          <a:p>
            <a:pPr fontAlgn="auto">
              <a:spcBef>
                <a:spcPts val="0"/>
              </a:spcBef>
              <a:spcAft>
                <a:spcPts val="0"/>
              </a:spcAft>
              <a:buFont typeface="Wingdings 2"/>
              <a:buChar char=""/>
              <a:defRPr/>
            </a:pPr>
            <a:r>
              <a:rPr lang="en-US" sz="2400" dirty="0" smtClean="0"/>
              <a:t>Abdullah bin </a:t>
            </a:r>
            <a:r>
              <a:rPr lang="en-US" sz="2400" dirty="0" err="1" smtClean="0"/>
              <a:t>Amr</a:t>
            </a:r>
            <a:r>
              <a:rPr lang="en-US" sz="2400" dirty="0" smtClean="0"/>
              <a:t> </a:t>
            </a:r>
            <a:r>
              <a:rPr lang="ar-SA" sz="2400" dirty="0" smtClean="0">
                <a:latin typeface="Arial" pitchFamily="34" charset="0"/>
                <a:cs typeface="Arial" pitchFamily="34" charset="0"/>
              </a:rPr>
              <a:t>(رضي الله عنه)</a:t>
            </a:r>
            <a:r>
              <a:rPr lang="en-US" sz="2400" dirty="0" smtClean="0"/>
              <a:t> says: We were seated near prophet of Allah </a:t>
            </a:r>
            <a:r>
              <a:rPr lang="en-US" sz="2400" dirty="0" smtClean="0">
                <a:latin typeface="Islamicstudies"/>
              </a:rPr>
              <a:t>(</a:t>
            </a:r>
            <a:r>
              <a:rPr lang="ar-SA" sz="2400" dirty="0" smtClean="0">
                <a:latin typeface="Arabic Transparent" pitchFamily="34" charset="0"/>
                <a:cs typeface="Arial" pitchFamily="34" charset="0"/>
              </a:rPr>
              <a:t>صلى الله عليه وسلم</a:t>
            </a:r>
            <a:r>
              <a:rPr lang="en-US" sz="2400" dirty="0" smtClean="0">
                <a:latin typeface="Islamicstudies"/>
              </a:rPr>
              <a:t>) </a:t>
            </a:r>
            <a:r>
              <a:rPr lang="en-US" sz="2400" dirty="0" smtClean="0"/>
              <a:t>and were writing, in this manner was asked: He said: </a:t>
            </a:r>
            <a:r>
              <a:rPr lang="en-US" sz="2400" b="1" dirty="0" err="1" smtClean="0"/>
              <a:t>Hercule's</a:t>
            </a:r>
            <a:r>
              <a:rPr lang="en-US" sz="2400" b="1" dirty="0" smtClean="0"/>
              <a:t> city will be conquered first.</a:t>
            </a:r>
            <a:r>
              <a:rPr lang="en-US" sz="2400" dirty="0" smtClean="0"/>
              <a:t> [</a:t>
            </a:r>
            <a:r>
              <a:rPr lang="en-US" sz="2400" dirty="0" err="1" smtClean="0"/>
              <a:t>Darmi</a:t>
            </a:r>
            <a:r>
              <a:rPr lang="en-US" sz="2400" dirty="0" smtClean="0"/>
              <a:t>, p. 126: </a:t>
            </a:r>
            <a:r>
              <a:rPr lang="en-US" sz="2400" dirty="0" err="1" smtClean="0"/>
              <a:t>Sanad</a:t>
            </a:r>
            <a:r>
              <a:rPr lang="en-US" sz="2400" dirty="0" smtClean="0"/>
              <a:t> is </a:t>
            </a:r>
            <a:r>
              <a:rPr lang="en-US" sz="2400" dirty="0" err="1" smtClean="0"/>
              <a:t>Sahih</a:t>
            </a:r>
            <a:r>
              <a:rPr lang="en-US" sz="2400" dirty="0" smtClean="0"/>
              <a:t>]</a:t>
            </a:r>
          </a:p>
          <a:p>
            <a:pPr marL="0" indent="0" fontAlgn="auto">
              <a:spcBef>
                <a:spcPts val="0"/>
              </a:spcBef>
              <a:spcAft>
                <a:spcPts val="0"/>
              </a:spcAft>
              <a:buNone/>
              <a:defRPr/>
            </a:pPr>
            <a:r>
              <a:rPr lang="en-US" sz="2400" dirty="0" smtClean="0"/>
              <a:t/>
            </a:r>
            <a:br>
              <a:rPr lang="en-US" sz="2400" dirty="0" smtClean="0"/>
            </a:br>
            <a:endParaRPr lang="en-US" sz="2400" dirty="0" smtClean="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cs typeface="Aharoni" pitchFamily="2" charset="-79"/>
              </a:rPr>
              <a:t>History of </a:t>
            </a:r>
            <a:r>
              <a:rPr lang="en-US" sz="4000" dirty="0" err="1">
                <a:solidFill>
                  <a:schemeClr val="tx2">
                    <a:tint val="100000"/>
                    <a:shade val="90000"/>
                    <a:satMod val="250000"/>
                    <a:alpha val="100000"/>
                  </a:schemeClr>
                </a:solidFill>
                <a:latin typeface="Arial Black" pitchFamily="34" charset="0"/>
                <a:cs typeface="Aharoni" pitchFamily="2" charset="-79"/>
              </a:rPr>
              <a:t>Hadith</a:t>
            </a:r>
            <a:r>
              <a:rPr lang="en-US" sz="4000" dirty="0">
                <a:solidFill>
                  <a:schemeClr val="tx2">
                    <a:tint val="100000"/>
                    <a:shade val="90000"/>
                    <a:satMod val="250000"/>
                    <a:alpha val="100000"/>
                  </a:schemeClr>
                </a:solidFill>
                <a:latin typeface="Arial Black" pitchFamily="34" charset="0"/>
                <a:cs typeface="Aharoni" pitchFamily="2" charset="-79"/>
              </a:rPr>
              <a:t> in the time of </a:t>
            </a:r>
            <a:r>
              <a:rPr lang="en-US" sz="4000" dirty="0" smtClean="0">
                <a:solidFill>
                  <a:schemeClr val="tx2">
                    <a:tint val="100000"/>
                    <a:shade val="90000"/>
                    <a:satMod val="250000"/>
                    <a:alpha val="100000"/>
                  </a:schemeClr>
                </a:solidFill>
                <a:latin typeface="Arial Black" pitchFamily="34" charset="0"/>
                <a:cs typeface="Aharoni" pitchFamily="2" charset="-79"/>
              </a:rPr>
              <a:t>Prophet</a:t>
            </a:r>
            <a:r>
              <a:rPr lang="en-US" sz="4000" dirty="0" smtClean="0">
                <a:solidFill>
                  <a:schemeClr val="tx2">
                    <a:tint val="100000"/>
                    <a:shade val="90000"/>
                    <a:satMod val="250000"/>
                    <a:alpha val="100000"/>
                  </a:schemeClr>
                </a:solidFill>
                <a:latin typeface="Arial Black" pitchFamily="34" charset="0"/>
              </a:rPr>
              <a:t> (</a:t>
            </a:r>
            <a:r>
              <a:rPr lang="ar-SA" sz="4000" dirty="0" smtClean="0">
                <a:solidFill>
                  <a:schemeClr val="tx2">
                    <a:tint val="100000"/>
                    <a:shade val="90000"/>
                    <a:satMod val="250000"/>
                    <a:alpha val="100000"/>
                  </a:schemeClr>
                </a:solidFill>
                <a:latin typeface="Arial Black" pitchFamily="34" charset="0"/>
                <a:cs typeface="Arial" pitchFamily="34" charset="0"/>
              </a:rPr>
              <a:t>صلى الله عليه وسلم</a:t>
            </a:r>
            <a:r>
              <a:rPr lang="en-US" sz="4000" dirty="0" smtClean="0">
                <a:solidFill>
                  <a:schemeClr val="tx2">
                    <a:tint val="100000"/>
                    <a:shade val="90000"/>
                    <a:satMod val="250000"/>
                    <a:alpha val="100000"/>
                  </a:schemeClr>
                </a:solidFill>
                <a:latin typeface="Arial Black" pitchFamily="34" charset="0"/>
              </a:rPr>
              <a:t>)-4</a:t>
            </a:r>
            <a:endParaRPr lang="en-US" sz="4000" dirty="0">
              <a:solidFill>
                <a:schemeClr val="tx2">
                  <a:tint val="100000"/>
                  <a:shade val="90000"/>
                  <a:satMod val="250000"/>
                  <a:alpha val="100000"/>
                </a:schemeClr>
              </a:solidFill>
              <a:latin typeface="Arial Black" pitchFamily="34" charset="0"/>
              <a:cs typeface="Aharoni" pitchFamily="2" charset="-79"/>
            </a:endParaRPr>
          </a:p>
        </p:txBody>
      </p:sp>
      <p:sp>
        <p:nvSpPr>
          <p:cNvPr id="13315" name="Rectangle 3"/>
          <p:cNvSpPr>
            <a:spLocks noGrp="1" noChangeArrowheads="1"/>
          </p:cNvSpPr>
          <p:nvPr>
            <p:ph type="body" idx="4294967295"/>
          </p:nvPr>
        </p:nvSpPr>
        <p:spPr>
          <a:xfrm>
            <a:off x="304800" y="1600200"/>
            <a:ext cx="8686800" cy="5257800"/>
          </a:xfrm>
        </p:spPr>
        <p:txBody>
          <a:bodyPr>
            <a:normAutofit/>
          </a:bodyPr>
          <a:lstStyle/>
          <a:p>
            <a:pPr fontAlgn="auto">
              <a:lnSpc>
                <a:spcPct val="90000"/>
              </a:lnSpc>
              <a:spcBef>
                <a:spcPts val="0"/>
              </a:spcBef>
              <a:spcAft>
                <a:spcPts val="0"/>
              </a:spcAft>
              <a:buFontTx/>
              <a:buNone/>
              <a:defRPr/>
            </a:pPr>
            <a:r>
              <a:rPr lang="en-US" sz="2400" dirty="0" smtClean="0"/>
              <a:t>Prophet </a:t>
            </a:r>
            <a:r>
              <a:rPr lang="en-US" sz="2400" dirty="0" smtClean="0">
                <a:latin typeface="Islamicstudies"/>
              </a:rPr>
              <a:t>(</a:t>
            </a:r>
            <a:r>
              <a:rPr lang="ar-SA" sz="2400" dirty="0" smtClean="0">
                <a:latin typeface="Arabic Transparent" pitchFamily="34" charset="0"/>
                <a:cs typeface="Arial" pitchFamily="34" charset="0"/>
              </a:rPr>
              <a:t>صلى الله عليه وسلم</a:t>
            </a:r>
            <a:r>
              <a:rPr lang="en-US" sz="2400" dirty="0" smtClean="0">
                <a:latin typeface="Islamicstudies"/>
              </a:rPr>
              <a:t>) </a:t>
            </a:r>
            <a:r>
              <a:rPr lang="en-US" sz="2400" dirty="0" smtClean="0"/>
              <a:t>said: </a:t>
            </a:r>
            <a:r>
              <a:rPr lang="en-US" sz="2400" b="1" dirty="0" smtClean="0"/>
              <a:t>Write this </a:t>
            </a:r>
            <a:r>
              <a:rPr lang="en-US" sz="2400" b="1" dirty="0" err="1" smtClean="0"/>
              <a:t>hadith</a:t>
            </a:r>
            <a:r>
              <a:rPr lang="en-US" sz="2400" b="1" dirty="0" smtClean="0"/>
              <a:t> and give it to Abu shah (</a:t>
            </a:r>
            <a:r>
              <a:rPr lang="ar-SA" sz="2400" dirty="0" smtClean="0">
                <a:latin typeface="Arial" pitchFamily="34" charset="0"/>
                <a:cs typeface="Arial" pitchFamily="34" charset="0"/>
              </a:rPr>
              <a:t>رضي الله عنه</a:t>
            </a:r>
            <a:r>
              <a:rPr lang="en-US" sz="2400" b="1" dirty="0" smtClean="0"/>
              <a:t>)</a:t>
            </a:r>
            <a:r>
              <a:rPr lang="en-US" sz="2400" dirty="0" smtClean="0"/>
              <a:t>.... [</a:t>
            </a:r>
            <a:r>
              <a:rPr lang="en-US" sz="2400" dirty="0" err="1" smtClean="0"/>
              <a:t>Sahih</a:t>
            </a:r>
            <a:r>
              <a:rPr lang="en-US" sz="2400" dirty="0" smtClean="0"/>
              <a:t> </a:t>
            </a:r>
            <a:r>
              <a:rPr lang="en-US" sz="2400" dirty="0" err="1" smtClean="0"/>
              <a:t>Bukhari</a:t>
            </a:r>
            <a:r>
              <a:rPr lang="en-US" sz="2400" dirty="0" smtClean="0"/>
              <a:t> &amp; </a:t>
            </a:r>
            <a:r>
              <a:rPr lang="en-US" sz="2400" dirty="0" err="1" smtClean="0"/>
              <a:t>Sahih</a:t>
            </a:r>
            <a:r>
              <a:rPr lang="en-US" sz="2400" dirty="0" smtClean="0"/>
              <a:t> Muslim]</a:t>
            </a:r>
            <a:br>
              <a:rPr lang="en-US" sz="2400" dirty="0" smtClean="0"/>
            </a:br>
            <a:r>
              <a:rPr lang="en-US" sz="2400" dirty="0" smtClean="0"/>
              <a:t/>
            </a:r>
            <a:br>
              <a:rPr lang="en-US" sz="2400" dirty="0" smtClean="0"/>
            </a:br>
            <a:r>
              <a:rPr lang="en-US" sz="2400" dirty="0" smtClean="0"/>
              <a:t>Ali (</a:t>
            </a:r>
            <a:r>
              <a:rPr lang="ar-SA" sz="2400" dirty="0" smtClean="0">
                <a:latin typeface="Arial" pitchFamily="34" charset="0"/>
                <a:cs typeface="Arial" pitchFamily="34" charset="0"/>
              </a:rPr>
              <a:t>رضي الله عنه</a:t>
            </a:r>
            <a:r>
              <a:rPr lang="en-US" sz="2400" dirty="0" smtClean="0"/>
              <a:t>) says: We don't have anything but </a:t>
            </a:r>
            <a:r>
              <a:rPr lang="en-US" sz="2400" dirty="0" err="1" smtClean="0"/>
              <a:t>Kitab</a:t>
            </a:r>
            <a:r>
              <a:rPr lang="en-US" sz="2400" dirty="0" smtClean="0"/>
              <a:t> Allah and the scriptures in which are </a:t>
            </a:r>
            <a:r>
              <a:rPr lang="en-US" sz="2400" dirty="0" err="1" smtClean="0"/>
              <a:t>Hadiths</a:t>
            </a:r>
            <a:r>
              <a:rPr lang="en-US" sz="2400" dirty="0" smtClean="0"/>
              <a:t> of Prophet of Allah (</a:t>
            </a:r>
            <a:r>
              <a:rPr lang="en-US" sz="2400" dirty="0" err="1" smtClean="0"/>
              <a:t>SallAllah</a:t>
            </a:r>
            <a:r>
              <a:rPr lang="en-US" sz="2400" dirty="0" smtClean="0"/>
              <a:t>-u-</a:t>
            </a:r>
            <a:r>
              <a:rPr lang="en-US" sz="2400" dirty="0" err="1" smtClean="0"/>
              <a:t>Alaihi</a:t>
            </a:r>
            <a:r>
              <a:rPr lang="en-US" sz="2400" dirty="0" smtClean="0"/>
              <a:t>-</a:t>
            </a:r>
            <a:r>
              <a:rPr lang="en-US" sz="2400" dirty="0" err="1" smtClean="0"/>
              <a:t>wa</a:t>
            </a:r>
            <a:r>
              <a:rPr lang="en-US" sz="2400" dirty="0" smtClean="0"/>
              <a:t>-</a:t>
            </a:r>
            <a:r>
              <a:rPr lang="en-US" sz="2400" dirty="0" err="1" smtClean="0"/>
              <a:t>Sallam</a:t>
            </a:r>
            <a:r>
              <a:rPr lang="en-US" sz="2400" dirty="0" smtClean="0"/>
              <a:t>). [</a:t>
            </a:r>
            <a:r>
              <a:rPr lang="en-US" sz="2400" dirty="0" err="1" smtClean="0"/>
              <a:t>Sahih</a:t>
            </a:r>
            <a:r>
              <a:rPr lang="en-US" sz="2400" dirty="0" smtClean="0"/>
              <a:t> </a:t>
            </a:r>
            <a:r>
              <a:rPr lang="en-US" sz="2400" dirty="0" err="1" smtClean="0"/>
              <a:t>Bukhari</a:t>
            </a:r>
            <a:r>
              <a:rPr lang="en-US" sz="2400" dirty="0" smtClean="0"/>
              <a:t> &amp; </a:t>
            </a:r>
            <a:r>
              <a:rPr lang="en-US" sz="2400" dirty="0" err="1" smtClean="0"/>
              <a:t>Sahih</a:t>
            </a:r>
            <a:r>
              <a:rPr lang="en-US" sz="2400" dirty="0" smtClean="0"/>
              <a:t> Muslim]</a:t>
            </a:r>
            <a:br>
              <a:rPr lang="en-US" sz="2400" dirty="0" smtClean="0"/>
            </a:br>
            <a:r>
              <a:rPr lang="en-US" sz="2400" dirty="0" smtClean="0"/>
              <a:t>Abu </a:t>
            </a:r>
            <a:r>
              <a:rPr lang="en-US" sz="2400" dirty="0" err="1" smtClean="0"/>
              <a:t>Huraira</a:t>
            </a:r>
            <a:r>
              <a:rPr lang="en-US" sz="2400" dirty="0" smtClean="0"/>
              <a:t> (</a:t>
            </a:r>
            <a:r>
              <a:rPr lang="ar-SA" sz="2400" dirty="0" smtClean="0">
                <a:latin typeface="Arial" pitchFamily="34" charset="0"/>
                <a:cs typeface="Arial" pitchFamily="34" charset="0"/>
              </a:rPr>
              <a:t>رضي الله عنه</a:t>
            </a:r>
            <a:r>
              <a:rPr lang="en-US" sz="2400" dirty="0" smtClean="0"/>
              <a:t>) says: Amongst the </a:t>
            </a:r>
            <a:r>
              <a:rPr lang="en-US" sz="2400" dirty="0" err="1" smtClean="0"/>
              <a:t>Sahaba</a:t>
            </a:r>
            <a:r>
              <a:rPr lang="en-US" sz="2400" dirty="0" smtClean="0"/>
              <a:t> (</a:t>
            </a:r>
            <a:r>
              <a:rPr lang="ar-SA" sz="2400" dirty="0" smtClean="0">
                <a:latin typeface="Arial" pitchFamily="34" charset="0"/>
                <a:cs typeface="Arial" pitchFamily="34" charset="0"/>
              </a:rPr>
              <a:t>رضي الله عنهم</a:t>
            </a:r>
            <a:r>
              <a:rPr lang="en-US" sz="2400" dirty="0" smtClean="0"/>
              <a:t>) no one narrates </a:t>
            </a:r>
            <a:r>
              <a:rPr lang="en-US" sz="2400" dirty="0" err="1" smtClean="0"/>
              <a:t>hadiths</a:t>
            </a:r>
            <a:r>
              <a:rPr lang="en-US" sz="2400" dirty="0" smtClean="0"/>
              <a:t> more than I do save Abdullah bin </a:t>
            </a:r>
            <a:r>
              <a:rPr lang="en-US" sz="2400" dirty="0" err="1" smtClean="0"/>
              <a:t>Amr</a:t>
            </a:r>
            <a:r>
              <a:rPr lang="en-US" sz="2400" dirty="0" smtClean="0"/>
              <a:t> (</a:t>
            </a:r>
            <a:r>
              <a:rPr lang="ar-SA" sz="2400" dirty="0" smtClean="0">
                <a:latin typeface="Arial" pitchFamily="34" charset="0"/>
                <a:cs typeface="Arial" pitchFamily="34" charset="0"/>
              </a:rPr>
              <a:t>رضي الله عنه</a:t>
            </a:r>
            <a:r>
              <a:rPr lang="en-US" sz="2400" dirty="0" smtClean="0"/>
              <a:t>), because he used to write them and I didn't. [</a:t>
            </a:r>
            <a:r>
              <a:rPr lang="en-US" sz="2400" dirty="0" err="1" smtClean="0"/>
              <a:t>Sahih</a:t>
            </a:r>
            <a:r>
              <a:rPr lang="en-US" sz="2400" dirty="0" smtClean="0"/>
              <a:t> </a:t>
            </a:r>
            <a:r>
              <a:rPr lang="en-US" sz="2400" dirty="0" err="1" smtClean="0"/>
              <a:t>Bukhari</a:t>
            </a:r>
            <a:r>
              <a:rPr lang="en-US" sz="2400" dirty="0" smtClean="0"/>
              <a:t>]</a:t>
            </a:r>
            <a:br>
              <a:rPr lang="en-US" sz="2400" dirty="0" smtClean="0"/>
            </a:br>
            <a:r>
              <a:rPr lang="en-US" sz="2400" dirty="0" err="1" smtClean="0"/>
              <a:t>Anas</a:t>
            </a:r>
            <a:r>
              <a:rPr lang="en-US" sz="2400" dirty="0" smtClean="0"/>
              <a:t> (</a:t>
            </a:r>
            <a:r>
              <a:rPr lang="ar-SA" sz="2400" dirty="0" smtClean="0">
                <a:latin typeface="Arial" pitchFamily="34" charset="0"/>
                <a:cs typeface="Arial" pitchFamily="34" charset="0"/>
              </a:rPr>
              <a:t>رضي الله عنه</a:t>
            </a:r>
            <a:r>
              <a:rPr lang="en-US" sz="2400" dirty="0" smtClean="0"/>
              <a:t>) heard a </a:t>
            </a:r>
            <a:r>
              <a:rPr lang="en-US" sz="2400" dirty="0" err="1" smtClean="0"/>
              <a:t>hadith</a:t>
            </a:r>
            <a:r>
              <a:rPr lang="en-US" sz="2400" dirty="0" smtClean="0"/>
              <a:t> and liked it so much, he told his son to write it and he wrote it. </a:t>
            </a:r>
            <a:br>
              <a:rPr lang="en-US" sz="2400" dirty="0" smtClean="0"/>
            </a:br>
            <a:r>
              <a:rPr lang="en-US" sz="2400" dirty="0" smtClean="0"/>
              <a:t>[</a:t>
            </a:r>
            <a:r>
              <a:rPr lang="en-US" sz="2400" dirty="0" err="1" smtClean="0"/>
              <a:t>Sahih</a:t>
            </a:r>
            <a:r>
              <a:rPr lang="en-US" sz="2400" dirty="0" smtClean="0"/>
              <a:t> Muslim, </a:t>
            </a:r>
            <a:r>
              <a:rPr lang="en-US" sz="2400" dirty="0" err="1" smtClean="0"/>
              <a:t>Kitab</a:t>
            </a:r>
            <a:r>
              <a:rPr lang="en-US" sz="2400" dirty="0" smtClean="0"/>
              <a:t> </a:t>
            </a:r>
            <a:r>
              <a:rPr lang="en-US" sz="2400" dirty="0" err="1" smtClean="0"/>
              <a:t>ul</a:t>
            </a:r>
            <a:r>
              <a:rPr lang="en-US" sz="2400" dirty="0" smtClean="0"/>
              <a:t> </a:t>
            </a:r>
            <a:r>
              <a:rPr lang="en-US" sz="2400" dirty="0" err="1" smtClean="0"/>
              <a:t>Iman</a:t>
            </a:r>
            <a:r>
              <a:rPr lang="en-US" sz="2400" dirty="0" smtClean="0"/>
              <a:t>]</a:t>
            </a:r>
            <a:br>
              <a:rPr lang="en-US" sz="2400" dirty="0" smtClean="0"/>
            </a:br>
            <a:endParaRPr lang="en-US" sz="2400" dirty="0"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304800" y="304800"/>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rPr>
              <a:t>History of </a:t>
            </a:r>
            <a:r>
              <a:rPr lang="en-US" sz="4000" dirty="0" err="1">
                <a:solidFill>
                  <a:schemeClr val="tx2">
                    <a:tint val="100000"/>
                    <a:shade val="90000"/>
                    <a:satMod val="250000"/>
                    <a:alpha val="100000"/>
                  </a:schemeClr>
                </a:solidFill>
                <a:latin typeface="Arial Black" pitchFamily="34" charset="0"/>
              </a:rPr>
              <a:t>Hadith</a:t>
            </a:r>
            <a:r>
              <a:rPr lang="en-US" sz="4000" dirty="0">
                <a:solidFill>
                  <a:schemeClr val="tx2">
                    <a:tint val="100000"/>
                    <a:shade val="90000"/>
                    <a:satMod val="250000"/>
                    <a:alpha val="100000"/>
                  </a:schemeClr>
                </a:solidFill>
                <a:latin typeface="Arial Black" pitchFamily="34" charset="0"/>
              </a:rPr>
              <a:t> in the time of </a:t>
            </a:r>
            <a:r>
              <a:rPr lang="en-US" sz="4000" dirty="0" smtClean="0">
                <a:solidFill>
                  <a:schemeClr val="tx2">
                    <a:tint val="100000"/>
                    <a:shade val="90000"/>
                    <a:satMod val="250000"/>
                    <a:alpha val="100000"/>
                  </a:schemeClr>
                </a:solidFill>
                <a:latin typeface="Arial Black" pitchFamily="34" charset="0"/>
              </a:rPr>
              <a:t>Companions </a:t>
            </a:r>
            <a:r>
              <a:rPr lang="ar-SA" sz="4000" dirty="0" smtClean="0">
                <a:solidFill>
                  <a:schemeClr val="tx2">
                    <a:tint val="100000"/>
                    <a:shade val="90000"/>
                    <a:satMod val="250000"/>
                    <a:alpha val="100000"/>
                  </a:schemeClr>
                </a:solidFill>
                <a:latin typeface="Arial" pitchFamily="34" charset="0"/>
                <a:cs typeface="Arial" pitchFamily="34" charset="0"/>
              </a:rPr>
              <a:t>رضي الله عنهم</a:t>
            </a:r>
            <a:r>
              <a:rPr lang="en-US" sz="4000" dirty="0" smtClean="0">
                <a:solidFill>
                  <a:schemeClr val="tx2">
                    <a:tint val="100000"/>
                    <a:shade val="90000"/>
                    <a:satMod val="250000"/>
                    <a:alpha val="100000"/>
                  </a:schemeClr>
                </a:solidFill>
                <a:latin typeface="Arial" pitchFamily="34" charset="0"/>
                <a:cs typeface="Arial" pitchFamily="34" charset="0"/>
              </a:rPr>
              <a:t>-1</a:t>
            </a:r>
            <a:endParaRPr lang="en-US" sz="4000" dirty="0">
              <a:solidFill>
                <a:schemeClr val="tx2">
                  <a:tint val="100000"/>
                  <a:shade val="90000"/>
                  <a:satMod val="250000"/>
                  <a:alpha val="100000"/>
                </a:schemeClr>
              </a:solidFill>
              <a:latin typeface="Arial Black" pitchFamily="34" charset="0"/>
            </a:endParaRPr>
          </a:p>
        </p:txBody>
      </p:sp>
      <p:sp>
        <p:nvSpPr>
          <p:cNvPr id="19459" name="Rectangle 3"/>
          <p:cNvSpPr>
            <a:spLocks noGrp="1" noChangeArrowheads="1"/>
          </p:cNvSpPr>
          <p:nvPr>
            <p:ph type="body" idx="4294967295"/>
          </p:nvPr>
        </p:nvSpPr>
        <p:spPr>
          <a:xfrm>
            <a:off x="152400" y="1676400"/>
            <a:ext cx="8839200" cy="4724400"/>
          </a:xfrm>
        </p:spPr>
        <p:txBody>
          <a:bodyPr/>
          <a:lstStyle/>
          <a:p>
            <a:pPr>
              <a:buFont typeface="Wingdings 2" pitchFamily="18" charset="2"/>
              <a:buNone/>
            </a:pPr>
            <a:r>
              <a:rPr lang="en-US" sz="2800" smtClean="0"/>
              <a:t>From the above few authentic narrations from many, we can conclude that Hadiths were being written down since the time of the prophet (SallAllah-u-Alaihi-wa-Sallam). Companions have recorded: The narrator Hamad bin Salma says: I got this book from Anas (</a:t>
            </a:r>
            <a:r>
              <a:rPr lang="ar-SA" sz="2800" smtClean="0">
                <a:latin typeface="Arial" pitchFamily="34" charset="0"/>
                <a:cs typeface="Arial" pitchFamily="34" charset="0"/>
              </a:rPr>
              <a:t>رضي الله عنه</a:t>
            </a:r>
            <a:r>
              <a:rPr lang="en-US" sz="2800" smtClean="0"/>
              <a:t>)'s grandson Samama. </a:t>
            </a:r>
            <a:br>
              <a:rPr lang="en-US" sz="2800" smtClean="0"/>
            </a:br>
            <a:r>
              <a:rPr lang="en-US" sz="2000" smtClean="0"/>
              <a:t>[Nasai, kitab ul zakat]</a:t>
            </a:r>
            <a:r>
              <a:rPr lang="en-US" sz="2800" smtClean="0"/>
              <a:t/>
            </a:r>
            <a:br>
              <a:rPr lang="en-US" sz="2800" smtClean="0"/>
            </a:br>
            <a:r>
              <a:rPr lang="en-US" sz="2800" smtClean="0"/>
              <a:t>Imam Malik says: I read Omar (</a:t>
            </a:r>
            <a:r>
              <a:rPr lang="ar-SA" sz="2800" smtClean="0">
                <a:latin typeface="Arial" pitchFamily="34" charset="0"/>
                <a:cs typeface="Arial" pitchFamily="34" charset="0"/>
              </a:rPr>
              <a:t>رضي الله عنه</a:t>
            </a:r>
            <a:r>
              <a:rPr lang="en-US" sz="2800" smtClean="0"/>
              <a:t>) 's book</a:t>
            </a:r>
            <a:br>
              <a:rPr lang="en-US" sz="2800" smtClean="0"/>
            </a:br>
            <a:r>
              <a:rPr lang="en-US" sz="2000" smtClean="0"/>
              <a:t>[Muwatta Malik, pg 106]</a:t>
            </a:r>
            <a:endParaRPr lang="en-US" sz="2800" smtClean="0"/>
          </a:p>
          <a:p>
            <a:pPr>
              <a:buFont typeface="Wingdings 2" pitchFamily="18" charset="2"/>
              <a:buNone/>
            </a:pPr>
            <a:r>
              <a:rPr lang="en-US" sz="2800" smtClean="0"/>
              <a:t> From such scripts other famous hadiths books were compiled.</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274638"/>
            <a:ext cx="8610600" cy="1143000"/>
          </a:xfrm>
        </p:spPr>
        <p:txBody>
          <a:bodyPr/>
          <a:lstStyle/>
          <a:p>
            <a:pPr marL="54864" algn="ctr" fontAlgn="auto">
              <a:spcAft>
                <a:spcPts val="0"/>
              </a:spcAft>
              <a:defRPr/>
            </a:pPr>
            <a:r>
              <a:rPr lang="en-US" sz="3200" dirty="0" smtClean="0">
                <a:solidFill>
                  <a:schemeClr val="tx2">
                    <a:tint val="100000"/>
                    <a:shade val="90000"/>
                    <a:satMod val="250000"/>
                    <a:alpha val="100000"/>
                  </a:schemeClr>
                </a:solidFill>
                <a:latin typeface="Arial Black" pitchFamily="34" charset="0"/>
              </a:rPr>
              <a:t>Compilation of </a:t>
            </a:r>
            <a:r>
              <a:rPr lang="en-US" sz="3200" dirty="0" err="1">
                <a:solidFill>
                  <a:schemeClr val="tx2">
                    <a:tint val="100000"/>
                    <a:shade val="90000"/>
                    <a:satMod val="250000"/>
                    <a:alpha val="100000"/>
                  </a:schemeClr>
                </a:solidFill>
                <a:latin typeface="Arial Black" pitchFamily="34" charset="0"/>
              </a:rPr>
              <a:t>Hadith</a:t>
            </a:r>
            <a:r>
              <a:rPr lang="en-US" sz="3200" dirty="0">
                <a:solidFill>
                  <a:schemeClr val="tx2">
                    <a:tint val="100000"/>
                    <a:shade val="90000"/>
                    <a:satMod val="250000"/>
                    <a:alpha val="100000"/>
                  </a:schemeClr>
                </a:solidFill>
                <a:latin typeface="Arial Black" pitchFamily="34" charset="0"/>
              </a:rPr>
              <a:t> in the time of </a:t>
            </a:r>
            <a:r>
              <a:rPr lang="en-US" sz="3200" dirty="0" smtClean="0">
                <a:solidFill>
                  <a:schemeClr val="tx2">
                    <a:tint val="100000"/>
                    <a:shade val="90000"/>
                    <a:satMod val="250000"/>
                    <a:alpha val="100000"/>
                  </a:schemeClr>
                </a:solidFill>
                <a:latin typeface="Arial Black" pitchFamily="34" charset="0"/>
              </a:rPr>
              <a:t>Companions </a:t>
            </a:r>
            <a:r>
              <a:rPr lang="ar-SA" sz="3200" dirty="0" smtClean="0">
                <a:solidFill>
                  <a:schemeClr val="tx2">
                    <a:tint val="100000"/>
                    <a:shade val="90000"/>
                    <a:satMod val="250000"/>
                    <a:alpha val="100000"/>
                  </a:schemeClr>
                </a:solidFill>
                <a:latin typeface="Arial" pitchFamily="34" charset="0"/>
                <a:cs typeface="Arial" pitchFamily="34" charset="0"/>
              </a:rPr>
              <a:t>رضي الله عنهم</a:t>
            </a:r>
            <a:r>
              <a:rPr lang="en-US" sz="3200" dirty="0" smtClean="0">
                <a:solidFill>
                  <a:schemeClr val="tx2">
                    <a:tint val="100000"/>
                    <a:shade val="90000"/>
                    <a:satMod val="250000"/>
                    <a:alpha val="100000"/>
                  </a:schemeClr>
                </a:solidFill>
                <a:latin typeface="Arial" pitchFamily="34" charset="0"/>
                <a:cs typeface="Arial" pitchFamily="34" charset="0"/>
              </a:rPr>
              <a:t>-2</a:t>
            </a:r>
            <a:endParaRPr lang="en-US" sz="3200" dirty="0">
              <a:solidFill>
                <a:schemeClr val="tx2">
                  <a:tint val="100000"/>
                  <a:shade val="90000"/>
                  <a:satMod val="250000"/>
                  <a:alpha val="100000"/>
                </a:schemeClr>
              </a:solidFill>
              <a:latin typeface="Arial Black" pitchFamily="34" charset="0"/>
            </a:endParaRPr>
          </a:p>
        </p:txBody>
      </p:sp>
      <p:sp>
        <p:nvSpPr>
          <p:cNvPr id="15363" name="Rectangle 3"/>
          <p:cNvSpPr>
            <a:spLocks noGrp="1" noChangeArrowheads="1"/>
          </p:cNvSpPr>
          <p:nvPr>
            <p:ph type="body" idx="4294967295"/>
          </p:nvPr>
        </p:nvSpPr>
        <p:spPr>
          <a:xfrm>
            <a:off x="152400" y="1600200"/>
            <a:ext cx="8839200" cy="4953000"/>
          </a:xfrm>
        </p:spPr>
        <p:txBody>
          <a:bodyPr>
            <a:normAutofit fontScale="92500" lnSpcReduction="10000"/>
          </a:bodyPr>
          <a:lstStyle/>
          <a:p>
            <a:pPr fontAlgn="auto">
              <a:spcBef>
                <a:spcPts val="0"/>
              </a:spcBef>
              <a:spcAft>
                <a:spcPts val="0"/>
              </a:spcAft>
              <a:buFont typeface="Wingdings 2"/>
              <a:buChar char=""/>
              <a:defRPr/>
            </a:pPr>
            <a:r>
              <a:rPr lang="en-US" sz="2800" dirty="0" smtClean="0"/>
              <a:t> When the </a:t>
            </a:r>
            <a:r>
              <a:rPr lang="en-US" sz="2800" dirty="0" err="1" smtClean="0"/>
              <a:t>Hadiths</a:t>
            </a:r>
            <a:r>
              <a:rPr lang="en-US" sz="2800" dirty="0" smtClean="0"/>
              <a:t> were copied and narrated into other books, it was but logical that the small compilations get engaged in bigger compilations. </a:t>
            </a:r>
          </a:p>
          <a:p>
            <a:pPr fontAlgn="auto">
              <a:spcBef>
                <a:spcPts val="0"/>
              </a:spcBef>
              <a:spcAft>
                <a:spcPts val="0"/>
              </a:spcAft>
              <a:buFont typeface="Wingdings 2"/>
              <a:buChar char=""/>
              <a:defRPr/>
            </a:pPr>
            <a:r>
              <a:rPr lang="en-US" sz="2800" dirty="0" smtClean="0"/>
              <a:t> It is not true that the </a:t>
            </a:r>
            <a:r>
              <a:rPr lang="en-US" sz="2800" dirty="0" err="1" smtClean="0"/>
              <a:t>Muhadditheen</a:t>
            </a:r>
            <a:r>
              <a:rPr lang="en-US" sz="2800" dirty="0" smtClean="0"/>
              <a:t> collected only verbally transmitted </a:t>
            </a:r>
            <a:r>
              <a:rPr lang="en-US" sz="2800" dirty="0" err="1" smtClean="0"/>
              <a:t>hadiths</a:t>
            </a:r>
            <a:r>
              <a:rPr lang="en-US" sz="2800" dirty="0" smtClean="0"/>
              <a:t>, and there were no compilations in the earlier times especially the first century of the </a:t>
            </a:r>
            <a:r>
              <a:rPr lang="en-US" sz="2800" dirty="0" err="1" smtClean="0"/>
              <a:t>hijra</a:t>
            </a:r>
            <a:r>
              <a:rPr lang="en-US" sz="2800" dirty="0" smtClean="0"/>
              <a:t>. </a:t>
            </a:r>
          </a:p>
          <a:p>
            <a:pPr fontAlgn="auto">
              <a:spcBef>
                <a:spcPts val="0"/>
              </a:spcBef>
              <a:spcAft>
                <a:spcPts val="0"/>
              </a:spcAft>
              <a:buFont typeface="Wingdings 2"/>
              <a:buChar char=""/>
              <a:defRPr/>
            </a:pPr>
            <a:r>
              <a:rPr lang="en-US" sz="2800" dirty="0" smtClean="0"/>
              <a:t>Old compilations can be found today like </a:t>
            </a:r>
            <a:r>
              <a:rPr lang="en-US" sz="2800" dirty="0" err="1" smtClean="0"/>
              <a:t>Sahifa</a:t>
            </a:r>
            <a:r>
              <a:rPr lang="en-US" sz="2800" dirty="0" smtClean="0"/>
              <a:t> </a:t>
            </a:r>
            <a:r>
              <a:rPr lang="en-US" sz="2800" dirty="0" err="1" smtClean="0"/>
              <a:t>Hammam</a:t>
            </a:r>
            <a:r>
              <a:rPr lang="en-US" sz="2800" dirty="0" smtClean="0"/>
              <a:t>, in  which he took dictation from Abu </a:t>
            </a:r>
            <a:r>
              <a:rPr lang="en-US" sz="2800" dirty="0" err="1" smtClean="0"/>
              <a:t>Huraira</a:t>
            </a:r>
            <a:r>
              <a:rPr lang="en-US" sz="2800" dirty="0" smtClean="0"/>
              <a:t> (</a:t>
            </a:r>
            <a:r>
              <a:rPr lang="ar-SA" sz="2800" dirty="0" smtClean="0">
                <a:latin typeface="Arial" pitchFamily="34" charset="0"/>
                <a:cs typeface="Arial" pitchFamily="34" charset="0"/>
              </a:rPr>
              <a:t>رضي الله عنه</a:t>
            </a:r>
            <a:r>
              <a:rPr lang="en-US" sz="2800" dirty="0" smtClean="0"/>
              <a:t>), this compilation is easily available for everyone to view.</a:t>
            </a:r>
          </a:p>
          <a:p>
            <a:pPr fontAlgn="auto">
              <a:spcBef>
                <a:spcPts val="0"/>
              </a:spcBef>
              <a:spcAft>
                <a:spcPts val="0"/>
              </a:spcAft>
              <a:buFont typeface="Wingdings 2"/>
              <a:buChar char=""/>
              <a:defRPr/>
            </a:pPr>
            <a:r>
              <a:rPr lang="en-US" sz="2800" dirty="0" smtClean="0"/>
              <a:t>There are </a:t>
            </a:r>
            <a:r>
              <a:rPr lang="en-US" sz="2800" dirty="0" err="1" smtClean="0"/>
              <a:t>Ahadiths</a:t>
            </a:r>
            <a:r>
              <a:rPr lang="en-US" sz="2800" dirty="0" smtClean="0"/>
              <a:t> which refer in last pages, to command Holy Prophet to writing down Hadith. </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smtClean="0">
                <a:solidFill>
                  <a:schemeClr val="tx2">
                    <a:tint val="100000"/>
                    <a:shade val="90000"/>
                    <a:satMod val="250000"/>
                    <a:alpha val="100000"/>
                  </a:schemeClr>
                </a:solidFill>
                <a:latin typeface="Arial Black" pitchFamily="34" charset="0"/>
              </a:rPr>
              <a:t>Compilation </a:t>
            </a:r>
            <a:r>
              <a:rPr lang="en-US" sz="4000" dirty="0">
                <a:solidFill>
                  <a:schemeClr val="tx2">
                    <a:tint val="100000"/>
                    <a:shade val="90000"/>
                    <a:satMod val="250000"/>
                    <a:alpha val="100000"/>
                  </a:schemeClr>
                </a:solidFill>
                <a:latin typeface="Arial Black" pitchFamily="34" charset="0"/>
              </a:rPr>
              <a:t>of </a:t>
            </a:r>
            <a:r>
              <a:rPr lang="en-US" sz="4000" dirty="0" err="1">
                <a:solidFill>
                  <a:schemeClr val="tx2">
                    <a:tint val="100000"/>
                    <a:shade val="90000"/>
                    <a:satMod val="250000"/>
                    <a:alpha val="100000"/>
                  </a:schemeClr>
                </a:solidFill>
                <a:latin typeface="Arial Black" pitchFamily="34" charset="0"/>
              </a:rPr>
              <a:t>Hadith</a:t>
            </a:r>
            <a:r>
              <a:rPr lang="en-US" sz="4000" dirty="0">
                <a:solidFill>
                  <a:schemeClr val="tx2">
                    <a:tint val="100000"/>
                    <a:shade val="90000"/>
                    <a:satMod val="250000"/>
                    <a:alpha val="100000"/>
                  </a:schemeClr>
                </a:solidFill>
                <a:latin typeface="Arial Black" pitchFamily="34" charset="0"/>
              </a:rPr>
              <a:t> in the time of </a:t>
            </a:r>
            <a:r>
              <a:rPr lang="en-US" sz="4000" dirty="0" smtClean="0">
                <a:solidFill>
                  <a:schemeClr val="tx2">
                    <a:tint val="100000"/>
                    <a:shade val="90000"/>
                    <a:satMod val="250000"/>
                    <a:alpha val="100000"/>
                  </a:schemeClr>
                </a:solidFill>
                <a:latin typeface="Arial Black" pitchFamily="34" charset="0"/>
              </a:rPr>
              <a:t>Successors</a:t>
            </a:r>
            <a:r>
              <a:rPr lang="ar-SA" sz="4000" dirty="0" smtClean="0">
                <a:solidFill>
                  <a:schemeClr val="tx2">
                    <a:tint val="100000"/>
                    <a:shade val="90000"/>
                    <a:satMod val="250000"/>
                    <a:alpha val="100000"/>
                  </a:schemeClr>
                </a:solidFill>
                <a:latin typeface="Arial Black" pitchFamily="34" charset="0"/>
              </a:rPr>
              <a:t> (تا بعين) </a:t>
            </a:r>
            <a:endParaRPr lang="en-US" sz="4000" dirty="0">
              <a:solidFill>
                <a:schemeClr val="tx2">
                  <a:tint val="100000"/>
                  <a:shade val="90000"/>
                  <a:satMod val="250000"/>
                  <a:alpha val="100000"/>
                </a:schemeClr>
              </a:solidFill>
              <a:latin typeface="Arial Black" pitchFamily="34" charset="0"/>
            </a:endParaRPr>
          </a:p>
        </p:txBody>
      </p:sp>
      <p:sp>
        <p:nvSpPr>
          <p:cNvPr id="21507" name="Rectangle 3"/>
          <p:cNvSpPr>
            <a:spLocks noGrp="1" noChangeArrowheads="1"/>
          </p:cNvSpPr>
          <p:nvPr>
            <p:ph type="body" idx="4294967295"/>
          </p:nvPr>
        </p:nvSpPr>
        <p:spPr>
          <a:xfrm>
            <a:off x="304800" y="1600200"/>
            <a:ext cx="8229600" cy="4876800"/>
          </a:xfrm>
        </p:spPr>
        <p:txBody>
          <a:bodyPr/>
          <a:lstStyle/>
          <a:p>
            <a:pPr>
              <a:lnSpc>
                <a:spcPct val="80000"/>
              </a:lnSpc>
            </a:pPr>
            <a:r>
              <a:rPr lang="en-US" sz="2400" dirty="0" smtClean="0"/>
              <a:t>It was not until the Caliph Omar </a:t>
            </a:r>
            <a:r>
              <a:rPr lang="en-US" sz="2400" dirty="0" err="1" smtClean="0"/>
              <a:t>Ibn</a:t>
            </a:r>
            <a:r>
              <a:rPr lang="en-US" sz="2400" dirty="0" smtClean="0"/>
              <a:t> </a:t>
            </a:r>
            <a:r>
              <a:rPr lang="en-US" sz="2400" dirty="0" err="1" smtClean="0"/>
              <a:t>Abdelaziz</a:t>
            </a:r>
            <a:r>
              <a:rPr lang="en-US" sz="2400" dirty="0" smtClean="0"/>
              <a:t> year 99-101 </a:t>
            </a:r>
            <a:r>
              <a:rPr lang="en-US" sz="2400" dirty="0" err="1" smtClean="0"/>
              <a:t>Hijri</a:t>
            </a:r>
            <a:r>
              <a:rPr lang="en-US" sz="2400" dirty="0" smtClean="0"/>
              <a:t> year that he decided collecting and writing of </a:t>
            </a:r>
            <a:r>
              <a:rPr lang="en-US" sz="2400" dirty="0" err="1" smtClean="0"/>
              <a:t>hadith</a:t>
            </a:r>
            <a:r>
              <a:rPr lang="en-US" sz="2400" dirty="0" smtClean="0"/>
              <a:t> for the integrity of the teachings, and in the face of inaccuracies and outright forgery.</a:t>
            </a:r>
          </a:p>
          <a:p>
            <a:pPr>
              <a:lnSpc>
                <a:spcPct val="80000"/>
              </a:lnSpc>
            </a:pPr>
            <a:r>
              <a:rPr lang="en-US" sz="2400" dirty="0" smtClean="0"/>
              <a:t>After the companions of Prophet</a:t>
            </a:r>
            <a:r>
              <a:rPr lang="en-US" sz="2400" dirty="0" smtClean="0">
                <a:latin typeface="Islamicstudies" pitchFamily="2" charset="0"/>
              </a:rPr>
              <a:t> (</a:t>
            </a:r>
            <a:r>
              <a:rPr lang="ar-SA" sz="2400" dirty="0" smtClean="0">
                <a:latin typeface="Arabic Transparent" pitchFamily="34" charset="0"/>
                <a:cs typeface="Arial" pitchFamily="34" charset="0"/>
              </a:rPr>
              <a:t>صلى الله عليه وسلم</a:t>
            </a:r>
            <a:r>
              <a:rPr lang="en-US" sz="2400" dirty="0" smtClean="0">
                <a:latin typeface="Islamicstudies" pitchFamily="2" charset="0"/>
              </a:rPr>
              <a:t>)</a:t>
            </a:r>
            <a:r>
              <a:rPr lang="en-US" sz="2400" dirty="0" smtClean="0"/>
              <a:t> there was a flow of recording of </a:t>
            </a:r>
            <a:r>
              <a:rPr lang="en-US" sz="2400" dirty="0" err="1" smtClean="0"/>
              <a:t>Hadith</a:t>
            </a:r>
            <a:r>
              <a:rPr lang="en-US" sz="2400" dirty="0" smtClean="0"/>
              <a:t> by Successors which lacked Organization and Verification.</a:t>
            </a:r>
          </a:p>
          <a:p>
            <a:pPr>
              <a:lnSpc>
                <a:spcPct val="80000"/>
              </a:lnSpc>
            </a:pPr>
            <a:r>
              <a:rPr lang="en-US" sz="2400" dirty="0" smtClean="0"/>
              <a:t>Some </a:t>
            </a:r>
            <a:r>
              <a:rPr lang="en-US" sz="2400" b="1" dirty="0" smtClean="0"/>
              <a:t>250 years</a:t>
            </a:r>
            <a:r>
              <a:rPr lang="en-US" sz="2400" dirty="0" smtClean="0"/>
              <a:t> after the fact, some efforts were made to separate the sayings of the Prophet (</a:t>
            </a:r>
            <a:r>
              <a:rPr lang="en-US" sz="2400" dirty="0" err="1" smtClean="0"/>
              <a:t>pbuh</a:t>
            </a:r>
            <a:r>
              <a:rPr lang="en-US" sz="2400" dirty="0" smtClean="0"/>
              <a:t>) from other sayings by the following scholars that are called </a:t>
            </a:r>
            <a:r>
              <a:rPr lang="en-US" sz="2400" dirty="0" err="1" smtClean="0"/>
              <a:t>Siha</a:t>
            </a:r>
            <a:r>
              <a:rPr lang="en-US" sz="2400" dirty="0" smtClean="0"/>
              <a:t>-e-</a:t>
            </a:r>
            <a:r>
              <a:rPr lang="en-US" sz="2400" dirty="0" err="1" smtClean="0"/>
              <a:t>Sittah</a:t>
            </a:r>
            <a:r>
              <a:rPr lang="en-US" sz="2400" dirty="0" smtClean="0"/>
              <a:t> (Six corrected books of </a:t>
            </a:r>
            <a:r>
              <a:rPr lang="en-US" sz="2400" dirty="0" err="1" smtClean="0"/>
              <a:t>Hadith</a:t>
            </a:r>
            <a:r>
              <a:rPr lang="en-US" sz="2400" dirty="0" smtClean="0"/>
              <a:t>):</a:t>
            </a:r>
          </a:p>
          <a:p>
            <a:pPr lvl="3">
              <a:lnSpc>
                <a:spcPct val="80000"/>
              </a:lnSpc>
              <a:buFont typeface="Wingdings" pitchFamily="2" charset="2"/>
              <a:buChar char="v"/>
            </a:pPr>
            <a:r>
              <a:rPr lang="en-US" sz="1800" dirty="0" smtClean="0">
                <a:solidFill>
                  <a:srgbClr val="0000FF"/>
                </a:solidFill>
              </a:rPr>
              <a:t>- </a:t>
            </a:r>
            <a:r>
              <a:rPr lang="en-US" sz="1800" b="1" dirty="0" smtClean="0"/>
              <a:t>Al </a:t>
            </a:r>
            <a:r>
              <a:rPr lang="en-US" sz="1800" b="1" dirty="0" err="1" smtClean="0"/>
              <a:t>Boukhary</a:t>
            </a:r>
            <a:r>
              <a:rPr lang="en-US" sz="1800" b="1" dirty="0" smtClean="0"/>
              <a:t> died year 256H. – </a:t>
            </a:r>
            <a:r>
              <a:rPr lang="en-US" sz="1800" b="1" i="1" dirty="0" smtClean="0"/>
              <a:t>“</a:t>
            </a:r>
            <a:r>
              <a:rPr lang="en-US" sz="1800" b="1" i="1" dirty="0" err="1" smtClean="0"/>
              <a:t>Sahih</a:t>
            </a:r>
            <a:r>
              <a:rPr lang="en-US" sz="1800" b="1" i="1" dirty="0" smtClean="0"/>
              <a:t> </a:t>
            </a:r>
            <a:r>
              <a:rPr lang="en-US" sz="1800" b="1" i="1" dirty="0" err="1" smtClean="0"/>
              <a:t>Bukhari</a:t>
            </a:r>
            <a:r>
              <a:rPr lang="en-US" sz="1800" b="1" i="1" dirty="0" smtClean="0"/>
              <a:t>”</a:t>
            </a:r>
          </a:p>
          <a:p>
            <a:pPr lvl="3">
              <a:lnSpc>
                <a:spcPct val="80000"/>
              </a:lnSpc>
              <a:buFont typeface="Wingdings" pitchFamily="2" charset="2"/>
              <a:buChar char="v"/>
            </a:pPr>
            <a:r>
              <a:rPr lang="en-US" sz="1800" b="1" dirty="0" smtClean="0"/>
              <a:t>- Muslim </a:t>
            </a:r>
            <a:r>
              <a:rPr lang="en-US" sz="1800" b="1" dirty="0" err="1" smtClean="0"/>
              <a:t>ibn</a:t>
            </a:r>
            <a:r>
              <a:rPr lang="en-US" sz="1800" b="1" dirty="0" smtClean="0"/>
              <a:t> al-</a:t>
            </a:r>
            <a:r>
              <a:rPr lang="en-US" sz="1800" b="1" dirty="0" err="1" smtClean="0"/>
              <a:t>Hajjaj</a:t>
            </a:r>
            <a:r>
              <a:rPr lang="en-US" sz="1800" b="1" dirty="0" smtClean="0"/>
              <a:t> died year 261H. – </a:t>
            </a:r>
            <a:r>
              <a:rPr lang="en-US" sz="1800" b="1" i="1" dirty="0" smtClean="0"/>
              <a:t>“</a:t>
            </a:r>
            <a:r>
              <a:rPr lang="en-US" sz="1800" b="1" i="1" dirty="0" err="1" smtClean="0"/>
              <a:t>Sahih</a:t>
            </a:r>
            <a:r>
              <a:rPr lang="en-US" sz="1800" b="1" i="1" dirty="0" smtClean="0"/>
              <a:t> Muslim” </a:t>
            </a:r>
          </a:p>
          <a:p>
            <a:pPr lvl="3">
              <a:lnSpc>
                <a:spcPct val="80000"/>
              </a:lnSpc>
              <a:buFont typeface="Wingdings" pitchFamily="2" charset="2"/>
              <a:buChar char="v"/>
            </a:pPr>
            <a:r>
              <a:rPr lang="en-US" sz="1800" b="1" dirty="0" smtClean="0"/>
              <a:t>- Al-</a:t>
            </a:r>
            <a:r>
              <a:rPr lang="en-US" sz="1800" b="1" dirty="0" err="1" smtClean="0"/>
              <a:t>Tirmidhi</a:t>
            </a:r>
            <a:r>
              <a:rPr lang="en-US" sz="1800" b="1" dirty="0" smtClean="0"/>
              <a:t> died 279H. – “Jami al-</a:t>
            </a:r>
            <a:r>
              <a:rPr lang="en-US" sz="1800" b="1" dirty="0" err="1" smtClean="0"/>
              <a:t>Tirmidhi</a:t>
            </a:r>
            <a:r>
              <a:rPr lang="en-US" sz="1800" b="1" dirty="0" smtClean="0"/>
              <a:t>”</a:t>
            </a:r>
          </a:p>
          <a:p>
            <a:pPr lvl="3">
              <a:lnSpc>
                <a:spcPct val="80000"/>
              </a:lnSpc>
              <a:buFont typeface="Wingdings" pitchFamily="2" charset="2"/>
              <a:buChar char="v"/>
            </a:pPr>
            <a:r>
              <a:rPr lang="en-US" sz="1800" b="1" dirty="0" smtClean="0"/>
              <a:t>- Abu </a:t>
            </a:r>
            <a:r>
              <a:rPr lang="en-US" sz="1800" b="1" dirty="0" err="1" smtClean="0"/>
              <a:t>Dawood</a:t>
            </a:r>
            <a:r>
              <a:rPr lang="en-US" sz="1800" b="1" dirty="0" smtClean="0"/>
              <a:t> died year 275 H. – “</a:t>
            </a:r>
            <a:r>
              <a:rPr lang="en-US" sz="1800" b="1" dirty="0" err="1" smtClean="0"/>
              <a:t>Sunan</a:t>
            </a:r>
            <a:r>
              <a:rPr lang="en-US" sz="1800" b="1" dirty="0" smtClean="0"/>
              <a:t> Abu </a:t>
            </a:r>
            <a:r>
              <a:rPr lang="en-US" sz="1800" b="1" dirty="0" err="1" smtClean="0"/>
              <a:t>Dawood</a:t>
            </a:r>
            <a:r>
              <a:rPr lang="en-US" sz="1800" b="1" dirty="0" smtClean="0"/>
              <a:t>”</a:t>
            </a:r>
          </a:p>
          <a:p>
            <a:pPr lvl="3">
              <a:lnSpc>
                <a:spcPct val="80000"/>
              </a:lnSpc>
              <a:buFont typeface="Wingdings" pitchFamily="2" charset="2"/>
              <a:buChar char="v"/>
            </a:pPr>
            <a:r>
              <a:rPr lang="en-US" sz="1800" b="1" dirty="0" smtClean="0"/>
              <a:t>- </a:t>
            </a:r>
            <a:r>
              <a:rPr lang="en-US" sz="1800" b="1" dirty="0" err="1" smtClean="0"/>
              <a:t>Ibn</a:t>
            </a:r>
            <a:r>
              <a:rPr lang="en-US" sz="1800" b="1" dirty="0" smtClean="0"/>
              <a:t> </a:t>
            </a:r>
            <a:r>
              <a:rPr lang="en-US" sz="1800" b="1" dirty="0" err="1" smtClean="0"/>
              <a:t>Majah</a:t>
            </a:r>
            <a:r>
              <a:rPr lang="en-US" sz="1800" b="1" dirty="0" smtClean="0"/>
              <a:t> died year 273 H. – “</a:t>
            </a:r>
            <a:r>
              <a:rPr lang="en-US" sz="1800" b="1" dirty="0" err="1" smtClean="0"/>
              <a:t>Sunan</a:t>
            </a:r>
            <a:r>
              <a:rPr lang="en-US" sz="1800" b="1" dirty="0" smtClean="0"/>
              <a:t> </a:t>
            </a:r>
            <a:r>
              <a:rPr lang="en-US" sz="1800" b="1" dirty="0" err="1" smtClean="0"/>
              <a:t>Ibn</a:t>
            </a:r>
            <a:r>
              <a:rPr lang="en-US" sz="1800" b="1" dirty="0" smtClean="0"/>
              <a:t> </a:t>
            </a:r>
            <a:r>
              <a:rPr lang="en-US" sz="1800" b="1" dirty="0" err="1" smtClean="0"/>
              <a:t>Majah</a:t>
            </a:r>
            <a:r>
              <a:rPr lang="en-US" sz="1800" b="1" dirty="0" smtClean="0"/>
              <a:t>”</a:t>
            </a:r>
          </a:p>
          <a:p>
            <a:pPr lvl="3">
              <a:lnSpc>
                <a:spcPct val="80000"/>
              </a:lnSpc>
              <a:buFont typeface="Wingdings" pitchFamily="2" charset="2"/>
              <a:buChar char="v"/>
            </a:pPr>
            <a:r>
              <a:rPr lang="en-US" sz="1800" b="1" dirty="0" smtClean="0"/>
              <a:t>- Al </a:t>
            </a:r>
            <a:r>
              <a:rPr lang="en-US" sz="1800" b="1" dirty="0" err="1" smtClean="0"/>
              <a:t>Nisaie</a:t>
            </a:r>
            <a:r>
              <a:rPr lang="en-US" sz="1800" b="1" dirty="0" smtClean="0"/>
              <a:t> died year 303 H. – “</a:t>
            </a:r>
            <a:r>
              <a:rPr lang="en-US" sz="1800" b="1" dirty="0" err="1" smtClean="0"/>
              <a:t>Sunan</a:t>
            </a:r>
            <a:r>
              <a:rPr lang="en-US" sz="1800" b="1" dirty="0" smtClean="0"/>
              <a:t> al- </a:t>
            </a:r>
            <a:r>
              <a:rPr lang="en-US" sz="1800" b="1" dirty="0" err="1" smtClean="0"/>
              <a:t>Nisaie</a:t>
            </a:r>
            <a:r>
              <a:rPr lang="en-US" sz="1800" b="1" dirty="0" smtClean="0"/>
              <a:t>”</a:t>
            </a:r>
            <a:endParaRPr lang="ur-PK" sz="1800" b="1" dirty="0"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normAutofit/>
          </a:bodyPr>
          <a:lstStyle/>
          <a:p>
            <a:pPr algn="ctr"/>
            <a:r>
              <a:rPr lang="en-US" sz="4800" b="1" dirty="0" smtClean="0">
                <a:ln w="10541" cmpd="sng">
                  <a:solidFill>
                    <a:schemeClr val="accent1">
                      <a:shade val="88000"/>
                      <a:satMod val="110000"/>
                    </a:schemeClr>
                  </a:solidFill>
                  <a:prstDash val="solid"/>
                </a:ln>
                <a:solidFill>
                  <a:schemeClr val="bg1"/>
                </a:solidFill>
                <a:latin typeface="Arial Black" pitchFamily="34" charset="0"/>
              </a:rPr>
              <a:t>KINDS OF HADITH</a:t>
            </a:r>
            <a:endParaRPr lang="en-US" sz="4800" b="1" dirty="0">
              <a:ln w="10541" cmpd="sng">
                <a:solidFill>
                  <a:schemeClr val="accent1">
                    <a:shade val="88000"/>
                    <a:satMod val="110000"/>
                  </a:schemeClr>
                </a:solidFill>
                <a:prstDash val="solid"/>
              </a:ln>
              <a:solidFill>
                <a:schemeClr val="bg1"/>
              </a:solidFill>
              <a:effectLst/>
              <a:latin typeface="Arial Black"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u="sng" dirty="0" smtClean="0"/>
              <a:t>kinds of </a:t>
            </a:r>
            <a:r>
              <a:rPr lang="en-US" sz="4800" b="1" u="sng" dirty="0" err="1" smtClean="0"/>
              <a:t>Hadith</a:t>
            </a:r>
            <a:r>
              <a:rPr lang="en-US" sz="4800" dirty="0" smtClean="0"/>
              <a:t/>
            </a:r>
            <a:br>
              <a:rPr lang="en-US" sz="4800" dirty="0" smtClean="0"/>
            </a:br>
            <a:r>
              <a:rPr lang="en-US" sz="4800" dirty="0" smtClean="0"/>
              <a:t>as definition</a:t>
            </a:r>
            <a:endParaRPr lang="en-US" dirty="0"/>
          </a:p>
        </p:txBody>
      </p:sp>
      <p:sp>
        <p:nvSpPr>
          <p:cNvPr id="3" name="Content Placeholder 2"/>
          <p:cNvSpPr>
            <a:spLocks noGrp="1"/>
          </p:cNvSpPr>
          <p:nvPr>
            <p:ph idx="1"/>
          </p:nvPr>
        </p:nvSpPr>
        <p:spPr>
          <a:xfrm>
            <a:off x="457200" y="1646238"/>
            <a:ext cx="8229600" cy="4983162"/>
          </a:xfrm>
        </p:spPr>
        <p:txBody>
          <a:bodyPr/>
          <a:lstStyle/>
          <a:p>
            <a:pPr>
              <a:buNone/>
            </a:pPr>
            <a:r>
              <a:rPr lang="en-US" sz="2000" dirty="0" err="1" smtClean="0"/>
              <a:t>Hadith</a:t>
            </a:r>
            <a:r>
              <a:rPr lang="en-US" sz="2000" dirty="0" smtClean="0"/>
              <a:t> can be divided into three categories; they are </a:t>
            </a:r>
            <a:r>
              <a:rPr lang="en-US" sz="2000" dirty="0" err="1" smtClean="0"/>
              <a:t>Qauli</a:t>
            </a:r>
            <a:r>
              <a:rPr lang="en-US" sz="2000" dirty="0" smtClean="0"/>
              <a:t>, </a:t>
            </a:r>
            <a:r>
              <a:rPr lang="en-US" sz="2000" dirty="0" err="1" smtClean="0"/>
              <a:t>Faili</a:t>
            </a:r>
            <a:r>
              <a:rPr lang="en-US" sz="2000" dirty="0" smtClean="0"/>
              <a:t> and </a:t>
            </a:r>
            <a:r>
              <a:rPr lang="en-US" sz="2000" dirty="0" err="1" smtClean="0"/>
              <a:t>Taqreeri</a:t>
            </a:r>
            <a:r>
              <a:rPr lang="en-US" sz="2000" dirty="0" smtClean="0"/>
              <a:t>.</a:t>
            </a:r>
          </a:p>
          <a:p>
            <a:pPr>
              <a:buNone/>
            </a:pPr>
            <a:r>
              <a:rPr lang="en-US" sz="2000" b="1" dirty="0" smtClean="0"/>
              <a:t> </a:t>
            </a:r>
            <a:endParaRPr lang="en-US" sz="2000" dirty="0" smtClean="0"/>
          </a:p>
          <a:p>
            <a:pPr>
              <a:buNone/>
            </a:pPr>
            <a:r>
              <a:rPr lang="en-US" sz="2000" b="1" dirty="0" smtClean="0"/>
              <a:t>1-</a:t>
            </a:r>
            <a:r>
              <a:rPr lang="en-US" sz="2000" b="1" u="sng" dirty="0" smtClean="0"/>
              <a:t>Hadith </a:t>
            </a:r>
            <a:r>
              <a:rPr lang="en-US" sz="2000" b="1" u="sng" dirty="0" err="1" smtClean="0"/>
              <a:t>Qauli</a:t>
            </a:r>
            <a:r>
              <a:rPr lang="en-US" sz="2000" b="1" dirty="0" smtClean="0"/>
              <a:t>: (</a:t>
            </a:r>
            <a:r>
              <a:rPr lang="ar-SA" sz="2000" b="1" dirty="0" smtClean="0"/>
              <a:t>حديث قولى</a:t>
            </a:r>
            <a:r>
              <a:rPr lang="en-US" sz="2000" b="1" dirty="0" smtClean="0"/>
              <a:t>)</a:t>
            </a:r>
            <a:endParaRPr lang="en-US" sz="2000" dirty="0" smtClean="0"/>
          </a:p>
          <a:p>
            <a:pPr>
              <a:buNone/>
            </a:pPr>
            <a:r>
              <a:rPr lang="en-US" sz="2000" dirty="0" smtClean="0"/>
              <a:t>is the kind of </a:t>
            </a:r>
            <a:r>
              <a:rPr lang="en-US" sz="2000" dirty="0" err="1" smtClean="0"/>
              <a:t>Hadith</a:t>
            </a:r>
            <a:r>
              <a:rPr lang="en-US" sz="2000" dirty="0" smtClean="0"/>
              <a:t> in which the sayings of the Prophet (</a:t>
            </a:r>
            <a:r>
              <a:rPr lang="en-US" sz="2000" dirty="0" err="1" smtClean="0"/>
              <a:t>p.b.u.h</a:t>
            </a:r>
            <a:r>
              <a:rPr lang="en-US" sz="2000" dirty="0" smtClean="0"/>
              <a:t>.) are mentioned.</a:t>
            </a:r>
          </a:p>
          <a:p>
            <a:pPr>
              <a:buNone/>
            </a:pPr>
            <a:r>
              <a:rPr lang="en-US" sz="2000" b="1" dirty="0" smtClean="0"/>
              <a:t> </a:t>
            </a:r>
            <a:endParaRPr lang="en-US" sz="2000" dirty="0" smtClean="0"/>
          </a:p>
          <a:p>
            <a:pPr>
              <a:buNone/>
            </a:pPr>
            <a:r>
              <a:rPr lang="en-US" sz="2000" b="1" dirty="0" smtClean="0"/>
              <a:t>2-</a:t>
            </a:r>
            <a:r>
              <a:rPr lang="en-US" sz="2000" b="1" u="sng" dirty="0" smtClean="0"/>
              <a:t>Hadith </a:t>
            </a:r>
            <a:r>
              <a:rPr lang="en-US" sz="2000" b="1" u="sng" dirty="0" err="1" smtClean="0"/>
              <a:t>faili</a:t>
            </a:r>
            <a:r>
              <a:rPr lang="en-US" sz="2000" b="1" dirty="0" smtClean="0"/>
              <a:t>:( </a:t>
            </a:r>
            <a:r>
              <a:rPr lang="ar-SA" sz="2000" b="1" dirty="0" smtClean="0"/>
              <a:t>حديث فعلى</a:t>
            </a:r>
            <a:r>
              <a:rPr lang="en-US" sz="2000" b="1" dirty="0" smtClean="0"/>
              <a:t>)</a:t>
            </a:r>
            <a:endParaRPr lang="en-US" sz="2000" dirty="0" smtClean="0"/>
          </a:p>
          <a:p>
            <a:pPr>
              <a:buNone/>
            </a:pPr>
            <a:r>
              <a:rPr lang="en-US" sz="2000" dirty="0" smtClean="0"/>
              <a:t>is that kind of </a:t>
            </a:r>
            <a:r>
              <a:rPr lang="en-US" sz="2000" dirty="0" err="1" smtClean="0"/>
              <a:t>Hadith</a:t>
            </a:r>
            <a:r>
              <a:rPr lang="en-US" sz="2000" dirty="0" smtClean="0"/>
              <a:t> in which the deeds and lifestyle of the Holy Prophet (</a:t>
            </a:r>
            <a:r>
              <a:rPr lang="en-US" sz="2000" dirty="0" err="1" smtClean="0"/>
              <a:t>p.b.u.h</a:t>
            </a:r>
            <a:r>
              <a:rPr lang="en-US" sz="2000" dirty="0" smtClean="0"/>
              <a:t>.) is mentioned.</a:t>
            </a:r>
          </a:p>
          <a:p>
            <a:pPr>
              <a:buNone/>
            </a:pPr>
            <a:r>
              <a:rPr lang="en-US" sz="2000" b="1" dirty="0" smtClean="0"/>
              <a:t> </a:t>
            </a:r>
            <a:endParaRPr lang="en-US" sz="2000" dirty="0" smtClean="0"/>
          </a:p>
          <a:p>
            <a:pPr>
              <a:buNone/>
            </a:pPr>
            <a:r>
              <a:rPr lang="en-US" sz="2000" b="1" dirty="0" smtClean="0"/>
              <a:t>3-</a:t>
            </a:r>
            <a:r>
              <a:rPr lang="en-US" sz="2000" b="1" u="sng" dirty="0" smtClean="0"/>
              <a:t>Hadith </a:t>
            </a:r>
            <a:r>
              <a:rPr lang="en-US" sz="2000" b="1" u="sng" dirty="0" err="1" smtClean="0"/>
              <a:t>taqreeri</a:t>
            </a:r>
            <a:r>
              <a:rPr lang="en-US" sz="2000" b="1" dirty="0" smtClean="0"/>
              <a:t>:( </a:t>
            </a:r>
            <a:r>
              <a:rPr lang="ar-SA" sz="2000" b="1" dirty="0" smtClean="0"/>
              <a:t>حديث تقريرى</a:t>
            </a:r>
            <a:r>
              <a:rPr lang="en-US" sz="2000" b="1" dirty="0" smtClean="0"/>
              <a:t>)</a:t>
            </a:r>
            <a:endParaRPr lang="en-US" sz="2000" dirty="0" smtClean="0"/>
          </a:p>
          <a:p>
            <a:pPr>
              <a:buNone/>
            </a:pPr>
            <a:r>
              <a:rPr lang="en-US" sz="2000" dirty="0" smtClean="0"/>
              <a:t>is the kind of </a:t>
            </a:r>
            <a:r>
              <a:rPr lang="en-US" sz="2000" dirty="0" err="1" smtClean="0"/>
              <a:t>Hadith</a:t>
            </a:r>
            <a:r>
              <a:rPr lang="en-US" sz="2000" dirty="0" smtClean="0"/>
              <a:t> in which the silence of the Holy Prophet (</a:t>
            </a:r>
            <a:r>
              <a:rPr lang="en-US" sz="2000" dirty="0" err="1" smtClean="0"/>
              <a:t>p.b.u.h</a:t>
            </a:r>
            <a:r>
              <a:rPr lang="en-US" sz="2000" dirty="0" smtClean="0"/>
              <a:t>.) is mentioned when his companion did something or said something in his presence.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normAutofit/>
          </a:bodyPr>
          <a:lstStyle/>
          <a:p>
            <a:pPr algn="ctr"/>
            <a:r>
              <a:rPr lang="en-US" sz="4800" b="1" dirty="0" smtClean="0">
                <a:ln w="10541" cmpd="sng">
                  <a:solidFill>
                    <a:schemeClr val="accent1">
                      <a:shade val="88000"/>
                      <a:satMod val="110000"/>
                    </a:schemeClr>
                  </a:solidFill>
                  <a:prstDash val="solid"/>
                </a:ln>
                <a:solidFill>
                  <a:schemeClr val="bg1"/>
                </a:solidFill>
                <a:latin typeface="Arial Black" pitchFamily="34" charset="0"/>
              </a:rPr>
              <a:t>ULOOM UL HADITH</a:t>
            </a:r>
            <a:endParaRPr lang="en-US" sz="4800" b="1" dirty="0">
              <a:ln w="10541" cmpd="sng">
                <a:solidFill>
                  <a:schemeClr val="accent1">
                    <a:shade val="88000"/>
                    <a:satMod val="110000"/>
                  </a:schemeClr>
                </a:solidFill>
                <a:prstDash val="solid"/>
              </a:ln>
              <a:solidFill>
                <a:schemeClr val="bg1"/>
              </a:solidFill>
              <a:effectLst/>
              <a:latin typeface="Arial Black"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ULOOM UL HADITH</a:t>
            </a:r>
            <a:endParaRPr lang="en-US" dirty="0"/>
          </a:p>
        </p:txBody>
      </p:sp>
      <p:sp>
        <p:nvSpPr>
          <p:cNvPr id="3" name="Content Placeholder 2"/>
          <p:cNvSpPr>
            <a:spLocks noGrp="1"/>
          </p:cNvSpPr>
          <p:nvPr>
            <p:ph idx="1"/>
          </p:nvPr>
        </p:nvSpPr>
        <p:spPr/>
        <p:txBody>
          <a:bodyPr/>
          <a:lstStyle/>
          <a:p>
            <a:r>
              <a:rPr lang="en-US" dirty="0" err="1" smtClean="0"/>
              <a:t>Uloom</a:t>
            </a:r>
            <a:r>
              <a:rPr lang="en-US" dirty="0" smtClean="0"/>
              <a:t> </a:t>
            </a:r>
            <a:r>
              <a:rPr lang="en-US" dirty="0" err="1" smtClean="0"/>
              <a:t>ul</a:t>
            </a:r>
            <a:r>
              <a:rPr lang="en-US" dirty="0" smtClean="0"/>
              <a:t> </a:t>
            </a:r>
            <a:r>
              <a:rPr lang="en-US" dirty="0" err="1" smtClean="0"/>
              <a:t>Hadith</a:t>
            </a:r>
            <a:r>
              <a:rPr lang="en-US" dirty="0" smtClean="0"/>
              <a:t> means the knowledge and science in which we get information about </a:t>
            </a:r>
            <a:r>
              <a:rPr lang="en-US" dirty="0" err="1" smtClean="0"/>
              <a:t>sanad</a:t>
            </a:r>
            <a:r>
              <a:rPr lang="en-US" dirty="0" smtClean="0"/>
              <a:t> and </a:t>
            </a:r>
            <a:r>
              <a:rPr lang="en-US" dirty="0" err="1" smtClean="0"/>
              <a:t>matan</a:t>
            </a:r>
            <a:r>
              <a:rPr lang="en-US" dirty="0" smtClean="0"/>
              <a:t>.</a:t>
            </a:r>
          </a:p>
          <a:p>
            <a:r>
              <a:rPr lang="en-US" dirty="0" smtClean="0"/>
              <a:t>What is Sana and </a:t>
            </a:r>
            <a:r>
              <a:rPr lang="en-US" dirty="0" err="1" smtClean="0"/>
              <a:t>Matan</a:t>
            </a:r>
            <a:r>
              <a:rPr lang="en-US" dirty="0" smtClean="0"/>
              <a:t>?</a:t>
            </a:r>
          </a:p>
          <a:p>
            <a:endParaRPr lang="en-US"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609600" y="457200"/>
          <a:ext cx="8534400" cy="609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rPr>
              <a:t>SANAD</a:t>
            </a:r>
            <a:br>
              <a:rPr lang="en-US" sz="4000" dirty="0">
                <a:solidFill>
                  <a:schemeClr val="tx2">
                    <a:tint val="100000"/>
                    <a:shade val="90000"/>
                    <a:satMod val="250000"/>
                    <a:alpha val="100000"/>
                  </a:schemeClr>
                </a:solidFill>
                <a:latin typeface="Arial Black" pitchFamily="34" charset="0"/>
              </a:rPr>
            </a:br>
            <a:r>
              <a:rPr lang="en-US" sz="4000" dirty="0">
                <a:solidFill>
                  <a:schemeClr val="tx2">
                    <a:tint val="100000"/>
                    <a:shade val="90000"/>
                    <a:satMod val="250000"/>
                    <a:alpha val="100000"/>
                  </a:schemeClr>
                </a:solidFill>
                <a:latin typeface="Arial Black" pitchFamily="34" charset="0"/>
              </a:rPr>
              <a:t>(Chain)</a:t>
            </a:r>
          </a:p>
        </p:txBody>
      </p:sp>
      <p:sp>
        <p:nvSpPr>
          <p:cNvPr id="22531" name="Rectangle 3"/>
          <p:cNvSpPr>
            <a:spLocks noGrp="1" noChangeArrowheads="1"/>
          </p:cNvSpPr>
          <p:nvPr>
            <p:ph type="body" idx="4294967295"/>
          </p:nvPr>
        </p:nvSpPr>
        <p:spPr>
          <a:xfrm>
            <a:off x="0" y="1600200"/>
            <a:ext cx="8229600" cy="4876800"/>
          </a:xfrm>
        </p:spPr>
        <p:txBody>
          <a:bodyPr/>
          <a:lstStyle/>
          <a:p>
            <a:pPr>
              <a:lnSpc>
                <a:spcPct val="80000"/>
              </a:lnSpc>
            </a:pPr>
            <a:r>
              <a:rPr lang="en-US" sz="2000" smtClean="0">
                <a:latin typeface="Arabic Transparent" pitchFamily="34" charset="0"/>
                <a:cs typeface="Arabic Transparent" pitchFamily="34" charset="0"/>
              </a:rPr>
              <a:t>Each hadith consists of two parts, sanad (chain of transmission) and matan (text), Said Who, To Who and who knows that he said it to the other person (Witness) and who said that these were witness (2nd Witness).</a:t>
            </a:r>
          </a:p>
          <a:p>
            <a:pPr>
              <a:lnSpc>
                <a:spcPct val="80000"/>
              </a:lnSpc>
              <a:buFontTx/>
              <a:buNone/>
            </a:pPr>
            <a:r>
              <a:rPr lang="en-US" sz="2000" smtClean="0">
                <a:latin typeface="Arabic Transparent" pitchFamily="34" charset="0"/>
                <a:cs typeface="Arabic Transparent" pitchFamily="34" charset="0"/>
              </a:rPr>
              <a:t>	</a:t>
            </a:r>
          </a:p>
          <a:p>
            <a:pPr>
              <a:lnSpc>
                <a:spcPct val="80000"/>
              </a:lnSpc>
              <a:buFontTx/>
              <a:buNone/>
            </a:pPr>
            <a:r>
              <a:rPr lang="en-US" sz="2000" smtClean="0">
                <a:latin typeface="Arabic Transparent" pitchFamily="34" charset="0"/>
                <a:cs typeface="Arabic Transparent" pitchFamily="34" charset="0"/>
              </a:rPr>
              <a:t>	Qutaybah Ibn Sa‘eed informed us that: Sufyan reported to us on the authority of Zuhri, on the authority of Humayd... on the authority of Nu‘man Ibn Bashir, that his father bestowed him a slave;  thereupon he came to the Prophet (SAW) so as to make him a witness upon it. He (the Prophet ) asked: Have you bestowed (a slave each) to all of your children; he (Bashir) replied no. So he (the Prophet) asked (Bashir): take him (the slave) back.</a:t>
            </a:r>
          </a:p>
          <a:p>
            <a:pPr>
              <a:lnSpc>
                <a:spcPct val="80000"/>
              </a:lnSpc>
              <a:buFontTx/>
              <a:buNone/>
            </a:pPr>
            <a:endParaRPr lang="en-US" sz="2000" smtClean="0">
              <a:latin typeface="Arabic Transparent" pitchFamily="34" charset="0"/>
              <a:cs typeface="Arabic Transparent" pitchFamily="34" charset="0"/>
            </a:endParaRPr>
          </a:p>
          <a:p>
            <a:pPr>
              <a:lnSpc>
                <a:spcPct val="80000"/>
              </a:lnSpc>
              <a:buFontTx/>
              <a:buNone/>
            </a:pPr>
            <a:r>
              <a:rPr lang="en-US" sz="2000" smtClean="0">
                <a:latin typeface="Arabic Transparent" pitchFamily="34" charset="0"/>
                <a:cs typeface="Arabic Transparent" pitchFamily="34" charset="0"/>
              </a:rPr>
              <a:t>The first part of this hadith , from ‘‘Qutaybah Ibn Sa‘eed informed us’’ to ‘‘Nu‘man Ibn Bashir’’ is sanad (pl. Isnad) and the second part, from ‘‘that his father’’ to ‘‘take him (the slave) back.’’ is matan.</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0" y="274638"/>
            <a:ext cx="8229600" cy="1143000"/>
          </a:xfrm>
        </p:spPr>
        <p:txBody>
          <a:bodyPr>
            <a:normAutofit fontScale="90000"/>
          </a:bodyPr>
          <a:lstStyle/>
          <a:p>
            <a:pPr marL="54864" algn="ctr" fontAlgn="auto">
              <a:spcAft>
                <a:spcPts val="0"/>
              </a:spcAft>
              <a:defRPr/>
            </a:pPr>
            <a:r>
              <a:rPr lang="en-US" sz="4000" dirty="0">
                <a:solidFill>
                  <a:schemeClr val="tx2">
                    <a:tint val="100000"/>
                    <a:shade val="90000"/>
                    <a:satMod val="250000"/>
                    <a:alpha val="100000"/>
                  </a:schemeClr>
                </a:solidFill>
                <a:latin typeface="Arial Black" pitchFamily="34" charset="0"/>
              </a:rPr>
              <a:t>MATAN</a:t>
            </a:r>
            <a:br>
              <a:rPr lang="en-US" sz="4000" dirty="0">
                <a:solidFill>
                  <a:schemeClr val="tx2">
                    <a:tint val="100000"/>
                    <a:shade val="90000"/>
                    <a:satMod val="250000"/>
                    <a:alpha val="100000"/>
                  </a:schemeClr>
                </a:solidFill>
                <a:latin typeface="Arial Black" pitchFamily="34" charset="0"/>
              </a:rPr>
            </a:br>
            <a:r>
              <a:rPr lang="en-US" sz="4000" dirty="0">
                <a:solidFill>
                  <a:schemeClr val="tx2">
                    <a:tint val="100000"/>
                    <a:shade val="90000"/>
                    <a:satMod val="250000"/>
                    <a:alpha val="100000"/>
                  </a:schemeClr>
                </a:solidFill>
                <a:latin typeface="Arial Black" pitchFamily="34" charset="0"/>
              </a:rPr>
              <a:t>(Text)</a:t>
            </a:r>
          </a:p>
        </p:txBody>
      </p:sp>
      <p:sp>
        <p:nvSpPr>
          <p:cNvPr id="23555" name="Rectangle 3"/>
          <p:cNvSpPr>
            <a:spLocks noGrp="1" noChangeArrowheads="1"/>
          </p:cNvSpPr>
          <p:nvPr>
            <p:ph type="body" idx="4294967295"/>
          </p:nvPr>
        </p:nvSpPr>
        <p:spPr>
          <a:xfrm>
            <a:off x="457200" y="1600200"/>
            <a:ext cx="8229600" cy="4525963"/>
          </a:xfrm>
        </p:spPr>
        <p:txBody>
          <a:bodyPr/>
          <a:lstStyle/>
          <a:p>
            <a:pPr>
              <a:lnSpc>
                <a:spcPct val="80000"/>
              </a:lnSpc>
            </a:pPr>
            <a:r>
              <a:rPr lang="en-US" sz="2400" dirty="0" err="1" smtClean="0"/>
              <a:t>Matan</a:t>
            </a:r>
            <a:r>
              <a:rPr lang="en-US" sz="2400" dirty="0" smtClean="0"/>
              <a:t> (Text) means the saying of the </a:t>
            </a:r>
            <a:r>
              <a:rPr lang="en-US" sz="2400" dirty="0" err="1" smtClean="0"/>
              <a:t>Propthet</a:t>
            </a:r>
            <a:r>
              <a:rPr lang="en-US" sz="2400" dirty="0" smtClean="0"/>
              <a:t> </a:t>
            </a:r>
            <a:r>
              <a:rPr lang="en-US" sz="2400" dirty="0" smtClean="0">
                <a:latin typeface="Islamicstudies" pitchFamily="2" charset="0"/>
              </a:rPr>
              <a:t>(</a:t>
            </a:r>
            <a:r>
              <a:rPr lang="ar-SA" sz="2400" dirty="0" smtClean="0">
                <a:latin typeface="Arabic Transparent" pitchFamily="34" charset="0"/>
                <a:cs typeface="Arial" pitchFamily="34" charset="0"/>
              </a:rPr>
              <a:t>صلى الله عليه وسلم</a:t>
            </a:r>
            <a:r>
              <a:rPr lang="en-US" sz="2400" dirty="0" smtClean="0">
                <a:latin typeface="Islamicstudies" pitchFamily="2" charset="0"/>
              </a:rPr>
              <a:t>)</a:t>
            </a:r>
            <a:r>
              <a:rPr lang="en-US" sz="2400" dirty="0" smtClean="0"/>
              <a:t> after last witness who narrated that wording.</a:t>
            </a:r>
          </a:p>
          <a:p>
            <a:pPr>
              <a:lnSpc>
                <a:spcPct val="80000"/>
              </a:lnSpc>
            </a:pPr>
            <a:r>
              <a:rPr lang="en-US" sz="2400" dirty="0" smtClean="0"/>
              <a:t>We should be able to critique MATAN as well because we should know that the text is leading to something good or not.</a:t>
            </a:r>
          </a:p>
          <a:p>
            <a:pPr>
              <a:lnSpc>
                <a:spcPct val="80000"/>
              </a:lnSpc>
            </a:pPr>
            <a:r>
              <a:rPr lang="en-US" sz="2400" dirty="0" smtClean="0"/>
              <a:t>Imam Al </a:t>
            </a:r>
            <a:r>
              <a:rPr lang="en-US" sz="2400" dirty="0" err="1" smtClean="0"/>
              <a:t>Ghazali</a:t>
            </a:r>
            <a:r>
              <a:rPr lang="en-US" sz="2400" dirty="0" smtClean="0"/>
              <a:t> stated that a </a:t>
            </a:r>
            <a:r>
              <a:rPr lang="en-US" sz="2400" dirty="0" err="1" smtClean="0"/>
              <a:t>hadith</a:t>
            </a:r>
            <a:r>
              <a:rPr lang="en-US" sz="2400" dirty="0" smtClean="0"/>
              <a:t> could be rejected if the </a:t>
            </a:r>
            <a:r>
              <a:rPr lang="en-US" sz="2400" i="1" dirty="0" err="1" smtClean="0"/>
              <a:t>matn</a:t>
            </a:r>
            <a:r>
              <a:rPr lang="en-US" sz="2400" i="1" dirty="0" smtClean="0"/>
              <a:t> </a:t>
            </a:r>
            <a:r>
              <a:rPr lang="en-US" sz="2400" dirty="0" smtClean="0"/>
              <a:t>contradicts Qur’an or more authentic </a:t>
            </a:r>
            <a:r>
              <a:rPr lang="en-US" sz="2400" dirty="0" err="1" smtClean="0"/>
              <a:t>hadith</a:t>
            </a:r>
            <a:r>
              <a:rPr lang="en-US" sz="2400" dirty="0" smtClean="0"/>
              <a:t>. </a:t>
            </a:r>
          </a:p>
          <a:p>
            <a:pPr>
              <a:lnSpc>
                <a:spcPct val="80000"/>
              </a:lnSpc>
            </a:pPr>
            <a:r>
              <a:rPr lang="en-US" sz="2400" dirty="0" smtClean="0"/>
              <a:t>Imam Al </a:t>
            </a:r>
            <a:r>
              <a:rPr lang="en-US" sz="2400" dirty="0" err="1" smtClean="0"/>
              <a:t>Soyouti</a:t>
            </a:r>
            <a:r>
              <a:rPr lang="en-US" sz="2400" dirty="0" smtClean="0"/>
              <a:t> 1445-1505: “If you encounter a </a:t>
            </a:r>
            <a:r>
              <a:rPr lang="en-US" sz="2400" dirty="0" err="1" smtClean="0"/>
              <a:t>hadith</a:t>
            </a:r>
            <a:r>
              <a:rPr lang="en-US" sz="2400" dirty="0" smtClean="0"/>
              <a:t> contrary to reason or to an established correctly accepted principle, you should know that it is fake”.</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162"/>
          </a:xfrm>
        </p:spPr>
        <p:txBody>
          <a:bodyPr>
            <a:normAutofit/>
          </a:bodyPr>
          <a:lstStyle/>
          <a:p>
            <a:r>
              <a:rPr lang="ar-SA" dirty="0" smtClean="0"/>
              <a:t/>
            </a:r>
            <a:br>
              <a:rPr lang="ar-SA" dirty="0" smtClean="0"/>
            </a:br>
            <a:r>
              <a:rPr lang="ar-SA" dirty="0"/>
              <a:t/>
            </a:r>
            <a:br>
              <a:rPr lang="ar-SA" dirty="0"/>
            </a:br>
            <a:endParaRPr lang="en-US" dirty="0"/>
          </a:p>
        </p:txBody>
      </p:sp>
      <p:sp>
        <p:nvSpPr>
          <p:cNvPr id="4" name="Rectangle 3"/>
          <p:cNvSpPr/>
          <p:nvPr/>
        </p:nvSpPr>
        <p:spPr>
          <a:xfrm>
            <a:off x="0" y="990600"/>
            <a:ext cx="9144000" cy="5324535"/>
          </a:xfrm>
          <a:prstGeom prst="rect">
            <a:avLst/>
          </a:prstGeom>
        </p:spPr>
        <p:txBody>
          <a:bodyPr wrap="square">
            <a:spAutoFit/>
          </a:bodyPr>
          <a:lstStyle/>
          <a:p>
            <a:pPr algn="r">
              <a:defRPr/>
            </a:pPr>
            <a:r>
              <a:rPr lang="ar-SA" sz="3600" b="1" dirty="0">
                <a:solidFill>
                  <a:schemeClr val="bg1"/>
                </a:solidFill>
              </a:rPr>
              <a:t>حَدَّثَنَا مُسَدَّدٌ، قَالَ: حَدَّثَنَا يَحْيَى، عَنْ شُعْبَةَ، عَنْ قَتَادَةَ، عَنْ أَنَسٍ عَنِ النَّبِيِّ صَلَّى اللهُ عَلَيْهِ وَسَلَّمَ قَالَ</a:t>
            </a:r>
            <a:r>
              <a:rPr lang="ar-SA" sz="3600" b="1" dirty="0"/>
              <a:t>: «لاَ يُؤْمِنُ أَحَدُكُمْ، حَتَّى يُحِبَّ لِأَخِيهِ مَا يُحِبُّ لِنَفْسِهِ»</a:t>
            </a:r>
            <a:endParaRPr lang="ar-SA" sz="3600" dirty="0"/>
          </a:p>
          <a:p>
            <a:pPr algn="r">
              <a:defRPr/>
            </a:pPr>
            <a:endParaRPr lang="en-US" dirty="0">
              <a:solidFill>
                <a:srgbClr val="00B0F0"/>
              </a:solidFill>
            </a:endParaRPr>
          </a:p>
          <a:p>
            <a:pPr algn="r">
              <a:defRPr/>
            </a:pPr>
            <a:endParaRPr lang="ar-SA" dirty="0">
              <a:solidFill>
                <a:srgbClr val="FF0000"/>
              </a:solidFill>
            </a:endParaRPr>
          </a:p>
          <a:p>
            <a:pPr>
              <a:defRPr/>
            </a:pPr>
            <a:r>
              <a:rPr lang="en-US" sz="2800" dirty="0" err="1">
                <a:solidFill>
                  <a:schemeClr val="bg1"/>
                </a:solidFill>
              </a:rPr>
              <a:t>Musadad</a:t>
            </a:r>
            <a:r>
              <a:rPr lang="en-US" sz="2800" dirty="0">
                <a:solidFill>
                  <a:schemeClr val="bg1"/>
                </a:solidFill>
              </a:rPr>
              <a:t> told us that </a:t>
            </a:r>
            <a:r>
              <a:rPr lang="en-US" sz="2800" dirty="0" err="1">
                <a:solidFill>
                  <a:schemeClr val="bg1"/>
                </a:solidFill>
              </a:rPr>
              <a:t>Yahyaa</a:t>
            </a:r>
            <a:r>
              <a:rPr lang="en-US" sz="2800" dirty="0">
                <a:solidFill>
                  <a:schemeClr val="bg1"/>
                </a:solidFill>
              </a:rPr>
              <a:t> informed him from </a:t>
            </a:r>
            <a:r>
              <a:rPr lang="en-US" sz="2800" dirty="0" err="1">
                <a:solidFill>
                  <a:schemeClr val="bg1"/>
                </a:solidFill>
              </a:rPr>
              <a:t>Shubah</a:t>
            </a:r>
            <a:r>
              <a:rPr lang="en-US" sz="2800" dirty="0">
                <a:solidFill>
                  <a:schemeClr val="bg1"/>
                </a:solidFill>
              </a:rPr>
              <a:t>, from </a:t>
            </a:r>
            <a:r>
              <a:rPr lang="en-US" sz="2800" dirty="0" err="1">
                <a:solidFill>
                  <a:schemeClr val="bg1"/>
                </a:solidFill>
              </a:rPr>
              <a:t>Qadatah</a:t>
            </a:r>
            <a:r>
              <a:rPr lang="en-US" sz="2800" dirty="0">
                <a:solidFill>
                  <a:schemeClr val="bg1"/>
                </a:solidFill>
              </a:rPr>
              <a:t>, from </a:t>
            </a:r>
            <a:r>
              <a:rPr lang="en-US" sz="2800" dirty="0" err="1">
                <a:solidFill>
                  <a:schemeClr val="bg1"/>
                </a:solidFill>
              </a:rPr>
              <a:t>Anas</a:t>
            </a:r>
            <a:r>
              <a:rPr lang="en-US" sz="2800" dirty="0">
                <a:solidFill>
                  <a:schemeClr val="bg1"/>
                </a:solidFill>
              </a:rPr>
              <a:t> from the Prophet (Peace Be Upon Him)</a:t>
            </a:r>
          </a:p>
          <a:p>
            <a:pPr>
              <a:defRPr/>
            </a:pPr>
            <a:endParaRPr lang="en-US" sz="2800" dirty="0">
              <a:solidFill>
                <a:schemeClr val="bg1"/>
              </a:solidFill>
            </a:endParaRPr>
          </a:p>
          <a:p>
            <a:pPr>
              <a:defRPr/>
            </a:pPr>
            <a:endParaRPr lang="en-US" sz="2800" dirty="0"/>
          </a:p>
          <a:p>
            <a:pPr>
              <a:defRPr/>
            </a:pPr>
            <a:r>
              <a:rPr lang="en-US" sz="2800" dirty="0"/>
              <a:t>“ </a:t>
            </a:r>
            <a:r>
              <a:rPr lang="en-US" sz="2800" b="1" dirty="0"/>
              <a:t>None of you truly becomes a believer until he loves for his brother what he loves for himself ” {</a:t>
            </a:r>
            <a:r>
              <a:rPr lang="en-US" sz="2800" b="1" dirty="0" err="1"/>
              <a:t>Bukhari</a:t>
            </a:r>
            <a:r>
              <a:rPr lang="en-US" sz="2800" b="1" dirty="0"/>
              <a:t>}</a:t>
            </a:r>
          </a:p>
        </p:txBody>
      </p:sp>
      <p:sp>
        <p:nvSpPr>
          <p:cNvPr id="6" name="Rectangle 2"/>
          <p:cNvSpPr>
            <a:spLocks noGrp="1" noChangeArrowheads="1"/>
          </p:cNvSpPr>
          <p:nvPr>
            <p:ph idx="1"/>
          </p:nvPr>
        </p:nvSpPr>
        <p:spPr>
          <a:xfrm>
            <a:off x="457200" y="152400"/>
            <a:ext cx="8229600" cy="914400"/>
          </a:xfrm>
        </p:spPr>
        <p:txBody>
          <a:bodyPr>
            <a:normAutofit fontScale="97500"/>
          </a:bodyPr>
          <a:lstStyle/>
          <a:p>
            <a:pPr marL="54864" algn="ctr" fontAlgn="auto">
              <a:spcAft>
                <a:spcPts val="0"/>
              </a:spcAft>
              <a:buNone/>
              <a:defRPr/>
            </a:pPr>
            <a:r>
              <a:rPr lang="en-US" sz="4000" dirty="0" smtClean="0">
                <a:solidFill>
                  <a:schemeClr val="tx2">
                    <a:tint val="100000"/>
                    <a:shade val="90000"/>
                    <a:satMod val="250000"/>
                    <a:alpha val="100000"/>
                  </a:schemeClr>
                </a:solidFill>
                <a:latin typeface="Arial Black" pitchFamily="34" charset="0"/>
              </a:rPr>
              <a:t>EXAMPL OF SANA &amp; MATAN</a:t>
            </a:r>
            <a:endParaRPr lang="en-US" sz="4000" dirty="0">
              <a:solidFill>
                <a:schemeClr val="tx2">
                  <a:tint val="100000"/>
                  <a:shade val="90000"/>
                  <a:satMod val="250000"/>
                  <a:alpha val="100000"/>
                </a:schemeClr>
              </a:solidFill>
              <a:latin typeface="Arial Black" pitchFamily="34" charset="0"/>
            </a:endParaRPr>
          </a:p>
        </p:txBody>
      </p:sp>
    </p:spTree>
    <p:extLst>
      <p:ext uri="{BB962C8B-B14F-4D97-AF65-F5344CB8AC3E}">
        <p14:creationId xmlns:p14="http://schemas.microsoft.com/office/powerpoint/2010/main" val="13642318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229600" cy="3992563"/>
          </a:xfrm>
        </p:spPr>
        <p:txBody>
          <a:bodyPr>
            <a:normAutofit lnSpcReduction="10000"/>
          </a:bodyPr>
          <a:lstStyle/>
          <a:p>
            <a:r>
              <a:rPr lang="en-US" dirty="0" smtClean="0">
                <a:latin typeface="Times New Roman" pitchFamily="18" charset="0"/>
                <a:cs typeface="Times New Roman" pitchFamily="18" charset="0"/>
              </a:rPr>
              <a:t>Must be un-interrupt</a:t>
            </a:r>
          </a:p>
          <a:p>
            <a:r>
              <a:rPr lang="en-US" dirty="0" smtClean="0">
                <a:latin typeface="Times New Roman" pitchFamily="18" charset="0"/>
                <a:cs typeface="Times New Roman" pitchFamily="18" charset="0"/>
              </a:rPr>
              <a:t>Must not be broken</a:t>
            </a:r>
          </a:p>
          <a:p>
            <a:r>
              <a:rPr lang="en-US" dirty="0" smtClean="0">
                <a:latin typeface="Times New Roman" pitchFamily="18" charset="0"/>
                <a:cs typeface="Times New Roman" pitchFamily="18" charset="0"/>
              </a:rPr>
              <a:t>Must go back to Holy Prophet(</a:t>
            </a:r>
            <a:r>
              <a:rPr lang="ur-PK" dirty="0" smtClean="0">
                <a:latin typeface="Times New Roman" pitchFamily="18" charset="0"/>
                <a:cs typeface="Times New Roman" pitchFamily="18" charset="0"/>
              </a:rPr>
              <a:t>ﷺ</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Narrators should have actually met each other</a:t>
            </a:r>
          </a:p>
          <a:p>
            <a:r>
              <a:rPr lang="en-US" dirty="0" smtClean="0">
                <a:latin typeface="Times New Roman" pitchFamily="18" charset="0"/>
                <a:cs typeface="Times New Roman" pitchFamily="18" charset="0"/>
              </a:rPr>
              <a:t>Narrators must not be liars</a:t>
            </a:r>
          </a:p>
          <a:p>
            <a:r>
              <a:rPr lang="en-US" dirty="0" smtClean="0">
                <a:latin typeface="Times New Roman" pitchFamily="18" charset="0"/>
                <a:cs typeface="Times New Roman" pitchFamily="18" charset="0"/>
              </a:rPr>
              <a:t>Narrators should have sharp memory</a:t>
            </a:r>
          </a:p>
          <a:p>
            <a:r>
              <a:rPr lang="en-US" dirty="0" smtClean="0">
                <a:latin typeface="Times New Roman" pitchFamily="18" charset="0"/>
                <a:cs typeface="Times New Roman" pitchFamily="18" charset="0"/>
              </a:rPr>
              <a:t>Narrators must be pious and possess good character</a:t>
            </a:r>
          </a:p>
        </p:txBody>
      </p:sp>
      <p:sp>
        <p:nvSpPr>
          <p:cNvPr id="4" name="Rectangle 3"/>
          <p:cNvSpPr/>
          <p:nvPr/>
        </p:nvSpPr>
        <p:spPr>
          <a:xfrm>
            <a:off x="838200" y="304800"/>
            <a:ext cx="8092280" cy="1815882"/>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4000" b="1" cap="all" spc="0"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Precautions taken </a:t>
            </a:r>
          </a:p>
          <a:p>
            <a:pPr algn="ctr"/>
            <a:r>
              <a:rPr lang="en-US" sz="4000" b="1" cap="all" spc="0"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in the compilation of </a:t>
            </a:r>
            <a:r>
              <a:rPr lang="en-US" sz="4000" b="1" cap="all" spc="0" dirty="0" err="1"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ahadith</a:t>
            </a:r>
            <a:endParaRPr lang="en-US" sz="4000" b="1" cap="all" spc="0"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endParaRPr>
          </a:p>
          <a:p>
            <a:pPr algn="ctr"/>
            <a:r>
              <a:rPr lang="en-US" sz="3200" b="1" cap="all" dirty="0" err="1"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Sanad</a:t>
            </a:r>
            <a:r>
              <a:rPr lang="en-US" sz="32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  (chain of narrators)</a:t>
            </a:r>
            <a:endParaRPr lang="en-US" sz="3200" b="1" cap="all" spc="0" dirty="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09800"/>
            <a:ext cx="8229600" cy="3916363"/>
          </a:xfrm>
        </p:spPr>
        <p:txBody>
          <a:bodyPr>
            <a:normAutofit/>
          </a:bodyPr>
          <a:lstStyle/>
          <a:p>
            <a:r>
              <a:rPr lang="en-US" dirty="0" smtClean="0">
                <a:latin typeface="Times New Roman" pitchFamily="18" charset="0"/>
                <a:cs typeface="Times New Roman" pitchFamily="18" charset="0"/>
              </a:rPr>
              <a:t>Must be in a pure </a:t>
            </a:r>
            <a:r>
              <a:rPr lang="en-US" dirty="0" err="1" smtClean="0">
                <a:latin typeface="Times New Roman" pitchFamily="18" charset="0"/>
                <a:cs typeface="Times New Roman" pitchFamily="18" charset="0"/>
              </a:rPr>
              <a:t>arabic</a:t>
            </a:r>
            <a:r>
              <a:rPr lang="en-US" dirty="0" smtClean="0">
                <a:latin typeface="Times New Roman" pitchFamily="18" charset="0"/>
                <a:cs typeface="Times New Roman" pitchFamily="18" charset="0"/>
              </a:rPr>
              <a:t> style</a:t>
            </a:r>
          </a:p>
          <a:p>
            <a:r>
              <a:rPr lang="en-US" dirty="0" smtClean="0">
                <a:latin typeface="Times New Roman" pitchFamily="18" charset="0"/>
                <a:cs typeface="Times New Roman" pitchFamily="18" charset="0"/>
              </a:rPr>
              <a:t>Must not be in contradiction to historical facts and common sense</a:t>
            </a:r>
          </a:p>
          <a:p>
            <a:r>
              <a:rPr lang="en-US" dirty="0" smtClean="0">
                <a:latin typeface="Times New Roman" pitchFamily="18" charset="0"/>
                <a:cs typeface="Times New Roman" pitchFamily="18" charset="0"/>
              </a:rPr>
              <a:t>Must not be against Islam , Quran or any other authentic </a:t>
            </a:r>
            <a:r>
              <a:rPr lang="en-US" dirty="0" err="1" smtClean="0">
                <a:latin typeface="Times New Roman" pitchFamily="18" charset="0"/>
                <a:cs typeface="Times New Roman" pitchFamily="18" charset="0"/>
              </a:rPr>
              <a:t>hadith</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Must not abuse the family of Holy Prophet(</a:t>
            </a:r>
            <a:r>
              <a:rPr lang="en-US" dirty="0" err="1" smtClean="0">
                <a:latin typeface="Times New Roman" pitchFamily="18" charset="0"/>
                <a:cs typeface="Times New Roman" pitchFamily="18" charset="0"/>
              </a:rPr>
              <a:t>s.a.w</a:t>
            </a:r>
            <a:r>
              <a:rPr lang="en-US" dirty="0" smtClean="0">
                <a:latin typeface="Times New Roman" pitchFamily="18" charset="0"/>
                <a:cs typeface="Times New Roman" pitchFamily="18" charset="0"/>
              </a:rPr>
              <a:t>)</a:t>
            </a:r>
          </a:p>
          <a:p>
            <a:pPr>
              <a:buNone/>
            </a:pPr>
            <a:endParaRPr lang="en-US" dirty="0" smtClean="0">
              <a:solidFill>
                <a:schemeClr val="bg1">
                  <a:lumMod val="50000"/>
                </a:schemeClr>
              </a:solidFill>
              <a:latin typeface="Brush Script MT" pitchFamily="66" charset="0"/>
            </a:endParaRPr>
          </a:p>
          <a:p>
            <a:endParaRPr lang="en-US" dirty="0" smtClean="0">
              <a:solidFill>
                <a:schemeClr val="bg1">
                  <a:lumMod val="50000"/>
                </a:schemeClr>
              </a:solidFill>
              <a:latin typeface="Brush Script MT" pitchFamily="66" charset="0"/>
            </a:endParaRPr>
          </a:p>
          <a:p>
            <a:endParaRPr lang="en-US" dirty="0">
              <a:latin typeface="Brush Script MT" pitchFamily="66" charset="0"/>
            </a:endParaRPr>
          </a:p>
        </p:txBody>
      </p:sp>
      <p:sp>
        <p:nvSpPr>
          <p:cNvPr id="4" name="Rectangle 3"/>
          <p:cNvSpPr/>
          <p:nvPr/>
        </p:nvSpPr>
        <p:spPr>
          <a:xfrm>
            <a:off x="304800" y="381000"/>
            <a:ext cx="8839200" cy="1815882"/>
          </a:xfrm>
          <a:prstGeom prst="rect">
            <a:avLst/>
          </a:prstGeom>
        </p:spPr>
        <p:txBody>
          <a:bodyPr wrap="square">
            <a:spAutoFit/>
          </a:bodyPr>
          <a:lstStyle/>
          <a:p>
            <a:pPr algn="ctr"/>
            <a:r>
              <a:rPr lang="en-US" sz="40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Precautions taken </a:t>
            </a:r>
          </a:p>
          <a:p>
            <a:pPr algn="ctr"/>
            <a:r>
              <a:rPr lang="en-US" sz="40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in the compilation of </a:t>
            </a:r>
            <a:r>
              <a:rPr lang="en-US" sz="4000" b="1" cap="all" dirty="0" err="1"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ahadith</a:t>
            </a:r>
            <a:endParaRPr lang="en-US" sz="40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endParaRPr>
          </a:p>
          <a:p>
            <a:pPr algn="ctr"/>
            <a:r>
              <a:rPr lang="en-US" sz="3200" b="1" cap="all" dirty="0" err="1"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Matan</a:t>
            </a:r>
            <a:r>
              <a:rPr lang="en-US" sz="32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 (text)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274638"/>
            <a:ext cx="8229600" cy="1143000"/>
          </a:xfrm>
        </p:spPr>
        <p:txBody>
          <a:bodyPr/>
          <a:lstStyle/>
          <a:p>
            <a:pPr marL="54864" algn="ctr" fontAlgn="auto">
              <a:spcAft>
                <a:spcPts val="0"/>
              </a:spcAft>
              <a:defRPr/>
            </a:pPr>
            <a:r>
              <a:rPr lang="en-US" smtClean="0">
                <a:solidFill>
                  <a:schemeClr val="tx2">
                    <a:tint val="100000"/>
                    <a:shade val="90000"/>
                    <a:satMod val="250000"/>
                    <a:alpha val="100000"/>
                  </a:schemeClr>
                </a:solidFill>
                <a:latin typeface="Arial Black" pitchFamily="34" charset="0"/>
              </a:rPr>
              <a:t>Ranking of Hadith</a:t>
            </a:r>
          </a:p>
        </p:txBody>
      </p:sp>
      <p:sp>
        <p:nvSpPr>
          <p:cNvPr id="24579" name="Rectangle 3"/>
          <p:cNvSpPr>
            <a:spLocks noGrp="1" noChangeArrowheads="1"/>
          </p:cNvSpPr>
          <p:nvPr>
            <p:ph type="body" idx="4294967295"/>
          </p:nvPr>
        </p:nvSpPr>
        <p:spPr>
          <a:xfrm>
            <a:off x="0" y="1600200"/>
            <a:ext cx="8229600" cy="4525963"/>
          </a:xfrm>
        </p:spPr>
        <p:txBody>
          <a:bodyPr/>
          <a:lstStyle/>
          <a:p>
            <a:r>
              <a:rPr lang="en-US" b="1" i="1" dirty="0" err="1" smtClean="0"/>
              <a:t>Saheeh</a:t>
            </a:r>
            <a:r>
              <a:rPr lang="en-US" sz="2800" dirty="0" smtClean="0"/>
              <a:t>. Sound, which means that according to the criteria set by the specific compiler</a:t>
            </a:r>
          </a:p>
          <a:p>
            <a:r>
              <a:rPr lang="en-US" b="1" i="1" dirty="0" err="1" smtClean="0"/>
              <a:t>Hasan</a:t>
            </a:r>
            <a:r>
              <a:rPr lang="en-US" sz="2800" dirty="0" smtClean="0"/>
              <a:t> the chain is fair, good enough, but not perfect.</a:t>
            </a:r>
          </a:p>
          <a:p>
            <a:r>
              <a:rPr lang="en-US" b="1" i="1" dirty="0" err="1" smtClean="0"/>
              <a:t>Dhaeif</a:t>
            </a:r>
            <a:r>
              <a:rPr lang="en-US" b="1" i="1" dirty="0" smtClean="0"/>
              <a:t> </a:t>
            </a:r>
            <a:r>
              <a:rPr lang="en-US" sz="2800" dirty="0" smtClean="0"/>
              <a:t> weak, because members of the chain are unreliable.</a:t>
            </a:r>
          </a:p>
          <a:p>
            <a:r>
              <a:rPr lang="en-US" b="1" i="1" dirty="0" err="1" smtClean="0"/>
              <a:t>Maudu</a:t>
            </a:r>
            <a:r>
              <a:rPr lang="en-US" i="1" dirty="0" smtClean="0"/>
              <a:t> </a:t>
            </a:r>
            <a:r>
              <a:rPr lang="en-US" sz="2800" dirty="0" smtClean="0"/>
              <a:t> forgery.</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normAutofit fontScale="90000"/>
          </a:bodyPr>
          <a:lstStyle/>
          <a:p>
            <a:pPr algn="ctr"/>
            <a:r>
              <a:rPr lang="en-US" sz="4800" b="1" dirty="0" smtClean="0">
                <a:ln w="10541" cmpd="sng">
                  <a:solidFill>
                    <a:schemeClr val="accent1">
                      <a:shade val="88000"/>
                      <a:satMod val="110000"/>
                    </a:schemeClr>
                  </a:solidFill>
                  <a:prstDash val="solid"/>
                </a:ln>
                <a:solidFill>
                  <a:schemeClr val="bg1"/>
                </a:solidFill>
                <a:latin typeface="Arial Black" pitchFamily="34" charset="0"/>
              </a:rPr>
              <a:t>KINDS OF</a:t>
            </a:r>
            <a:br>
              <a:rPr lang="en-US" sz="4800" b="1" dirty="0" smtClean="0">
                <a:ln w="10541" cmpd="sng">
                  <a:solidFill>
                    <a:schemeClr val="accent1">
                      <a:shade val="88000"/>
                      <a:satMod val="110000"/>
                    </a:schemeClr>
                  </a:solidFill>
                  <a:prstDash val="solid"/>
                </a:ln>
                <a:solidFill>
                  <a:schemeClr val="bg1"/>
                </a:solidFill>
                <a:latin typeface="Arial Black" pitchFamily="34" charset="0"/>
              </a:rPr>
            </a:br>
            <a:r>
              <a:rPr lang="en-US" sz="4800" b="1" dirty="0" smtClean="0">
                <a:ln w="10541" cmpd="sng">
                  <a:solidFill>
                    <a:schemeClr val="accent1">
                      <a:shade val="88000"/>
                      <a:satMod val="110000"/>
                    </a:schemeClr>
                  </a:solidFill>
                  <a:prstDash val="solid"/>
                </a:ln>
                <a:solidFill>
                  <a:schemeClr val="bg1"/>
                </a:solidFill>
                <a:latin typeface="Arial Black" pitchFamily="34" charset="0"/>
              </a:rPr>
              <a:t>ULOOM UL HADITH</a:t>
            </a:r>
            <a:endParaRPr lang="en-US" sz="4800" b="1" dirty="0">
              <a:ln w="10541" cmpd="sng">
                <a:solidFill>
                  <a:schemeClr val="accent1">
                    <a:shade val="88000"/>
                    <a:satMod val="110000"/>
                  </a:schemeClr>
                </a:solidFill>
                <a:prstDash val="solid"/>
              </a:ln>
              <a:solidFill>
                <a:schemeClr val="bg1"/>
              </a:solidFill>
              <a:effectLst/>
              <a:latin typeface="Arial Black"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KINDS</a:t>
            </a:r>
            <a:endParaRPr lang="en-US" dirty="0"/>
          </a:p>
        </p:txBody>
      </p:sp>
      <p:sp>
        <p:nvSpPr>
          <p:cNvPr id="3" name="Content Placeholder 2"/>
          <p:cNvSpPr>
            <a:spLocks noGrp="1"/>
          </p:cNvSpPr>
          <p:nvPr>
            <p:ph idx="1"/>
          </p:nvPr>
        </p:nvSpPr>
        <p:spPr/>
        <p:txBody>
          <a:bodyPr/>
          <a:lstStyle/>
          <a:p>
            <a:r>
              <a:rPr lang="en-US" sz="2800" b="1" dirty="0" err="1" smtClean="0"/>
              <a:t>Ilm-i-riwaiat-ul-Hadith</a:t>
            </a:r>
            <a:r>
              <a:rPr lang="en-US" sz="2800" b="1" dirty="0" smtClean="0"/>
              <a:t>. (</a:t>
            </a:r>
            <a:r>
              <a:rPr lang="ar-SA" sz="2800" b="1" dirty="0" smtClean="0"/>
              <a:t>علم رواية الحديث</a:t>
            </a:r>
            <a:r>
              <a:rPr lang="en-US" sz="2800" b="1" dirty="0" smtClean="0"/>
              <a:t>)</a:t>
            </a:r>
            <a:endParaRPr lang="en-US" sz="2800" dirty="0" smtClean="0"/>
          </a:p>
          <a:p>
            <a:pPr>
              <a:buNone/>
            </a:pPr>
            <a:r>
              <a:rPr lang="en-US" sz="2800" dirty="0" smtClean="0"/>
              <a:t>It is the science of </a:t>
            </a:r>
            <a:r>
              <a:rPr lang="en-US" sz="2800" dirty="0" err="1" smtClean="0"/>
              <a:t>Hadith</a:t>
            </a:r>
            <a:r>
              <a:rPr lang="en-US" sz="2800" dirty="0" smtClean="0"/>
              <a:t> in which the knowledge about the text of </a:t>
            </a:r>
            <a:r>
              <a:rPr lang="en-US" sz="2800" dirty="0" err="1" smtClean="0"/>
              <a:t>Hadith</a:t>
            </a:r>
            <a:r>
              <a:rPr lang="en-US" sz="2800" dirty="0" smtClean="0"/>
              <a:t> is given.</a:t>
            </a:r>
          </a:p>
          <a:p>
            <a:pPr>
              <a:buNone/>
            </a:pPr>
            <a:endParaRPr lang="en-US" sz="2800" dirty="0" smtClean="0"/>
          </a:p>
          <a:p>
            <a:r>
              <a:rPr lang="en-US" sz="2800" b="1" dirty="0" err="1" smtClean="0"/>
              <a:t>Ilm-i-diraiat-ul-Hadith</a:t>
            </a:r>
            <a:r>
              <a:rPr lang="en-US" sz="2800" b="1" dirty="0" smtClean="0"/>
              <a:t>:</a:t>
            </a:r>
            <a:r>
              <a:rPr lang="ar-SA" sz="2800" b="1" dirty="0" smtClean="0"/>
              <a:t>(علم دراية الحديث)</a:t>
            </a:r>
            <a:endParaRPr lang="en-US" sz="2800" dirty="0" smtClean="0"/>
          </a:p>
          <a:p>
            <a:pPr>
              <a:buNone/>
            </a:pPr>
            <a:r>
              <a:rPr lang="en-US" sz="2800" dirty="0" smtClean="0"/>
              <a:t>It is the science of </a:t>
            </a:r>
            <a:r>
              <a:rPr lang="en-US" sz="2800" dirty="0" err="1" smtClean="0"/>
              <a:t>Hadith</a:t>
            </a:r>
            <a:r>
              <a:rPr lang="en-US" sz="2800" dirty="0" smtClean="0"/>
              <a:t>  in which the knowledge about the narrators  of </a:t>
            </a:r>
            <a:r>
              <a:rPr lang="en-US" sz="2800" dirty="0" err="1" smtClean="0"/>
              <a:t>Hadith</a:t>
            </a:r>
            <a:r>
              <a:rPr lang="en-US" sz="2800" dirty="0" smtClean="0"/>
              <a:t> is given. This science is also known as “</a:t>
            </a:r>
            <a:r>
              <a:rPr lang="en-US" sz="2800" dirty="0" err="1" smtClean="0"/>
              <a:t>Fann-ul-rijal</a:t>
            </a:r>
            <a:r>
              <a:rPr lang="en-US" sz="2800" dirty="0" smtClean="0"/>
              <a:t>” i.e. the science of narrators.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descr="507286.jpg"/>
          <p:cNvPicPr>
            <a:picLocks noChangeAspect="1"/>
          </p:cNvPicPr>
          <p:nvPr/>
        </p:nvPicPr>
        <p:blipFill>
          <a:blip r:embed="rId2" cstate="print"/>
          <a:srcRect/>
          <a:stretch>
            <a:fillRect/>
          </a:stretch>
        </p:blipFill>
        <p:spPr bwMode="auto">
          <a:xfrm>
            <a:off x="1600200" y="1371600"/>
            <a:ext cx="62484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undr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3376</TotalTime>
  <Words>1919</Words>
  <Application>Microsoft Office PowerPoint</Application>
  <PresentationFormat>On-screen Show (4:3)</PresentationFormat>
  <Paragraphs>176</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Foundry</vt:lpstr>
      <vt:lpstr>PowerPoint Presentation</vt:lpstr>
      <vt:lpstr>PowerPoint Presentation</vt:lpstr>
      <vt:lpstr>Outline of the Lesson</vt:lpstr>
      <vt:lpstr>QUIZ-2</vt:lpstr>
      <vt:lpstr>PowerPoint Presentation</vt:lpstr>
      <vt:lpstr>What is definition of Hadith?</vt:lpstr>
      <vt:lpstr>What is the definition of Hadith? Continue….</vt:lpstr>
      <vt:lpstr>SUNNAH &amp; HADITH</vt:lpstr>
      <vt:lpstr>Quran and Hadith Qudsi</vt:lpstr>
      <vt:lpstr>Sunnah and Hadith</vt:lpstr>
      <vt:lpstr>Sunnah and Hadith</vt:lpstr>
      <vt:lpstr>LEGAL POSITION OF SUNNAH</vt:lpstr>
      <vt:lpstr>PowerPoint Presentation</vt:lpstr>
      <vt:lpstr>HISTORY OF HADITH</vt:lpstr>
      <vt:lpstr>History of Hadith in the time of Prophet (صلى الله عليه وسلم)-1</vt:lpstr>
      <vt:lpstr>History of Hadith in the time of Prophet (صلى الله عليه وسلم)-2</vt:lpstr>
      <vt:lpstr>History of Hadith in the time of Prophet (صلى الله عليه وسلم)-3</vt:lpstr>
      <vt:lpstr>History of Hadith in the time of Prophet (صلى الله عليه وسلم)-4</vt:lpstr>
      <vt:lpstr>History of Hadith in the time of Companions رضي الله عنهم-1</vt:lpstr>
      <vt:lpstr>Compilation of Hadith in the time of Companions رضي الله عنهم-2</vt:lpstr>
      <vt:lpstr>Compilation of Hadith in the time of Successors (تا بعين) </vt:lpstr>
      <vt:lpstr>KINDS OF HADITH</vt:lpstr>
      <vt:lpstr>kinds of Hadith as definition</vt:lpstr>
      <vt:lpstr>ULOOM UL HADITH</vt:lpstr>
      <vt:lpstr>ULOOM UL HADITH</vt:lpstr>
      <vt:lpstr>PowerPoint Presentation</vt:lpstr>
      <vt:lpstr>SANAD (Chain)</vt:lpstr>
      <vt:lpstr>MATAN (Text)</vt:lpstr>
      <vt:lpstr>  </vt:lpstr>
      <vt:lpstr>PowerPoint Presentation</vt:lpstr>
      <vt:lpstr>PowerPoint Presentation</vt:lpstr>
      <vt:lpstr>Ranking of Hadith</vt:lpstr>
      <vt:lpstr>KINDS OF ULOOM UL HADITH</vt:lpstr>
      <vt:lpstr>KINDS</vt:lpstr>
      <vt:lpstr>PowerPoint Presentation</vt:lpstr>
    </vt:vector>
  </TitlesOfParts>
  <Company>UnitedHealth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Discipline of Hadith</dc:title>
  <dc:creator>smali10</dc:creator>
  <cp:lastModifiedBy>bhatti computer</cp:lastModifiedBy>
  <cp:revision>176</cp:revision>
  <dcterms:created xsi:type="dcterms:W3CDTF">2010-12-03T00:04:26Z</dcterms:created>
  <dcterms:modified xsi:type="dcterms:W3CDTF">2021-10-25T10:34:20Z</dcterms:modified>
</cp:coreProperties>
</file>