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4430A-7C7A-4DD4-AA1A-41C951525AB7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A4AD9F-4CC6-4059-BBD9-7BE854074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02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A4AD9F-4CC6-4059-BBD9-7BE854074B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85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3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0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6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5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5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41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5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4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8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55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6"/>
          </a:fgClr>
          <a:bgClr>
            <a:srgbClr val="92D05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D1F45-12A6-47E8-8C57-BEC2E861E109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0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104" r:id="rId2"/>
    <p:sldLayoutId id="2147484105" r:id="rId3"/>
    <p:sldLayoutId id="2147484106" r:id="rId4"/>
    <p:sldLayoutId id="2147484107" r:id="rId5"/>
    <p:sldLayoutId id="2147484108" r:id="rId6"/>
    <p:sldLayoutId id="2147484109" r:id="rId7"/>
    <p:sldLayoutId id="2147484110" r:id="rId8"/>
    <p:sldLayoutId id="2147484111" r:id="rId9"/>
    <p:sldLayoutId id="2147484112" r:id="rId10"/>
    <p:sldLayoutId id="21474841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Quaid-I-Azam M. Ali Jinnah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December 1876, Karachi </a:t>
            </a:r>
          </a:p>
        </p:txBody>
      </p:sp>
    </p:spTree>
    <p:extLst>
      <p:ext uri="{BB962C8B-B14F-4D97-AF65-F5344CB8AC3E}">
        <p14:creationId xmlns:p14="http://schemas.microsoft.com/office/powerpoint/2010/main" val="99439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713"/>
    </mc:Choice>
    <mc:Fallback xmlns="">
      <p:transition spd="slow" advTm="4871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Life of Quaid-I-Azam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1893-1896 (LLB and Bar at Law from Lincoln’s Inn London)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1896 (Returned to India)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1898 (Started Practice as advocate at Bombay High Court)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1900 (appointed as Bombay Presidency Magistrate for 6-months and later Jinnah politely rejected permanent position as judge)</a:t>
            </a: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70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760"/>
    </mc:Choice>
    <mc:Fallback xmlns="">
      <p:transition spd="slow" advTm="16376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career and contribution of M.A Jinnah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1906 (started his political career by attending Indian National Congress Calcutta session with the advise of Gopal Krishna Gokhale ) 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 1910 (Quaid was appointed as member of Imperial Legislative Council) 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1913 (Joined All India Muslim League)</a:t>
            </a: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2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43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4373"/>
    </mc:Choice>
    <mc:Fallback xmlns="">
      <p:transition spd="slow" advTm="46437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Contributions/Works of M.A. Jinnah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1916 (Lucknow pact and AIML and INC reached a deal on separate electorates for Muslims. Jinnah was called as Ambassador For Hindu Muslim Unity)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1919 (Jinnah resigned from Imperial Legislative Council as protest to Rawalt Bill a draconian law against colonies)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Jallianwala Bag massacre 1919</a:t>
            </a:r>
          </a:p>
        </p:txBody>
      </p:sp>
    </p:spTree>
    <p:extLst>
      <p:ext uri="{BB962C8B-B14F-4D97-AF65-F5344CB8AC3E}">
        <p14:creationId xmlns:p14="http://schemas.microsoft.com/office/powerpoint/2010/main" val="137172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7616"/>
    </mc:Choice>
    <mc:Fallback xmlns="">
      <p:transition spd="slow" advTm="31761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Contributions/Works of M.A. Jinnah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1919 (Government of India Act of 1919/Montague/Chelmsford reforms/ Diarchy System)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Delhi Muslim Proposal 1927 (Sangathan, Shudi movements of 1920’s, leaders were Pundit Madan Lal, Annie Besant and Lala Lajpat))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August 1928 Nehru report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 1929 (Jinnah14 points)</a:t>
            </a:r>
          </a:p>
        </p:txBody>
      </p:sp>
    </p:spTree>
    <p:extLst>
      <p:ext uri="{BB962C8B-B14F-4D97-AF65-F5344CB8AC3E}">
        <p14:creationId xmlns:p14="http://schemas.microsoft.com/office/powerpoint/2010/main" val="260196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5610"/>
    </mc:Choice>
    <mc:Fallback xmlns="">
      <p:transition spd="slow" advTm="31561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Contributions/Works of M. A. Jinnah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1930-1932 (Round Table Conferences ) 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1934 (Quaid was elected as Permanent President of All India Muslim League)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1935 (Returned to India and reorganize AIML)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1936-37 (Election in India)</a:t>
            </a:r>
          </a:p>
        </p:txBody>
      </p:sp>
    </p:spTree>
    <p:extLst>
      <p:ext uri="{BB962C8B-B14F-4D97-AF65-F5344CB8AC3E}">
        <p14:creationId xmlns:p14="http://schemas.microsoft.com/office/powerpoint/2010/main" val="2299317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1193"/>
    </mc:Choice>
    <mc:Fallback xmlns="">
      <p:transition spd="slow" advTm="38119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Contributions/Works of M. A. Jinnah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92D050"/>
          </a:solidFill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1937-39 (Congress Ministries in India)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Warda System of Education, Banda Mahtram 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October 1939 (Congress resigned from ministries as protest fro World War 2)</a:t>
            </a: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096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7487"/>
    </mc:Choice>
    <mc:Fallback xmlns="">
      <p:transition spd="slow" advTm="22748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Pakistan Resolution/Lahore Resolution of 22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-24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March,1940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India Muslim League annual session 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 words and 4 paragraphs 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Molvi Fazal Haq of Bengal moved the resolution on 23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 1940.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Schemes before Pakistan resolution in India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760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Schemes before Pakistan resolution in India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Abdul Haleem Sarshar (1860-1926) in Mohazib Newspaper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Wilayat Ali (Column “Gup-Shap” in Comrade Newspaper under title “Ek Mulakat with Northern Part of India”)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Fazal Karim Khan Durrani’s Book “The Future of Islam in India 1928)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 1933, four pages pamphlet “Now or Never” by Chudary Rehmat Ali 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4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June 1858-1940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were 170 schemes were presented to divide India.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918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Gandhi-Jinnah Talks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17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July Gandhi wrote a letter to Jinnah expressing desire to have meeting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meeting took place on 9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1944 at Quaid Residence in Malabar Hills.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meeting and letters continued till 26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September 1944 and in total 21 letters exchanged (10 by Quaid and 11 letters belonged to Gandhi)</a:t>
            </a:r>
          </a:p>
          <a:p>
            <a:pPr algn="just">
              <a:lnSpc>
                <a:spcPct val="2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451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Points of Gandhi Jinnah Talks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Gandhi participated as individual while Jinnah participated as leader of AIML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Gandhi wanted AIML to support Indian National Congress and than would talk with AIML for autonomous state or plebiscite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Gandhi will ensure Muslim majority province will be given full autonomy.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 Quaid wanted Pakistan first and Indian Independence later.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Talks failed because of Gandhi individualistic approach to the  cause. </a:t>
            </a:r>
          </a:p>
        </p:txBody>
      </p:sp>
    </p:spTree>
    <p:extLst>
      <p:ext uri="{BB962C8B-B14F-4D97-AF65-F5344CB8AC3E}">
        <p14:creationId xmlns:p14="http://schemas.microsoft.com/office/powerpoint/2010/main" val="2255367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June Plan 1947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1-The Provincial Legislative Assemblies of Punjab and Bengal were to meet in two groups, i.e., Muslim majority districts and non-Muslim majority districts. If any of the two decided in favor of the division of the province, then the Governor General would appoint a boundary commission to demarcate the boundaries of the province on the basis of ascertaining the contiguous majority areas of Muslims and non-Muslims.</a:t>
            </a:r>
          </a:p>
        </p:txBody>
      </p:sp>
    </p:spTree>
    <p:extLst>
      <p:ext uri="{BB962C8B-B14F-4D97-AF65-F5344CB8AC3E}">
        <p14:creationId xmlns:p14="http://schemas.microsoft.com/office/powerpoint/2010/main" val="4043224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June Plan 1947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The Legislative Assembly of Sindh (excluding its European Members) was to decide either to join the existing Constituent Assembly or the New Constituent Assembly.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In order to decide the future of the North West Frontier Province, a referendum was proposed. The Electoral College for the referendum was to be the same as the Electoral College for the provincial legislative assembly in 1946.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Baluchistan was also to be given the option to express its opinion on the issue.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If Bengal decided in favor of partition, a referendum was to be held in the Sylhet District of Assam to decide whether it would continue as a part of Assam, or be merged with the new province of East Bengal.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476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Quaid-I-Azam as Governor General 1947-48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Early Problems of Pakistan (Refugees, Bureaucracy, Military, economy, water and Kashmir)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Constitution for the new State (The 1935 act was amended and made temporary constitution of Pakistan)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Central or State Bank for Pakistan (1st July 1948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Democracy to be practiced)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Membership of UNO (On 30th September 1947, Pakistan became the member of the UNO)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 Establishment of Capital (Karachi was made the first capital of Pakistan) </a:t>
            </a:r>
          </a:p>
        </p:txBody>
      </p:sp>
    </p:spTree>
    <p:extLst>
      <p:ext uri="{BB962C8B-B14F-4D97-AF65-F5344CB8AC3E}">
        <p14:creationId xmlns:p14="http://schemas.microsoft.com/office/powerpoint/2010/main" val="3453048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</TotalTime>
  <Words>876</Words>
  <Application>Microsoft Office PowerPoint</Application>
  <PresentationFormat>Widescreen</PresentationFormat>
  <Paragraphs>68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Quaid-I-Azam M. Ali Jinnah</vt:lpstr>
      <vt:lpstr>Initial Life of Quaid-I-Azam</vt:lpstr>
      <vt:lpstr>Early career and contribution of M.A Jinnah</vt:lpstr>
      <vt:lpstr>Contributions/Works of M.A. Jinnah</vt:lpstr>
      <vt:lpstr>Contributions/Works of M.A. Jinnah</vt:lpstr>
      <vt:lpstr>Contributions/Works of M. A. Jinnah</vt:lpstr>
      <vt:lpstr>Contributions/Works of M. A. Jinnah</vt:lpstr>
      <vt:lpstr>Pakistan Resolution/Lahore Resolution of 22nd-24th March,1940</vt:lpstr>
      <vt:lpstr>Schemes before Pakistan resolution in India </vt:lpstr>
      <vt:lpstr>Gandhi-Jinnah Talks</vt:lpstr>
      <vt:lpstr>Main Points of Gandhi Jinnah Talks</vt:lpstr>
      <vt:lpstr>3rd June Plan 1947</vt:lpstr>
      <vt:lpstr>3rd June Plan 1947</vt:lpstr>
      <vt:lpstr>Quaid-I-Azam as Governor General 1947-48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1857</dc:title>
  <dc:creator>Ahmed Khan</dc:creator>
  <cp:lastModifiedBy>Ahmed Khan</cp:lastModifiedBy>
  <cp:revision>66</cp:revision>
  <dcterms:created xsi:type="dcterms:W3CDTF">2019-10-09T07:32:25Z</dcterms:created>
  <dcterms:modified xsi:type="dcterms:W3CDTF">2020-10-05T05:04:49Z</dcterms:modified>
</cp:coreProperties>
</file>