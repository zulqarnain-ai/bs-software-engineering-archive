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81" r:id="rId21"/>
    <p:sldId id="282" r:id="rId22"/>
    <p:sldId id="273" r:id="rId23"/>
    <p:sldId id="283" r:id="rId24"/>
    <p:sldId id="284" r:id="rId25"/>
    <p:sldId id="274" r:id="rId26"/>
    <p:sldId id="275" r:id="rId27"/>
    <p:sldId id="276" r:id="rId28"/>
    <p:sldId id="277" r:id="rId29"/>
    <p:sldId id="278" r:id="rId30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48119"/>
            <a:ext cx="651637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7738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7806055" cy="2976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708025" marR="643890" indent="-56515">
              <a:lnSpc>
                <a:spcPts val="3829"/>
              </a:lnSpc>
            </a:pPr>
            <a:r>
              <a:rPr spc="-180" dirty="0">
                <a:solidFill>
                  <a:srgbClr val="FFFFFF"/>
                </a:solidFill>
                <a:latin typeface="Tahoma"/>
                <a:cs typeface="Tahoma"/>
              </a:rPr>
              <a:t>Javascript </a:t>
            </a:r>
            <a:r>
              <a:rPr spc="-165" dirty="0">
                <a:solidFill>
                  <a:srgbClr val="FFFFFF"/>
                </a:solidFill>
                <a:latin typeface="Tahoma"/>
                <a:cs typeface="Tahoma"/>
              </a:rPr>
              <a:t>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Let's</a:t>
            </a:r>
            <a:r>
              <a:rPr spc="-30" dirty="0"/>
              <a:t> </a:t>
            </a:r>
            <a:r>
              <a:rPr spc="190" dirty="0"/>
              <a:t>see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145" dirty="0"/>
              <a:t>couple</a:t>
            </a:r>
            <a:r>
              <a:rPr spc="-25" dirty="0"/>
              <a:t> </a:t>
            </a:r>
            <a:r>
              <a:rPr spc="130" dirty="0"/>
              <a:t>of</a:t>
            </a:r>
            <a:r>
              <a:rPr spc="-30" dirty="0"/>
              <a:t> </a:t>
            </a:r>
            <a:r>
              <a:rPr spc="14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028815" cy="164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Last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sessions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talked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Today: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Review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basics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going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through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examples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spc="-7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learn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functionality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Example</a:t>
            </a:r>
            <a:r>
              <a:rPr spc="-30" dirty="0"/>
              <a:t> </a:t>
            </a:r>
            <a:r>
              <a:rPr spc="-270" dirty="0"/>
              <a:t>1:</a:t>
            </a:r>
            <a:r>
              <a:rPr spc="-30" dirty="0"/>
              <a:t> </a:t>
            </a:r>
            <a:r>
              <a:rPr dirty="0"/>
              <a:t>Add</a:t>
            </a:r>
            <a:r>
              <a:rPr spc="-30" dirty="0"/>
              <a:t> </a:t>
            </a:r>
            <a:r>
              <a:rPr spc="145" dirty="0"/>
              <a:t>two</a:t>
            </a:r>
            <a:r>
              <a:rPr spc="-30" dirty="0"/>
              <a:t> </a:t>
            </a:r>
            <a:r>
              <a:rPr spc="14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921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looks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this: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19401"/>
            <a:ext cx="803211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enters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button,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sum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numbers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appear: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724" y="1577274"/>
            <a:ext cx="4829074" cy="11421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6783" y="3771511"/>
            <a:ext cx="4221477" cy="10213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7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79818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structure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simple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spc="9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textboxes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40356"/>
            <a:ext cx="1319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750005"/>
            <a:ext cx="2774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div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7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798185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structure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simple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spc="9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textboxes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id="first"&gt;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id="second"&gt;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&lt;button&gt;Show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me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the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sum!&lt;/button&gt;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div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&lt;div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id="result"&gt;X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Y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?&lt;/div&gt;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0735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Now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needed,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apply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styling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to: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bring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everything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center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200px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top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under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make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bigger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0735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Now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needed,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apply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styling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to: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bring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everything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center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200px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top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under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make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bigger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27123"/>
            <a:ext cx="2265680" cy="10160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.container</a:t>
            </a: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 {</a:t>
            </a:r>
            <a:endParaRPr sz="1400">
              <a:latin typeface="Courier New"/>
              <a:cs typeface="Courier New"/>
            </a:endParaRPr>
          </a:p>
          <a:p>
            <a:pPr marL="226060" marR="5080">
              <a:lnSpc>
                <a:spcPct val="11610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margin: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200px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auto;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width: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500px;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3765372"/>
            <a:ext cx="2266315" cy="12636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#result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6060" marR="5080">
              <a:lnSpc>
                <a:spcPct val="11610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font-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size: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2em;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text-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align: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center; padding-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top:</a:t>
            </a:r>
            <a:r>
              <a:rPr sz="1400" spc="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2em;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2625" y="3315706"/>
            <a:ext cx="3435350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55" dirty="0">
                <a:latin typeface="Tahoma"/>
                <a:cs typeface="Tahoma"/>
              </a:rPr>
              <a:t>Note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35" dirty="0">
                <a:latin typeface="Tahoma"/>
                <a:cs typeface="Tahoma"/>
              </a:rPr>
              <a:t>I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use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a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container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put </a:t>
            </a:r>
            <a:r>
              <a:rPr sz="1800" dirty="0">
                <a:latin typeface="Tahoma"/>
                <a:cs typeface="Tahoma"/>
              </a:rPr>
              <a:t>all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HTML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elements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inside,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 </a:t>
            </a:r>
            <a:r>
              <a:rPr sz="1800" dirty="0">
                <a:latin typeface="Tahoma"/>
                <a:cs typeface="Tahoma"/>
              </a:rPr>
              <a:t>apply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margin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width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properties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container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19154" y="3200183"/>
            <a:ext cx="1523365" cy="686435"/>
            <a:chOff x="3019154" y="3200183"/>
            <a:chExt cx="1523365" cy="686435"/>
          </a:xfrm>
        </p:grpSpPr>
        <p:sp>
          <p:nvSpPr>
            <p:cNvPr id="8" name="object 8"/>
            <p:cNvSpPr/>
            <p:nvPr/>
          </p:nvSpPr>
          <p:spPr>
            <a:xfrm>
              <a:off x="3023917" y="3204945"/>
              <a:ext cx="1513840" cy="676910"/>
            </a:xfrm>
            <a:custGeom>
              <a:avLst/>
              <a:gdLst/>
              <a:ahLst/>
              <a:cxnLst/>
              <a:rect l="l" t="t" r="r" b="b"/>
              <a:pathLst>
                <a:path w="1513839" h="676910">
                  <a:moveTo>
                    <a:pt x="1452299" y="676294"/>
                  </a:moveTo>
                  <a:lnTo>
                    <a:pt x="219023" y="374399"/>
                  </a:lnTo>
                  <a:lnTo>
                    <a:pt x="188423" y="499199"/>
                  </a:lnTo>
                  <a:lnTo>
                    <a:pt x="0" y="188494"/>
                  </a:lnTo>
                  <a:lnTo>
                    <a:pt x="310823" y="0"/>
                  </a:lnTo>
                  <a:lnTo>
                    <a:pt x="280223" y="124799"/>
                  </a:lnTo>
                  <a:lnTo>
                    <a:pt x="1513499" y="426694"/>
                  </a:lnTo>
                  <a:lnTo>
                    <a:pt x="1452299" y="676294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3917" y="3204945"/>
              <a:ext cx="1513840" cy="676910"/>
            </a:xfrm>
            <a:custGeom>
              <a:avLst/>
              <a:gdLst/>
              <a:ahLst/>
              <a:cxnLst/>
              <a:rect l="l" t="t" r="r" b="b"/>
              <a:pathLst>
                <a:path w="1513839" h="676910">
                  <a:moveTo>
                    <a:pt x="0" y="188494"/>
                  </a:moveTo>
                  <a:lnTo>
                    <a:pt x="310823" y="0"/>
                  </a:lnTo>
                  <a:lnTo>
                    <a:pt x="280223" y="124799"/>
                  </a:lnTo>
                  <a:lnTo>
                    <a:pt x="1513499" y="426694"/>
                  </a:lnTo>
                  <a:lnTo>
                    <a:pt x="1452299" y="676294"/>
                  </a:lnTo>
                  <a:lnTo>
                    <a:pt x="219023" y="374399"/>
                  </a:lnTo>
                  <a:lnTo>
                    <a:pt x="188423" y="499199"/>
                  </a:lnTo>
                  <a:lnTo>
                    <a:pt x="0" y="18849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Javascript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Perfect!</a:t>
            </a:r>
            <a:r>
              <a:rPr spc="-145" dirty="0"/>
              <a:t> </a:t>
            </a:r>
            <a:r>
              <a:rPr spc="90" dirty="0"/>
              <a:t>We</a:t>
            </a:r>
            <a:r>
              <a:rPr spc="-140" dirty="0"/>
              <a:t> </a:t>
            </a:r>
            <a:r>
              <a:rPr dirty="0"/>
              <a:t>created</a:t>
            </a:r>
            <a:r>
              <a:rPr spc="-140" dirty="0"/>
              <a:t> </a:t>
            </a:r>
            <a:r>
              <a:rPr spc="-45" dirty="0"/>
              <a:t>a</a:t>
            </a:r>
            <a:r>
              <a:rPr spc="-140" dirty="0"/>
              <a:t> </a:t>
            </a:r>
            <a:r>
              <a:rPr spc="-30" dirty="0"/>
              <a:t>webpage</a:t>
            </a:r>
            <a:r>
              <a:rPr spc="-145" dirty="0"/>
              <a:t> </a:t>
            </a:r>
            <a:r>
              <a:rPr dirty="0"/>
              <a:t>that</a:t>
            </a:r>
            <a:r>
              <a:rPr spc="-140" dirty="0"/>
              <a:t> </a:t>
            </a:r>
            <a:r>
              <a:rPr dirty="0"/>
              <a:t>looks</a:t>
            </a:r>
            <a:r>
              <a:rPr spc="-140" dirty="0"/>
              <a:t> </a:t>
            </a:r>
            <a:r>
              <a:rPr dirty="0"/>
              <a:t>exactly</a:t>
            </a:r>
            <a:r>
              <a:rPr spc="-140" dirty="0"/>
              <a:t> </a:t>
            </a:r>
            <a:r>
              <a:rPr spc="-35" dirty="0"/>
              <a:t>as</a:t>
            </a:r>
            <a:r>
              <a:rPr spc="-140" dirty="0"/>
              <a:t> </a:t>
            </a:r>
            <a:r>
              <a:rPr dirty="0"/>
              <a:t>we</a:t>
            </a:r>
            <a:r>
              <a:rPr spc="-145" dirty="0"/>
              <a:t> </a:t>
            </a:r>
            <a:r>
              <a:rPr spc="-10" dirty="0"/>
              <a:t>wanted.</a:t>
            </a:r>
          </a:p>
          <a:p>
            <a:pPr marL="12700" marR="5080">
              <a:lnSpc>
                <a:spcPct val="187500"/>
              </a:lnSpc>
            </a:pPr>
            <a:r>
              <a:rPr spc="50" dirty="0"/>
              <a:t>But</a:t>
            </a:r>
            <a:r>
              <a:rPr spc="-165" dirty="0"/>
              <a:t> </a:t>
            </a:r>
            <a:r>
              <a:rPr spc="55" dirty="0"/>
              <a:t>it</a:t>
            </a:r>
            <a:r>
              <a:rPr spc="-165" dirty="0"/>
              <a:t> </a:t>
            </a:r>
            <a:r>
              <a:rPr dirty="0"/>
              <a:t>doesn't</a:t>
            </a:r>
            <a:r>
              <a:rPr spc="-160" dirty="0"/>
              <a:t> </a:t>
            </a:r>
            <a:r>
              <a:rPr dirty="0"/>
              <a:t>do</a:t>
            </a:r>
            <a:r>
              <a:rPr spc="-165" dirty="0"/>
              <a:t> </a:t>
            </a:r>
            <a:r>
              <a:rPr dirty="0"/>
              <a:t>anything!</a:t>
            </a:r>
            <a:r>
              <a:rPr spc="-165" dirty="0"/>
              <a:t> </a:t>
            </a:r>
            <a:r>
              <a:rPr dirty="0"/>
              <a:t>Let's</a:t>
            </a:r>
            <a:r>
              <a:rPr spc="-160" dirty="0"/>
              <a:t> </a:t>
            </a:r>
            <a:r>
              <a:rPr spc="-10" dirty="0"/>
              <a:t>add</a:t>
            </a:r>
            <a:r>
              <a:rPr spc="-165" dirty="0"/>
              <a:t> </a:t>
            </a:r>
            <a:r>
              <a:rPr spc="-20" dirty="0"/>
              <a:t>some</a:t>
            </a:r>
            <a:r>
              <a:rPr spc="-165" dirty="0"/>
              <a:t> </a:t>
            </a:r>
            <a:r>
              <a:rPr dirty="0"/>
              <a:t>functionality</a:t>
            </a:r>
            <a:r>
              <a:rPr spc="-160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55" dirty="0"/>
              <a:t>it</a:t>
            </a:r>
            <a:r>
              <a:rPr spc="-165" dirty="0"/>
              <a:t> </a:t>
            </a:r>
            <a:r>
              <a:rPr dirty="0"/>
              <a:t>by</a:t>
            </a:r>
            <a:r>
              <a:rPr spc="-160" dirty="0"/>
              <a:t> </a:t>
            </a:r>
            <a:r>
              <a:rPr spc="-25" dirty="0"/>
              <a:t>using</a:t>
            </a:r>
            <a:r>
              <a:rPr spc="-165" dirty="0"/>
              <a:t> </a:t>
            </a:r>
            <a:r>
              <a:rPr spc="-10" dirty="0"/>
              <a:t>javascript </a:t>
            </a:r>
            <a:r>
              <a:rPr spc="50" dirty="0"/>
              <a:t>What</a:t>
            </a:r>
            <a:r>
              <a:rPr spc="-190" dirty="0"/>
              <a:t> </a:t>
            </a:r>
            <a:r>
              <a:rPr spc="-20" dirty="0"/>
              <a:t>was</a:t>
            </a:r>
            <a:r>
              <a:rPr spc="-190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-10" dirty="0"/>
              <a:t>main</a:t>
            </a:r>
            <a:r>
              <a:rPr spc="-185" dirty="0"/>
              <a:t> </a:t>
            </a:r>
            <a:r>
              <a:rPr dirty="0"/>
              <a:t>purpose</a:t>
            </a:r>
            <a:r>
              <a:rPr spc="-19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dirty="0"/>
              <a:t>this</a:t>
            </a:r>
            <a:r>
              <a:rPr spc="-185" dirty="0"/>
              <a:t> </a:t>
            </a:r>
            <a:r>
              <a:rPr spc="-10" dirty="0"/>
              <a:t>page?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Javascript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Perfect!</a:t>
            </a:r>
            <a:r>
              <a:rPr spc="-145" dirty="0"/>
              <a:t> </a:t>
            </a:r>
            <a:r>
              <a:rPr spc="90" dirty="0"/>
              <a:t>We</a:t>
            </a:r>
            <a:r>
              <a:rPr spc="-140" dirty="0"/>
              <a:t> </a:t>
            </a:r>
            <a:r>
              <a:rPr dirty="0"/>
              <a:t>created</a:t>
            </a:r>
            <a:r>
              <a:rPr spc="-140" dirty="0"/>
              <a:t> </a:t>
            </a:r>
            <a:r>
              <a:rPr spc="-45" dirty="0"/>
              <a:t>a</a:t>
            </a:r>
            <a:r>
              <a:rPr spc="-140" dirty="0"/>
              <a:t> </a:t>
            </a:r>
            <a:r>
              <a:rPr spc="-30" dirty="0"/>
              <a:t>webpage</a:t>
            </a:r>
            <a:r>
              <a:rPr spc="-145" dirty="0"/>
              <a:t> </a:t>
            </a:r>
            <a:r>
              <a:rPr dirty="0"/>
              <a:t>that</a:t>
            </a:r>
            <a:r>
              <a:rPr spc="-140" dirty="0"/>
              <a:t> </a:t>
            </a:r>
            <a:r>
              <a:rPr dirty="0"/>
              <a:t>looks</a:t>
            </a:r>
            <a:r>
              <a:rPr spc="-140" dirty="0"/>
              <a:t> </a:t>
            </a:r>
            <a:r>
              <a:rPr dirty="0"/>
              <a:t>exactly</a:t>
            </a:r>
            <a:r>
              <a:rPr spc="-140" dirty="0"/>
              <a:t> </a:t>
            </a:r>
            <a:r>
              <a:rPr spc="-35" dirty="0"/>
              <a:t>as</a:t>
            </a:r>
            <a:r>
              <a:rPr spc="-140" dirty="0"/>
              <a:t> </a:t>
            </a:r>
            <a:r>
              <a:rPr dirty="0"/>
              <a:t>we</a:t>
            </a:r>
            <a:r>
              <a:rPr spc="-145" dirty="0"/>
              <a:t> </a:t>
            </a:r>
            <a:r>
              <a:rPr spc="-10" dirty="0"/>
              <a:t>wanted.</a:t>
            </a:r>
          </a:p>
          <a:p>
            <a:pPr marL="12700" marR="5080">
              <a:lnSpc>
                <a:spcPct val="187500"/>
              </a:lnSpc>
            </a:pPr>
            <a:r>
              <a:rPr spc="50" dirty="0"/>
              <a:t>But</a:t>
            </a:r>
            <a:r>
              <a:rPr spc="-165" dirty="0"/>
              <a:t> </a:t>
            </a:r>
            <a:r>
              <a:rPr spc="55" dirty="0"/>
              <a:t>it</a:t>
            </a:r>
            <a:r>
              <a:rPr spc="-165" dirty="0"/>
              <a:t> </a:t>
            </a:r>
            <a:r>
              <a:rPr dirty="0"/>
              <a:t>doesn't</a:t>
            </a:r>
            <a:r>
              <a:rPr spc="-160" dirty="0"/>
              <a:t> </a:t>
            </a:r>
            <a:r>
              <a:rPr dirty="0"/>
              <a:t>do</a:t>
            </a:r>
            <a:r>
              <a:rPr spc="-165" dirty="0"/>
              <a:t> </a:t>
            </a:r>
            <a:r>
              <a:rPr dirty="0"/>
              <a:t>anything!</a:t>
            </a:r>
            <a:r>
              <a:rPr spc="-165" dirty="0"/>
              <a:t> </a:t>
            </a:r>
            <a:r>
              <a:rPr dirty="0"/>
              <a:t>Let's</a:t>
            </a:r>
            <a:r>
              <a:rPr spc="-160" dirty="0"/>
              <a:t> </a:t>
            </a:r>
            <a:r>
              <a:rPr spc="-10" dirty="0"/>
              <a:t>add</a:t>
            </a:r>
            <a:r>
              <a:rPr spc="-165" dirty="0"/>
              <a:t> </a:t>
            </a:r>
            <a:r>
              <a:rPr spc="-20" dirty="0"/>
              <a:t>some</a:t>
            </a:r>
            <a:r>
              <a:rPr spc="-165" dirty="0"/>
              <a:t> </a:t>
            </a:r>
            <a:r>
              <a:rPr dirty="0"/>
              <a:t>functionality</a:t>
            </a:r>
            <a:r>
              <a:rPr spc="-160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55" dirty="0"/>
              <a:t>it</a:t>
            </a:r>
            <a:r>
              <a:rPr spc="-165" dirty="0"/>
              <a:t> </a:t>
            </a:r>
            <a:r>
              <a:rPr dirty="0"/>
              <a:t>by</a:t>
            </a:r>
            <a:r>
              <a:rPr spc="-160" dirty="0"/>
              <a:t> </a:t>
            </a:r>
            <a:r>
              <a:rPr spc="-25" dirty="0"/>
              <a:t>using</a:t>
            </a:r>
            <a:r>
              <a:rPr spc="-165" dirty="0"/>
              <a:t> </a:t>
            </a:r>
            <a:r>
              <a:rPr spc="-10" dirty="0"/>
              <a:t>javascript </a:t>
            </a:r>
            <a:r>
              <a:rPr spc="50" dirty="0"/>
              <a:t>What</a:t>
            </a:r>
            <a:r>
              <a:rPr spc="-190" dirty="0"/>
              <a:t> </a:t>
            </a:r>
            <a:r>
              <a:rPr spc="-20" dirty="0"/>
              <a:t>was</a:t>
            </a:r>
            <a:r>
              <a:rPr spc="-190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-10" dirty="0"/>
              <a:t>main</a:t>
            </a:r>
            <a:r>
              <a:rPr spc="-185" dirty="0"/>
              <a:t> </a:t>
            </a:r>
            <a:r>
              <a:rPr dirty="0"/>
              <a:t>purpose</a:t>
            </a:r>
            <a:r>
              <a:rPr spc="-19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dirty="0"/>
              <a:t>this</a:t>
            </a:r>
            <a:r>
              <a:rPr spc="-185" dirty="0"/>
              <a:t> </a:t>
            </a:r>
            <a:r>
              <a:rPr spc="-10" dirty="0"/>
              <a:t>page?</a:t>
            </a:r>
          </a:p>
          <a:p>
            <a:pPr marL="567055" algn="ctr">
              <a:lnSpc>
                <a:spcPct val="100000"/>
              </a:lnSpc>
              <a:spcBef>
                <a:spcPts val="1864"/>
              </a:spcBef>
            </a:pPr>
            <a:r>
              <a:rPr sz="2400" b="1" spc="-140" dirty="0">
                <a:solidFill>
                  <a:srgbClr val="F45E61"/>
                </a:solidFill>
                <a:latin typeface="Tahoma"/>
                <a:cs typeface="Tahoma"/>
              </a:rPr>
              <a:t>Adding</a:t>
            </a:r>
            <a:r>
              <a:rPr sz="2400" b="1" spc="-21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2400" b="1" spc="-165" dirty="0">
                <a:solidFill>
                  <a:srgbClr val="F45E61"/>
                </a:solidFill>
                <a:latin typeface="Tahoma"/>
                <a:cs typeface="Tahoma"/>
              </a:rPr>
              <a:t>two</a:t>
            </a:r>
            <a:r>
              <a:rPr sz="2400" b="1" spc="-204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45E61"/>
                </a:solidFill>
                <a:latin typeface="Tahoma"/>
                <a:cs typeface="Tahoma"/>
              </a:rPr>
              <a:t>numbers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pc="-25" dirty="0"/>
              <a:t>So</a:t>
            </a:r>
            <a:r>
              <a:rPr spc="-130" dirty="0"/>
              <a:t> </a:t>
            </a:r>
            <a:r>
              <a:rPr dirty="0"/>
              <a:t>let's</a:t>
            </a:r>
            <a:r>
              <a:rPr spc="-130" dirty="0"/>
              <a:t> </a:t>
            </a:r>
            <a:r>
              <a:rPr dirty="0"/>
              <a:t>write</a:t>
            </a:r>
            <a:r>
              <a:rPr spc="-130" dirty="0"/>
              <a:t> </a:t>
            </a:r>
            <a:r>
              <a:rPr spc="-45" dirty="0"/>
              <a:t>a</a:t>
            </a:r>
            <a:r>
              <a:rPr spc="-130" dirty="0"/>
              <a:t> </a:t>
            </a:r>
            <a:r>
              <a:rPr dirty="0"/>
              <a:t>javascript</a:t>
            </a:r>
            <a:r>
              <a:rPr spc="-125" dirty="0"/>
              <a:t> </a:t>
            </a:r>
            <a:r>
              <a:rPr dirty="0"/>
              <a:t>function</a:t>
            </a:r>
            <a:r>
              <a:rPr spc="-130" dirty="0"/>
              <a:t> </a:t>
            </a:r>
            <a:r>
              <a:rPr dirty="0"/>
              <a:t>to</a:t>
            </a:r>
            <a:r>
              <a:rPr spc="-130" dirty="0"/>
              <a:t> </a:t>
            </a:r>
            <a:r>
              <a:rPr spc="-10" dirty="0"/>
              <a:t>add</a:t>
            </a:r>
            <a:r>
              <a:rPr spc="-130" dirty="0"/>
              <a:t> </a:t>
            </a:r>
            <a:r>
              <a:rPr dirty="0"/>
              <a:t>two</a:t>
            </a:r>
            <a:r>
              <a:rPr spc="-130" dirty="0"/>
              <a:t> </a:t>
            </a:r>
            <a:r>
              <a:rPr spc="-10" dirty="0"/>
              <a:t>numbers</a:t>
            </a: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pc="50" dirty="0"/>
              <a:t>But</a:t>
            </a:r>
            <a:r>
              <a:rPr spc="-180" dirty="0"/>
              <a:t> </a:t>
            </a:r>
            <a:r>
              <a:rPr dirty="0"/>
              <a:t>first,</a:t>
            </a:r>
            <a:r>
              <a:rPr spc="-175" dirty="0"/>
              <a:t> </a:t>
            </a:r>
            <a:r>
              <a:rPr dirty="0"/>
              <a:t>we</a:t>
            </a:r>
            <a:r>
              <a:rPr spc="-175" dirty="0"/>
              <a:t> </a:t>
            </a:r>
            <a:r>
              <a:rPr spc="-10" dirty="0"/>
              <a:t>need</a:t>
            </a:r>
            <a:r>
              <a:rPr spc="-175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dirty="0"/>
              <a:t>create</a:t>
            </a:r>
            <a:r>
              <a:rPr spc="-175" dirty="0"/>
              <a:t> </a:t>
            </a:r>
            <a:r>
              <a:rPr spc="-45" dirty="0"/>
              <a:t>a</a:t>
            </a:r>
            <a:r>
              <a:rPr spc="-175" dirty="0"/>
              <a:t> </a:t>
            </a:r>
            <a:r>
              <a:rPr spc="-45" dirty="0"/>
              <a:t>js</a:t>
            </a:r>
            <a:r>
              <a:rPr spc="-175" dirty="0"/>
              <a:t> </a:t>
            </a:r>
            <a:r>
              <a:rPr dirty="0"/>
              <a:t>file</a:t>
            </a:r>
            <a:r>
              <a:rPr spc="-175" dirty="0"/>
              <a:t> </a:t>
            </a:r>
            <a:r>
              <a:rPr spc="-25" dirty="0"/>
              <a:t>and</a:t>
            </a:r>
            <a:r>
              <a:rPr spc="-180" dirty="0"/>
              <a:t> </a:t>
            </a:r>
            <a:r>
              <a:rPr dirty="0"/>
              <a:t>include</a:t>
            </a:r>
            <a:r>
              <a:rPr spc="-175" dirty="0"/>
              <a:t> </a:t>
            </a:r>
            <a:r>
              <a:rPr spc="55" dirty="0"/>
              <a:t>it</a:t>
            </a:r>
            <a:r>
              <a:rPr spc="-175" dirty="0"/>
              <a:t> </a:t>
            </a:r>
            <a:r>
              <a:rPr dirty="0"/>
              <a:t>in</a:t>
            </a:r>
            <a:r>
              <a:rPr spc="-175" dirty="0"/>
              <a:t> </a:t>
            </a:r>
            <a:r>
              <a:rPr dirty="0"/>
              <a:t>our</a:t>
            </a:r>
            <a:r>
              <a:rPr spc="-180" dirty="0"/>
              <a:t> </a:t>
            </a:r>
            <a:r>
              <a:rPr spc="100" dirty="0"/>
              <a:t>HTML</a:t>
            </a:r>
            <a:r>
              <a:rPr spc="-175" dirty="0"/>
              <a:t> </a:t>
            </a:r>
            <a:r>
              <a:rPr spc="-20" dirty="0"/>
              <a:t>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addTwo</a:t>
            </a:r>
            <a:r>
              <a:rPr spc="-45" dirty="0"/>
              <a:t> </a:t>
            </a:r>
            <a:r>
              <a:rPr spc="13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390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75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named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5E686C"/>
                </a:solidFill>
                <a:latin typeface="Tahoma"/>
                <a:cs typeface="Tahoma"/>
              </a:rPr>
              <a:t>addTwo</a:t>
            </a:r>
            <a:r>
              <a:rPr sz="1800" b="1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should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accept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return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addTwo</a:t>
            </a:r>
            <a:r>
              <a:rPr spc="-45" dirty="0"/>
              <a:t> </a:t>
            </a:r>
            <a:r>
              <a:rPr spc="13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390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75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named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5E686C"/>
                </a:solidFill>
                <a:latin typeface="Tahoma"/>
                <a:cs typeface="Tahoma"/>
              </a:rPr>
              <a:t>addTwo</a:t>
            </a:r>
            <a:r>
              <a:rPr sz="1800" b="1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should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accept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return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46649" y="2809451"/>
            <a:ext cx="400367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8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addTwo(num1,</a:t>
            </a:r>
            <a:r>
              <a:rPr sz="18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num2)</a:t>
            </a:r>
            <a:r>
              <a:rPr sz="18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let</a:t>
            </a:r>
            <a:r>
              <a:rPr sz="18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result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num2;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return</a:t>
            </a:r>
            <a:r>
              <a:rPr sz="18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result;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addTwo</a:t>
            </a:r>
            <a:r>
              <a:rPr spc="-45" dirty="0"/>
              <a:t> </a:t>
            </a:r>
            <a:r>
              <a:rPr spc="13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390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75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named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5E686C"/>
                </a:solidFill>
                <a:latin typeface="Tahoma"/>
                <a:cs typeface="Tahoma"/>
              </a:rPr>
              <a:t>addTwo</a:t>
            </a:r>
            <a:r>
              <a:rPr sz="1800" b="1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should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accept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2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numbers,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return</a:t>
            </a:r>
            <a:r>
              <a:rPr sz="1800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94102" y="2871300"/>
            <a:ext cx="823594" cy="274320"/>
          </a:xfrm>
          <a:custGeom>
            <a:avLst/>
            <a:gdLst/>
            <a:ahLst/>
            <a:cxnLst/>
            <a:rect l="l" t="t" r="r" b="b"/>
            <a:pathLst>
              <a:path w="823595" h="274319">
                <a:moveTo>
                  <a:pt x="823094" y="274320"/>
                </a:moveTo>
                <a:lnTo>
                  <a:pt x="0" y="274320"/>
                </a:lnTo>
                <a:lnTo>
                  <a:pt x="0" y="0"/>
                </a:lnTo>
                <a:lnTo>
                  <a:pt x="823094" y="0"/>
                </a:lnTo>
                <a:lnTo>
                  <a:pt x="823094" y="274320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54378" y="2871300"/>
            <a:ext cx="1372235" cy="274320"/>
          </a:xfrm>
          <a:custGeom>
            <a:avLst/>
            <a:gdLst/>
            <a:ahLst/>
            <a:cxnLst/>
            <a:rect l="l" t="t" r="r" b="b"/>
            <a:pathLst>
              <a:path w="1372235" h="274319">
                <a:moveTo>
                  <a:pt x="1371823" y="274320"/>
                </a:moveTo>
                <a:lnTo>
                  <a:pt x="0" y="274320"/>
                </a:lnTo>
                <a:lnTo>
                  <a:pt x="0" y="0"/>
                </a:lnTo>
                <a:lnTo>
                  <a:pt x="1371823" y="0"/>
                </a:lnTo>
                <a:lnTo>
                  <a:pt x="1371823" y="274320"/>
                </a:lnTo>
                <a:close/>
              </a:path>
            </a:pathLst>
          </a:custGeom>
          <a:solidFill>
            <a:srgbClr val="F9C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59349" y="2871300"/>
            <a:ext cx="1097915" cy="27432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1201" y="2849456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addTwo(num1,</a:t>
            </a:r>
            <a:r>
              <a:rPr sz="18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num2)</a:t>
            </a:r>
            <a:r>
              <a:rPr sz="18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0970" y="3163781"/>
            <a:ext cx="345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let</a:t>
            </a:r>
            <a:r>
              <a:rPr sz="18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result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num2;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3714" y="3499949"/>
            <a:ext cx="1920875" cy="274320"/>
          </a:xfrm>
          <a:prstGeom prst="rect">
            <a:avLst/>
          </a:prstGeom>
          <a:solidFill>
            <a:srgbClr val="EA999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return</a:t>
            </a:r>
            <a:r>
              <a:rPr sz="18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result;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100" y="2212937"/>
            <a:ext cx="116967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Tahoma"/>
                <a:cs typeface="Tahoma"/>
              </a:rPr>
              <a:t>function </a:t>
            </a:r>
            <a:r>
              <a:rPr sz="1400" dirty="0">
                <a:latin typeface="Tahoma"/>
                <a:cs typeface="Tahoma"/>
              </a:rPr>
              <a:t>keyword.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must </a:t>
            </a:r>
            <a:r>
              <a:rPr sz="1400" dirty="0">
                <a:latin typeface="Tahoma"/>
                <a:cs typeface="Tahoma"/>
              </a:rPr>
              <a:t>be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used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all </a:t>
            </a:r>
            <a:r>
              <a:rPr sz="1400" spc="-10" dirty="0">
                <a:latin typeface="Tahoma"/>
                <a:cs typeface="Tahoma"/>
              </a:rPr>
              <a:t>functions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98557" y="2697432"/>
            <a:ext cx="558165" cy="342265"/>
            <a:chOff x="1898557" y="2697432"/>
            <a:chExt cx="558165" cy="342265"/>
          </a:xfrm>
        </p:grpSpPr>
        <p:sp>
          <p:nvSpPr>
            <p:cNvPr id="12" name="object 12"/>
            <p:cNvSpPr/>
            <p:nvPr/>
          </p:nvSpPr>
          <p:spPr>
            <a:xfrm>
              <a:off x="1903320" y="2702195"/>
              <a:ext cx="548640" cy="332740"/>
            </a:xfrm>
            <a:custGeom>
              <a:avLst/>
              <a:gdLst/>
              <a:ahLst/>
              <a:cxnLst/>
              <a:rect l="l" t="t" r="r" b="b"/>
              <a:pathLst>
                <a:path w="548639" h="332739">
                  <a:moveTo>
                    <a:pt x="504599" y="332594"/>
                  </a:moveTo>
                  <a:lnTo>
                    <a:pt x="84018" y="158849"/>
                  </a:lnTo>
                  <a:lnTo>
                    <a:pt x="62118" y="211799"/>
                  </a:lnTo>
                  <a:lnTo>
                    <a:pt x="0" y="62144"/>
                  </a:lnTo>
                  <a:lnTo>
                    <a:pt x="149718" y="0"/>
                  </a:lnTo>
                  <a:lnTo>
                    <a:pt x="127818" y="52949"/>
                  </a:lnTo>
                  <a:lnTo>
                    <a:pt x="548399" y="226694"/>
                  </a:lnTo>
                  <a:lnTo>
                    <a:pt x="504599" y="332594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3320" y="2702195"/>
              <a:ext cx="548640" cy="332740"/>
            </a:xfrm>
            <a:custGeom>
              <a:avLst/>
              <a:gdLst/>
              <a:ahLst/>
              <a:cxnLst/>
              <a:rect l="l" t="t" r="r" b="b"/>
              <a:pathLst>
                <a:path w="548639" h="332739">
                  <a:moveTo>
                    <a:pt x="0" y="62144"/>
                  </a:moveTo>
                  <a:lnTo>
                    <a:pt x="149718" y="0"/>
                  </a:lnTo>
                  <a:lnTo>
                    <a:pt x="127818" y="52949"/>
                  </a:lnTo>
                  <a:lnTo>
                    <a:pt x="548399" y="226694"/>
                  </a:lnTo>
                  <a:lnTo>
                    <a:pt x="504599" y="332594"/>
                  </a:lnTo>
                  <a:lnTo>
                    <a:pt x="84018" y="158849"/>
                  </a:lnTo>
                  <a:lnTo>
                    <a:pt x="62118" y="211799"/>
                  </a:lnTo>
                  <a:lnTo>
                    <a:pt x="0" y="6214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67550" y="1983188"/>
            <a:ext cx="1138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function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name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47798" y="2282148"/>
            <a:ext cx="238760" cy="579755"/>
            <a:chOff x="4047798" y="2282148"/>
            <a:chExt cx="238760" cy="579755"/>
          </a:xfrm>
        </p:grpSpPr>
        <p:sp>
          <p:nvSpPr>
            <p:cNvPr id="16" name="object 16"/>
            <p:cNvSpPr/>
            <p:nvPr/>
          </p:nvSpPr>
          <p:spPr>
            <a:xfrm>
              <a:off x="4052561" y="2286911"/>
              <a:ext cx="229235" cy="570230"/>
            </a:xfrm>
            <a:custGeom>
              <a:avLst/>
              <a:gdLst/>
              <a:ahLst/>
              <a:cxnLst/>
              <a:rect l="l" t="t" r="r" b="b"/>
              <a:pathLst>
                <a:path w="229235" h="570230">
                  <a:moveTo>
                    <a:pt x="172139" y="569699"/>
                  </a:moveTo>
                  <a:lnTo>
                    <a:pt x="57539" y="569699"/>
                  </a:lnTo>
                  <a:lnTo>
                    <a:pt x="57299" y="114599"/>
                  </a:lnTo>
                  <a:lnTo>
                    <a:pt x="0" y="114599"/>
                  </a:lnTo>
                  <a:lnTo>
                    <a:pt x="114539" y="0"/>
                  </a:lnTo>
                  <a:lnTo>
                    <a:pt x="229199" y="114599"/>
                  </a:lnTo>
                  <a:lnTo>
                    <a:pt x="171899" y="114599"/>
                  </a:lnTo>
                  <a:lnTo>
                    <a:pt x="172139" y="5696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52561" y="2286911"/>
              <a:ext cx="229235" cy="570230"/>
            </a:xfrm>
            <a:custGeom>
              <a:avLst/>
              <a:gdLst/>
              <a:ahLst/>
              <a:cxnLst/>
              <a:rect l="l" t="t" r="r" b="b"/>
              <a:pathLst>
                <a:path w="229235" h="570230">
                  <a:moveTo>
                    <a:pt x="114539" y="0"/>
                  </a:moveTo>
                  <a:lnTo>
                    <a:pt x="229199" y="114599"/>
                  </a:lnTo>
                  <a:lnTo>
                    <a:pt x="171899" y="114599"/>
                  </a:lnTo>
                  <a:lnTo>
                    <a:pt x="172139" y="569699"/>
                  </a:lnTo>
                  <a:lnTo>
                    <a:pt x="57539" y="569699"/>
                  </a:lnTo>
                  <a:lnTo>
                    <a:pt x="57299" y="114599"/>
                  </a:lnTo>
                  <a:lnTo>
                    <a:pt x="0" y="114599"/>
                  </a:lnTo>
                  <a:lnTo>
                    <a:pt x="114539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824402" y="2476618"/>
            <a:ext cx="534035" cy="383540"/>
            <a:chOff x="5824402" y="2476618"/>
            <a:chExt cx="534035" cy="383540"/>
          </a:xfrm>
        </p:grpSpPr>
        <p:sp>
          <p:nvSpPr>
            <p:cNvPr id="19" name="object 19"/>
            <p:cNvSpPr/>
            <p:nvPr/>
          </p:nvSpPr>
          <p:spPr>
            <a:xfrm>
              <a:off x="5829165" y="2481380"/>
              <a:ext cx="524510" cy="374015"/>
            </a:xfrm>
            <a:custGeom>
              <a:avLst/>
              <a:gdLst/>
              <a:ahLst/>
              <a:cxnLst/>
              <a:rect l="l" t="t" r="r" b="b"/>
              <a:pathLst>
                <a:path w="524510" h="374014">
                  <a:moveTo>
                    <a:pt x="56399" y="373962"/>
                  </a:moveTo>
                  <a:lnTo>
                    <a:pt x="0" y="274212"/>
                  </a:lnTo>
                  <a:lnTo>
                    <a:pt x="396185" y="49874"/>
                  </a:lnTo>
                  <a:lnTo>
                    <a:pt x="367985" y="0"/>
                  </a:lnTo>
                  <a:lnTo>
                    <a:pt x="524099" y="43287"/>
                  </a:lnTo>
                  <a:lnTo>
                    <a:pt x="480785" y="199499"/>
                  </a:lnTo>
                  <a:lnTo>
                    <a:pt x="452585" y="149624"/>
                  </a:lnTo>
                  <a:lnTo>
                    <a:pt x="56399" y="373962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29165" y="2481380"/>
              <a:ext cx="524510" cy="374015"/>
            </a:xfrm>
            <a:custGeom>
              <a:avLst/>
              <a:gdLst/>
              <a:ahLst/>
              <a:cxnLst/>
              <a:rect l="l" t="t" r="r" b="b"/>
              <a:pathLst>
                <a:path w="524510" h="374014">
                  <a:moveTo>
                    <a:pt x="524099" y="43287"/>
                  </a:moveTo>
                  <a:lnTo>
                    <a:pt x="480785" y="199499"/>
                  </a:lnTo>
                  <a:lnTo>
                    <a:pt x="452585" y="149624"/>
                  </a:lnTo>
                  <a:lnTo>
                    <a:pt x="56399" y="373962"/>
                  </a:lnTo>
                  <a:lnTo>
                    <a:pt x="0" y="274212"/>
                  </a:lnTo>
                  <a:lnTo>
                    <a:pt x="396185" y="49874"/>
                  </a:lnTo>
                  <a:lnTo>
                    <a:pt x="367985" y="0"/>
                  </a:lnTo>
                  <a:lnTo>
                    <a:pt x="524099" y="43287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10949" y="2073987"/>
            <a:ext cx="111823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function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input </a:t>
            </a:r>
            <a:r>
              <a:rPr sz="1400" spc="-10" dirty="0">
                <a:latin typeface="Tahoma"/>
                <a:cs typeface="Tahoma"/>
              </a:rPr>
              <a:t>parameters.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81977" y="3831148"/>
            <a:ext cx="238760" cy="579755"/>
            <a:chOff x="3581977" y="3831148"/>
            <a:chExt cx="238760" cy="579755"/>
          </a:xfrm>
        </p:grpSpPr>
        <p:sp>
          <p:nvSpPr>
            <p:cNvPr id="23" name="object 23"/>
            <p:cNvSpPr/>
            <p:nvPr/>
          </p:nvSpPr>
          <p:spPr>
            <a:xfrm>
              <a:off x="3586740" y="3835911"/>
              <a:ext cx="229235" cy="570230"/>
            </a:xfrm>
            <a:custGeom>
              <a:avLst/>
              <a:gdLst/>
              <a:ahLst/>
              <a:cxnLst/>
              <a:rect l="l" t="t" r="r" b="b"/>
              <a:pathLst>
                <a:path w="229235" h="570229">
                  <a:moveTo>
                    <a:pt x="114660" y="569699"/>
                  </a:moveTo>
                  <a:lnTo>
                    <a:pt x="0" y="455099"/>
                  </a:lnTo>
                  <a:lnTo>
                    <a:pt x="57299" y="455099"/>
                  </a:lnTo>
                  <a:lnTo>
                    <a:pt x="57060" y="0"/>
                  </a:lnTo>
                  <a:lnTo>
                    <a:pt x="171660" y="0"/>
                  </a:lnTo>
                  <a:lnTo>
                    <a:pt x="171899" y="455099"/>
                  </a:lnTo>
                  <a:lnTo>
                    <a:pt x="229199" y="455099"/>
                  </a:lnTo>
                  <a:lnTo>
                    <a:pt x="114660" y="5696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86740" y="3835911"/>
              <a:ext cx="229235" cy="570230"/>
            </a:xfrm>
            <a:custGeom>
              <a:avLst/>
              <a:gdLst/>
              <a:ahLst/>
              <a:cxnLst/>
              <a:rect l="l" t="t" r="r" b="b"/>
              <a:pathLst>
                <a:path w="229235" h="570229">
                  <a:moveTo>
                    <a:pt x="114660" y="569699"/>
                  </a:moveTo>
                  <a:lnTo>
                    <a:pt x="0" y="455099"/>
                  </a:lnTo>
                  <a:lnTo>
                    <a:pt x="57299" y="455099"/>
                  </a:lnTo>
                  <a:lnTo>
                    <a:pt x="57060" y="0"/>
                  </a:lnTo>
                  <a:lnTo>
                    <a:pt x="171660" y="0"/>
                  </a:lnTo>
                  <a:lnTo>
                    <a:pt x="171899" y="455099"/>
                  </a:lnTo>
                  <a:lnTo>
                    <a:pt x="229199" y="455099"/>
                  </a:lnTo>
                  <a:lnTo>
                    <a:pt x="114660" y="5696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546649" y="3792430"/>
            <a:ext cx="1757680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1800">
              <a:latin typeface="Courier New"/>
              <a:cs typeface="Courier New"/>
            </a:endParaRPr>
          </a:p>
          <a:p>
            <a:pPr marL="558800" marR="5080">
              <a:lnSpc>
                <a:spcPts val="1650"/>
              </a:lnSpc>
              <a:spcBef>
                <a:spcPts val="5"/>
              </a:spcBef>
            </a:pPr>
            <a:r>
              <a:rPr sz="1400" dirty="0">
                <a:latin typeface="Tahoma"/>
                <a:cs typeface="Tahoma"/>
              </a:rPr>
              <a:t>function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return value.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Calling</a:t>
            </a:r>
            <a:r>
              <a:rPr spc="-55" dirty="0"/>
              <a:t> </a:t>
            </a:r>
            <a:r>
              <a:rPr spc="105" dirty="0"/>
              <a:t>The</a:t>
            </a:r>
            <a:r>
              <a:rPr spc="-50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In</a:t>
            </a:r>
            <a:r>
              <a:rPr spc="-170" dirty="0"/>
              <a:t> </a:t>
            </a:r>
            <a:r>
              <a:rPr dirty="0"/>
              <a:t>order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-10" dirty="0"/>
              <a:t>use</a:t>
            </a:r>
            <a:r>
              <a:rPr spc="-165" dirty="0"/>
              <a:t> </a:t>
            </a:r>
            <a:r>
              <a:rPr dirty="0"/>
              <a:t>the</a:t>
            </a:r>
            <a:r>
              <a:rPr spc="-165" dirty="0"/>
              <a:t> </a:t>
            </a:r>
            <a:r>
              <a:rPr dirty="0"/>
              <a:t>function</a:t>
            </a:r>
            <a:r>
              <a:rPr spc="-165" dirty="0"/>
              <a:t> </a:t>
            </a:r>
            <a:r>
              <a:rPr dirty="0"/>
              <a:t>we</a:t>
            </a:r>
            <a:r>
              <a:rPr spc="-165" dirty="0"/>
              <a:t> </a:t>
            </a:r>
            <a:r>
              <a:rPr spc="-10" dirty="0"/>
              <a:t>just</a:t>
            </a:r>
            <a:r>
              <a:rPr spc="-165" dirty="0"/>
              <a:t> </a:t>
            </a:r>
            <a:r>
              <a:rPr dirty="0"/>
              <a:t>wrote,</a:t>
            </a:r>
            <a:r>
              <a:rPr spc="-165" dirty="0"/>
              <a:t> </a:t>
            </a:r>
            <a:r>
              <a:rPr dirty="0"/>
              <a:t>we</a:t>
            </a:r>
            <a:r>
              <a:rPr spc="-165" dirty="0"/>
              <a:t> </a:t>
            </a:r>
            <a:r>
              <a:rPr dirty="0"/>
              <a:t>should</a:t>
            </a:r>
            <a:r>
              <a:rPr spc="-165" dirty="0"/>
              <a:t> </a:t>
            </a:r>
            <a:r>
              <a:rPr dirty="0"/>
              <a:t>call</a:t>
            </a:r>
            <a:r>
              <a:rPr spc="-165" dirty="0"/>
              <a:t> </a:t>
            </a:r>
            <a:r>
              <a:rPr spc="-30" dirty="0"/>
              <a:t>it.</a:t>
            </a:r>
            <a:r>
              <a:rPr spc="-165" dirty="0"/>
              <a:t> </a:t>
            </a:r>
            <a:r>
              <a:rPr dirty="0"/>
              <a:t>something</a:t>
            </a:r>
            <a:r>
              <a:rPr spc="-165" dirty="0"/>
              <a:t> </a:t>
            </a:r>
            <a:r>
              <a:rPr dirty="0"/>
              <a:t>like</a:t>
            </a:r>
            <a:r>
              <a:rPr spc="-170" dirty="0"/>
              <a:t> </a:t>
            </a:r>
            <a:r>
              <a:rPr spc="-10" dirty="0"/>
              <a:t>this:</a:t>
            </a:r>
          </a:p>
          <a:p>
            <a:pPr marL="570230" algn="ctr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myResult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addTwo(myValue1,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myValue2);</a:t>
            </a:r>
            <a:endParaRPr sz="1400">
              <a:latin typeface="Courier New"/>
              <a:cs typeface="Courier New"/>
            </a:endParaRPr>
          </a:p>
          <a:p>
            <a:pPr marL="12700" marR="11430">
              <a:lnSpc>
                <a:spcPct val="114599"/>
              </a:lnSpc>
              <a:spcBef>
                <a:spcPts val="1515"/>
              </a:spcBef>
            </a:pPr>
            <a:r>
              <a:rPr dirty="0"/>
              <a:t>Let's</a:t>
            </a:r>
            <a:r>
              <a:rPr spc="-155" dirty="0"/>
              <a:t> </a:t>
            </a:r>
            <a:r>
              <a:rPr dirty="0"/>
              <a:t>test</a:t>
            </a:r>
            <a:r>
              <a:rPr spc="-155" dirty="0"/>
              <a:t> </a:t>
            </a:r>
            <a:r>
              <a:rPr dirty="0"/>
              <a:t>if</a:t>
            </a:r>
            <a:r>
              <a:rPr spc="-150" dirty="0"/>
              <a:t> </a:t>
            </a:r>
            <a:r>
              <a:rPr dirty="0"/>
              <a:t>our</a:t>
            </a:r>
            <a:r>
              <a:rPr spc="-155" dirty="0"/>
              <a:t> </a:t>
            </a:r>
            <a:r>
              <a:rPr dirty="0"/>
              <a:t>function</a:t>
            </a:r>
            <a:r>
              <a:rPr spc="-155" dirty="0"/>
              <a:t> </a:t>
            </a:r>
            <a:r>
              <a:rPr dirty="0"/>
              <a:t>actually</a:t>
            </a:r>
            <a:r>
              <a:rPr spc="-150" dirty="0"/>
              <a:t> </a:t>
            </a:r>
            <a:r>
              <a:rPr spc="-10" dirty="0"/>
              <a:t>works,</a:t>
            </a:r>
            <a:r>
              <a:rPr spc="-155" dirty="0"/>
              <a:t> </a:t>
            </a:r>
            <a:r>
              <a:rPr dirty="0"/>
              <a:t>by</a:t>
            </a:r>
            <a:r>
              <a:rPr spc="-155" dirty="0"/>
              <a:t> </a:t>
            </a:r>
            <a:r>
              <a:rPr spc="-25" dirty="0"/>
              <a:t>using</a:t>
            </a:r>
            <a:r>
              <a:rPr spc="-150" dirty="0"/>
              <a:t> </a:t>
            </a:r>
            <a:r>
              <a:rPr dirty="0"/>
              <a:t>two</a:t>
            </a:r>
            <a:r>
              <a:rPr spc="-155" dirty="0"/>
              <a:t> </a:t>
            </a:r>
            <a:r>
              <a:rPr dirty="0"/>
              <a:t>numbers</a:t>
            </a:r>
            <a:r>
              <a:rPr spc="-155" dirty="0"/>
              <a:t> </a:t>
            </a:r>
            <a:r>
              <a:rPr spc="-25" dirty="0"/>
              <a:t>and</a:t>
            </a:r>
            <a:r>
              <a:rPr spc="-150" dirty="0"/>
              <a:t> </a:t>
            </a:r>
            <a:r>
              <a:rPr dirty="0"/>
              <a:t>showing</a:t>
            </a:r>
            <a:r>
              <a:rPr spc="-155" dirty="0"/>
              <a:t> </a:t>
            </a:r>
            <a:r>
              <a:rPr spc="-25" dirty="0"/>
              <a:t>the </a:t>
            </a:r>
            <a:r>
              <a:rPr dirty="0"/>
              <a:t>result</a:t>
            </a:r>
            <a:r>
              <a:rPr spc="-135" dirty="0"/>
              <a:t> </a:t>
            </a:r>
            <a:r>
              <a:rPr dirty="0"/>
              <a:t>in</a:t>
            </a:r>
            <a:r>
              <a:rPr spc="-135" dirty="0"/>
              <a:t> </a:t>
            </a:r>
            <a:r>
              <a:rPr spc="-10" dirty="0"/>
              <a:t>console:</a:t>
            </a:r>
          </a:p>
          <a:p>
            <a:pPr marL="2803525" marR="2226310" algn="ctr">
              <a:lnSpc>
                <a:spcPct val="209800"/>
              </a:lnSpc>
              <a:spcBef>
                <a:spcPts val="6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myResult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addTwo(11,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22);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console.log(myResult);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Calling</a:t>
            </a:r>
            <a:r>
              <a:rPr spc="-55" dirty="0"/>
              <a:t> </a:t>
            </a:r>
            <a:r>
              <a:rPr spc="105" dirty="0"/>
              <a:t>The</a:t>
            </a:r>
            <a:r>
              <a:rPr spc="-50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In</a:t>
            </a:r>
            <a:r>
              <a:rPr spc="-170" dirty="0"/>
              <a:t> </a:t>
            </a:r>
            <a:r>
              <a:rPr dirty="0"/>
              <a:t>order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-10" dirty="0"/>
              <a:t>use</a:t>
            </a:r>
            <a:r>
              <a:rPr spc="-165" dirty="0"/>
              <a:t> </a:t>
            </a:r>
            <a:r>
              <a:rPr dirty="0"/>
              <a:t>the</a:t>
            </a:r>
            <a:r>
              <a:rPr spc="-165" dirty="0"/>
              <a:t> </a:t>
            </a:r>
            <a:r>
              <a:rPr dirty="0"/>
              <a:t>function</a:t>
            </a:r>
            <a:r>
              <a:rPr spc="-165" dirty="0"/>
              <a:t> </a:t>
            </a:r>
            <a:r>
              <a:rPr dirty="0"/>
              <a:t>we</a:t>
            </a:r>
            <a:r>
              <a:rPr spc="-165" dirty="0"/>
              <a:t> </a:t>
            </a:r>
            <a:r>
              <a:rPr spc="-10" dirty="0"/>
              <a:t>just</a:t>
            </a:r>
            <a:r>
              <a:rPr spc="-165" dirty="0"/>
              <a:t> </a:t>
            </a:r>
            <a:r>
              <a:rPr dirty="0"/>
              <a:t>wrote,</a:t>
            </a:r>
            <a:r>
              <a:rPr spc="-165" dirty="0"/>
              <a:t> </a:t>
            </a:r>
            <a:r>
              <a:rPr dirty="0"/>
              <a:t>we</a:t>
            </a:r>
            <a:r>
              <a:rPr spc="-165" dirty="0"/>
              <a:t> </a:t>
            </a:r>
            <a:r>
              <a:rPr dirty="0"/>
              <a:t>should</a:t>
            </a:r>
            <a:r>
              <a:rPr spc="-165" dirty="0"/>
              <a:t> </a:t>
            </a:r>
            <a:r>
              <a:rPr dirty="0"/>
              <a:t>call</a:t>
            </a:r>
            <a:r>
              <a:rPr spc="-165" dirty="0"/>
              <a:t> </a:t>
            </a:r>
            <a:r>
              <a:rPr spc="-30" dirty="0"/>
              <a:t>it.</a:t>
            </a:r>
            <a:r>
              <a:rPr spc="-165" dirty="0"/>
              <a:t> </a:t>
            </a:r>
            <a:r>
              <a:rPr dirty="0"/>
              <a:t>something</a:t>
            </a:r>
            <a:r>
              <a:rPr spc="-165" dirty="0"/>
              <a:t> </a:t>
            </a:r>
            <a:r>
              <a:rPr dirty="0"/>
              <a:t>like</a:t>
            </a:r>
            <a:r>
              <a:rPr spc="-170" dirty="0"/>
              <a:t> </a:t>
            </a:r>
            <a:r>
              <a:rPr spc="-10" dirty="0"/>
              <a:t>this:</a:t>
            </a:r>
          </a:p>
          <a:p>
            <a:pPr marL="570230" algn="ctr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myResult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addTwo(myValue1,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myValue2);</a:t>
            </a:r>
            <a:endParaRPr sz="1400">
              <a:latin typeface="Courier New"/>
              <a:cs typeface="Courier New"/>
            </a:endParaRPr>
          </a:p>
          <a:p>
            <a:pPr marL="12700" marR="11430">
              <a:lnSpc>
                <a:spcPct val="114599"/>
              </a:lnSpc>
              <a:spcBef>
                <a:spcPts val="1515"/>
              </a:spcBef>
            </a:pPr>
            <a:r>
              <a:rPr dirty="0"/>
              <a:t>Let's</a:t>
            </a:r>
            <a:r>
              <a:rPr spc="-155" dirty="0"/>
              <a:t> </a:t>
            </a:r>
            <a:r>
              <a:rPr dirty="0"/>
              <a:t>test</a:t>
            </a:r>
            <a:r>
              <a:rPr spc="-155" dirty="0"/>
              <a:t> </a:t>
            </a:r>
            <a:r>
              <a:rPr dirty="0"/>
              <a:t>if</a:t>
            </a:r>
            <a:r>
              <a:rPr spc="-150" dirty="0"/>
              <a:t> </a:t>
            </a:r>
            <a:r>
              <a:rPr dirty="0"/>
              <a:t>our</a:t>
            </a:r>
            <a:r>
              <a:rPr spc="-155" dirty="0"/>
              <a:t> </a:t>
            </a:r>
            <a:r>
              <a:rPr dirty="0"/>
              <a:t>function</a:t>
            </a:r>
            <a:r>
              <a:rPr spc="-155" dirty="0"/>
              <a:t> </a:t>
            </a:r>
            <a:r>
              <a:rPr dirty="0"/>
              <a:t>actually</a:t>
            </a:r>
            <a:r>
              <a:rPr spc="-150" dirty="0"/>
              <a:t> </a:t>
            </a:r>
            <a:r>
              <a:rPr spc="-10" dirty="0"/>
              <a:t>works,</a:t>
            </a:r>
            <a:r>
              <a:rPr spc="-155" dirty="0"/>
              <a:t> </a:t>
            </a:r>
            <a:r>
              <a:rPr dirty="0"/>
              <a:t>by</a:t>
            </a:r>
            <a:r>
              <a:rPr spc="-155" dirty="0"/>
              <a:t> </a:t>
            </a:r>
            <a:r>
              <a:rPr spc="-25" dirty="0"/>
              <a:t>using</a:t>
            </a:r>
            <a:r>
              <a:rPr spc="-150" dirty="0"/>
              <a:t> </a:t>
            </a:r>
            <a:r>
              <a:rPr dirty="0"/>
              <a:t>two</a:t>
            </a:r>
            <a:r>
              <a:rPr spc="-155" dirty="0"/>
              <a:t> </a:t>
            </a:r>
            <a:r>
              <a:rPr dirty="0"/>
              <a:t>numbers</a:t>
            </a:r>
            <a:r>
              <a:rPr spc="-155" dirty="0"/>
              <a:t> </a:t>
            </a:r>
            <a:r>
              <a:rPr spc="-25" dirty="0"/>
              <a:t>and</a:t>
            </a:r>
            <a:r>
              <a:rPr spc="-150" dirty="0"/>
              <a:t> </a:t>
            </a:r>
            <a:r>
              <a:rPr dirty="0"/>
              <a:t>showing</a:t>
            </a:r>
            <a:r>
              <a:rPr spc="-155" dirty="0"/>
              <a:t> </a:t>
            </a:r>
            <a:r>
              <a:rPr spc="-25" dirty="0"/>
              <a:t>the </a:t>
            </a:r>
            <a:r>
              <a:rPr dirty="0"/>
              <a:t>result</a:t>
            </a:r>
            <a:r>
              <a:rPr spc="-135" dirty="0"/>
              <a:t> </a:t>
            </a:r>
            <a:r>
              <a:rPr dirty="0"/>
              <a:t>in</a:t>
            </a:r>
            <a:r>
              <a:rPr spc="-135" dirty="0"/>
              <a:t> </a:t>
            </a:r>
            <a:r>
              <a:rPr spc="-10" dirty="0"/>
              <a:t>console:</a:t>
            </a:r>
          </a:p>
          <a:p>
            <a:pPr marL="2803525" marR="2226310" algn="ctr">
              <a:lnSpc>
                <a:spcPct val="209800"/>
              </a:lnSpc>
              <a:spcBef>
                <a:spcPts val="6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myResult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addTwo(11,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22);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console.log(myResult);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6532" y="4343985"/>
            <a:ext cx="165036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15" dirty="0">
                <a:solidFill>
                  <a:srgbClr val="F45E61"/>
                </a:solidFill>
                <a:latin typeface="Tahoma"/>
                <a:cs typeface="Tahoma"/>
              </a:rPr>
              <a:t>It</a:t>
            </a:r>
            <a:r>
              <a:rPr sz="3000" b="1" spc="-29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3000" b="1" spc="-80" dirty="0">
                <a:solidFill>
                  <a:srgbClr val="F45E61"/>
                </a:solidFill>
                <a:latin typeface="Tahoma"/>
                <a:cs typeface="Tahoma"/>
              </a:rPr>
              <a:t>Works!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Is</a:t>
            </a:r>
            <a:r>
              <a:rPr spc="-50" dirty="0"/>
              <a:t> </a:t>
            </a:r>
            <a:r>
              <a:rPr spc="80" dirty="0"/>
              <a:t>that</a:t>
            </a:r>
            <a:r>
              <a:rPr spc="-45" dirty="0"/>
              <a:t> </a:t>
            </a:r>
            <a:r>
              <a:rPr spc="30" dirty="0"/>
              <a:t>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86115" cy="282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9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pretty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sure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works!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only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two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fixed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values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saw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console.</a:t>
            </a:r>
            <a:endParaRPr sz="1800">
              <a:latin typeface="Tahoma"/>
              <a:cs typeface="Tahoma"/>
            </a:endParaRPr>
          </a:p>
          <a:p>
            <a:pPr marL="12700" marR="309245">
              <a:lnSpc>
                <a:spcPct val="114599"/>
              </a:lnSpc>
              <a:spcBef>
                <a:spcPts val="1575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wanted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was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35" dirty="0">
                <a:solidFill>
                  <a:srgbClr val="F45E61"/>
                </a:solidFill>
                <a:latin typeface="Tahoma"/>
                <a:cs typeface="Tahoma"/>
              </a:rPr>
              <a:t>get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b="1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F45E61"/>
                </a:solidFill>
                <a:latin typeface="Tahoma"/>
                <a:cs typeface="Tahoma"/>
              </a:rPr>
              <a:t>input</a:t>
            </a:r>
            <a:r>
              <a:rPr sz="1800" b="1" spc="-14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F45E61"/>
                </a:solidFill>
                <a:latin typeface="Tahoma"/>
                <a:cs typeface="Tahoma"/>
              </a:rPr>
              <a:t>numbers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F45E61"/>
                </a:solidFill>
                <a:latin typeface="Tahoma"/>
                <a:cs typeface="Tahoma"/>
              </a:rPr>
              <a:t>from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F45E61"/>
                </a:solidFill>
                <a:latin typeface="Tahoma"/>
                <a:cs typeface="Tahoma"/>
              </a:rPr>
              <a:t>text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F45E61"/>
                </a:solidFill>
                <a:latin typeface="Tahoma"/>
                <a:cs typeface="Tahoma"/>
              </a:rPr>
              <a:t>boxes</a:t>
            </a:r>
            <a:r>
              <a:rPr sz="1800" b="1" spc="-13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our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50" dirty="0">
                <a:solidFill>
                  <a:srgbClr val="F45E61"/>
                </a:solidFill>
                <a:latin typeface="Tahoma"/>
                <a:cs typeface="Tahoma"/>
              </a:rPr>
              <a:t>show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b="1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F45E61"/>
                </a:solidFill>
                <a:latin typeface="Tahoma"/>
                <a:cs typeface="Tahoma"/>
              </a:rPr>
              <a:t>result</a:t>
            </a:r>
            <a:r>
              <a:rPr sz="1800" b="1" spc="-14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below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them,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50" dirty="0">
                <a:solidFill>
                  <a:srgbClr val="F45E61"/>
                </a:solidFill>
                <a:latin typeface="Tahoma"/>
                <a:cs typeface="Tahoma"/>
              </a:rPr>
              <a:t>when </a:t>
            </a:r>
            <a:r>
              <a:rPr sz="1800" b="1" spc="-11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b="1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F45E61"/>
                </a:solidFill>
                <a:latin typeface="Tahoma"/>
                <a:cs typeface="Tahoma"/>
              </a:rPr>
              <a:t>button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F45E61"/>
                </a:solidFill>
                <a:latin typeface="Tahoma"/>
                <a:cs typeface="Tahoma"/>
              </a:rPr>
              <a:t>is</a:t>
            </a:r>
            <a:r>
              <a:rPr sz="1800" b="1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45E61"/>
                </a:solidFill>
                <a:latin typeface="Tahoma"/>
                <a:cs typeface="Tahoma"/>
              </a:rPr>
              <a:t>clicked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12700" marR="207010">
              <a:lnSpc>
                <a:spcPct val="114599"/>
              </a:lnSpc>
              <a:spcBef>
                <a:spcPts val="157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Last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time,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learned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clicking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capture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that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event,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creating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Listener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attaching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example.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querySelector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49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code.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225" y="2883506"/>
            <a:ext cx="6609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button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document.querySelector("button");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querySelector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49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code.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2659" y="2905350"/>
            <a:ext cx="1097915" cy="274320"/>
          </a:xfrm>
          <a:custGeom>
            <a:avLst/>
            <a:gdLst/>
            <a:ahLst/>
            <a:cxnLst/>
            <a:rect l="l" t="t" r="r" b="b"/>
            <a:pathLst>
              <a:path w="1097914" h="274319">
                <a:moveTo>
                  <a:pt x="1097458" y="274320"/>
                </a:moveTo>
                <a:lnTo>
                  <a:pt x="0" y="274320"/>
                </a:lnTo>
                <a:lnTo>
                  <a:pt x="0" y="0"/>
                </a:lnTo>
                <a:lnTo>
                  <a:pt x="1097458" y="0"/>
                </a:lnTo>
                <a:lnTo>
                  <a:pt x="1097458" y="274320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07300" y="2905350"/>
            <a:ext cx="1783714" cy="274320"/>
          </a:xfrm>
          <a:custGeom>
            <a:avLst/>
            <a:gdLst/>
            <a:ahLst/>
            <a:cxnLst/>
            <a:rect l="l" t="t" r="r" b="b"/>
            <a:pathLst>
              <a:path w="1783714" h="274319">
                <a:moveTo>
                  <a:pt x="1783370" y="274320"/>
                </a:moveTo>
                <a:lnTo>
                  <a:pt x="0" y="274320"/>
                </a:lnTo>
                <a:lnTo>
                  <a:pt x="0" y="0"/>
                </a:lnTo>
                <a:lnTo>
                  <a:pt x="1783370" y="0"/>
                </a:lnTo>
                <a:lnTo>
                  <a:pt x="1783370" y="274320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27853" y="2905350"/>
            <a:ext cx="1097915" cy="274320"/>
          </a:xfrm>
          <a:custGeom>
            <a:avLst/>
            <a:gdLst/>
            <a:ahLst/>
            <a:cxnLst/>
            <a:rect l="l" t="t" r="r" b="b"/>
            <a:pathLst>
              <a:path w="1097915" h="274319">
                <a:moveTo>
                  <a:pt x="1097458" y="274320"/>
                </a:moveTo>
                <a:lnTo>
                  <a:pt x="0" y="274320"/>
                </a:lnTo>
                <a:lnTo>
                  <a:pt x="0" y="0"/>
                </a:lnTo>
                <a:lnTo>
                  <a:pt x="1097458" y="0"/>
                </a:lnTo>
                <a:lnTo>
                  <a:pt x="1097458" y="274320"/>
                </a:lnTo>
                <a:close/>
              </a:path>
            </a:pathLst>
          </a:custGeom>
          <a:solidFill>
            <a:srgbClr val="B4A7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14925" y="2905350"/>
            <a:ext cx="686435" cy="274320"/>
          </a:xfrm>
          <a:prstGeom prst="rect">
            <a:avLst/>
          </a:prstGeom>
          <a:solidFill>
            <a:srgbClr val="F4CC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8019" y="2905350"/>
            <a:ext cx="823594" cy="274320"/>
          </a:xfrm>
          <a:prstGeom prst="rect">
            <a:avLst/>
          </a:prstGeom>
          <a:solidFill>
            <a:srgbClr val="F9CB9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button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5305" y="2883506"/>
            <a:ext cx="482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document.querySelector("button");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500" y="3788838"/>
            <a:ext cx="147637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variable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definition, </a:t>
            </a:r>
            <a:r>
              <a:rPr sz="1400" dirty="0">
                <a:latin typeface="Tahoma"/>
                <a:cs typeface="Tahoma"/>
              </a:rPr>
              <a:t>we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could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use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let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or </a:t>
            </a:r>
            <a:r>
              <a:rPr sz="1400" dirty="0">
                <a:latin typeface="Tahoma"/>
                <a:cs typeface="Tahoma"/>
              </a:rPr>
              <a:t>var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instead.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But </a:t>
            </a:r>
            <a:r>
              <a:rPr sz="1400" dirty="0">
                <a:latin typeface="Tahoma"/>
                <a:cs typeface="Tahoma"/>
              </a:rPr>
              <a:t>const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preferred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26916" y="3250785"/>
            <a:ext cx="410845" cy="510540"/>
            <a:chOff x="1026916" y="3250785"/>
            <a:chExt cx="410845" cy="510540"/>
          </a:xfrm>
        </p:grpSpPr>
        <p:sp>
          <p:nvSpPr>
            <p:cNvPr id="12" name="object 12"/>
            <p:cNvSpPr/>
            <p:nvPr/>
          </p:nvSpPr>
          <p:spPr>
            <a:xfrm>
              <a:off x="1031679" y="3255548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19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1679" y="3255548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19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2425" y="1872388"/>
            <a:ext cx="146685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variable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name.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We </a:t>
            </a:r>
            <a:r>
              <a:rPr sz="1400" dirty="0">
                <a:latin typeface="Tahoma"/>
                <a:cs typeface="Tahoma"/>
              </a:rPr>
              <a:t>store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button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in </a:t>
            </a:r>
            <a:r>
              <a:rPr sz="1400" dirty="0">
                <a:latin typeface="Tahoma"/>
                <a:cs typeface="Tahoma"/>
              </a:rPr>
              <a:t>this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variable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to </a:t>
            </a:r>
            <a:r>
              <a:rPr sz="1400" dirty="0">
                <a:latin typeface="Tahoma"/>
                <a:cs typeface="Tahoma"/>
              </a:rPr>
              <a:t>reuse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it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later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51991" y="2426838"/>
            <a:ext cx="494665" cy="424815"/>
            <a:chOff x="1951991" y="2426838"/>
            <a:chExt cx="494665" cy="424815"/>
          </a:xfrm>
        </p:grpSpPr>
        <p:sp>
          <p:nvSpPr>
            <p:cNvPr id="16" name="object 16"/>
            <p:cNvSpPr/>
            <p:nvPr/>
          </p:nvSpPr>
          <p:spPr>
            <a:xfrm>
              <a:off x="1956753" y="2431600"/>
              <a:ext cx="485140" cy="415290"/>
            </a:xfrm>
            <a:custGeom>
              <a:avLst/>
              <a:gdLst/>
              <a:ahLst/>
              <a:cxnLst/>
              <a:rect l="l" t="t" r="r" b="b"/>
              <a:pathLst>
                <a:path w="485139" h="415289">
                  <a:moveTo>
                    <a:pt x="414224" y="415201"/>
                  </a:moveTo>
                  <a:lnTo>
                    <a:pt x="55126" y="135449"/>
                  </a:lnTo>
                  <a:lnTo>
                    <a:pt x="19951" y="180599"/>
                  </a:lnTo>
                  <a:lnTo>
                    <a:pt x="0" y="19951"/>
                  </a:lnTo>
                  <a:lnTo>
                    <a:pt x="160651" y="0"/>
                  </a:lnTo>
                  <a:lnTo>
                    <a:pt x="125476" y="45149"/>
                  </a:lnTo>
                  <a:lnTo>
                    <a:pt x="484574" y="324901"/>
                  </a:lnTo>
                  <a:lnTo>
                    <a:pt x="414224" y="4152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56753" y="2431600"/>
              <a:ext cx="485140" cy="415290"/>
            </a:xfrm>
            <a:custGeom>
              <a:avLst/>
              <a:gdLst/>
              <a:ahLst/>
              <a:cxnLst/>
              <a:rect l="l" t="t" r="r" b="b"/>
              <a:pathLst>
                <a:path w="485139" h="415289">
                  <a:moveTo>
                    <a:pt x="0" y="19951"/>
                  </a:moveTo>
                  <a:lnTo>
                    <a:pt x="160651" y="0"/>
                  </a:lnTo>
                  <a:lnTo>
                    <a:pt x="125476" y="45149"/>
                  </a:lnTo>
                  <a:lnTo>
                    <a:pt x="484574" y="324901"/>
                  </a:lnTo>
                  <a:lnTo>
                    <a:pt x="414224" y="415201"/>
                  </a:lnTo>
                  <a:lnTo>
                    <a:pt x="55126" y="135449"/>
                  </a:lnTo>
                  <a:lnTo>
                    <a:pt x="19951" y="180599"/>
                  </a:lnTo>
                  <a:lnTo>
                    <a:pt x="0" y="1995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84200" y="3843963"/>
            <a:ext cx="1725295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context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which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querySelector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will </a:t>
            </a:r>
            <a:r>
              <a:rPr sz="1400" dirty="0">
                <a:latin typeface="Tahoma"/>
                <a:cs typeface="Tahoma"/>
              </a:rPr>
              <a:t>search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given </a:t>
            </a:r>
            <a:r>
              <a:rPr sz="1400" spc="-20" dirty="0">
                <a:latin typeface="Tahoma"/>
                <a:cs typeface="Tahoma"/>
              </a:rPr>
              <a:t>query.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Here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this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the </a:t>
            </a:r>
            <a:r>
              <a:rPr sz="1400" spc="85" dirty="0">
                <a:latin typeface="Tahoma"/>
                <a:cs typeface="Tahoma"/>
              </a:rPr>
              <a:t>HTML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file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36445" y="3323017"/>
            <a:ext cx="400685" cy="520065"/>
            <a:chOff x="3836445" y="3323017"/>
            <a:chExt cx="400685" cy="520065"/>
          </a:xfrm>
        </p:grpSpPr>
        <p:sp>
          <p:nvSpPr>
            <p:cNvPr id="20" name="object 20"/>
            <p:cNvSpPr/>
            <p:nvPr/>
          </p:nvSpPr>
          <p:spPr>
            <a:xfrm>
              <a:off x="3841207" y="3327779"/>
              <a:ext cx="391160" cy="510540"/>
            </a:xfrm>
            <a:custGeom>
              <a:avLst/>
              <a:gdLst/>
              <a:ahLst/>
              <a:cxnLst/>
              <a:rect l="l" t="t" r="r" b="b"/>
              <a:pathLst>
                <a:path w="391160" h="510539">
                  <a:moveTo>
                    <a:pt x="356249" y="510074"/>
                  </a:moveTo>
                  <a:lnTo>
                    <a:pt x="198015" y="475715"/>
                  </a:lnTo>
                  <a:lnTo>
                    <a:pt x="246165" y="444740"/>
                  </a:lnTo>
                  <a:lnTo>
                    <a:pt x="0" y="61949"/>
                  </a:lnTo>
                  <a:lnTo>
                    <a:pt x="96299" y="0"/>
                  </a:lnTo>
                  <a:lnTo>
                    <a:pt x="342465" y="382790"/>
                  </a:lnTo>
                  <a:lnTo>
                    <a:pt x="390615" y="351815"/>
                  </a:lnTo>
                  <a:lnTo>
                    <a:pt x="356249" y="510074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41207" y="3327779"/>
              <a:ext cx="391160" cy="510540"/>
            </a:xfrm>
            <a:custGeom>
              <a:avLst/>
              <a:gdLst/>
              <a:ahLst/>
              <a:cxnLst/>
              <a:rect l="l" t="t" r="r" b="b"/>
              <a:pathLst>
                <a:path w="391160" h="510539">
                  <a:moveTo>
                    <a:pt x="356249" y="510074"/>
                  </a:moveTo>
                  <a:lnTo>
                    <a:pt x="198015" y="475715"/>
                  </a:lnTo>
                  <a:lnTo>
                    <a:pt x="246165" y="444740"/>
                  </a:lnTo>
                  <a:lnTo>
                    <a:pt x="0" y="61949"/>
                  </a:lnTo>
                  <a:lnTo>
                    <a:pt x="96299" y="0"/>
                  </a:lnTo>
                  <a:lnTo>
                    <a:pt x="342465" y="382790"/>
                  </a:lnTo>
                  <a:lnTo>
                    <a:pt x="390615" y="351815"/>
                  </a:lnTo>
                  <a:lnTo>
                    <a:pt x="356249" y="51007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52125" y="1519850"/>
            <a:ext cx="152590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30" dirty="0">
                <a:latin typeface="Tahoma"/>
                <a:cs typeface="Tahoma"/>
              </a:rPr>
              <a:t>same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syntax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CSS </a:t>
            </a:r>
            <a:r>
              <a:rPr sz="1400" dirty="0">
                <a:latin typeface="Tahoma"/>
                <a:cs typeface="Tahoma"/>
              </a:rPr>
              <a:t>selectors.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you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can </a:t>
            </a:r>
            <a:r>
              <a:rPr sz="1400" dirty="0">
                <a:latin typeface="Tahoma"/>
                <a:cs typeface="Tahoma"/>
              </a:rPr>
              <a:t>refer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elements, </a:t>
            </a:r>
            <a:r>
              <a:rPr sz="1400" dirty="0">
                <a:latin typeface="Tahoma"/>
                <a:cs typeface="Tahoma"/>
              </a:rPr>
              <a:t>ids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or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classes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here.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32565" y="2441015"/>
            <a:ext cx="511809" cy="408940"/>
            <a:chOff x="6932565" y="2441015"/>
            <a:chExt cx="511809" cy="408940"/>
          </a:xfrm>
        </p:grpSpPr>
        <p:sp>
          <p:nvSpPr>
            <p:cNvPr id="24" name="object 24"/>
            <p:cNvSpPr/>
            <p:nvPr/>
          </p:nvSpPr>
          <p:spPr>
            <a:xfrm>
              <a:off x="6937327" y="2445778"/>
              <a:ext cx="502284" cy="399415"/>
            </a:xfrm>
            <a:custGeom>
              <a:avLst/>
              <a:gdLst/>
              <a:ahLst/>
              <a:cxnLst/>
              <a:rect l="l" t="t" r="r" b="b"/>
              <a:pathLst>
                <a:path w="502284" h="399414">
                  <a:moveTo>
                    <a:pt x="64799" y="398988"/>
                  </a:moveTo>
                  <a:lnTo>
                    <a:pt x="0" y="304638"/>
                  </a:lnTo>
                  <a:lnTo>
                    <a:pt x="375405" y="47174"/>
                  </a:lnTo>
                  <a:lnTo>
                    <a:pt x="343005" y="0"/>
                  </a:lnTo>
                  <a:lnTo>
                    <a:pt x="502199" y="29613"/>
                  </a:lnTo>
                  <a:lnTo>
                    <a:pt x="472605" y="188699"/>
                  </a:lnTo>
                  <a:lnTo>
                    <a:pt x="440205" y="141524"/>
                  </a:lnTo>
                  <a:lnTo>
                    <a:pt x="64799" y="398988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7327" y="2445778"/>
              <a:ext cx="502284" cy="399415"/>
            </a:xfrm>
            <a:custGeom>
              <a:avLst/>
              <a:gdLst/>
              <a:ahLst/>
              <a:cxnLst/>
              <a:rect l="l" t="t" r="r" b="b"/>
              <a:pathLst>
                <a:path w="502284" h="399414">
                  <a:moveTo>
                    <a:pt x="502199" y="29613"/>
                  </a:moveTo>
                  <a:lnTo>
                    <a:pt x="472605" y="188699"/>
                  </a:lnTo>
                  <a:lnTo>
                    <a:pt x="440205" y="141524"/>
                  </a:lnTo>
                  <a:lnTo>
                    <a:pt x="64799" y="398988"/>
                  </a:lnTo>
                  <a:lnTo>
                    <a:pt x="0" y="304638"/>
                  </a:lnTo>
                  <a:lnTo>
                    <a:pt x="375405" y="47174"/>
                  </a:lnTo>
                  <a:lnTo>
                    <a:pt x="343005" y="0"/>
                  </a:lnTo>
                  <a:lnTo>
                    <a:pt x="502199" y="29613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48673" y="1898837"/>
            <a:ext cx="126936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selects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first </a:t>
            </a:r>
            <a:r>
              <a:rPr sz="1400" spc="85" dirty="0">
                <a:latin typeface="Tahoma"/>
                <a:cs typeface="Tahoma"/>
              </a:rPr>
              <a:t>HTML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element </a:t>
            </a:r>
            <a:r>
              <a:rPr sz="1400" dirty="0">
                <a:latin typeface="Tahoma"/>
                <a:cs typeface="Tahoma"/>
              </a:rPr>
              <a:t>which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query </a:t>
            </a:r>
            <a:r>
              <a:rPr sz="1400" dirty="0">
                <a:latin typeface="Tahoma"/>
                <a:cs typeface="Tahoma"/>
              </a:rPr>
              <a:t>applies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to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23403" y="2426838"/>
            <a:ext cx="494665" cy="424815"/>
            <a:chOff x="5223403" y="2426838"/>
            <a:chExt cx="494665" cy="424815"/>
          </a:xfrm>
        </p:grpSpPr>
        <p:sp>
          <p:nvSpPr>
            <p:cNvPr id="28" name="object 28"/>
            <p:cNvSpPr/>
            <p:nvPr/>
          </p:nvSpPr>
          <p:spPr>
            <a:xfrm>
              <a:off x="5228166" y="2431600"/>
              <a:ext cx="485140" cy="415290"/>
            </a:xfrm>
            <a:custGeom>
              <a:avLst/>
              <a:gdLst/>
              <a:ahLst/>
              <a:cxnLst/>
              <a:rect l="l" t="t" r="r" b="b"/>
              <a:pathLst>
                <a:path w="485139" h="415289">
                  <a:moveTo>
                    <a:pt x="414224" y="415201"/>
                  </a:moveTo>
                  <a:lnTo>
                    <a:pt x="55126" y="135449"/>
                  </a:lnTo>
                  <a:lnTo>
                    <a:pt x="19951" y="180599"/>
                  </a:lnTo>
                  <a:lnTo>
                    <a:pt x="0" y="19951"/>
                  </a:lnTo>
                  <a:lnTo>
                    <a:pt x="160651" y="0"/>
                  </a:lnTo>
                  <a:lnTo>
                    <a:pt x="125476" y="45149"/>
                  </a:lnTo>
                  <a:lnTo>
                    <a:pt x="484574" y="324901"/>
                  </a:lnTo>
                  <a:lnTo>
                    <a:pt x="414224" y="4152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28166" y="2431600"/>
              <a:ext cx="485140" cy="415290"/>
            </a:xfrm>
            <a:custGeom>
              <a:avLst/>
              <a:gdLst/>
              <a:ahLst/>
              <a:cxnLst/>
              <a:rect l="l" t="t" r="r" b="b"/>
              <a:pathLst>
                <a:path w="485139" h="415289">
                  <a:moveTo>
                    <a:pt x="0" y="19951"/>
                  </a:moveTo>
                  <a:lnTo>
                    <a:pt x="160651" y="0"/>
                  </a:lnTo>
                  <a:lnTo>
                    <a:pt x="125476" y="45149"/>
                  </a:lnTo>
                  <a:lnTo>
                    <a:pt x="484574" y="324901"/>
                  </a:lnTo>
                  <a:lnTo>
                    <a:pt x="414224" y="415201"/>
                  </a:lnTo>
                  <a:lnTo>
                    <a:pt x="55126" y="135449"/>
                  </a:lnTo>
                  <a:lnTo>
                    <a:pt x="19951" y="180599"/>
                  </a:lnTo>
                  <a:lnTo>
                    <a:pt x="0" y="1995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0"/>
            <a:ext cx="6977380" cy="492443"/>
          </a:xfrm>
        </p:spPr>
        <p:txBody>
          <a:bodyPr/>
          <a:lstStyle/>
          <a:p>
            <a:r>
              <a:rPr lang="en-US" dirty="0" smtClean="0"/>
              <a:t>Query selector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8" y="590550"/>
            <a:ext cx="4038601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14350"/>
            <a:ext cx="458958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9635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0"/>
            <a:ext cx="6977380" cy="492443"/>
          </a:xfrm>
        </p:spPr>
        <p:txBody>
          <a:bodyPr/>
          <a:lstStyle/>
          <a:p>
            <a:r>
              <a:rPr lang="en-US" dirty="0" smtClean="0"/>
              <a:t>Query selector 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5350"/>
            <a:ext cx="5638800" cy="244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469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77380" cy="492443"/>
          </a:xfrm>
        </p:spPr>
        <p:txBody>
          <a:bodyPr/>
          <a:lstStyle/>
          <a:p>
            <a:r>
              <a:rPr lang="en-US" dirty="0" smtClean="0"/>
              <a:t>Query selector all 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261768"/>
            <a:ext cx="3352800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19150"/>
            <a:ext cx="504825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6895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77380" cy="492443"/>
          </a:xfrm>
        </p:spPr>
        <p:txBody>
          <a:bodyPr/>
          <a:lstStyle/>
          <a:p>
            <a:r>
              <a:rPr lang="en-US" dirty="0" smtClean="0"/>
              <a:t>Query selector all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058863"/>
            <a:ext cx="532447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000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addEventListener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43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attach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eventListener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225" y="2883506"/>
            <a:ext cx="660908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button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document.querySelector("button");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button.addEventListener('click',</a:t>
            </a:r>
            <a:r>
              <a:rPr sz="1800" spc="-17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onClick);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045938"/>
            <a:ext cx="158559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This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object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we </a:t>
            </a:r>
            <a:r>
              <a:rPr sz="1400" dirty="0">
                <a:latin typeface="Tahoma"/>
                <a:cs typeface="Tahoma"/>
              </a:rPr>
              <a:t>want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attach</a:t>
            </a:r>
            <a:r>
              <a:rPr sz="1400" spc="-11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the </a:t>
            </a:r>
            <a:r>
              <a:rPr sz="1400" dirty="0">
                <a:latin typeface="Tahoma"/>
                <a:cs typeface="Tahoma"/>
              </a:rPr>
              <a:t>eventListener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to.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8141" y="3507885"/>
            <a:ext cx="410845" cy="510540"/>
            <a:chOff x="998141" y="3507885"/>
            <a:chExt cx="410845" cy="510540"/>
          </a:xfrm>
        </p:grpSpPr>
        <p:sp>
          <p:nvSpPr>
            <p:cNvPr id="7" name="object 7"/>
            <p:cNvSpPr/>
            <p:nvPr/>
          </p:nvSpPr>
          <p:spPr>
            <a:xfrm>
              <a:off x="1002904" y="3512647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19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2904" y="3512647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19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48225" y="4115413"/>
            <a:ext cx="154241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This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event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we </a:t>
            </a:r>
            <a:r>
              <a:rPr sz="1400" dirty="0">
                <a:latin typeface="Tahoma"/>
                <a:cs typeface="Tahoma"/>
              </a:rPr>
              <a:t>want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capture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61641" y="3577360"/>
            <a:ext cx="410845" cy="510540"/>
            <a:chOff x="4361641" y="3577360"/>
            <a:chExt cx="410845" cy="510540"/>
          </a:xfrm>
        </p:grpSpPr>
        <p:sp>
          <p:nvSpPr>
            <p:cNvPr id="11" name="object 11"/>
            <p:cNvSpPr/>
            <p:nvPr/>
          </p:nvSpPr>
          <p:spPr>
            <a:xfrm>
              <a:off x="4366404" y="3582122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20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66404" y="3582122"/>
              <a:ext cx="401320" cy="501015"/>
            </a:xfrm>
            <a:custGeom>
              <a:avLst/>
              <a:gdLst/>
              <a:ahLst/>
              <a:cxnLst/>
              <a:rect l="l" t="t" r="r" b="b"/>
              <a:pathLst>
                <a:path w="401320" h="501014">
                  <a:moveTo>
                    <a:pt x="28653" y="500399"/>
                  </a:moveTo>
                  <a:lnTo>
                    <a:pt x="0" y="340947"/>
                  </a:lnTo>
                  <a:lnTo>
                    <a:pt x="47024" y="373647"/>
                  </a:lnTo>
                  <a:lnTo>
                    <a:pt x="306828" y="0"/>
                  </a:lnTo>
                  <a:lnTo>
                    <a:pt x="400878" y="65399"/>
                  </a:lnTo>
                  <a:lnTo>
                    <a:pt x="141074" y="439047"/>
                  </a:lnTo>
                  <a:lnTo>
                    <a:pt x="188099" y="471747"/>
                  </a:lnTo>
                  <a:lnTo>
                    <a:pt x="28653" y="5003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68500" y="4191387"/>
            <a:ext cx="176085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This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name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the </a:t>
            </a:r>
            <a:r>
              <a:rPr sz="1400" dirty="0">
                <a:latin typeface="Tahoma"/>
                <a:cs typeface="Tahoma"/>
              </a:rPr>
              <a:t>function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that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executes each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time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event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is </a:t>
            </a:r>
            <a:r>
              <a:rPr sz="1400" spc="-10" dirty="0">
                <a:latin typeface="Tahoma"/>
                <a:cs typeface="Tahoma"/>
              </a:rPr>
              <a:t>fired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95490" y="3567080"/>
            <a:ext cx="381000" cy="535940"/>
            <a:chOff x="6295490" y="3567080"/>
            <a:chExt cx="381000" cy="535940"/>
          </a:xfrm>
        </p:grpSpPr>
        <p:sp>
          <p:nvSpPr>
            <p:cNvPr id="15" name="object 15"/>
            <p:cNvSpPr/>
            <p:nvPr/>
          </p:nvSpPr>
          <p:spPr>
            <a:xfrm>
              <a:off x="6300252" y="3571843"/>
              <a:ext cx="371475" cy="526415"/>
            </a:xfrm>
            <a:custGeom>
              <a:avLst/>
              <a:gdLst/>
              <a:ahLst/>
              <a:cxnLst/>
              <a:rect l="l" t="t" r="r" b="b"/>
              <a:pathLst>
                <a:path w="371475" h="526414">
                  <a:moveTo>
                    <a:pt x="326924" y="525824"/>
                  </a:moveTo>
                  <a:lnTo>
                    <a:pt x="171240" y="481416"/>
                  </a:lnTo>
                  <a:lnTo>
                    <a:pt x="221265" y="453591"/>
                  </a:lnTo>
                  <a:lnTo>
                    <a:pt x="0" y="55649"/>
                  </a:lnTo>
                  <a:lnTo>
                    <a:pt x="100049" y="0"/>
                  </a:lnTo>
                  <a:lnTo>
                    <a:pt x="321315" y="397941"/>
                  </a:lnTo>
                  <a:lnTo>
                    <a:pt x="371340" y="370116"/>
                  </a:lnTo>
                  <a:lnTo>
                    <a:pt x="326924" y="525824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00252" y="3571843"/>
              <a:ext cx="371475" cy="526415"/>
            </a:xfrm>
            <a:custGeom>
              <a:avLst/>
              <a:gdLst/>
              <a:ahLst/>
              <a:cxnLst/>
              <a:rect l="l" t="t" r="r" b="b"/>
              <a:pathLst>
                <a:path w="371475" h="526414">
                  <a:moveTo>
                    <a:pt x="326924" y="525824"/>
                  </a:moveTo>
                  <a:lnTo>
                    <a:pt x="171240" y="481416"/>
                  </a:lnTo>
                  <a:lnTo>
                    <a:pt x="221265" y="453591"/>
                  </a:lnTo>
                  <a:lnTo>
                    <a:pt x="0" y="55649"/>
                  </a:lnTo>
                  <a:lnTo>
                    <a:pt x="100049" y="0"/>
                  </a:lnTo>
                  <a:lnTo>
                    <a:pt x="321315" y="397941"/>
                  </a:lnTo>
                  <a:lnTo>
                    <a:pt x="371340" y="370116"/>
                  </a:lnTo>
                  <a:lnTo>
                    <a:pt x="326924" y="5258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62" y="590550"/>
            <a:ext cx="7431275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3581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654050"/>
            <a:ext cx="6002337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7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onClick</a:t>
            </a:r>
            <a:r>
              <a:rPr spc="-45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7374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Great!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far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made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sure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time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clicked,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E686C"/>
                </a:solidFill>
                <a:latin typeface="Tahoma"/>
                <a:cs typeface="Tahoma"/>
              </a:rPr>
              <a:t>onClick</a:t>
            </a:r>
            <a:r>
              <a:rPr sz="1800" b="1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will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executed.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should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E686C"/>
                </a:solidFill>
                <a:latin typeface="Tahoma"/>
                <a:cs typeface="Tahoma"/>
              </a:rPr>
              <a:t>onClick</a:t>
            </a:r>
            <a:r>
              <a:rPr sz="1800" b="1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actually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do?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90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read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endParaRPr sz="180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onClick</a:t>
            </a:r>
            <a:r>
              <a:rPr spc="-45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57339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1.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	read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document.querySelector("#first").value;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02761" y="2000200"/>
            <a:ext cx="640080" cy="213360"/>
          </a:xfrm>
          <a:custGeom>
            <a:avLst/>
            <a:gdLst/>
            <a:ahLst/>
            <a:cxnLst/>
            <a:rect l="l" t="t" r="r" b="b"/>
            <a:pathLst>
              <a:path w="640079" h="213360">
                <a:moveTo>
                  <a:pt x="639825" y="213359"/>
                </a:moveTo>
                <a:lnTo>
                  <a:pt x="0" y="213359"/>
                </a:lnTo>
                <a:lnTo>
                  <a:pt x="0" y="0"/>
                </a:lnTo>
                <a:lnTo>
                  <a:pt x="639825" y="0"/>
                </a:lnTo>
                <a:lnTo>
                  <a:pt x="639825" y="21335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5" y="1980388"/>
            <a:ext cx="5679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document.querySelector("#second").value;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65112" y="1989412"/>
            <a:ext cx="648970" cy="225425"/>
            <a:chOff x="6165112" y="1989412"/>
            <a:chExt cx="648970" cy="225425"/>
          </a:xfrm>
        </p:grpSpPr>
        <p:sp>
          <p:nvSpPr>
            <p:cNvPr id="7" name="object 7"/>
            <p:cNvSpPr/>
            <p:nvPr/>
          </p:nvSpPr>
          <p:spPr>
            <a:xfrm>
              <a:off x="6169874" y="1994174"/>
              <a:ext cx="639445" cy="215900"/>
            </a:xfrm>
            <a:custGeom>
              <a:avLst/>
              <a:gdLst/>
              <a:ahLst/>
              <a:cxnLst/>
              <a:rect l="l" t="t" r="r" b="b"/>
              <a:pathLst>
                <a:path w="639445" h="215900">
                  <a:moveTo>
                    <a:pt x="107699" y="215399"/>
                  </a:moveTo>
                  <a:lnTo>
                    <a:pt x="0" y="107699"/>
                  </a:lnTo>
                  <a:lnTo>
                    <a:pt x="107699" y="0"/>
                  </a:lnTo>
                  <a:lnTo>
                    <a:pt x="107699" y="53849"/>
                  </a:lnTo>
                  <a:lnTo>
                    <a:pt x="639299" y="53849"/>
                  </a:lnTo>
                  <a:lnTo>
                    <a:pt x="639299" y="161549"/>
                  </a:lnTo>
                  <a:lnTo>
                    <a:pt x="107699" y="161549"/>
                  </a:lnTo>
                  <a:lnTo>
                    <a:pt x="107699" y="2153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69874" y="1994174"/>
              <a:ext cx="639445" cy="215900"/>
            </a:xfrm>
            <a:custGeom>
              <a:avLst/>
              <a:gdLst/>
              <a:ahLst/>
              <a:cxnLst/>
              <a:rect l="l" t="t" r="r" b="b"/>
              <a:pathLst>
                <a:path w="639445" h="215900">
                  <a:moveTo>
                    <a:pt x="0" y="107699"/>
                  </a:moveTo>
                  <a:lnTo>
                    <a:pt x="107699" y="0"/>
                  </a:lnTo>
                  <a:lnTo>
                    <a:pt x="107699" y="53849"/>
                  </a:lnTo>
                  <a:lnTo>
                    <a:pt x="639299" y="53849"/>
                  </a:lnTo>
                  <a:lnTo>
                    <a:pt x="639299" y="161549"/>
                  </a:lnTo>
                  <a:lnTo>
                    <a:pt x="107699" y="161549"/>
                  </a:lnTo>
                  <a:lnTo>
                    <a:pt x="107699" y="215399"/>
                  </a:lnTo>
                  <a:lnTo>
                    <a:pt x="0" y="1076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31025" y="1809962"/>
            <a:ext cx="125476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Tahoma"/>
                <a:cs typeface="Tahoma"/>
              </a:rPr>
              <a:t>Get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value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of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textbox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onClick</a:t>
            </a:r>
            <a:r>
              <a:rPr spc="-45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677078" y="3009849"/>
            <a:ext cx="640080" cy="213360"/>
          </a:xfrm>
          <a:custGeom>
            <a:avLst/>
            <a:gdLst/>
            <a:ahLst/>
            <a:cxnLst/>
            <a:rect l="l" t="t" r="r" b="b"/>
            <a:pathLst>
              <a:path w="640080" h="213360">
                <a:moveTo>
                  <a:pt x="639827" y="213360"/>
                </a:moveTo>
                <a:lnTo>
                  <a:pt x="0" y="213360"/>
                </a:lnTo>
                <a:lnTo>
                  <a:pt x="0" y="0"/>
                </a:lnTo>
                <a:lnTo>
                  <a:pt x="639827" y="0"/>
                </a:lnTo>
                <a:lnTo>
                  <a:pt x="639827" y="213360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3543" y="3009849"/>
            <a:ext cx="853440" cy="213360"/>
          </a:xfrm>
          <a:custGeom>
            <a:avLst/>
            <a:gdLst/>
            <a:ahLst/>
            <a:cxnLst/>
            <a:rect l="l" t="t" r="r" b="b"/>
            <a:pathLst>
              <a:path w="853439" h="213360">
                <a:moveTo>
                  <a:pt x="853102" y="213360"/>
                </a:moveTo>
                <a:lnTo>
                  <a:pt x="0" y="213360"/>
                </a:lnTo>
                <a:lnTo>
                  <a:pt x="0" y="0"/>
                </a:lnTo>
                <a:lnTo>
                  <a:pt x="853102" y="0"/>
                </a:lnTo>
                <a:lnTo>
                  <a:pt x="853102" y="213360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3109" y="3009849"/>
            <a:ext cx="853440" cy="213360"/>
          </a:xfrm>
          <a:custGeom>
            <a:avLst/>
            <a:gdLst/>
            <a:ahLst/>
            <a:cxnLst/>
            <a:rect l="l" t="t" r="r" b="b"/>
            <a:pathLst>
              <a:path w="853439" h="213360">
                <a:moveTo>
                  <a:pt x="853101" y="213360"/>
                </a:moveTo>
                <a:lnTo>
                  <a:pt x="0" y="213360"/>
                </a:lnTo>
                <a:lnTo>
                  <a:pt x="0" y="0"/>
                </a:lnTo>
                <a:lnTo>
                  <a:pt x="853101" y="0"/>
                </a:lnTo>
                <a:lnTo>
                  <a:pt x="853101" y="213360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4725" y="1216355"/>
            <a:ext cx="5679440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095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read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163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document.querySelector("#first").value;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document.querySelector("#second").value;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400">
              <a:latin typeface="Courier New"/>
              <a:cs typeface="Courier New"/>
            </a:endParaRPr>
          </a:p>
          <a:p>
            <a:pPr marL="469265" indent="-409575">
              <a:lnSpc>
                <a:spcPct val="100000"/>
              </a:lnSpc>
              <a:buAutoNum type="arabicPeriod" startAt="2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res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addTwo(parseInt(num1),parseInt(num2));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47091" y="3244295"/>
            <a:ext cx="461645" cy="549275"/>
            <a:chOff x="1647091" y="3244295"/>
            <a:chExt cx="461645" cy="549275"/>
          </a:xfrm>
        </p:grpSpPr>
        <p:sp>
          <p:nvSpPr>
            <p:cNvPr id="8" name="object 8"/>
            <p:cNvSpPr/>
            <p:nvPr/>
          </p:nvSpPr>
          <p:spPr>
            <a:xfrm>
              <a:off x="1651853" y="3249057"/>
              <a:ext cx="452120" cy="539750"/>
            </a:xfrm>
            <a:custGeom>
              <a:avLst/>
              <a:gdLst/>
              <a:ahLst/>
              <a:cxnLst/>
              <a:rect l="l" t="t" r="r" b="b"/>
              <a:pathLst>
                <a:path w="452119" h="539750">
                  <a:moveTo>
                    <a:pt x="22813" y="539700"/>
                  </a:moveTo>
                  <a:lnTo>
                    <a:pt x="0" y="374089"/>
                  </a:lnTo>
                  <a:lnTo>
                    <a:pt x="47099" y="409789"/>
                  </a:lnTo>
                  <a:lnTo>
                    <a:pt x="357613" y="0"/>
                  </a:lnTo>
                  <a:lnTo>
                    <a:pt x="451813" y="71400"/>
                  </a:lnTo>
                  <a:lnTo>
                    <a:pt x="141299" y="481189"/>
                  </a:lnTo>
                  <a:lnTo>
                    <a:pt x="188399" y="516889"/>
                  </a:lnTo>
                  <a:lnTo>
                    <a:pt x="22813" y="539700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51853" y="3249057"/>
              <a:ext cx="452120" cy="539750"/>
            </a:xfrm>
            <a:custGeom>
              <a:avLst/>
              <a:gdLst/>
              <a:ahLst/>
              <a:cxnLst/>
              <a:rect l="l" t="t" r="r" b="b"/>
              <a:pathLst>
                <a:path w="452119" h="539750">
                  <a:moveTo>
                    <a:pt x="22813" y="539700"/>
                  </a:moveTo>
                  <a:lnTo>
                    <a:pt x="0" y="374089"/>
                  </a:lnTo>
                  <a:lnTo>
                    <a:pt x="47099" y="409789"/>
                  </a:lnTo>
                  <a:lnTo>
                    <a:pt x="357613" y="0"/>
                  </a:lnTo>
                  <a:lnTo>
                    <a:pt x="451813" y="71400"/>
                  </a:lnTo>
                  <a:lnTo>
                    <a:pt x="141299" y="481189"/>
                  </a:lnTo>
                  <a:lnTo>
                    <a:pt x="188399" y="516889"/>
                  </a:lnTo>
                  <a:lnTo>
                    <a:pt x="22813" y="53970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57691" y="3285520"/>
            <a:ext cx="461645" cy="549275"/>
            <a:chOff x="4057691" y="3285520"/>
            <a:chExt cx="461645" cy="549275"/>
          </a:xfrm>
        </p:grpSpPr>
        <p:sp>
          <p:nvSpPr>
            <p:cNvPr id="11" name="object 11"/>
            <p:cNvSpPr/>
            <p:nvPr/>
          </p:nvSpPr>
          <p:spPr>
            <a:xfrm>
              <a:off x="4062453" y="3290282"/>
              <a:ext cx="452120" cy="539750"/>
            </a:xfrm>
            <a:custGeom>
              <a:avLst/>
              <a:gdLst/>
              <a:ahLst/>
              <a:cxnLst/>
              <a:rect l="l" t="t" r="r" b="b"/>
              <a:pathLst>
                <a:path w="452120" h="539750">
                  <a:moveTo>
                    <a:pt x="22813" y="539699"/>
                  </a:moveTo>
                  <a:lnTo>
                    <a:pt x="0" y="374089"/>
                  </a:lnTo>
                  <a:lnTo>
                    <a:pt x="47099" y="409789"/>
                  </a:lnTo>
                  <a:lnTo>
                    <a:pt x="357613" y="0"/>
                  </a:lnTo>
                  <a:lnTo>
                    <a:pt x="451813" y="71399"/>
                  </a:lnTo>
                  <a:lnTo>
                    <a:pt x="141299" y="481189"/>
                  </a:lnTo>
                  <a:lnTo>
                    <a:pt x="188399" y="516889"/>
                  </a:lnTo>
                  <a:lnTo>
                    <a:pt x="22813" y="5396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2453" y="3290282"/>
              <a:ext cx="452120" cy="539750"/>
            </a:xfrm>
            <a:custGeom>
              <a:avLst/>
              <a:gdLst/>
              <a:ahLst/>
              <a:cxnLst/>
              <a:rect l="l" t="t" r="r" b="b"/>
              <a:pathLst>
                <a:path w="452120" h="539750">
                  <a:moveTo>
                    <a:pt x="22813" y="539699"/>
                  </a:moveTo>
                  <a:lnTo>
                    <a:pt x="0" y="374089"/>
                  </a:lnTo>
                  <a:lnTo>
                    <a:pt x="47099" y="409789"/>
                  </a:lnTo>
                  <a:lnTo>
                    <a:pt x="357613" y="0"/>
                  </a:lnTo>
                  <a:lnTo>
                    <a:pt x="451813" y="71399"/>
                  </a:lnTo>
                  <a:lnTo>
                    <a:pt x="141299" y="481189"/>
                  </a:lnTo>
                  <a:lnTo>
                    <a:pt x="188399" y="516889"/>
                  </a:lnTo>
                  <a:lnTo>
                    <a:pt x="22813" y="539699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852098" y="3307938"/>
            <a:ext cx="499109" cy="498475"/>
            <a:chOff x="2852098" y="3307938"/>
            <a:chExt cx="499109" cy="498475"/>
          </a:xfrm>
        </p:grpSpPr>
        <p:sp>
          <p:nvSpPr>
            <p:cNvPr id="14" name="object 14"/>
            <p:cNvSpPr/>
            <p:nvPr/>
          </p:nvSpPr>
          <p:spPr>
            <a:xfrm>
              <a:off x="2856861" y="3312700"/>
              <a:ext cx="489584" cy="488950"/>
            </a:xfrm>
            <a:custGeom>
              <a:avLst/>
              <a:gdLst/>
              <a:ahLst/>
              <a:cxnLst/>
              <a:rect l="l" t="t" r="r" b="b"/>
              <a:pathLst>
                <a:path w="489585" h="488950">
                  <a:moveTo>
                    <a:pt x="321947" y="488802"/>
                  </a:moveTo>
                  <a:lnTo>
                    <a:pt x="363722" y="447027"/>
                  </a:lnTo>
                  <a:lnTo>
                    <a:pt x="0" y="83549"/>
                  </a:lnTo>
                  <a:lnTo>
                    <a:pt x="83549" y="0"/>
                  </a:lnTo>
                  <a:lnTo>
                    <a:pt x="447271" y="363477"/>
                  </a:lnTo>
                  <a:lnTo>
                    <a:pt x="489046" y="321702"/>
                  </a:lnTo>
                  <a:lnTo>
                    <a:pt x="489074" y="488774"/>
                  </a:lnTo>
                  <a:lnTo>
                    <a:pt x="321947" y="488802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56861" y="3312700"/>
              <a:ext cx="489584" cy="488950"/>
            </a:xfrm>
            <a:custGeom>
              <a:avLst/>
              <a:gdLst/>
              <a:ahLst/>
              <a:cxnLst/>
              <a:rect l="l" t="t" r="r" b="b"/>
              <a:pathLst>
                <a:path w="489585" h="488950">
                  <a:moveTo>
                    <a:pt x="489074" y="488774"/>
                  </a:moveTo>
                  <a:lnTo>
                    <a:pt x="321947" y="488802"/>
                  </a:lnTo>
                  <a:lnTo>
                    <a:pt x="363722" y="447027"/>
                  </a:lnTo>
                  <a:lnTo>
                    <a:pt x="0" y="83549"/>
                  </a:lnTo>
                  <a:lnTo>
                    <a:pt x="83549" y="0"/>
                  </a:lnTo>
                  <a:lnTo>
                    <a:pt x="447271" y="363477"/>
                  </a:lnTo>
                  <a:lnTo>
                    <a:pt x="489046" y="321702"/>
                  </a:lnTo>
                  <a:lnTo>
                    <a:pt x="489074" y="48877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9750" y="3967288"/>
            <a:ext cx="157670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call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addTwo </a:t>
            </a:r>
            <a:r>
              <a:rPr sz="1400" dirty="0">
                <a:latin typeface="Arial MT"/>
                <a:cs typeface="Arial MT"/>
              </a:rPr>
              <a:t>function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values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textboxes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3399" y="4029362"/>
            <a:ext cx="275209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num1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num2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values.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order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addTwo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function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to </a:t>
            </a:r>
            <a:r>
              <a:rPr sz="1400" dirty="0">
                <a:latin typeface="Arial MT"/>
                <a:cs typeface="Arial MT"/>
              </a:rPr>
              <a:t>work,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convert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to </a:t>
            </a:r>
            <a:r>
              <a:rPr sz="1400" spc="-10" dirty="0">
                <a:latin typeface="Arial MT"/>
                <a:cs typeface="Arial MT"/>
              </a:rPr>
              <a:t>numbers(integers)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onClick</a:t>
            </a:r>
            <a:r>
              <a:rPr spc="-45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679440" cy="2974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095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read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boxes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163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document.querySelector("#first").value;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document.querySelector("#second").value;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400">
              <a:latin typeface="Courier New"/>
              <a:cs typeface="Courier New"/>
            </a:endParaRPr>
          </a:p>
          <a:p>
            <a:pPr marL="469265" indent="-409575">
              <a:lnSpc>
                <a:spcPct val="100000"/>
              </a:lnSpc>
              <a:buAutoNum type="arabicPeriod" startAt="2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res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addTwo(parseInt(num1),parseInt(num2));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Courier New"/>
              <a:cs typeface="Courier New"/>
            </a:endParaRPr>
          </a:p>
          <a:p>
            <a:pPr marL="469265" indent="-409575">
              <a:lnSpc>
                <a:spcPct val="100000"/>
              </a:lnSpc>
              <a:buAutoNum type="arabicPeriod" startAt="3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show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result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let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resultDiv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document.querySelector("#result");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803" y="4219525"/>
            <a:ext cx="1173480" cy="213360"/>
          </a:xfrm>
          <a:custGeom>
            <a:avLst/>
            <a:gdLst/>
            <a:ahLst/>
            <a:cxnLst/>
            <a:rect l="l" t="t" r="r" b="b"/>
            <a:pathLst>
              <a:path w="1173480" h="213360">
                <a:moveTo>
                  <a:pt x="1173016" y="213359"/>
                </a:moveTo>
                <a:lnTo>
                  <a:pt x="0" y="213359"/>
                </a:lnTo>
                <a:lnTo>
                  <a:pt x="0" y="0"/>
                </a:lnTo>
                <a:lnTo>
                  <a:pt x="1173016" y="0"/>
                </a:lnTo>
                <a:lnTo>
                  <a:pt x="1173016" y="21335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9921" y="4219525"/>
            <a:ext cx="106680" cy="213360"/>
          </a:xfrm>
          <a:custGeom>
            <a:avLst/>
            <a:gdLst/>
            <a:ahLst/>
            <a:cxnLst/>
            <a:rect l="l" t="t" r="r" b="b"/>
            <a:pathLst>
              <a:path w="106679" h="213360">
                <a:moveTo>
                  <a:pt x="106637" y="213359"/>
                </a:moveTo>
                <a:lnTo>
                  <a:pt x="0" y="213359"/>
                </a:lnTo>
                <a:lnTo>
                  <a:pt x="0" y="0"/>
                </a:lnTo>
                <a:lnTo>
                  <a:pt x="106637" y="0"/>
                </a:lnTo>
                <a:lnTo>
                  <a:pt x="106637" y="213359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43022" y="4219525"/>
            <a:ext cx="106680" cy="213360"/>
          </a:xfrm>
          <a:custGeom>
            <a:avLst/>
            <a:gdLst/>
            <a:ahLst/>
            <a:cxnLst/>
            <a:rect l="l" t="t" r="r" b="b"/>
            <a:pathLst>
              <a:path w="106679" h="213360">
                <a:moveTo>
                  <a:pt x="106637" y="213359"/>
                </a:moveTo>
                <a:lnTo>
                  <a:pt x="0" y="213359"/>
                </a:lnTo>
                <a:lnTo>
                  <a:pt x="0" y="0"/>
                </a:lnTo>
                <a:lnTo>
                  <a:pt x="106637" y="0"/>
                </a:lnTo>
                <a:lnTo>
                  <a:pt x="106637" y="213359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9486" y="4219525"/>
            <a:ext cx="106680" cy="213360"/>
          </a:xfrm>
          <a:custGeom>
            <a:avLst/>
            <a:gdLst/>
            <a:ahLst/>
            <a:cxnLst/>
            <a:rect l="l" t="t" r="r" b="b"/>
            <a:pathLst>
              <a:path w="106679" h="213360">
                <a:moveTo>
                  <a:pt x="106637" y="213359"/>
                </a:moveTo>
                <a:lnTo>
                  <a:pt x="0" y="213359"/>
                </a:lnTo>
                <a:lnTo>
                  <a:pt x="0" y="0"/>
                </a:lnTo>
                <a:lnTo>
                  <a:pt x="106637" y="0"/>
                </a:lnTo>
                <a:lnTo>
                  <a:pt x="106637" y="213359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2587" y="4219525"/>
            <a:ext cx="106680" cy="213360"/>
          </a:xfrm>
          <a:custGeom>
            <a:avLst/>
            <a:gdLst/>
            <a:ahLst/>
            <a:cxnLst/>
            <a:rect l="l" t="t" r="r" b="b"/>
            <a:pathLst>
              <a:path w="106679" h="213360">
                <a:moveTo>
                  <a:pt x="106637" y="213359"/>
                </a:moveTo>
                <a:lnTo>
                  <a:pt x="0" y="213359"/>
                </a:lnTo>
                <a:lnTo>
                  <a:pt x="0" y="0"/>
                </a:lnTo>
                <a:lnTo>
                  <a:pt x="106637" y="0"/>
                </a:lnTo>
                <a:lnTo>
                  <a:pt x="106637" y="213359"/>
                </a:lnTo>
                <a:close/>
              </a:path>
            </a:pathLst>
          </a:custGeom>
          <a:solidFill>
            <a:srgbClr val="EA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4725" y="4199713"/>
            <a:ext cx="6212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resultDiv.textContent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res;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9962" y="4577687"/>
            <a:ext cx="336550" cy="322580"/>
            <a:chOff x="1919962" y="4577687"/>
            <a:chExt cx="336550" cy="322580"/>
          </a:xfrm>
        </p:grpSpPr>
        <p:sp>
          <p:nvSpPr>
            <p:cNvPr id="11" name="object 11"/>
            <p:cNvSpPr/>
            <p:nvPr/>
          </p:nvSpPr>
          <p:spPr>
            <a:xfrm>
              <a:off x="1924724" y="4582450"/>
              <a:ext cx="327025" cy="313055"/>
            </a:xfrm>
            <a:custGeom>
              <a:avLst/>
              <a:gdLst/>
              <a:ahLst/>
              <a:cxnLst/>
              <a:rect l="l" t="t" r="r" b="b"/>
              <a:pathLst>
                <a:path w="327025" h="313054">
                  <a:moveTo>
                    <a:pt x="78149" y="312599"/>
                  </a:moveTo>
                  <a:lnTo>
                    <a:pt x="0" y="234449"/>
                  </a:lnTo>
                  <a:lnTo>
                    <a:pt x="78149" y="156299"/>
                  </a:lnTo>
                  <a:lnTo>
                    <a:pt x="78149" y="195374"/>
                  </a:lnTo>
                  <a:lnTo>
                    <a:pt x="248549" y="195374"/>
                  </a:lnTo>
                  <a:lnTo>
                    <a:pt x="248549" y="0"/>
                  </a:lnTo>
                  <a:lnTo>
                    <a:pt x="326699" y="0"/>
                  </a:lnTo>
                  <a:lnTo>
                    <a:pt x="326699" y="273524"/>
                  </a:lnTo>
                  <a:lnTo>
                    <a:pt x="78149" y="273524"/>
                  </a:lnTo>
                  <a:lnTo>
                    <a:pt x="78149" y="3125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4724" y="4582450"/>
              <a:ext cx="327025" cy="313055"/>
            </a:xfrm>
            <a:custGeom>
              <a:avLst/>
              <a:gdLst/>
              <a:ahLst/>
              <a:cxnLst/>
              <a:rect l="l" t="t" r="r" b="b"/>
              <a:pathLst>
                <a:path w="327025" h="313054">
                  <a:moveTo>
                    <a:pt x="248549" y="0"/>
                  </a:moveTo>
                  <a:lnTo>
                    <a:pt x="248549" y="195374"/>
                  </a:lnTo>
                  <a:lnTo>
                    <a:pt x="78149" y="195374"/>
                  </a:lnTo>
                  <a:lnTo>
                    <a:pt x="78149" y="156299"/>
                  </a:lnTo>
                  <a:lnTo>
                    <a:pt x="0" y="234449"/>
                  </a:lnTo>
                  <a:lnTo>
                    <a:pt x="78149" y="312599"/>
                  </a:lnTo>
                  <a:lnTo>
                    <a:pt x="78149" y="273524"/>
                  </a:lnTo>
                  <a:lnTo>
                    <a:pt x="326699" y="273524"/>
                  </a:lnTo>
                  <a:lnTo>
                    <a:pt x="326699" y="0"/>
                  </a:lnTo>
                  <a:lnTo>
                    <a:pt x="248549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2850" y="4589263"/>
            <a:ext cx="144843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20" dirty="0">
                <a:latin typeface="Tahoma"/>
                <a:cs typeface="Tahoma"/>
              </a:rPr>
              <a:t>change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text </a:t>
            </a:r>
            <a:r>
              <a:rPr sz="1400" dirty="0">
                <a:latin typeface="Tahoma"/>
                <a:cs typeface="Tahoma"/>
              </a:rPr>
              <a:t>inside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element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1750" y="3977338"/>
            <a:ext cx="152781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Tahoma"/>
                <a:cs typeface="Tahoma"/>
              </a:rPr>
              <a:t>what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are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all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those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80" dirty="0">
                <a:latin typeface="Tahoma"/>
                <a:cs typeface="Tahoma"/>
              </a:rPr>
              <a:t>+ </a:t>
            </a:r>
            <a:r>
              <a:rPr sz="1400" spc="-10" dirty="0">
                <a:latin typeface="Tahoma"/>
                <a:cs typeface="Tahoma"/>
              </a:rPr>
              <a:t>operators?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what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do </a:t>
            </a:r>
            <a:r>
              <a:rPr sz="1400" dirty="0">
                <a:latin typeface="Tahoma"/>
                <a:cs typeface="Tahoma"/>
              </a:rPr>
              <a:t>they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do?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onClick</a:t>
            </a:r>
            <a:r>
              <a:rPr spc="-45" dirty="0"/>
              <a:t> </a:t>
            </a:r>
            <a:r>
              <a:rPr spc="1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450" y="1677576"/>
            <a:ext cx="8255000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8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onClick()</a:t>
            </a:r>
            <a:r>
              <a:rPr sz="18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 marR="690880">
              <a:lnSpc>
                <a:spcPct val="114599"/>
              </a:lnSpc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document.querySelector("#first").value;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document.querySelector("#second").value;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res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addTwo(parseInt(num1),parseInt(num2));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let</a:t>
            </a:r>
            <a:r>
              <a:rPr sz="18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resultDiv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document.querySelector("#result");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resultDiv.textContent</a:t>
            </a:r>
            <a:r>
              <a:rPr sz="18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num1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num2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"</a:t>
            </a:r>
            <a:r>
              <a:rPr sz="18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B5394"/>
                </a:solidFill>
                <a:latin typeface="Courier New"/>
                <a:cs typeface="Courier New"/>
              </a:rPr>
              <a:t>+</a:t>
            </a:r>
            <a:r>
              <a:rPr sz="18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0B5394"/>
                </a:solidFill>
                <a:latin typeface="Courier New"/>
                <a:cs typeface="Courier New"/>
              </a:rPr>
              <a:t>res;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1203</Words>
  <Application>Microsoft Office PowerPoint</Application>
  <PresentationFormat>On-screen Show (16:9)</PresentationFormat>
  <Paragraphs>144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  Javascript Examples</vt:lpstr>
      <vt:lpstr>Let's see a couple of examples</vt:lpstr>
      <vt:lpstr>Example 1: Add two numbers</vt:lpstr>
      <vt:lpstr>HTML</vt:lpstr>
      <vt:lpstr>HTML</vt:lpstr>
      <vt:lpstr>CSS</vt:lpstr>
      <vt:lpstr>CSS</vt:lpstr>
      <vt:lpstr>Javascript</vt:lpstr>
      <vt:lpstr>Javascript</vt:lpstr>
      <vt:lpstr>addTwo function</vt:lpstr>
      <vt:lpstr>addTwo function</vt:lpstr>
      <vt:lpstr>addTwo function</vt:lpstr>
      <vt:lpstr>Calling The Function</vt:lpstr>
      <vt:lpstr>Calling The Function</vt:lpstr>
      <vt:lpstr>Is that it?</vt:lpstr>
      <vt:lpstr>querySelector</vt:lpstr>
      <vt:lpstr>querySelector</vt:lpstr>
      <vt:lpstr>Query selector </vt:lpstr>
      <vt:lpstr>Query selector </vt:lpstr>
      <vt:lpstr>Query selector all </vt:lpstr>
      <vt:lpstr>Query selector all </vt:lpstr>
      <vt:lpstr>addEventListener</vt:lpstr>
      <vt:lpstr>PowerPoint Presentation</vt:lpstr>
      <vt:lpstr>PowerPoint Presentation</vt:lpstr>
      <vt:lpstr>onClick Function</vt:lpstr>
      <vt:lpstr>onClick Function</vt:lpstr>
      <vt:lpstr>onClick Function</vt:lpstr>
      <vt:lpstr>onClick Function</vt:lpstr>
      <vt:lpstr>onClick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Examples</dc:title>
  <dc:creator>Saadia Sh</dc:creator>
  <cp:lastModifiedBy>Sadi Shabbit</cp:lastModifiedBy>
  <cp:revision>4</cp:revision>
  <dcterms:created xsi:type="dcterms:W3CDTF">2024-11-25T10:02:12Z</dcterms:created>
  <dcterms:modified xsi:type="dcterms:W3CDTF">2024-11-25T19:15:46Z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