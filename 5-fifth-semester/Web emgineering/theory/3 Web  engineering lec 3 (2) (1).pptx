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319" r:id="rId2"/>
    <p:sldId id="320" r:id="rId3"/>
    <p:sldId id="321" r:id="rId4"/>
    <p:sldId id="322" r:id="rId5"/>
    <p:sldId id="339" r:id="rId6"/>
    <p:sldId id="323" r:id="rId7"/>
    <p:sldId id="334" r:id="rId8"/>
    <p:sldId id="331" r:id="rId9"/>
    <p:sldId id="332" r:id="rId10"/>
    <p:sldId id="333" r:id="rId11"/>
    <p:sldId id="324" r:id="rId12"/>
    <p:sldId id="325" r:id="rId13"/>
    <p:sldId id="271" r:id="rId14"/>
    <p:sldId id="272" r:id="rId15"/>
    <p:sldId id="273" r:id="rId16"/>
    <p:sldId id="274" r:id="rId17"/>
    <p:sldId id="314" r:id="rId18"/>
    <p:sldId id="340" r:id="rId19"/>
    <p:sldId id="301" r:id="rId20"/>
    <p:sldId id="285" r:id="rId21"/>
    <p:sldId id="341" r:id="rId22"/>
    <p:sldId id="286" r:id="rId23"/>
    <p:sldId id="306" r:id="rId24"/>
    <p:sldId id="349" r:id="rId25"/>
    <p:sldId id="350" r:id="rId26"/>
    <p:sldId id="342" r:id="rId27"/>
    <p:sldId id="343" r:id="rId28"/>
    <p:sldId id="344" r:id="rId29"/>
    <p:sldId id="292" r:id="rId30"/>
    <p:sldId id="313" r:id="rId31"/>
    <p:sldId id="310" r:id="rId32"/>
    <p:sldId id="311" r:id="rId33"/>
    <p:sldId id="345" r:id="rId34"/>
    <p:sldId id="298" r:id="rId35"/>
    <p:sldId id="346" r:id="rId36"/>
    <p:sldId id="299" r:id="rId37"/>
    <p:sldId id="347" r:id="rId38"/>
    <p:sldId id="348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adia shabbir" initials="ss" lastIdx="1" clrIdx="0">
    <p:extLst>
      <p:ext uri="{19B8F6BF-5375-455C-9EA6-DF929625EA0E}">
        <p15:presenceInfo xmlns="" xmlns:p15="http://schemas.microsoft.com/office/powerpoint/2012/main" userId="d9738f4059b37fc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6912" autoAdjust="0"/>
    <p:restoredTop sz="95517" autoAdjust="0"/>
  </p:normalViewPr>
  <p:slideViewPr>
    <p:cSldViewPr>
      <p:cViewPr>
        <p:scale>
          <a:sx n="68" d="100"/>
          <a:sy n="68" d="100"/>
        </p:scale>
        <p:origin x="-1212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dia shabbir" userId="d9738f4059b37fcf" providerId="LiveId" clId="{598B0613-7DE0-4082-9C48-40BEBB1ACD6D}"/>
    <pc:docChg chg="undo custSel addSld delSld modSld">
      <pc:chgData name="saadia shabbir" userId="d9738f4059b37fcf" providerId="LiveId" clId="{598B0613-7DE0-4082-9C48-40BEBB1ACD6D}" dt="2023-02-26T11:40:13.906" v="676" actId="14100"/>
      <pc:docMkLst>
        <pc:docMk/>
      </pc:docMkLst>
      <pc:sldChg chg="modSp">
        <pc:chgData name="saadia shabbir" userId="d9738f4059b37fcf" providerId="LiveId" clId="{598B0613-7DE0-4082-9C48-40BEBB1ACD6D}" dt="2023-02-26T08:02:28.237" v="28" actId="20577"/>
        <pc:sldMkLst>
          <pc:docMk/>
          <pc:sldMk cId="0" sldId="260"/>
        </pc:sldMkLst>
        <pc:spChg chg="mod">
          <ac:chgData name="saadia shabbir" userId="d9738f4059b37fcf" providerId="LiveId" clId="{598B0613-7DE0-4082-9C48-40BEBB1ACD6D}" dt="2023-02-26T08:02:28.237" v="28" actId="20577"/>
          <ac:spMkLst>
            <pc:docMk/>
            <pc:sldMk cId="0" sldId="260"/>
            <ac:spMk id="1048598" creationId="{00000000-0000-0000-0000-000000000000}"/>
          </ac:spMkLst>
        </pc:spChg>
      </pc:sldChg>
      <pc:sldChg chg="modSp">
        <pc:chgData name="saadia shabbir" userId="d9738f4059b37fcf" providerId="LiveId" clId="{598B0613-7DE0-4082-9C48-40BEBB1ACD6D}" dt="2023-02-26T08:08:07.024" v="78" actId="27636"/>
        <pc:sldMkLst>
          <pc:docMk/>
          <pc:sldMk cId="0" sldId="261"/>
        </pc:sldMkLst>
        <pc:spChg chg="mod">
          <ac:chgData name="saadia shabbir" userId="d9738f4059b37fcf" providerId="LiveId" clId="{598B0613-7DE0-4082-9C48-40BEBB1ACD6D}" dt="2023-02-26T08:08:07.024" v="78" actId="27636"/>
          <ac:spMkLst>
            <pc:docMk/>
            <pc:sldMk cId="0" sldId="261"/>
            <ac:spMk id="1048599" creationId="{00000000-0000-0000-0000-000000000000}"/>
          </ac:spMkLst>
        </pc:spChg>
      </pc:sldChg>
      <pc:sldChg chg="modSp">
        <pc:chgData name="saadia shabbir" userId="d9738f4059b37fcf" providerId="LiveId" clId="{598B0613-7DE0-4082-9C48-40BEBB1ACD6D}" dt="2023-02-26T08:08:07.048" v="79" actId="27636"/>
        <pc:sldMkLst>
          <pc:docMk/>
          <pc:sldMk cId="0" sldId="262"/>
        </pc:sldMkLst>
        <pc:spChg chg="mod">
          <ac:chgData name="saadia shabbir" userId="d9738f4059b37fcf" providerId="LiveId" clId="{598B0613-7DE0-4082-9C48-40BEBB1ACD6D}" dt="2023-02-26T08:08:07.048" v="79" actId="27636"/>
          <ac:spMkLst>
            <pc:docMk/>
            <pc:sldMk cId="0" sldId="262"/>
            <ac:spMk id="1048601" creationId="{00000000-0000-0000-0000-000000000000}"/>
          </ac:spMkLst>
        </pc:spChg>
      </pc:sldChg>
      <pc:sldChg chg="modSp">
        <pc:chgData name="saadia shabbir" userId="d9738f4059b37fcf" providerId="LiveId" clId="{598B0613-7DE0-4082-9C48-40BEBB1ACD6D}" dt="2023-02-26T08:08:07.083" v="80" actId="27636"/>
        <pc:sldMkLst>
          <pc:docMk/>
          <pc:sldMk cId="0" sldId="266"/>
        </pc:sldMkLst>
        <pc:spChg chg="mod">
          <ac:chgData name="saadia shabbir" userId="d9738f4059b37fcf" providerId="LiveId" clId="{598B0613-7DE0-4082-9C48-40BEBB1ACD6D}" dt="2023-02-26T08:08:07.083" v="80" actId="27636"/>
          <ac:spMkLst>
            <pc:docMk/>
            <pc:sldMk cId="0" sldId="266"/>
            <ac:spMk id="1048609" creationId="{00000000-0000-0000-0000-000000000000}"/>
          </ac:spMkLst>
        </pc:spChg>
      </pc:sldChg>
      <pc:sldChg chg="modSp">
        <pc:chgData name="saadia shabbir" userId="d9738f4059b37fcf" providerId="LiveId" clId="{598B0613-7DE0-4082-9C48-40BEBB1ACD6D}" dt="2023-02-26T08:03:37.022" v="41" actId="20577"/>
        <pc:sldMkLst>
          <pc:docMk/>
          <pc:sldMk cId="0" sldId="274"/>
        </pc:sldMkLst>
        <pc:spChg chg="mod">
          <ac:chgData name="saadia shabbir" userId="d9738f4059b37fcf" providerId="LiveId" clId="{598B0613-7DE0-4082-9C48-40BEBB1ACD6D}" dt="2023-02-26T08:03:37.022" v="41" actId="20577"/>
          <ac:spMkLst>
            <pc:docMk/>
            <pc:sldMk cId="0" sldId="274"/>
            <ac:spMk id="1048619" creationId="{00000000-0000-0000-0000-000000000000}"/>
          </ac:spMkLst>
        </pc:spChg>
      </pc:sldChg>
      <pc:sldChg chg="del">
        <pc:chgData name="saadia shabbir" userId="d9738f4059b37fcf" providerId="LiveId" clId="{598B0613-7DE0-4082-9C48-40BEBB1ACD6D}" dt="2023-02-26T08:05:01.779" v="42" actId="47"/>
        <pc:sldMkLst>
          <pc:docMk/>
          <pc:sldMk cId="0" sldId="275"/>
        </pc:sldMkLst>
      </pc:sldChg>
      <pc:sldChg chg="modSp">
        <pc:chgData name="saadia shabbir" userId="d9738f4059b37fcf" providerId="LiveId" clId="{598B0613-7DE0-4082-9C48-40BEBB1ACD6D}" dt="2023-02-26T08:08:07.121" v="81" actId="27636"/>
        <pc:sldMkLst>
          <pc:docMk/>
          <pc:sldMk cId="0" sldId="277"/>
        </pc:sldMkLst>
        <pc:spChg chg="mod">
          <ac:chgData name="saadia shabbir" userId="d9738f4059b37fcf" providerId="LiveId" clId="{598B0613-7DE0-4082-9C48-40BEBB1ACD6D}" dt="2023-02-26T08:08:07.121" v="81" actId="27636"/>
          <ac:spMkLst>
            <pc:docMk/>
            <pc:sldMk cId="0" sldId="277"/>
            <ac:spMk id="1048624" creationId="{00000000-0000-0000-0000-000000000000}"/>
          </ac:spMkLst>
        </pc:spChg>
      </pc:sldChg>
      <pc:sldChg chg="delSp">
        <pc:chgData name="saadia shabbir" userId="d9738f4059b37fcf" providerId="LiveId" clId="{598B0613-7DE0-4082-9C48-40BEBB1ACD6D}" dt="2023-02-26T08:25:00.726" v="455" actId="478"/>
        <pc:sldMkLst>
          <pc:docMk/>
          <pc:sldMk cId="0" sldId="280"/>
        </pc:sldMkLst>
        <pc:spChg chg="del">
          <ac:chgData name="saadia shabbir" userId="d9738f4059b37fcf" providerId="LiveId" clId="{598B0613-7DE0-4082-9C48-40BEBB1ACD6D}" dt="2023-02-26T08:25:00.726" v="455" actId="478"/>
          <ac:spMkLst>
            <pc:docMk/>
            <pc:sldMk cId="0" sldId="280"/>
            <ac:spMk id="1048629" creationId="{00000000-0000-0000-0000-000000000000}"/>
          </ac:spMkLst>
        </pc:spChg>
      </pc:sldChg>
      <pc:sldChg chg="modSp">
        <pc:chgData name="saadia shabbir" userId="d9738f4059b37fcf" providerId="LiveId" clId="{598B0613-7DE0-4082-9C48-40BEBB1ACD6D}" dt="2023-02-26T08:08:07.141" v="82" actId="27636"/>
        <pc:sldMkLst>
          <pc:docMk/>
          <pc:sldMk cId="0" sldId="281"/>
        </pc:sldMkLst>
        <pc:spChg chg="mod">
          <ac:chgData name="saadia shabbir" userId="d9738f4059b37fcf" providerId="LiveId" clId="{598B0613-7DE0-4082-9C48-40BEBB1ACD6D}" dt="2023-02-26T08:08:07.141" v="82" actId="27636"/>
          <ac:spMkLst>
            <pc:docMk/>
            <pc:sldMk cId="0" sldId="281"/>
            <ac:spMk id="1048632" creationId="{00000000-0000-0000-0000-000000000000}"/>
          </ac:spMkLst>
        </pc:spChg>
      </pc:sldChg>
      <pc:sldChg chg="del">
        <pc:chgData name="saadia shabbir" userId="d9738f4059b37fcf" providerId="LiveId" clId="{598B0613-7DE0-4082-9C48-40BEBB1ACD6D}" dt="2023-02-26T08:20:41.622" v="431" actId="47"/>
        <pc:sldMkLst>
          <pc:docMk/>
          <pc:sldMk cId="0" sldId="282"/>
        </pc:sldMkLst>
      </pc:sldChg>
      <pc:sldChg chg="modSp del">
        <pc:chgData name="saadia shabbir" userId="d9738f4059b37fcf" providerId="LiveId" clId="{598B0613-7DE0-4082-9C48-40BEBB1ACD6D}" dt="2023-02-26T08:20:44.240" v="432" actId="47"/>
        <pc:sldMkLst>
          <pc:docMk/>
          <pc:sldMk cId="0" sldId="283"/>
        </pc:sldMkLst>
        <pc:picChg chg="mod">
          <ac:chgData name="saadia shabbir" userId="d9738f4059b37fcf" providerId="LiveId" clId="{598B0613-7DE0-4082-9C48-40BEBB1ACD6D}" dt="2023-02-19T14:59:05.316" v="8" actId="1076"/>
          <ac:picMkLst>
            <pc:docMk/>
            <pc:sldMk cId="0" sldId="283"/>
            <ac:picMk id="2097164" creationId="{00000000-0000-0000-0000-000000000000}"/>
          </ac:picMkLst>
        </pc:picChg>
      </pc:sldChg>
      <pc:sldChg chg="modSp">
        <pc:chgData name="saadia shabbir" userId="d9738f4059b37fcf" providerId="LiveId" clId="{598B0613-7DE0-4082-9C48-40BEBB1ACD6D}" dt="2023-02-26T11:26:02.431" v="674" actId="732"/>
        <pc:sldMkLst>
          <pc:docMk/>
          <pc:sldMk cId="0" sldId="284"/>
        </pc:sldMkLst>
        <pc:picChg chg="mod modCrop">
          <ac:chgData name="saadia shabbir" userId="d9738f4059b37fcf" providerId="LiveId" clId="{598B0613-7DE0-4082-9C48-40BEBB1ACD6D}" dt="2023-02-26T11:26:02.431" v="674" actId="732"/>
          <ac:picMkLst>
            <pc:docMk/>
            <pc:sldMk cId="0" sldId="284"/>
            <ac:picMk id="2097165" creationId="{00000000-0000-0000-0000-000000000000}"/>
          </ac:picMkLst>
        </pc:picChg>
      </pc:sldChg>
      <pc:sldChg chg="addSp delSp modSp">
        <pc:chgData name="saadia shabbir" userId="d9738f4059b37fcf" providerId="LiveId" clId="{598B0613-7DE0-4082-9C48-40BEBB1ACD6D}" dt="2023-02-26T08:29:25.459" v="476" actId="1076"/>
        <pc:sldMkLst>
          <pc:docMk/>
          <pc:sldMk cId="0" sldId="285"/>
        </pc:sldMkLst>
        <pc:picChg chg="add mod">
          <ac:chgData name="saadia shabbir" userId="d9738f4059b37fcf" providerId="LiveId" clId="{598B0613-7DE0-4082-9C48-40BEBB1ACD6D}" dt="2023-02-26T08:29:25.459" v="476" actId="1076"/>
          <ac:picMkLst>
            <pc:docMk/>
            <pc:sldMk cId="0" sldId="285"/>
            <ac:picMk id="5" creationId="{BDA0D7BA-0BC1-41F7-B2D5-D74F85BB7A33}"/>
          </ac:picMkLst>
        </pc:picChg>
        <pc:picChg chg="add mod">
          <ac:chgData name="saadia shabbir" userId="d9738f4059b37fcf" providerId="LiveId" clId="{598B0613-7DE0-4082-9C48-40BEBB1ACD6D}" dt="2023-02-26T08:29:25.459" v="476" actId="1076"/>
          <ac:picMkLst>
            <pc:docMk/>
            <pc:sldMk cId="0" sldId="285"/>
            <ac:picMk id="6" creationId="{99434758-095E-4F08-BAE1-35C9D7770A95}"/>
          </ac:picMkLst>
        </pc:picChg>
        <pc:picChg chg="mod modCrop">
          <ac:chgData name="saadia shabbir" userId="d9738f4059b37fcf" providerId="LiveId" clId="{598B0613-7DE0-4082-9C48-40BEBB1ACD6D}" dt="2023-02-26T08:29:17.869" v="473" actId="732"/>
          <ac:picMkLst>
            <pc:docMk/>
            <pc:sldMk cId="0" sldId="285"/>
            <ac:picMk id="2097166" creationId="{00000000-0000-0000-0000-000000000000}"/>
          </ac:picMkLst>
        </pc:picChg>
        <pc:picChg chg="del">
          <ac:chgData name="saadia shabbir" userId="d9738f4059b37fcf" providerId="LiveId" clId="{598B0613-7DE0-4082-9C48-40BEBB1ACD6D}" dt="2023-02-26T08:29:20.503" v="474" actId="478"/>
          <ac:picMkLst>
            <pc:docMk/>
            <pc:sldMk cId="0" sldId="285"/>
            <ac:picMk id="2097167" creationId="{00000000-0000-0000-0000-000000000000}"/>
          </ac:picMkLst>
        </pc:picChg>
      </pc:sldChg>
      <pc:sldChg chg="addSp modSp">
        <pc:chgData name="saadia shabbir" userId="d9738f4059b37fcf" providerId="LiveId" clId="{598B0613-7DE0-4082-9C48-40BEBB1ACD6D}" dt="2023-02-26T08:35:41.515" v="534" actId="14100"/>
        <pc:sldMkLst>
          <pc:docMk/>
          <pc:sldMk cId="0" sldId="287"/>
        </pc:sldMkLst>
        <pc:spChg chg="mod">
          <ac:chgData name="saadia shabbir" userId="d9738f4059b37fcf" providerId="LiveId" clId="{598B0613-7DE0-4082-9C48-40BEBB1ACD6D}" dt="2023-02-26T08:32:33.167" v="479" actId="27636"/>
          <ac:spMkLst>
            <pc:docMk/>
            <pc:sldMk cId="0" sldId="287"/>
            <ac:spMk id="1048640" creationId="{00000000-0000-0000-0000-000000000000}"/>
          </ac:spMkLst>
        </pc:spChg>
        <pc:picChg chg="add mod">
          <ac:chgData name="saadia shabbir" userId="d9738f4059b37fcf" providerId="LiveId" clId="{598B0613-7DE0-4082-9C48-40BEBB1ACD6D}" dt="2023-02-26T08:35:41.515" v="534" actId="14100"/>
          <ac:picMkLst>
            <pc:docMk/>
            <pc:sldMk cId="0" sldId="287"/>
            <ac:picMk id="2" creationId="{16772CED-BD55-4E00-AE52-147FEA42697B}"/>
          </ac:picMkLst>
        </pc:picChg>
        <pc:picChg chg="mod">
          <ac:chgData name="saadia shabbir" userId="d9738f4059b37fcf" providerId="LiveId" clId="{598B0613-7DE0-4082-9C48-40BEBB1ACD6D}" dt="2023-02-26T08:35:39.004" v="533" actId="14100"/>
          <ac:picMkLst>
            <pc:docMk/>
            <pc:sldMk cId="0" sldId="287"/>
            <ac:picMk id="2097168" creationId="{00000000-0000-0000-0000-000000000000}"/>
          </ac:picMkLst>
        </pc:picChg>
      </pc:sldChg>
      <pc:sldChg chg="modSp">
        <pc:chgData name="saadia shabbir" userId="d9738f4059b37fcf" providerId="LiveId" clId="{598B0613-7DE0-4082-9C48-40BEBB1ACD6D}" dt="2023-02-26T08:08:06.983" v="77" actId="27636"/>
        <pc:sldMkLst>
          <pc:docMk/>
          <pc:sldMk cId="0" sldId="288"/>
        </pc:sldMkLst>
        <pc:spChg chg="mod">
          <ac:chgData name="saadia shabbir" userId="d9738f4059b37fcf" providerId="LiveId" clId="{598B0613-7DE0-4082-9C48-40BEBB1ACD6D}" dt="2023-02-26T08:08:06.983" v="77" actId="27636"/>
          <ac:spMkLst>
            <pc:docMk/>
            <pc:sldMk cId="0" sldId="288"/>
            <ac:spMk id="1048642" creationId="{00000000-0000-0000-0000-000000000000}"/>
          </ac:spMkLst>
        </pc:spChg>
      </pc:sldChg>
      <pc:sldChg chg="addSp delSp modSp">
        <pc:chgData name="saadia shabbir" userId="d9738f4059b37fcf" providerId="LiveId" clId="{598B0613-7DE0-4082-9C48-40BEBB1ACD6D}" dt="2023-02-26T08:41:30.739" v="574" actId="21"/>
        <pc:sldMkLst>
          <pc:docMk/>
          <pc:sldMk cId="0" sldId="289"/>
        </pc:sldMkLst>
        <pc:picChg chg="add del mod">
          <ac:chgData name="saadia shabbir" userId="d9738f4059b37fcf" providerId="LiveId" clId="{598B0613-7DE0-4082-9C48-40BEBB1ACD6D}" dt="2023-02-26T08:41:30.739" v="574" actId="21"/>
          <ac:picMkLst>
            <pc:docMk/>
            <pc:sldMk cId="0" sldId="289"/>
            <ac:picMk id="2" creationId="{54238CC3-85AE-4FC6-B2CB-DA0CEF498B47}"/>
          </ac:picMkLst>
        </pc:picChg>
      </pc:sldChg>
      <pc:sldChg chg="addSp modSp">
        <pc:chgData name="saadia shabbir" userId="d9738f4059b37fcf" providerId="LiveId" clId="{598B0613-7DE0-4082-9C48-40BEBB1ACD6D}" dt="2023-02-26T11:40:13.906" v="676" actId="14100"/>
        <pc:sldMkLst>
          <pc:docMk/>
          <pc:sldMk cId="0" sldId="290"/>
        </pc:sldMkLst>
        <pc:picChg chg="add mod">
          <ac:chgData name="saadia shabbir" userId="d9738f4059b37fcf" providerId="LiveId" clId="{598B0613-7DE0-4082-9C48-40BEBB1ACD6D}" dt="2023-02-26T11:40:13.906" v="676" actId="14100"/>
          <ac:picMkLst>
            <pc:docMk/>
            <pc:sldMk cId="0" sldId="290"/>
            <ac:picMk id="4" creationId="{32D6E585-BC6F-49ED-B55B-79F8E41A058F}"/>
          </ac:picMkLst>
        </pc:picChg>
      </pc:sldChg>
      <pc:sldChg chg="del">
        <pc:chgData name="saadia shabbir" userId="d9738f4059b37fcf" providerId="LiveId" clId="{598B0613-7DE0-4082-9C48-40BEBB1ACD6D}" dt="2023-02-26T08:45:15.215" v="577" actId="47"/>
        <pc:sldMkLst>
          <pc:docMk/>
          <pc:sldMk cId="0" sldId="293"/>
        </pc:sldMkLst>
      </pc:sldChg>
      <pc:sldChg chg="addSp delSp modSp new add addCm delCm">
        <pc:chgData name="saadia shabbir" userId="d9738f4059b37fcf" providerId="LiveId" clId="{598B0613-7DE0-4082-9C48-40BEBB1ACD6D}" dt="2023-02-26T08:12:41.715" v="220" actId="14100"/>
        <pc:sldMkLst>
          <pc:docMk/>
          <pc:sldMk cId="280104224" sldId="301"/>
        </pc:sldMkLst>
        <pc:spChg chg="mod">
          <ac:chgData name="saadia shabbir" userId="d9738f4059b37fcf" providerId="LiveId" clId="{598B0613-7DE0-4082-9C48-40BEBB1ACD6D}" dt="2023-02-26T08:05:34.642" v="61" actId="20577"/>
          <ac:spMkLst>
            <pc:docMk/>
            <pc:sldMk cId="280104224" sldId="301"/>
            <ac:spMk id="2" creationId="{86A527BF-5D95-41A2-B146-E54580B7D0BF}"/>
          </ac:spMkLst>
        </pc:spChg>
        <pc:spChg chg="add del mod">
          <ac:chgData name="saadia shabbir" userId="d9738f4059b37fcf" providerId="LiveId" clId="{598B0613-7DE0-4082-9C48-40BEBB1ACD6D}" dt="2023-02-26T08:10:02.036" v="216" actId="404"/>
          <ac:spMkLst>
            <pc:docMk/>
            <pc:sldMk cId="280104224" sldId="301"/>
            <ac:spMk id="3" creationId="{624D7B8B-7701-42EB-B960-85293D08AE34}"/>
          </ac:spMkLst>
        </pc:spChg>
        <pc:spChg chg="add del mod">
          <ac:chgData name="saadia shabbir" userId="d9738f4059b37fcf" providerId="LiveId" clId="{598B0613-7DE0-4082-9C48-40BEBB1ACD6D}" dt="2023-02-26T08:08:06.893" v="76"/>
          <ac:spMkLst>
            <pc:docMk/>
            <pc:sldMk cId="280104224" sldId="301"/>
            <ac:spMk id="4" creationId="{335BB194-83DB-424B-89CF-39F7AAD8B5E5}"/>
          </ac:spMkLst>
        </pc:spChg>
        <pc:spChg chg="add del">
          <ac:chgData name="saadia shabbir" userId="d9738f4059b37fcf" providerId="LiveId" clId="{598B0613-7DE0-4082-9C48-40BEBB1ACD6D}" dt="2023-02-26T08:08:26.689" v="84"/>
          <ac:spMkLst>
            <pc:docMk/>
            <pc:sldMk cId="280104224" sldId="301"/>
            <ac:spMk id="5" creationId="{F5F4273B-835D-4F6C-886F-64A8DD87AC23}"/>
          </ac:spMkLst>
        </pc:spChg>
        <pc:picChg chg="add mod">
          <ac:chgData name="saadia shabbir" userId="d9738f4059b37fcf" providerId="LiveId" clId="{598B0613-7DE0-4082-9C48-40BEBB1ACD6D}" dt="2023-02-26T08:12:41.715" v="220" actId="14100"/>
          <ac:picMkLst>
            <pc:docMk/>
            <pc:sldMk cId="280104224" sldId="301"/>
            <ac:picMk id="6" creationId="{DC3FF9DD-48BB-42B8-85CE-027A6CB1FD0B}"/>
          </ac:picMkLst>
        </pc:picChg>
      </pc:sldChg>
      <pc:sldChg chg="addSp delSp modSp add">
        <pc:chgData name="saadia shabbir" userId="d9738f4059b37fcf" providerId="LiveId" clId="{598B0613-7DE0-4082-9C48-40BEBB1ACD6D}" dt="2023-02-26T08:20:25.290" v="430" actId="14100"/>
        <pc:sldMkLst>
          <pc:docMk/>
          <pc:sldMk cId="216952250" sldId="302"/>
        </pc:sldMkLst>
        <pc:spChg chg="add del mod">
          <ac:chgData name="saadia shabbir" userId="d9738f4059b37fcf" providerId="LiveId" clId="{598B0613-7DE0-4082-9C48-40BEBB1ACD6D}" dt="2023-02-26T08:19:43.777" v="426" actId="313"/>
          <ac:spMkLst>
            <pc:docMk/>
            <pc:sldMk cId="216952250" sldId="302"/>
            <ac:spMk id="3" creationId="{624D7B8B-7701-42EB-B960-85293D08AE34}"/>
          </ac:spMkLst>
        </pc:spChg>
        <pc:spChg chg="add del">
          <ac:chgData name="saadia shabbir" userId="d9738f4059b37fcf" providerId="LiveId" clId="{598B0613-7DE0-4082-9C48-40BEBB1ACD6D}" dt="2023-02-26T08:13:20.667" v="228"/>
          <ac:spMkLst>
            <pc:docMk/>
            <pc:sldMk cId="216952250" sldId="302"/>
            <ac:spMk id="4" creationId="{CB53DFB1-05BF-4CA5-BC9D-DD854EA57509}"/>
          </ac:spMkLst>
        </pc:spChg>
        <pc:picChg chg="add mod">
          <ac:chgData name="saadia shabbir" userId="d9738f4059b37fcf" providerId="LiveId" clId="{598B0613-7DE0-4082-9C48-40BEBB1ACD6D}" dt="2023-02-26T08:20:25.290" v="430" actId="14100"/>
          <ac:picMkLst>
            <pc:docMk/>
            <pc:sldMk cId="216952250" sldId="302"/>
            <ac:picMk id="5" creationId="{F5D4BCD2-3C34-4345-BBD0-024B9CAF67EA}"/>
          </ac:picMkLst>
        </pc:picChg>
        <pc:picChg chg="del">
          <ac:chgData name="saadia shabbir" userId="d9738f4059b37fcf" providerId="LiveId" clId="{598B0613-7DE0-4082-9C48-40BEBB1ACD6D}" dt="2023-02-26T08:19:10.542" v="391" actId="478"/>
          <ac:picMkLst>
            <pc:docMk/>
            <pc:sldMk cId="216952250" sldId="302"/>
            <ac:picMk id="6" creationId="{DC3FF9DD-48BB-42B8-85CE-027A6CB1FD0B}"/>
          </ac:picMkLst>
        </pc:picChg>
      </pc:sldChg>
      <pc:sldChg chg="addSp delSp modSp new add">
        <pc:chgData name="saadia shabbir" userId="d9738f4059b37fcf" providerId="LiveId" clId="{598B0613-7DE0-4082-9C48-40BEBB1ACD6D}" dt="2023-02-26T08:22:34.157" v="454" actId="14100"/>
        <pc:sldMkLst>
          <pc:docMk/>
          <pc:sldMk cId="2730398459" sldId="303"/>
        </pc:sldMkLst>
        <pc:spChg chg="mod">
          <ac:chgData name="saadia shabbir" userId="d9738f4059b37fcf" providerId="LiveId" clId="{598B0613-7DE0-4082-9C48-40BEBB1ACD6D}" dt="2023-02-26T08:22:22.853" v="450" actId="14100"/>
          <ac:spMkLst>
            <pc:docMk/>
            <pc:sldMk cId="2730398459" sldId="303"/>
            <ac:spMk id="2" creationId="{3890E997-FA84-4B5F-8252-EACA5B145A77}"/>
          </ac:spMkLst>
        </pc:spChg>
        <pc:spChg chg="del">
          <ac:chgData name="saadia shabbir" userId="d9738f4059b37fcf" providerId="LiveId" clId="{598B0613-7DE0-4082-9C48-40BEBB1ACD6D}" dt="2023-02-26T08:22:11.539" v="435"/>
          <ac:spMkLst>
            <pc:docMk/>
            <pc:sldMk cId="2730398459" sldId="303"/>
            <ac:spMk id="3" creationId="{253CF43A-008E-4165-AF4F-A2CC8E97DD4F}"/>
          </ac:spMkLst>
        </pc:spChg>
        <pc:picChg chg="add mod">
          <ac:chgData name="saadia shabbir" userId="d9738f4059b37fcf" providerId="LiveId" clId="{598B0613-7DE0-4082-9C48-40BEBB1ACD6D}" dt="2023-02-26T08:22:34.157" v="454" actId="14100"/>
          <ac:picMkLst>
            <pc:docMk/>
            <pc:sldMk cId="2730398459" sldId="303"/>
            <ac:picMk id="4" creationId="{F58F69C9-A631-4891-9FF1-D7CF194C1595}"/>
          </ac:picMkLst>
        </pc:picChg>
      </pc:sldChg>
      <pc:sldChg chg="addSp delSp modSp new add">
        <pc:chgData name="saadia shabbir" userId="d9738f4059b37fcf" providerId="LiveId" clId="{598B0613-7DE0-4082-9C48-40BEBB1ACD6D}" dt="2023-02-26T08:26:50.380" v="467" actId="14100"/>
        <pc:sldMkLst>
          <pc:docMk/>
          <pc:sldMk cId="4176117191" sldId="304"/>
        </pc:sldMkLst>
        <pc:spChg chg="del">
          <ac:chgData name="saadia shabbir" userId="d9738f4059b37fcf" providerId="LiveId" clId="{598B0613-7DE0-4082-9C48-40BEBB1ACD6D}" dt="2023-02-26T08:26:02.427" v="459" actId="478"/>
          <ac:spMkLst>
            <pc:docMk/>
            <pc:sldMk cId="4176117191" sldId="304"/>
            <ac:spMk id="2" creationId="{910D82D1-218A-478A-AB8C-2B05BA10462B}"/>
          </ac:spMkLst>
        </pc:spChg>
        <pc:spChg chg="del">
          <ac:chgData name="saadia shabbir" userId="d9738f4059b37fcf" providerId="LiveId" clId="{598B0613-7DE0-4082-9C48-40BEBB1ACD6D}" dt="2023-02-26T08:26:04.363" v="460" actId="478"/>
          <ac:spMkLst>
            <pc:docMk/>
            <pc:sldMk cId="4176117191" sldId="304"/>
            <ac:spMk id="3" creationId="{BAB932D0-C692-4723-94D5-BB218ED0851C}"/>
          </ac:spMkLst>
        </pc:spChg>
        <pc:picChg chg="add mod">
          <ac:chgData name="saadia shabbir" userId="d9738f4059b37fcf" providerId="LiveId" clId="{598B0613-7DE0-4082-9C48-40BEBB1ACD6D}" dt="2023-02-26T08:26:12.494" v="463" actId="14100"/>
          <ac:picMkLst>
            <pc:docMk/>
            <pc:sldMk cId="4176117191" sldId="304"/>
            <ac:picMk id="4" creationId="{6DEDF58F-24FE-4DA0-9F4E-F9AA20780561}"/>
          </ac:picMkLst>
        </pc:picChg>
        <pc:picChg chg="add mod">
          <ac:chgData name="saadia shabbir" userId="d9738f4059b37fcf" providerId="LiveId" clId="{598B0613-7DE0-4082-9C48-40BEBB1ACD6D}" dt="2023-02-26T08:26:50.380" v="467" actId="14100"/>
          <ac:picMkLst>
            <pc:docMk/>
            <pc:sldMk cId="4176117191" sldId="304"/>
            <ac:picMk id="5" creationId="{71E4078D-7B07-45E4-B7BE-1C1446EDE02C}"/>
          </ac:picMkLst>
        </pc:picChg>
      </pc:sldChg>
      <pc:sldChg chg="delSp modSp new add">
        <pc:chgData name="saadia shabbir" userId="d9738f4059b37fcf" providerId="LiveId" clId="{598B0613-7DE0-4082-9C48-40BEBB1ACD6D}" dt="2023-02-26T08:39:50.405" v="568" actId="20577"/>
        <pc:sldMkLst>
          <pc:docMk/>
          <pc:sldMk cId="1445305014" sldId="305"/>
        </pc:sldMkLst>
        <pc:spChg chg="del">
          <ac:chgData name="saadia shabbir" userId="d9738f4059b37fcf" providerId="LiveId" clId="{598B0613-7DE0-4082-9C48-40BEBB1ACD6D}" dt="2023-02-26T08:34:33.127" v="522" actId="478"/>
          <ac:spMkLst>
            <pc:docMk/>
            <pc:sldMk cId="1445305014" sldId="305"/>
            <ac:spMk id="2" creationId="{83D37D2F-B69B-4ECD-A7E7-A8BB42C2A236}"/>
          </ac:spMkLst>
        </pc:spChg>
        <pc:spChg chg="mod">
          <ac:chgData name="saadia shabbir" userId="d9738f4059b37fcf" providerId="LiveId" clId="{598B0613-7DE0-4082-9C48-40BEBB1ACD6D}" dt="2023-02-26T08:39:50.405" v="568" actId="20577"/>
          <ac:spMkLst>
            <pc:docMk/>
            <pc:sldMk cId="1445305014" sldId="305"/>
            <ac:spMk id="3" creationId="{63EDC9E9-7CAE-4B5F-9DC5-EB7DA2E3ECD2}"/>
          </ac:spMkLst>
        </pc:spChg>
      </pc:sldChg>
      <pc:sldChg chg="addSp delSp modSp add del">
        <pc:chgData name="saadia shabbir" userId="d9738f4059b37fcf" providerId="LiveId" clId="{598B0613-7DE0-4082-9C48-40BEBB1ACD6D}" dt="2023-02-26T08:29:27.287" v="477" actId="47"/>
        <pc:sldMkLst>
          <pc:docMk/>
          <pc:sldMk cId="1487416922" sldId="305"/>
        </pc:sldMkLst>
        <pc:spChg chg="add mod">
          <ac:chgData name="saadia shabbir" userId="d9738f4059b37fcf" providerId="LiveId" clId="{598B0613-7DE0-4082-9C48-40BEBB1ACD6D}" dt="2023-02-26T08:29:09.575" v="472" actId="21"/>
          <ac:spMkLst>
            <pc:docMk/>
            <pc:sldMk cId="1487416922" sldId="305"/>
            <ac:spMk id="3" creationId="{22A8597D-7CF3-40BB-8DD1-F46FE89EC477}"/>
          </ac:spMkLst>
        </pc:spChg>
        <pc:picChg chg="del mod modCrop">
          <ac:chgData name="saadia shabbir" userId="d9738f4059b37fcf" providerId="LiveId" clId="{598B0613-7DE0-4082-9C48-40BEBB1ACD6D}" dt="2023-02-26T08:29:09.575" v="472" actId="21"/>
          <ac:picMkLst>
            <pc:docMk/>
            <pc:sldMk cId="1487416922" sldId="305"/>
            <ac:picMk id="2097166" creationId="{00000000-0000-0000-0000-000000000000}"/>
          </ac:picMkLst>
        </pc:picChg>
        <pc:picChg chg="del">
          <ac:chgData name="saadia shabbir" userId="d9738f4059b37fcf" providerId="LiveId" clId="{598B0613-7DE0-4082-9C48-40BEBB1ACD6D}" dt="2023-02-26T08:29:09.575" v="472" actId="21"/>
          <ac:picMkLst>
            <pc:docMk/>
            <pc:sldMk cId="1487416922" sldId="305"/>
            <ac:picMk id="2097167" creationId="{00000000-0000-0000-0000-000000000000}"/>
          </ac:picMkLst>
        </pc:picChg>
      </pc:sldChg>
      <pc:sldChg chg="addSp delSp modSp new add">
        <pc:chgData name="saadia shabbir" userId="d9738f4059b37fcf" providerId="LiveId" clId="{598B0613-7DE0-4082-9C48-40BEBB1ACD6D}" dt="2023-02-26T08:36:54.723" v="543" actId="14100"/>
        <pc:sldMkLst>
          <pc:docMk/>
          <pc:sldMk cId="494158543" sldId="306"/>
        </pc:sldMkLst>
        <pc:spChg chg="del">
          <ac:chgData name="saadia shabbir" userId="d9738f4059b37fcf" providerId="LiveId" clId="{598B0613-7DE0-4082-9C48-40BEBB1ACD6D}" dt="2023-02-26T08:36:22.073" v="537" actId="478"/>
          <ac:spMkLst>
            <pc:docMk/>
            <pc:sldMk cId="494158543" sldId="306"/>
            <ac:spMk id="2" creationId="{443652F1-C9F6-4887-80C7-44CD004A414B}"/>
          </ac:spMkLst>
        </pc:spChg>
        <pc:spChg chg="del">
          <ac:chgData name="saadia shabbir" userId="d9738f4059b37fcf" providerId="LiveId" clId="{598B0613-7DE0-4082-9C48-40BEBB1ACD6D}" dt="2023-02-26T08:36:19.367" v="536" actId="478"/>
          <ac:spMkLst>
            <pc:docMk/>
            <pc:sldMk cId="494158543" sldId="306"/>
            <ac:spMk id="3" creationId="{BE5A928D-E272-4075-8D1E-B268C25BADF0}"/>
          </ac:spMkLst>
        </pc:spChg>
        <pc:picChg chg="add mod">
          <ac:chgData name="saadia shabbir" userId="d9738f4059b37fcf" providerId="LiveId" clId="{598B0613-7DE0-4082-9C48-40BEBB1ACD6D}" dt="2023-02-26T08:36:30.996" v="539" actId="14100"/>
          <ac:picMkLst>
            <pc:docMk/>
            <pc:sldMk cId="494158543" sldId="306"/>
            <ac:picMk id="4" creationId="{8B565829-78C5-479D-9D07-6A30DF75E62D}"/>
          </ac:picMkLst>
        </pc:picChg>
        <pc:picChg chg="add mod">
          <ac:chgData name="saadia shabbir" userId="d9738f4059b37fcf" providerId="LiveId" clId="{598B0613-7DE0-4082-9C48-40BEBB1ACD6D}" dt="2023-02-26T08:36:54.723" v="543" actId="14100"/>
          <ac:picMkLst>
            <pc:docMk/>
            <pc:sldMk cId="494158543" sldId="306"/>
            <ac:picMk id="5" creationId="{1F2BA99D-5068-4D79-9A84-F4355AF42C38}"/>
          </ac:picMkLst>
        </pc:picChg>
      </pc:sldChg>
      <pc:sldChg chg="addSp delSp modSp new add">
        <pc:chgData name="saadia shabbir" userId="d9738f4059b37fcf" providerId="LiveId" clId="{598B0613-7DE0-4082-9C48-40BEBB1ACD6D}" dt="2023-02-26T08:37:31.840" v="548" actId="1076"/>
        <pc:sldMkLst>
          <pc:docMk/>
          <pc:sldMk cId="1332916577" sldId="307"/>
        </pc:sldMkLst>
        <pc:spChg chg="del">
          <ac:chgData name="saadia shabbir" userId="d9738f4059b37fcf" providerId="LiveId" clId="{598B0613-7DE0-4082-9C48-40BEBB1ACD6D}" dt="2023-02-26T08:37:29.595" v="547" actId="478"/>
          <ac:spMkLst>
            <pc:docMk/>
            <pc:sldMk cId="1332916577" sldId="307"/>
            <ac:spMk id="2" creationId="{8F3A41F6-D0BB-4325-8DE4-C4E0964C2E9D}"/>
          </ac:spMkLst>
        </pc:spChg>
        <pc:spChg chg="del">
          <ac:chgData name="saadia shabbir" userId="d9738f4059b37fcf" providerId="LiveId" clId="{598B0613-7DE0-4082-9C48-40BEBB1ACD6D}" dt="2023-02-26T08:37:27.248" v="546"/>
          <ac:spMkLst>
            <pc:docMk/>
            <pc:sldMk cId="1332916577" sldId="307"/>
            <ac:spMk id="3" creationId="{A9B6687D-231D-4718-975D-EB04126AA523}"/>
          </ac:spMkLst>
        </pc:spChg>
        <pc:picChg chg="add mod">
          <ac:chgData name="saadia shabbir" userId="d9738f4059b37fcf" providerId="LiveId" clId="{598B0613-7DE0-4082-9C48-40BEBB1ACD6D}" dt="2023-02-26T08:37:31.840" v="548" actId="1076"/>
          <ac:picMkLst>
            <pc:docMk/>
            <pc:sldMk cId="1332916577" sldId="307"/>
            <ac:picMk id="4" creationId="{17AA3119-CA66-464E-A6B1-5368FDCD3F9F}"/>
          </ac:picMkLst>
        </pc:picChg>
      </pc:sldChg>
      <pc:sldChg chg="addSp delSp modSp new add">
        <pc:chgData name="saadia shabbir" userId="d9738f4059b37fcf" providerId="LiveId" clId="{598B0613-7DE0-4082-9C48-40BEBB1ACD6D}" dt="2023-02-26T08:38:28.206" v="557" actId="1076"/>
        <pc:sldMkLst>
          <pc:docMk/>
          <pc:sldMk cId="1986135683" sldId="308"/>
        </pc:sldMkLst>
        <pc:spChg chg="del">
          <ac:chgData name="saadia shabbir" userId="d9738f4059b37fcf" providerId="LiveId" clId="{598B0613-7DE0-4082-9C48-40BEBB1ACD6D}" dt="2023-02-26T08:38:02.820" v="552" actId="478"/>
          <ac:spMkLst>
            <pc:docMk/>
            <pc:sldMk cId="1986135683" sldId="308"/>
            <ac:spMk id="2" creationId="{21CB56DD-80BC-4504-AD58-EE51FFEB6F7B}"/>
          </ac:spMkLst>
        </pc:spChg>
        <pc:spChg chg="del">
          <ac:chgData name="saadia shabbir" userId="d9738f4059b37fcf" providerId="LiveId" clId="{598B0613-7DE0-4082-9C48-40BEBB1ACD6D}" dt="2023-02-26T08:38:00.475" v="551"/>
          <ac:spMkLst>
            <pc:docMk/>
            <pc:sldMk cId="1986135683" sldId="308"/>
            <ac:spMk id="3" creationId="{91291933-85F0-45E1-B378-01EB7FED123D}"/>
          </ac:spMkLst>
        </pc:spChg>
        <pc:picChg chg="add mod">
          <ac:chgData name="saadia shabbir" userId="d9738f4059b37fcf" providerId="LiveId" clId="{598B0613-7DE0-4082-9C48-40BEBB1ACD6D}" dt="2023-02-26T08:38:10.021" v="555" actId="14100"/>
          <ac:picMkLst>
            <pc:docMk/>
            <pc:sldMk cId="1986135683" sldId="308"/>
            <ac:picMk id="4" creationId="{3BE0716D-D14F-4770-8E65-5D133A8670C3}"/>
          </ac:picMkLst>
        </pc:picChg>
        <pc:picChg chg="add mod">
          <ac:chgData name="saadia shabbir" userId="d9738f4059b37fcf" providerId="LiveId" clId="{598B0613-7DE0-4082-9C48-40BEBB1ACD6D}" dt="2023-02-26T08:38:28.206" v="557" actId="1076"/>
          <ac:picMkLst>
            <pc:docMk/>
            <pc:sldMk cId="1986135683" sldId="308"/>
            <ac:picMk id="5" creationId="{109C1D3F-CFB1-4416-8D59-401B22F6B06C}"/>
          </ac:picMkLst>
        </pc:picChg>
      </pc:sldChg>
      <pc:sldChg chg="addSp delSp modSp new add">
        <pc:chgData name="saadia shabbir" userId="d9738f4059b37fcf" providerId="LiveId" clId="{598B0613-7DE0-4082-9C48-40BEBB1ACD6D}" dt="2023-02-26T08:51:42.693" v="584" actId="14100"/>
        <pc:sldMkLst>
          <pc:docMk/>
          <pc:sldMk cId="3216013611" sldId="309"/>
        </pc:sldMkLst>
        <pc:spChg chg="del">
          <ac:chgData name="saadia shabbir" userId="d9738f4059b37fcf" providerId="LiveId" clId="{598B0613-7DE0-4082-9C48-40BEBB1ACD6D}" dt="2023-02-26T08:51:35.823" v="581" actId="478"/>
          <ac:spMkLst>
            <pc:docMk/>
            <pc:sldMk cId="3216013611" sldId="309"/>
            <ac:spMk id="2" creationId="{EEED99A0-207B-406F-ABF3-04EE424D7793}"/>
          </ac:spMkLst>
        </pc:spChg>
        <pc:spChg chg="del">
          <ac:chgData name="saadia shabbir" userId="d9738f4059b37fcf" providerId="LiveId" clId="{598B0613-7DE0-4082-9C48-40BEBB1ACD6D}" dt="2023-02-26T08:51:33.741" v="580"/>
          <ac:spMkLst>
            <pc:docMk/>
            <pc:sldMk cId="3216013611" sldId="309"/>
            <ac:spMk id="3" creationId="{BD2038A6-C044-4078-9050-585FD9F2F7EE}"/>
          </ac:spMkLst>
        </pc:spChg>
        <pc:picChg chg="add mod">
          <ac:chgData name="saadia shabbir" userId="d9738f4059b37fcf" providerId="LiveId" clId="{598B0613-7DE0-4082-9C48-40BEBB1ACD6D}" dt="2023-02-26T08:51:42.693" v="584" actId="14100"/>
          <ac:picMkLst>
            <pc:docMk/>
            <pc:sldMk cId="3216013611" sldId="309"/>
            <ac:picMk id="4" creationId="{247A5F51-B17D-4F6F-B421-F556A0700050}"/>
          </ac:picMkLst>
        </pc:picChg>
      </pc:sldChg>
      <pc:sldChg chg="addSp delSp modSp new add">
        <pc:chgData name="saadia shabbir" userId="d9738f4059b37fcf" providerId="LiveId" clId="{598B0613-7DE0-4082-9C48-40BEBB1ACD6D}" dt="2023-02-26T09:27:19.571" v="626" actId="14100"/>
        <pc:sldMkLst>
          <pc:docMk/>
          <pc:sldMk cId="1080787947" sldId="310"/>
        </pc:sldMkLst>
        <pc:spChg chg="del">
          <ac:chgData name="saadia shabbir" userId="d9738f4059b37fcf" providerId="LiveId" clId="{598B0613-7DE0-4082-9C48-40BEBB1ACD6D}" dt="2023-02-26T09:26:48.064" v="620" actId="478"/>
          <ac:spMkLst>
            <pc:docMk/>
            <pc:sldMk cId="1080787947" sldId="310"/>
            <ac:spMk id="2" creationId="{3AADDE85-48DF-491F-B169-8B2CD730F6A0}"/>
          </ac:spMkLst>
        </pc:spChg>
        <pc:spChg chg="del mod">
          <ac:chgData name="saadia shabbir" userId="d9738f4059b37fcf" providerId="LiveId" clId="{598B0613-7DE0-4082-9C48-40BEBB1ACD6D}" dt="2023-02-26T09:26:45.764" v="619"/>
          <ac:spMkLst>
            <pc:docMk/>
            <pc:sldMk cId="1080787947" sldId="310"/>
            <ac:spMk id="3" creationId="{4718BCA8-0384-409F-8180-4CBEF5E20C8A}"/>
          </ac:spMkLst>
        </pc:spChg>
        <pc:picChg chg="add mod">
          <ac:chgData name="saadia shabbir" userId="d9738f4059b37fcf" providerId="LiveId" clId="{598B0613-7DE0-4082-9C48-40BEBB1ACD6D}" dt="2023-02-26T09:26:53.863" v="623" actId="14100"/>
          <ac:picMkLst>
            <pc:docMk/>
            <pc:sldMk cId="1080787947" sldId="310"/>
            <ac:picMk id="4" creationId="{2529910F-D599-4C5A-A617-15C183BD0DDC}"/>
          </ac:picMkLst>
        </pc:picChg>
        <pc:picChg chg="add mod">
          <ac:chgData name="saadia shabbir" userId="d9738f4059b37fcf" providerId="LiveId" clId="{598B0613-7DE0-4082-9C48-40BEBB1ACD6D}" dt="2023-02-26T09:27:19.571" v="626" actId="14100"/>
          <ac:picMkLst>
            <pc:docMk/>
            <pc:sldMk cId="1080787947" sldId="310"/>
            <ac:picMk id="5" creationId="{597579D3-E164-4FCD-810C-E696986A22D9}"/>
          </ac:picMkLst>
        </pc:picChg>
      </pc:sldChg>
      <pc:sldChg chg="addSp delSp modSp new add">
        <pc:chgData name="saadia shabbir" userId="d9738f4059b37fcf" providerId="LiveId" clId="{598B0613-7DE0-4082-9C48-40BEBB1ACD6D}" dt="2023-02-26T09:38:40.791" v="673" actId="14100"/>
        <pc:sldMkLst>
          <pc:docMk/>
          <pc:sldMk cId="10068523" sldId="311"/>
        </pc:sldMkLst>
        <pc:spChg chg="mod">
          <ac:chgData name="saadia shabbir" userId="d9738f4059b37fcf" providerId="LiveId" clId="{598B0613-7DE0-4082-9C48-40BEBB1ACD6D}" dt="2023-02-26T09:27:57.697" v="650" actId="20577"/>
          <ac:spMkLst>
            <pc:docMk/>
            <pc:sldMk cId="10068523" sldId="311"/>
            <ac:spMk id="2" creationId="{D3B0D5F7-546E-4375-9045-40004E19BC66}"/>
          </ac:spMkLst>
        </pc:spChg>
        <pc:spChg chg="del">
          <ac:chgData name="saadia shabbir" userId="d9738f4059b37fcf" providerId="LiveId" clId="{598B0613-7DE0-4082-9C48-40BEBB1ACD6D}" dt="2023-02-26T09:27:59.877" v="651"/>
          <ac:spMkLst>
            <pc:docMk/>
            <pc:sldMk cId="10068523" sldId="311"/>
            <ac:spMk id="3" creationId="{1B5C40E8-22ED-4F68-B85B-2E48BD772F48}"/>
          </ac:spMkLst>
        </pc:spChg>
        <pc:spChg chg="add del">
          <ac:chgData name="saadia shabbir" userId="d9738f4059b37fcf" providerId="LiveId" clId="{598B0613-7DE0-4082-9C48-40BEBB1ACD6D}" dt="2023-02-26T09:29:39.501" v="658"/>
          <ac:spMkLst>
            <pc:docMk/>
            <pc:sldMk cId="10068523" sldId="311"/>
            <ac:spMk id="6" creationId="{EB2DEE3B-1EBC-4EEB-9FF2-40DC68C7F3AF}"/>
          </ac:spMkLst>
        </pc:spChg>
        <pc:spChg chg="add mod">
          <ac:chgData name="saadia shabbir" userId="d9738f4059b37fcf" providerId="LiveId" clId="{598B0613-7DE0-4082-9C48-40BEBB1ACD6D}" dt="2023-02-26T09:38:10.715" v="670" actId="20577"/>
          <ac:spMkLst>
            <pc:docMk/>
            <pc:sldMk cId="10068523" sldId="311"/>
            <ac:spMk id="7" creationId="{F6E370EF-81FA-417E-B818-1FE38BA7D969}"/>
          </ac:spMkLst>
        </pc:spChg>
        <pc:picChg chg="add mod">
          <ac:chgData name="saadia shabbir" userId="d9738f4059b37fcf" providerId="LiveId" clId="{598B0613-7DE0-4082-9C48-40BEBB1ACD6D}" dt="2023-02-26T09:28:06.314" v="653" actId="14100"/>
          <ac:picMkLst>
            <pc:docMk/>
            <pc:sldMk cId="10068523" sldId="311"/>
            <ac:picMk id="4" creationId="{392E9CB4-C765-4126-A419-E13512BEFA87}"/>
          </ac:picMkLst>
        </pc:picChg>
        <pc:picChg chg="add mod">
          <ac:chgData name="saadia shabbir" userId="d9738f4059b37fcf" providerId="LiveId" clId="{598B0613-7DE0-4082-9C48-40BEBB1ACD6D}" dt="2023-02-26T09:29:30.355" v="656" actId="14100"/>
          <ac:picMkLst>
            <pc:docMk/>
            <pc:sldMk cId="10068523" sldId="311"/>
            <ac:picMk id="5" creationId="{6C1A949A-B336-4295-954C-C4CFDACFB8CE}"/>
          </ac:picMkLst>
        </pc:picChg>
        <pc:picChg chg="add mod">
          <ac:chgData name="saadia shabbir" userId="d9738f4059b37fcf" providerId="LiveId" clId="{598B0613-7DE0-4082-9C48-40BEBB1ACD6D}" dt="2023-02-26T09:38:40.791" v="673" actId="14100"/>
          <ac:picMkLst>
            <pc:docMk/>
            <pc:sldMk cId="10068523" sldId="311"/>
            <ac:picMk id="8" creationId="{FF8820A1-8ABF-418E-9D83-4AA72C84695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1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1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1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2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561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97492"/>
            <a:ext cx="920750" cy="3447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D4176-36D8-4FF3-B0E7-63B39367EB4C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4B7BB-D308-43B3-8D29-E4D77DF4F9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D4176-36D8-4FF3-B0E7-63B39367EB4C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4B7BB-D308-43B3-8D29-E4D77DF4F9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D4176-36D8-4FF3-B0E7-63B39367EB4C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4B7BB-D308-43B3-8D29-E4D77DF4F9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D4176-36D8-4FF3-B0E7-63B39367EB4C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4B7BB-D308-43B3-8D29-E4D77DF4F9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D4176-36D8-4FF3-B0E7-63B39367EB4C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4B7BB-D308-43B3-8D29-E4D77DF4F9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27601"/>
            <a:ext cx="9144000" cy="131233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6" y="597492"/>
            <a:ext cx="804735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6" y="1621807"/>
            <a:ext cx="76942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D4176-36D8-4FF3-B0E7-63B39367EB4C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4B7BB-D308-43B3-8D29-E4D77DF4F9A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one.fsu.edu/alumni/image/community/clubs/FSU-Seal-full-color.jpg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9050" y="998399"/>
            <a:ext cx="5328150" cy="486156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2950" y="2847048"/>
            <a:ext cx="4779450" cy="1164421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dirty="0"/>
          </a:p>
          <a:p>
            <a:pPr marL="1010285" marR="190500" indent="-814705">
              <a:lnSpc>
                <a:spcPts val="3829"/>
              </a:lnSpc>
            </a:pPr>
            <a:r>
              <a:rPr lang="en-US" sz="3200" spc="-215" dirty="0" smtClean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3200" spc="-215" dirty="0" smtClean="0">
                <a:solidFill>
                  <a:srgbClr val="FFFFFF"/>
                </a:solidFill>
                <a:latin typeface="Tahoma"/>
                <a:cs typeface="Tahoma"/>
              </a:rPr>
              <a:t>ntroduction</a:t>
            </a:r>
            <a:r>
              <a:rPr sz="3200" spc="-245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3591358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94579"/>
            <a:ext cx="593987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20" dirty="0"/>
              <a:t> </a:t>
            </a:r>
            <a:r>
              <a:rPr spc="170" dirty="0"/>
              <a:t>is</a:t>
            </a:r>
            <a:r>
              <a:rPr spc="20" dirty="0"/>
              <a:t> </a:t>
            </a:r>
            <a:r>
              <a:rPr spc="-10" dirty="0"/>
              <a:t>HTML?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597" y="1568467"/>
            <a:ext cx="8105140" cy="3371307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 algn="just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22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2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is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standard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markup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35" dirty="0">
                <a:solidFill>
                  <a:srgbClr val="5E686C"/>
                </a:solidFill>
                <a:latin typeface="+mj-lt"/>
                <a:cs typeface="Tahoma"/>
              </a:rPr>
              <a:t>language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for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creating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55" dirty="0">
                <a:solidFill>
                  <a:srgbClr val="5E686C"/>
                </a:solidFill>
                <a:latin typeface="+mj-lt"/>
                <a:cs typeface="Tahoma"/>
              </a:rPr>
              <a:t>Web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10" dirty="0">
                <a:solidFill>
                  <a:srgbClr val="5E686C"/>
                </a:solidFill>
                <a:latin typeface="+mj-lt"/>
                <a:cs typeface="Tahoma"/>
              </a:rPr>
              <a:t>pages.</a:t>
            </a:r>
            <a:endParaRPr sz="2200" dirty="0">
              <a:latin typeface="+mj-lt"/>
              <a:cs typeface="Tahoma"/>
            </a:endParaRPr>
          </a:p>
          <a:p>
            <a:pPr marL="379095" indent="-366395" algn="just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22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200" spc="-10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stands</a:t>
            </a:r>
            <a:r>
              <a:rPr sz="2200" spc="-10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for</a:t>
            </a:r>
            <a:r>
              <a:rPr sz="2200" spc="-10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Hyper</a:t>
            </a:r>
            <a:r>
              <a:rPr sz="2200" spc="-10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Text</a:t>
            </a:r>
            <a:r>
              <a:rPr sz="2200" spc="-10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Markup</a:t>
            </a:r>
            <a:r>
              <a:rPr sz="2200" spc="-10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10" dirty="0">
                <a:solidFill>
                  <a:srgbClr val="5E686C"/>
                </a:solidFill>
                <a:latin typeface="+mj-lt"/>
                <a:cs typeface="Tahoma"/>
              </a:rPr>
              <a:t>Language</a:t>
            </a:r>
            <a:endParaRPr sz="2200" dirty="0">
              <a:latin typeface="+mj-lt"/>
              <a:cs typeface="Tahoma"/>
            </a:endParaRPr>
          </a:p>
          <a:p>
            <a:pPr marL="379095" indent="-366395" algn="just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22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describes</a:t>
            </a:r>
            <a:r>
              <a:rPr sz="22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2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b="1" spc="-105" dirty="0">
                <a:solidFill>
                  <a:srgbClr val="5E686C"/>
                </a:solidFill>
                <a:latin typeface="+mj-lt"/>
                <a:cs typeface="Tahoma"/>
              </a:rPr>
              <a:t>structure</a:t>
            </a:r>
            <a:r>
              <a:rPr sz="2200" b="1" spc="-13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of</a:t>
            </a:r>
            <a:r>
              <a:rPr sz="22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55" dirty="0">
                <a:solidFill>
                  <a:srgbClr val="5E686C"/>
                </a:solidFill>
                <a:latin typeface="+mj-lt"/>
                <a:cs typeface="Tahoma"/>
              </a:rPr>
              <a:t>Web</a:t>
            </a:r>
            <a:r>
              <a:rPr sz="22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45" dirty="0">
                <a:solidFill>
                  <a:srgbClr val="5E686C"/>
                </a:solidFill>
                <a:latin typeface="+mj-lt"/>
                <a:cs typeface="Tahoma"/>
              </a:rPr>
              <a:t>pages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25" dirty="0">
                <a:solidFill>
                  <a:srgbClr val="5E686C"/>
                </a:solidFill>
                <a:latin typeface="+mj-lt"/>
                <a:cs typeface="Tahoma"/>
              </a:rPr>
              <a:t>using</a:t>
            </a:r>
            <a:r>
              <a:rPr sz="22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10" dirty="0">
                <a:solidFill>
                  <a:srgbClr val="5E686C"/>
                </a:solidFill>
                <a:latin typeface="+mj-lt"/>
                <a:cs typeface="Tahoma"/>
              </a:rPr>
              <a:t>markup</a:t>
            </a:r>
            <a:endParaRPr sz="2200" dirty="0">
              <a:latin typeface="+mj-lt"/>
              <a:cs typeface="Tahoma"/>
            </a:endParaRPr>
          </a:p>
          <a:p>
            <a:pPr marL="379095" indent="-366395" algn="just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22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b="1" spc="-120" dirty="0">
                <a:solidFill>
                  <a:srgbClr val="5E686C"/>
                </a:solidFill>
                <a:latin typeface="+mj-lt"/>
                <a:cs typeface="Tahoma"/>
              </a:rPr>
              <a:t>elements</a:t>
            </a:r>
            <a:r>
              <a:rPr sz="2200" b="1" spc="-13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are</a:t>
            </a:r>
            <a:r>
              <a:rPr sz="22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2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building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blocks</a:t>
            </a:r>
            <a:r>
              <a:rPr sz="22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of</a:t>
            </a:r>
            <a:r>
              <a:rPr sz="22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10" dirty="0">
                <a:solidFill>
                  <a:srgbClr val="5E686C"/>
                </a:solidFill>
                <a:latin typeface="+mj-lt"/>
                <a:cs typeface="Tahoma"/>
              </a:rPr>
              <a:t>pages</a:t>
            </a:r>
            <a:endParaRPr sz="2200" dirty="0">
              <a:latin typeface="+mj-lt"/>
              <a:cs typeface="Tahoma"/>
            </a:endParaRPr>
          </a:p>
          <a:p>
            <a:pPr marL="379095" indent="-366395" algn="just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22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200" spc="-19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elements</a:t>
            </a:r>
            <a:r>
              <a:rPr sz="22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are</a:t>
            </a:r>
            <a:r>
              <a:rPr sz="22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represented</a:t>
            </a:r>
            <a:r>
              <a:rPr sz="22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by</a:t>
            </a:r>
            <a:r>
              <a:rPr sz="22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b="1" spc="-20" dirty="0">
                <a:solidFill>
                  <a:srgbClr val="5E686C"/>
                </a:solidFill>
                <a:latin typeface="+mj-lt"/>
                <a:cs typeface="Tahoma"/>
              </a:rPr>
              <a:t>tags</a:t>
            </a:r>
            <a:endParaRPr sz="2200" dirty="0">
              <a:latin typeface="+mj-lt"/>
              <a:cs typeface="Tahoma"/>
            </a:endParaRPr>
          </a:p>
          <a:p>
            <a:pPr marL="379095" indent="-366395" algn="just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22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2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25" dirty="0">
                <a:solidFill>
                  <a:srgbClr val="5E686C"/>
                </a:solidFill>
                <a:latin typeface="+mj-lt"/>
                <a:cs typeface="Tahoma"/>
              </a:rPr>
              <a:t>tags</a:t>
            </a:r>
            <a:r>
              <a:rPr sz="22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label</a:t>
            </a:r>
            <a:r>
              <a:rPr sz="22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pieces</a:t>
            </a:r>
            <a:r>
              <a:rPr sz="22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of</a:t>
            </a:r>
            <a:r>
              <a:rPr sz="22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content</a:t>
            </a:r>
            <a:r>
              <a:rPr sz="22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10" dirty="0">
                <a:solidFill>
                  <a:srgbClr val="5E686C"/>
                </a:solidFill>
                <a:latin typeface="+mj-lt"/>
                <a:cs typeface="Tahoma"/>
              </a:rPr>
              <a:t>such</a:t>
            </a:r>
            <a:r>
              <a:rPr sz="22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35" dirty="0">
                <a:solidFill>
                  <a:srgbClr val="5E686C"/>
                </a:solidFill>
                <a:latin typeface="+mj-lt"/>
                <a:cs typeface="Tahoma"/>
              </a:rPr>
              <a:t>as</a:t>
            </a:r>
            <a:r>
              <a:rPr sz="22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40" dirty="0">
                <a:solidFill>
                  <a:srgbClr val="5E686C"/>
                </a:solidFill>
                <a:latin typeface="+mj-lt"/>
                <a:cs typeface="Tahoma"/>
              </a:rPr>
              <a:t>"heading",</a:t>
            </a:r>
            <a:r>
              <a:rPr sz="22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35" dirty="0">
                <a:solidFill>
                  <a:srgbClr val="5E686C"/>
                </a:solidFill>
                <a:latin typeface="+mj-lt"/>
                <a:cs typeface="Tahoma"/>
              </a:rPr>
              <a:t>"paragraph",</a:t>
            </a:r>
            <a:r>
              <a:rPr sz="22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10" dirty="0">
                <a:solidFill>
                  <a:srgbClr val="5E686C"/>
                </a:solidFill>
                <a:latin typeface="+mj-lt"/>
                <a:cs typeface="Tahoma"/>
              </a:rPr>
              <a:t>"table",...</a:t>
            </a:r>
            <a:endParaRPr sz="2200" dirty="0">
              <a:latin typeface="+mj-lt"/>
              <a:cs typeface="Tahoma"/>
            </a:endParaRPr>
          </a:p>
          <a:p>
            <a:pPr marL="379095" marR="5080" indent="-367030" algn="just">
              <a:lnSpc>
                <a:spcPct val="114599"/>
              </a:lnSpc>
              <a:buFont typeface="Arial MT"/>
              <a:buChar char="●"/>
              <a:tabLst>
                <a:tab pos="379095" algn="l"/>
              </a:tabLst>
            </a:pP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Browsers</a:t>
            </a:r>
            <a:r>
              <a:rPr sz="22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do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not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display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55" dirty="0">
                <a:solidFill>
                  <a:srgbClr val="5E686C"/>
                </a:solidFill>
                <a:latin typeface="+mj-lt"/>
                <a:cs typeface="Tahoma"/>
              </a:rPr>
              <a:t>tags,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but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10" dirty="0">
                <a:solidFill>
                  <a:srgbClr val="5E686C"/>
                </a:solidFill>
                <a:latin typeface="+mj-lt"/>
                <a:cs typeface="Tahoma"/>
              </a:rPr>
              <a:t>use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them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to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render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content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25" dirty="0">
                <a:solidFill>
                  <a:srgbClr val="5E686C"/>
                </a:solidFill>
                <a:latin typeface="+mj-lt"/>
                <a:cs typeface="Tahoma"/>
              </a:rPr>
              <a:t>of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2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20" dirty="0">
                <a:solidFill>
                  <a:srgbClr val="5E686C"/>
                </a:solidFill>
                <a:latin typeface="+mj-lt"/>
                <a:cs typeface="Tahoma"/>
              </a:rPr>
              <a:t>page</a:t>
            </a:r>
            <a:endParaRPr sz="2200" dirty="0">
              <a:latin typeface="+mj-l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04657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01172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-55" dirty="0"/>
              <a:t> </a:t>
            </a:r>
            <a:r>
              <a:rPr spc="9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6" y="1621808"/>
            <a:ext cx="8207375" cy="1272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35" dirty="0">
                <a:solidFill>
                  <a:srgbClr val="5E686C"/>
                </a:solidFill>
                <a:latin typeface="+mj-lt"/>
                <a:cs typeface="Tahoma"/>
              </a:rPr>
              <a:t>A</a:t>
            </a:r>
            <a:r>
              <a:rPr sz="22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10" dirty="0">
                <a:solidFill>
                  <a:srgbClr val="5E686C"/>
                </a:solidFill>
                <a:latin typeface="+mj-lt"/>
                <a:cs typeface="Tahoma"/>
              </a:rPr>
              <a:t>paragraph</a:t>
            </a:r>
            <a:r>
              <a:rPr sz="22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is</a:t>
            </a:r>
            <a:r>
              <a:rPr sz="22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your</a:t>
            </a:r>
            <a:r>
              <a:rPr sz="22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b="1" spc="-10" dirty="0">
                <a:solidFill>
                  <a:srgbClr val="5E686C"/>
                </a:solidFill>
                <a:latin typeface="+mj-lt"/>
                <a:cs typeface="Tahoma"/>
              </a:rPr>
              <a:t>content</a:t>
            </a:r>
            <a:endParaRPr sz="2200" dirty="0">
              <a:latin typeface="+mj-l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Putting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your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content</a:t>
            </a:r>
            <a:r>
              <a:rPr sz="22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into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25" dirty="0">
                <a:solidFill>
                  <a:srgbClr val="5E686C"/>
                </a:solidFill>
                <a:latin typeface="+mj-lt"/>
                <a:cs typeface="Tahoma"/>
              </a:rPr>
              <a:t>an</a:t>
            </a:r>
            <a:r>
              <a:rPr sz="22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25" dirty="0">
                <a:solidFill>
                  <a:srgbClr val="5E686C"/>
                </a:solidFill>
                <a:latin typeface="+mj-lt"/>
                <a:cs typeface="Tahoma"/>
              </a:rPr>
              <a:t>tag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to</a:t>
            </a:r>
            <a:r>
              <a:rPr sz="22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20" dirty="0">
                <a:solidFill>
                  <a:srgbClr val="5E686C"/>
                </a:solidFill>
                <a:latin typeface="+mj-lt"/>
                <a:cs typeface="Tahoma"/>
              </a:rPr>
              <a:t>make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55" dirty="0">
                <a:solidFill>
                  <a:srgbClr val="5E686C"/>
                </a:solidFill>
                <a:latin typeface="+mj-lt"/>
                <a:cs typeface="Tahoma"/>
              </a:rPr>
              <a:t>it</a:t>
            </a:r>
            <a:r>
              <a:rPr sz="22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look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like</a:t>
            </a:r>
            <a:r>
              <a:rPr sz="22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45" dirty="0">
                <a:solidFill>
                  <a:srgbClr val="5E686C"/>
                </a:solidFill>
                <a:latin typeface="+mj-lt"/>
                <a:cs typeface="Tahoma"/>
              </a:rPr>
              <a:t>a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spc="-10" dirty="0">
                <a:solidFill>
                  <a:srgbClr val="5E686C"/>
                </a:solidFill>
                <a:latin typeface="+mj-lt"/>
                <a:cs typeface="Tahoma"/>
              </a:rPr>
              <a:t>paragraph</a:t>
            </a:r>
            <a:r>
              <a:rPr sz="22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is</a:t>
            </a:r>
            <a:r>
              <a:rPr sz="2200" spc="-14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200" b="1" spc="-60" dirty="0">
                <a:solidFill>
                  <a:srgbClr val="5E686C"/>
                </a:solidFill>
                <a:latin typeface="+mj-lt"/>
                <a:cs typeface="Tahoma"/>
              </a:rPr>
              <a:t>structure</a:t>
            </a:r>
            <a:endParaRPr sz="2200" dirty="0">
              <a:latin typeface="+mj-lt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5000" y="4038600"/>
            <a:ext cx="458914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F45E61"/>
                </a:solidFill>
                <a:latin typeface="+mj-lt"/>
                <a:cs typeface="Tahoma"/>
              </a:rPr>
              <a:t>&lt;p&gt;</a:t>
            </a:r>
            <a:r>
              <a:rPr sz="2200" dirty="0">
                <a:solidFill>
                  <a:srgbClr val="5E686C"/>
                </a:solidFill>
                <a:latin typeface="+mj-lt"/>
                <a:cs typeface="Tahoma"/>
              </a:rPr>
              <a:t>This is the content</a:t>
            </a:r>
            <a:r>
              <a:rPr sz="2200" dirty="0">
                <a:solidFill>
                  <a:srgbClr val="F45E61"/>
                </a:solidFill>
                <a:latin typeface="+mj-lt"/>
                <a:cs typeface="Tahoma"/>
              </a:rPr>
              <a:t>&lt;/p&gt;</a:t>
            </a:r>
            <a:endParaRPr sz="2200" dirty="0">
              <a:latin typeface="+mj-l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1714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01172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HTML</a:t>
            </a:r>
            <a:r>
              <a:rPr spc="-95" dirty="0"/>
              <a:t> </a:t>
            </a:r>
            <a:r>
              <a:rPr spc="125" dirty="0"/>
              <a:t>Elements</a:t>
            </a:r>
            <a:r>
              <a:rPr spc="-90" dirty="0"/>
              <a:t> </a:t>
            </a:r>
            <a:r>
              <a:rPr spc="120" dirty="0"/>
              <a:t>and</a:t>
            </a:r>
            <a:r>
              <a:rPr spc="-90" dirty="0"/>
              <a:t> </a:t>
            </a:r>
            <a:r>
              <a:rPr spc="75" dirty="0"/>
              <a:t>Tags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621807"/>
            <a:ext cx="8302075" cy="262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0" dirty="0">
                <a:solidFill>
                  <a:srgbClr val="5E686C"/>
                </a:solidFill>
                <a:latin typeface="+mj-lt"/>
                <a:cs typeface="Tahoma"/>
              </a:rPr>
              <a:t>An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b="1" i="1" spc="-130" dirty="0">
                <a:solidFill>
                  <a:srgbClr val="5E686C"/>
                </a:solidFill>
                <a:latin typeface="+mj-lt"/>
                <a:cs typeface="Trebuchet MS"/>
              </a:rPr>
              <a:t>element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is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an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individual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component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of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8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endParaRPr sz="2400" dirty="0">
              <a:latin typeface="+mj-lt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89"/>
              </a:spcBef>
              <a:buChar char="-"/>
              <a:tabLst>
                <a:tab pos="469265" algn="l"/>
              </a:tabLst>
            </a:pPr>
            <a:r>
              <a:rPr sz="2400" spc="-35" dirty="0">
                <a:solidFill>
                  <a:srgbClr val="5E686C"/>
                </a:solidFill>
                <a:latin typeface="+mj-lt"/>
                <a:cs typeface="Tahoma"/>
              </a:rPr>
              <a:t>paragraph,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60" dirty="0">
                <a:solidFill>
                  <a:srgbClr val="5E686C"/>
                </a:solidFill>
                <a:latin typeface="+mj-lt"/>
                <a:cs typeface="Tahoma"/>
              </a:rPr>
              <a:t>image,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header,...</a:t>
            </a:r>
            <a:endParaRPr sz="2400" dirty="0">
              <a:latin typeface="+mj-lt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an</a:t>
            </a:r>
            <a:r>
              <a:rPr sz="24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element</a:t>
            </a:r>
            <a:r>
              <a:rPr sz="24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30" dirty="0">
                <a:solidFill>
                  <a:srgbClr val="5E686C"/>
                </a:solidFill>
                <a:latin typeface="+mj-lt"/>
                <a:cs typeface="Tahoma"/>
              </a:rPr>
              <a:t>name</a:t>
            </a:r>
            <a:r>
              <a:rPr sz="24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indicates</a:t>
            </a:r>
            <a:r>
              <a:rPr sz="24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its</a:t>
            </a:r>
            <a:r>
              <a:rPr sz="24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purpose: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i="1" spc="-70" dirty="0">
                <a:solidFill>
                  <a:srgbClr val="5E686C"/>
                </a:solidFill>
                <a:latin typeface="+mj-lt"/>
                <a:cs typeface="Trebuchet MS"/>
              </a:rPr>
              <a:t>p</a:t>
            </a:r>
            <a:r>
              <a:rPr sz="2400" i="1" spc="-150" dirty="0">
                <a:solidFill>
                  <a:srgbClr val="5E686C"/>
                </a:solidFill>
                <a:latin typeface="+mj-lt"/>
                <a:cs typeface="Trebuchet MS"/>
              </a:rPr>
              <a:t> </a:t>
            </a:r>
            <a:r>
              <a:rPr sz="2400" i="1" spc="-130" dirty="0">
                <a:solidFill>
                  <a:srgbClr val="5E686C"/>
                </a:solidFill>
                <a:latin typeface="+mj-lt"/>
                <a:cs typeface="Trebuchet MS"/>
              </a:rPr>
              <a:t>for</a:t>
            </a:r>
            <a:r>
              <a:rPr sz="2400" i="1" spc="-150" dirty="0">
                <a:solidFill>
                  <a:srgbClr val="5E686C"/>
                </a:solidFill>
                <a:latin typeface="+mj-lt"/>
                <a:cs typeface="Trebuchet MS"/>
              </a:rPr>
              <a:t> </a:t>
            </a:r>
            <a:r>
              <a:rPr sz="2400" i="1" spc="-10" dirty="0">
                <a:solidFill>
                  <a:srgbClr val="5E686C"/>
                </a:solidFill>
                <a:latin typeface="+mj-lt"/>
                <a:cs typeface="Trebuchet MS"/>
              </a:rPr>
              <a:t>paragraph</a:t>
            </a:r>
            <a:endParaRPr sz="2400" dirty="0">
              <a:latin typeface="+mj-lt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2400" spc="135" dirty="0">
                <a:solidFill>
                  <a:srgbClr val="5E686C"/>
                </a:solidFill>
                <a:latin typeface="+mj-lt"/>
                <a:cs typeface="Tahoma"/>
              </a:rPr>
              <a:t>A</a:t>
            </a:r>
            <a:r>
              <a:rPr sz="2400" spc="-20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b="1" i="1" spc="-140" dirty="0">
                <a:solidFill>
                  <a:srgbClr val="5E686C"/>
                </a:solidFill>
                <a:latin typeface="+mj-lt"/>
                <a:cs typeface="Trebuchet MS"/>
              </a:rPr>
              <a:t>tag</a:t>
            </a:r>
            <a:r>
              <a:rPr sz="2400" b="1" i="1" spc="-175" dirty="0">
                <a:solidFill>
                  <a:srgbClr val="5E686C"/>
                </a:solidFill>
                <a:latin typeface="+mj-lt"/>
                <a:cs typeface="Trebuchet MS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marks</a:t>
            </a:r>
            <a:r>
              <a:rPr sz="2400" spc="-20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20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beginning</a:t>
            </a:r>
            <a:r>
              <a:rPr sz="2400" spc="-20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and</a:t>
            </a:r>
            <a:r>
              <a:rPr sz="2400" spc="-20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9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end</a:t>
            </a:r>
            <a:r>
              <a:rPr sz="2400" spc="-20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of</a:t>
            </a:r>
            <a:r>
              <a:rPr sz="2400" spc="-20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an</a:t>
            </a:r>
            <a:r>
              <a:rPr sz="2400" spc="-20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400" spc="-20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element</a:t>
            </a:r>
            <a:endParaRPr sz="2400" dirty="0">
              <a:latin typeface="+mj-lt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89"/>
              </a:spcBef>
              <a:buChar char="-"/>
              <a:tabLst>
                <a:tab pos="469265" algn="l"/>
              </a:tabLst>
            </a:pP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Opening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tag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and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Closing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Tag</a:t>
            </a:r>
            <a:endParaRPr sz="2400" dirty="0">
              <a:latin typeface="+mj-lt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5465844"/>
            <a:ext cx="690795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45E61"/>
                </a:solidFill>
                <a:latin typeface="Tahoma"/>
                <a:cs typeface="Tahoma"/>
              </a:rPr>
              <a:t>&lt;tagname&gt;</a:t>
            </a:r>
            <a:r>
              <a:rPr sz="2400" dirty="0">
                <a:solidFill>
                  <a:srgbClr val="5E686C"/>
                </a:solidFill>
                <a:latin typeface="Tahoma"/>
                <a:cs typeface="Tahoma"/>
              </a:rPr>
              <a:t>Stuff in the middle</a:t>
            </a:r>
            <a:r>
              <a:rPr sz="2400" dirty="0">
                <a:solidFill>
                  <a:srgbClr val="F45E61"/>
                </a:solidFill>
                <a:latin typeface="Tahoma"/>
                <a:cs typeface="Tahoma"/>
              </a:rPr>
              <a:t>&lt;/tagname&gt;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86225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6875"/>
          </a:bodyPr>
          <a:lstStyle/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 Tags provide web browsers with instructions about web page i.e. where to display images and how document is </a:t>
            </a:r>
            <a:r>
              <a:rPr lang="en-US" sz="2400" dirty="0" smtClean="0">
                <a:latin typeface="+mj-lt"/>
              </a:rPr>
              <a:t>structured</a:t>
            </a:r>
          </a:p>
          <a:p>
            <a:pPr marL="342900" indent="-342900" algn="just">
              <a:buFont typeface="Wingdings" pitchFamily="2" charset="2"/>
              <a:buChar char="§"/>
            </a:pPr>
            <a:endParaRPr lang="en-US" sz="2400" dirty="0">
              <a:latin typeface="+mj-lt"/>
            </a:endParaRP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+mj-lt"/>
              </a:rPr>
              <a:t>Tags </a:t>
            </a:r>
            <a:r>
              <a:rPr lang="en-US" sz="2400" dirty="0">
                <a:latin typeface="+mj-lt"/>
              </a:rPr>
              <a:t>are reserved words enclosed  between  angular brackets(&lt; </a:t>
            </a:r>
            <a:r>
              <a:rPr lang="en-US" sz="2400" dirty="0" smtClean="0">
                <a:latin typeface="+mj-lt"/>
              </a:rPr>
              <a:t>&gt;)</a:t>
            </a:r>
          </a:p>
          <a:p>
            <a:pPr marL="342900" indent="-342900" algn="just">
              <a:buFont typeface="Wingdings" pitchFamily="2" charset="2"/>
              <a:buChar char="§"/>
            </a:pPr>
            <a:endParaRPr lang="en-US" sz="2400" dirty="0">
              <a:latin typeface="+mj-lt"/>
            </a:endParaRP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+mj-lt"/>
              </a:rPr>
              <a:t>Tags </a:t>
            </a:r>
            <a:r>
              <a:rPr lang="en-US" sz="2400" dirty="0">
                <a:latin typeface="+mj-lt"/>
              </a:rPr>
              <a:t>are comprised of elements and attributes. 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+mj-lt"/>
              </a:rPr>
              <a:t>An </a:t>
            </a:r>
            <a:r>
              <a:rPr lang="en-US" sz="2400" dirty="0">
                <a:latin typeface="+mj-lt"/>
              </a:rPr>
              <a:t>element is an object on a page (such as a heading, paragraph, or </a:t>
            </a:r>
            <a:r>
              <a:rPr lang="en-US" sz="2400" dirty="0" smtClean="0">
                <a:latin typeface="+mj-lt"/>
              </a:rPr>
              <a:t>image) 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+mj-lt"/>
              </a:rPr>
              <a:t>attributes </a:t>
            </a:r>
            <a:r>
              <a:rPr lang="en-US" sz="2400" dirty="0">
                <a:latin typeface="+mj-lt"/>
              </a:rPr>
              <a:t>are qualities </a:t>
            </a:r>
            <a:r>
              <a:rPr lang="en-US" sz="2400" dirty="0" smtClean="0">
                <a:latin typeface="+mj-lt"/>
              </a:rPr>
              <a:t>of elements </a:t>
            </a:r>
            <a:r>
              <a:rPr lang="en-US" sz="2400" dirty="0">
                <a:latin typeface="+mj-lt"/>
              </a:rPr>
              <a:t>(such as width and height).</a:t>
            </a:r>
          </a:p>
        </p:txBody>
      </p:sp>
    </p:spTree>
    <p:extLst>
      <p:ext uri="{BB962C8B-B14F-4D97-AF65-F5344CB8AC3E}">
        <p14:creationId xmlns:p14="http://schemas.microsoft.com/office/powerpoint/2010/main" val="3130503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01172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HTML</a:t>
            </a:r>
            <a:r>
              <a:rPr spc="-114" dirty="0"/>
              <a:t> </a:t>
            </a:r>
            <a:r>
              <a:rPr spc="70" dirty="0"/>
              <a:t>Tag</a:t>
            </a:r>
            <a:r>
              <a:rPr spc="-110" dirty="0"/>
              <a:t> </a:t>
            </a:r>
            <a:r>
              <a:rPr spc="110" dirty="0"/>
              <a:t>Breakdown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4926" y="1859865"/>
            <a:ext cx="3594149" cy="43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5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01172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HTML</a:t>
            </a:r>
            <a:r>
              <a:rPr spc="-114" dirty="0"/>
              <a:t> </a:t>
            </a:r>
            <a:r>
              <a:rPr spc="114" dirty="0"/>
              <a:t>Page</a:t>
            </a:r>
            <a:r>
              <a:rPr spc="-114" dirty="0"/>
              <a:t> </a:t>
            </a:r>
            <a:r>
              <a:rPr spc="90" dirty="0"/>
              <a:t>Structure</a:t>
            </a:r>
          </a:p>
        </p:txBody>
      </p:sp>
      <p:sp>
        <p:nvSpPr>
          <p:cNvPr id="3" name="object 3"/>
          <p:cNvSpPr/>
          <p:nvPr/>
        </p:nvSpPr>
        <p:spPr>
          <a:xfrm>
            <a:off x="311700" y="1536634"/>
            <a:ext cx="8521065" cy="4940366"/>
          </a:xfrm>
          <a:custGeom>
            <a:avLst/>
            <a:gdLst/>
            <a:ahLst/>
            <a:cxnLst/>
            <a:rect l="l" t="t" r="r" b="b"/>
            <a:pathLst>
              <a:path w="8521065" h="3416935">
                <a:moveTo>
                  <a:pt x="8520599" y="3416399"/>
                </a:moveTo>
                <a:lnTo>
                  <a:pt x="0" y="3416399"/>
                </a:lnTo>
                <a:lnTo>
                  <a:pt x="0" y="0"/>
                </a:lnTo>
                <a:lnTo>
                  <a:pt x="8520599" y="0"/>
                </a:lnTo>
                <a:lnTo>
                  <a:pt x="8520599" y="3416399"/>
                </a:lnTo>
                <a:close/>
              </a:path>
            </a:pathLst>
          </a:cu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4724" y="1601827"/>
            <a:ext cx="1901275" cy="550151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dirty="0">
                <a:solidFill>
                  <a:srgbClr val="5E686C"/>
                </a:solidFill>
                <a:latin typeface="+mj-lt"/>
                <a:cs typeface="Courier New"/>
              </a:rPr>
              <a:t>&lt;!DOCTYPE</a:t>
            </a:r>
            <a:r>
              <a:rPr sz="1600" spc="-45" dirty="0">
                <a:solidFill>
                  <a:srgbClr val="5E686C"/>
                </a:solidFill>
                <a:latin typeface="+mj-lt"/>
                <a:cs typeface="Courier New"/>
              </a:rPr>
              <a:t> </a:t>
            </a:r>
            <a:r>
              <a:rPr sz="1600" spc="-10" dirty="0">
                <a:solidFill>
                  <a:srgbClr val="5E686C"/>
                </a:solidFill>
                <a:latin typeface="+mj-lt"/>
                <a:cs typeface="Courier New"/>
              </a:rPr>
              <a:t>html&gt;</a:t>
            </a:r>
            <a:endParaRPr sz="1600" dirty="0">
              <a:latin typeface="+mj-lt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spc="-10" dirty="0">
                <a:solidFill>
                  <a:srgbClr val="5E686C"/>
                </a:solidFill>
                <a:latin typeface="+mj-lt"/>
                <a:cs typeface="Courier New"/>
              </a:rPr>
              <a:t>&lt;html&gt;</a:t>
            </a:r>
            <a:endParaRPr sz="1600" dirty="0">
              <a:latin typeface="+mj-lt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4594" y="6081746"/>
            <a:ext cx="11232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5E686C"/>
                </a:solidFill>
                <a:latin typeface="+mj-lt"/>
                <a:cs typeface="Courier New"/>
              </a:rPr>
              <a:t>&lt;/html&gt;</a:t>
            </a:r>
            <a:endParaRPr sz="1600" dirty="0">
              <a:latin typeface="+mj-lt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225" y="2171701"/>
            <a:ext cx="7658100" cy="133818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0" tIns="806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35"/>
              </a:spcBef>
            </a:pPr>
            <a:r>
              <a:rPr sz="1600" spc="-10" dirty="0">
                <a:latin typeface="+mj-lt"/>
                <a:cs typeface="Courier New"/>
              </a:rPr>
              <a:t>&lt;head&gt;</a:t>
            </a:r>
            <a:endParaRPr sz="1600" dirty="0">
              <a:latin typeface="+mj-lt"/>
              <a:cs typeface="Courier New"/>
            </a:endParaRPr>
          </a:p>
          <a:p>
            <a:pPr>
              <a:lnSpc>
                <a:spcPct val="100000"/>
              </a:lnSpc>
            </a:pPr>
            <a:endParaRPr sz="1600" dirty="0">
              <a:latin typeface="+mj-lt"/>
              <a:cs typeface="Courier New"/>
            </a:endParaRPr>
          </a:p>
          <a:p>
            <a:pPr>
              <a:lnSpc>
                <a:spcPct val="100000"/>
              </a:lnSpc>
            </a:pPr>
            <a:endParaRPr sz="1600" dirty="0">
              <a:latin typeface="+mj-lt"/>
              <a:cs typeface="Courier New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600" dirty="0">
              <a:latin typeface="+mj-lt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sz="1600" spc="-10" dirty="0">
                <a:latin typeface="+mj-lt"/>
                <a:cs typeface="Courier New"/>
              </a:rPr>
              <a:t>&lt;/head&gt;</a:t>
            </a:r>
            <a:endParaRPr sz="1600" dirty="0">
              <a:latin typeface="+mj-lt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9574" y="2560700"/>
            <a:ext cx="6801484" cy="3276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0" tIns="806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35"/>
              </a:spcBef>
            </a:pPr>
            <a:r>
              <a:rPr sz="1600" dirty="0">
                <a:latin typeface="+mj-lt"/>
                <a:cs typeface="Courier New"/>
              </a:rPr>
              <a:t>&lt;title&gt;My</a:t>
            </a:r>
            <a:r>
              <a:rPr sz="1600" spc="-45" dirty="0">
                <a:latin typeface="+mj-lt"/>
                <a:cs typeface="Courier New"/>
              </a:rPr>
              <a:t> </a:t>
            </a:r>
            <a:r>
              <a:rPr sz="1600" spc="-10" dirty="0">
                <a:latin typeface="+mj-lt"/>
                <a:cs typeface="Courier New"/>
              </a:rPr>
              <a:t>title&lt;/title&gt;</a:t>
            </a:r>
            <a:endParaRPr sz="1600" dirty="0">
              <a:latin typeface="+mj-lt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7225" y="3603632"/>
            <a:ext cx="7658100" cy="2035387"/>
            <a:chOff x="707225" y="2702724"/>
            <a:chExt cx="7658100" cy="1526540"/>
          </a:xfrm>
        </p:grpSpPr>
        <p:sp>
          <p:nvSpPr>
            <p:cNvPr id="9" name="object 9"/>
            <p:cNvSpPr/>
            <p:nvPr/>
          </p:nvSpPr>
          <p:spPr>
            <a:xfrm>
              <a:off x="707225" y="2702724"/>
              <a:ext cx="7658100" cy="1526540"/>
            </a:xfrm>
            <a:custGeom>
              <a:avLst/>
              <a:gdLst/>
              <a:ahLst/>
              <a:cxnLst/>
              <a:rect l="l" t="t" r="r" b="b"/>
              <a:pathLst>
                <a:path w="7658100" h="1526539">
                  <a:moveTo>
                    <a:pt x="7658099" y="1526399"/>
                  </a:moveTo>
                  <a:lnTo>
                    <a:pt x="0" y="1526399"/>
                  </a:lnTo>
                  <a:lnTo>
                    <a:pt x="0" y="0"/>
                  </a:lnTo>
                  <a:lnTo>
                    <a:pt x="7658099" y="0"/>
                  </a:lnTo>
                  <a:lnTo>
                    <a:pt x="7658099" y="1526399"/>
                  </a:lnTo>
                  <a:close/>
                </a:path>
              </a:pathLst>
            </a:cu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59573" y="2989706"/>
              <a:ext cx="6801484" cy="610744"/>
            </a:xfrm>
            <a:custGeom>
              <a:avLst/>
              <a:gdLst/>
              <a:ahLst/>
              <a:cxnLst/>
              <a:rect l="l" t="t" r="r" b="b"/>
              <a:pathLst>
                <a:path w="6801484" h="1013460">
                  <a:moveTo>
                    <a:pt x="6800990" y="704850"/>
                  </a:moveTo>
                  <a:lnTo>
                    <a:pt x="0" y="704850"/>
                  </a:lnTo>
                  <a:lnTo>
                    <a:pt x="0" y="1013244"/>
                  </a:lnTo>
                  <a:lnTo>
                    <a:pt x="6800990" y="1013244"/>
                  </a:lnTo>
                  <a:lnTo>
                    <a:pt x="6800990" y="704850"/>
                  </a:lnTo>
                  <a:close/>
                </a:path>
                <a:path w="6801484" h="1013460">
                  <a:moveTo>
                    <a:pt x="6800990" y="352425"/>
                  </a:moveTo>
                  <a:lnTo>
                    <a:pt x="0" y="352425"/>
                  </a:lnTo>
                  <a:lnTo>
                    <a:pt x="0" y="660819"/>
                  </a:lnTo>
                  <a:lnTo>
                    <a:pt x="6800990" y="660819"/>
                  </a:lnTo>
                  <a:lnTo>
                    <a:pt x="6800990" y="352425"/>
                  </a:lnTo>
                  <a:close/>
                </a:path>
                <a:path w="6801484" h="1013460">
                  <a:moveTo>
                    <a:pt x="6800990" y="0"/>
                  </a:moveTo>
                  <a:lnTo>
                    <a:pt x="0" y="0"/>
                  </a:lnTo>
                  <a:lnTo>
                    <a:pt x="0" y="308394"/>
                  </a:lnTo>
                  <a:lnTo>
                    <a:pt x="6800990" y="308394"/>
                  </a:lnTo>
                  <a:lnTo>
                    <a:pt x="6800990" y="0"/>
                  </a:lnTo>
                  <a:close/>
                </a:path>
              </a:pathLst>
            </a:cu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07225" y="3603632"/>
            <a:ext cx="7658100" cy="240258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0" tIns="806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35"/>
              </a:spcBef>
            </a:pPr>
            <a:r>
              <a:rPr sz="1400" spc="-10" dirty="0">
                <a:latin typeface="+mj-lt"/>
                <a:cs typeface="Courier New"/>
              </a:rPr>
              <a:t>&lt;body&gt;</a:t>
            </a:r>
            <a:endParaRPr sz="1400" dirty="0">
              <a:latin typeface="+mj-lt"/>
              <a:cs typeface="Courier New"/>
            </a:endParaRPr>
          </a:p>
          <a:p>
            <a:pPr marL="437515">
              <a:lnSpc>
                <a:spcPct val="100000"/>
              </a:lnSpc>
              <a:spcBef>
                <a:spcPts val="1060"/>
              </a:spcBef>
            </a:pPr>
            <a:r>
              <a:rPr sz="1400" dirty="0">
                <a:latin typeface="+mj-lt"/>
                <a:cs typeface="Courier New"/>
              </a:rPr>
              <a:t>&lt;h1&gt;My</a:t>
            </a:r>
            <a:r>
              <a:rPr sz="1400" spc="-30" dirty="0">
                <a:latin typeface="+mj-lt"/>
                <a:cs typeface="Courier New"/>
              </a:rPr>
              <a:t> </a:t>
            </a:r>
            <a:r>
              <a:rPr sz="1400" spc="-10" dirty="0">
                <a:latin typeface="+mj-lt"/>
                <a:cs typeface="Courier New"/>
              </a:rPr>
              <a:t>heading&lt;/h1&gt;</a:t>
            </a:r>
            <a:endParaRPr sz="1400" dirty="0">
              <a:latin typeface="+mj-lt"/>
              <a:cs typeface="Courier New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400" dirty="0">
              <a:latin typeface="+mj-lt"/>
              <a:cs typeface="Courier New"/>
            </a:endParaRPr>
          </a:p>
          <a:p>
            <a:pPr marL="437515">
              <a:lnSpc>
                <a:spcPct val="100000"/>
              </a:lnSpc>
            </a:pPr>
            <a:r>
              <a:rPr sz="1400" dirty="0">
                <a:latin typeface="+mj-lt"/>
                <a:cs typeface="Courier New"/>
              </a:rPr>
              <a:t>&lt;p&gt;My</a:t>
            </a:r>
            <a:r>
              <a:rPr sz="1400" spc="-25" dirty="0">
                <a:latin typeface="+mj-lt"/>
                <a:cs typeface="Courier New"/>
              </a:rPr>
              <a:t> </a:t>
            </a:r>
            <a:r>
              <a:rPr sz="1400" spc="-10" dirty="0">
                <a:latin typeface="+mj-lt"/>
                <a:cs typeface="Courier New"/>
              </a:rPr>
              <a:t>paragraph&lt;/p&gt;</a:t>
            </a:r>
            <a:endParaRPr sz="1400" dirty="0">
              <a:latin typeface="+mj-lt"/>
              <a:cs typeface="Courier New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400" dirty="0">
              <a:latin typeface="+mj-lt"/>
              <a:cs typeface="Courier New"/>
            </a:endParaRPr>
          </a:p>
          <a:p>
            <a:pPr marL="43751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+mj-lt"/>
                <a:cs typeface="Courier New"/>
              </a:rPr>
              <a:t>&lt;img</a:t>
            </a:r>
            <a:r>
              <a:rPr sz="1400" spc="-50" dirty="0">
                <a:latin typeface="+mj-lt"/>
                <a:cs typeface="Courier New"/>
              </a:rPr>
              <a:t> </a:t>
            </a:r>
            <a:r>
              <a:rPr sz="1400" dirty="0">
                <a:latin typeface="+mj-lt"/>
                <a:cs typeface="Courier New"/>
              </a:rPr>
              <a:t>src="my_src"\&gt;My</a:t>
            </a:r>
            <a:r>
              <a:rPr sz="1400" spc="-50" dirty="0">
                <a:latin typeface="+mj-lt"/>
                <a:cs typeface="Courier New"/>
              </a:rPr>
              <a:t> </a:t>
            </a:r>
            <a:r>
              <a:rPr sz="1400" spc="-10" dirty="0">
                <a:latin typeface="+mj-lt"/>
                <a:cs typeface="Courier New"/>
              </a:rPr>
              <a:t>image</a:t>
            </a:r>
            <a:endParaRPr sz="1400" dirty="0">
              <a:latin typeface="+mj-lt"/>
              <a:cs typeface="Courier New"/>
            </a:endParaRPr>
          </a:p>
          <a:p>
            <a:pPr marL="85725">
              <a:lnSpc>
                <a:spcPct val="100000"/>
              </a:lnSpc>
              <a:spcBef>
                <a:spcPts val="590"/>
              </a:spcBef>
            </a:pPr>
            <a:r>
              <a:rPr sz="1400" spc="-10" dirty="0">
                <a:latin typeface="+mj-lt"/>
                <a:cs typeface="Courier New"/>
              </a:rPr>
              <a:t>&lt;/body</a:t>
            </a:r>
            <a:r>
              <a:rPr sz="1400" spc="-10" dirty="0" smtClean="0">
                <a:latin typeface="+mj-lt"/>
                <a:cs typeface="Courier New"/>
              </a:rPr>
              <a:t>&gt;</a:t>
            </a:r>
            <a:endParaRPr lang="en-US" sz="1400" spc="-10" dirty="0" smtClean="0">
              <a:latin typeface="+mj-lt"/>
              <a:cs typeface="Courier New"/>
            </a:endParaRPr>
          </a:p>
          <a:p>
            <a:pPr marL="85725">
              <a:lnSpc>
                <a:spcPct val="100000"/>
              </a:lnSpc>
              <a:spcBef>
                <a:spcPts val="590"/>
              </a:spcBef>
            </a:pPr>
            <a:endParaRPr lang="en-US" sz="1100" spc="-10" dirty="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  <a:spcBef>
                <a:spcPts val="590"/>
              </a:spcBef>
            </a:pPr>
            <a:endParaRPr sz="11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03856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01172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&lt;!DOCTYPE&gt;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6" y="1568467"/>
            <a:ext cx="8354059" cy="39123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14599"/>
              </a:lnSpc>
              <a:spcBef>
                <a:spcPts val="100"/>
              </a:spcBef>
              <a:buFont typeface="Wingdings" pitchFamily="2" charset="2"/>
              <a:buChar char="§"/>
            </a:pP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&lt;!DOCTYPE&gt;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declaration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represents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document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30" dirty="0">
                <a:solidFill>
                  <a:srgbClr val="5E686C"/>
                </a:solidFill>
                <a:latin typeface="+mj-lt"/>
                <a:cs typeface="Tahoma"/>
              </a:rPr>
              <a:t>type,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and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helps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browsers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to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display</a:t>
            </a:r>
            <a:r>
              <a:rPr sz="24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web</a:t>
            </a:r>
            <a:r>
              <a:rPr sz="24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45" dirty="0">
                <a:solidFill>
                  <a:srgbClr val="5E686C"/>
                </a:solidFill>
                <a:latin typeface="+mj-lt"/>
                <a:cs typeface="Tahoma"/>
              </a:rPr>
              <a:t>pages</a:t>
            </a:r>
            <a:r>
              <a:rPr sz="24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 smtClean="0">
                <a:solidFill>
                  <a:srgbClr val="5E686C"/>
                </a:solidFill>
                <a:latin typeface="+mj-lt"/>
                <a:cs typeface="Tahoma"/>
              </a:rPr>
              <a:t>correctly.</a:t>
            </a:r>
            <a:endParaRPr lang="en-US" sz="2400" dirty="0">
              <a:latin typeface="+mj-lt"/>
              <a:cs typeface="Tahoma"/>
            </a:endParaRPr>
          </a:p>
          <a:p>
            <a:pPr marL="298450" marR="5080" indent="-285750">
              <a:lnSpc>
                <a:spcPct val="114599"/>
              </a:lnSpc>
              <a:spcBef>
                <a:spcPts val="100"/>
              </a:spcBef>
              <a:buFont typeface="Wingdings" pitchFamily="2" charset="2"/>
              <a:buChar char="§"/>
            </a:pPr>
            <a:endParaRPr lang="en-US" sz="2400" spc="-35" dirty="0" smtClean="0">
              <a:solidFill>
                <a:srgbClr val="5E686C"/>
              </a:solidFill>
              <a:latin typeface="+mj-lt"/>
              <a:cs typeface="Tahoma"/>
            </a:endParaRPr>
          </a:p>
          <a:p>
            <a:pPr marL="298450" marR="5080" indent="-285750">
              <a:lnSpc>
                <a:spcPct val="114599"/>
              </a:lnSpc>
              <a:spcBef>
                <a:spcPts val="100"/>
              </a:spcBef>
              <a:buFont typeface="Wingdings" pitchFamily="2" charset="2"/>
              <a:buChar char="§"/>
            </a:pPr>
            <a:r>
              <a:rPr sz="2400" spc="-35" dirty="0" smtClean="0">
                <a:solidFill>
                  <a:srgbClr val="5E686C"/>
                </a:solidFill>
                <a:latin typeface="+mj-lt"/>
                <a:cs typeface="Tahoma"/>
              </a:rPr>
              <a:t>It</a:t>
            </a:r>
            <a:r>
              <a:rPr sz="2400" spc="-190" dirty="0" smtClean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must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only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appear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40" dirty="0">
                <a:solidFill>
                  <a:srgbClr val="5E686C"/>
                </a:solidFill>
                <a:latin typeface="+mj-lt"/>
                <a:cs typeface="Tahoma"/>
              </a:rPr>
              <a:t>once,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at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top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of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45" dirty="0">
                <a:solidFill>
                  <a:srgbClr val="5E686C"/>
                </a:solidFill>
                <a:latin typeface="+mj-lt"/>
                <a:cs typeface="Tahoma"/>
              </a:rPr>
              <a:t>page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(before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any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tags</a:t>
            </a:r>
            <a:r>
              <a:rPr sz="2400" spc="-10" dirty="0" smtClean="0">
                <a:solidFill>
                  <a:srgbClr val="5E686C"/>
                </a:solidFill>
                <a:latin typeface="+mj-lt"/>
                <a:cs typeface="Tahoma"/>
              </a:rPr>
              <a:t>).</a:t>
            </a:r>
            <a:endParaRPr lang="en-US" sz="2400" dirty="0">
              <a:latin typeface="+mj-lt"/>
              <a:cs typeface="Tahoma"/>
            </a:endParaRPr>
          </a:p>
          <a:p>
            <a:pPr marL="298450" marR="5080" indent="-285750">
              <a:lnSpc>
                <a:spcPct val="114599"/>
              </a:lnSpc>
              <a:spcBef>
                <a:spcPts val="100"/>
              </a:spcBef>
              <a:buFont typeface="Wingdings" pitchFamily="2" charset="2"/>
              <a:buChar char="§"/>
            </a:pPr>
            <a:endParaRPr lang="en-US" sz="2400" dirty="0" smtClean="0">
              <a:solidFill>
                <a:srgbClr val="5E686C"/>
              </a:solidFill>
              <a:latin typeface="+mj-lt"/>
              <a:cs typeface="Tahoma"/>
            </a:endParaRPr>
          </a:p>
          <a:p>
            <a:pPr marL="298450" marR="5080" indent="-285750">
              <a:lnSpc>
                <a:spcPct val="114599"/>
              </a:lnSpc>
              <a:spcBef>
                <a:spcPts val="100"/>
              </a:spcBef>
              <a:buFont typeface="Wingdings" pitchFamily="2" charset="2"/>
              <a:buChar char="§"/>
            </a:pPr>
            <a:r>
              <a:rPr sz="2400" dirty="0" smtClean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55" dirty="0" smtClean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0" dirty="0">
                <a:solidFill>
                  <a:srgbClr val="5E686C"/>
                </a:solidFill>
                <a:latin typeface="+mj-lt"/>
                <a:cs typeface="Tahoma"/>
              </a:rPr>
              <a:t>&lt;!DoCtYpE&gt;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declaration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is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not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case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 smtClean="0">
                <a:solidFill>
                  <a:srgbClr val="5E686C"/>
                </a:solidFill>
                <a:latin typeface="+mj-lt"/>
                <a:cs typeface="Tahoma"/>
              </a:rPr>
              <a:t>sensitive.</a:t>
            </a:r>
            <a:endParaRPr lang="en-US" sz="2400" dirty="0">
              <a:latin typeface="+mj-lt"/>
              <a:cs typeface="Tahoma"/>
            </a:endParaRPr>
          </a:p>
          <a:p>
            <a:pPr marL="298450" marR="5080" indent="-285750">
              <a:lnSpc>
                <a:spcPct val="114599"/>
              </a:lnSpc>
              <a:spcBef>
                <a:spcPts val="100"/>
              </a:spcBef>
              <a:buFont typeface="Wingdings" pitchFamily="2" charset="2"/>
              <a:buChar char="§"/>
            </a:pPr>
            <a:endParaRPr lang="en-US" sz="2400" dirty="0">
              <a:solidFill>
                <a:srgbClr val="5E686C"/>
              </a:solidFill>
              <a:latin typeface="+mj-lt"/>
              <a:cs typeface="Tahoma"/>
            </a:endParaRPr>
          </a:p>
          <a:p>
            <a:pPr marL="298450" marR="5080" indent="-285750">
              <a:lnSpc>
                <a:spcPct val="114599"/>
              </a:lnSpc>
              <a:spcBef>
                <a:spcPts val="100"/>
              </a:spcBef>
              <a:buFont typeface="Wingdings" pitchFamily="2" charset="2"/>
              <a:buChar char="§"/>
            </a:pPr>
            <a:r>
              <a:rPr sz="2400" dirty="0" smtClean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50" dirty="0" smtClean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10" dirty="0">
                <a:solidFill>
                  <a:srgbClr val="5E686C"/>
                </a:solidFill>
                <a:latin typeface="+mj-lt"/>
                <a:cs typeface="Tahoma"/>
              </a:rPr>
              <a:t>&lt;!DOCTYPE&gt;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10" dirty="0">
                <a:solidFill>
                  <a:srgbClr val="5E686C"/>
                </a:solidFill>
                <a:latin typeface="+mj-lt"/>
                <a:cs typeface="Tahoma"/>
              </a:rPr>
              <a:t>declaration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10" dirty="0">
                <a:solidFill>
                  <a:srgbClr val="5E686C"/>
                </a:solidFill>
                <a:latin typeface="+mj-lt"/>
                <a:cs typeface="Tahoma"/>
              </a:rPr>
              <a:t>for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95" dirty="0">
                <a:solidFill>
                  <a:srgbClr val="5E686C"/>
                </a:solidFill>
                <a:latin typeface="+mj-lt"/>
                <a:cs typeface="Tahoma"/>
              </a:rPr>
              <a:t>HTML5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10" dirty="0">
                <a:solidFill>
                  <a:srgbClr val="5E686C"/>
                </a:solidFill>
                <a:latin typeface="+mj-lt"/>
                <a:cs typeface="Tahoma"/>
              </a:rPr>
              <a:t>is</a:t>
            </a:r>
            <a:r>
              <a:rPr sz="2400" spc="-14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10" dirty="0">
                <a:solidFill>
                  <a:srgbClr val="F45E61"/>
                </a:solidFill>
                <a:latin typeface="+mj-lt"/>
                <a:cs typeface="Tahoma"/>
              </a:rPr>
              <a:t>&lt;!DOCTYPE</a:t>
            </a:r>
            <a:r>
              <a:rPr sz="2400" spc="-150" dirty="0">
                <a:solidFill>
                  <a:srgbClr val="F45E61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F45E61"/>
                </a:solidFill>
                <a:latin typeface="+mj-lt"/>
                <a:cs typeface="Tahoma"/>
              </a:rPr>
              <a:t>html&gt;</a:t>
            </a:r>
            <a:endParaRPr sz="2400" dirty="0">
              <a:latin typeface="+mj-l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687129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01172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&lt;html&gt;,&lt;head&gt;,&lt;body&gt;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6" y="1621807"/>
            <a:ext cx="8333105" cy="3770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itchFamily="2" charset="2"/>
              <a:buChar char="§"/>
            </a:pPr>
            <a:r>
              <a:rPr sz="2400" spc="60" dirty="0">
                <a:solidFill>
                  <a:srgbClr val="5E686C"/>
                </a:solidFill>
                <a:latin typeface="+mj-lt"/>
                <a:cs typeface="Tahoma"/>
              </a:rPr>
              <a:t>After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60" dirty="0">
                <a:solidFill>
                  <a:srgbClr val="5E686C"/>
                </a:solidFill>
                <a:latin typeface="+mj-lt"/>
                <a:cs typeface="Tahoma"/>
              </a:rPr>
              <a:t>&lt;!</a:t>
            </a:r>
            <a:r>
              <a:rPr sz="2400" spc="-60" dirty="0" err="1" smtClean="0">
                <a:solidFill>
                  <a:srgbClr val="5E686C"/>
                </a:solidFill>
                <a:latin typeface="+mj-lt"/>
                <a:cs typeface="Tahoma"/>
              </a:rPr>
              <a:t>doctype</a:t>
            </a:r>
            <a:r>
              <a:rPr sz="2400" spc="-60" dirty="0">
                <a:solidFill>
                  <a:srgbClr val="5E686C"/>
                </a:solidFill>
                <a:latin typeface="+mj-lt"/>
                <a:cs typeface="Tahoma"/>
              </a:rPr>
              <a:t>&gt;,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45" dirty="0">
                <a:solidFill>
                  <a:srgbClr val="5E686C"/>
                </a:solidFill>
                <a:latin typeface="+mj-lt"/>
                <a:cs typeface="Tahoma"/>
              </a:rPr>
              <a:t>page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content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must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be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contained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between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90" dirty="0">
                <a:solidFill>
                  <a:srgbClr val="5E686C"/>
                </a:solidFill>
                <a:latin typeface="+mj-lt"/>
                <a:cs typeface="Tahoma"/>
              </a:rPr>
              <a:t>&lt;html&gt;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 smtClean="0">
                <a:solidFill>
                  <a:srgbClr val="5E686C"/>
                </a:solidFill>
                <a:latin typeface="+mj-lt"/>
                <a:cs typeface="Tahoma"/>
              </a:rPr>
              <a:t>tags.</a:t>
            </a:r>
            <a:endParaRPr lang="en-US" sz="2400" dirty="0">
              <a:latin typeface="+mj-lt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itchFamily="2" charset="2"/>
              <a:buChar char="§"/>
            </a:pPr>
            <a:endParaRPr lang="en-US" sz="2400" dirty="0">
              <a:solidFill>
                <a:srgbClr val="5E686C"/>
              </a:solidFill>
              <a:latin typeface="+mj-lt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itchFamily="2" charset="2"/>
              <a:buChar char="§"/>
            </a:pPr>
            <a:r>
              <a:rPr sz="2400" dirty="0" smtClean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60" dirty="0" smtClean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head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contains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title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of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45" dirty="0">
                <a:solidFill>
                  <a:srgbClr val="5E686C"/>
                </a:solidFill>
                <a:latin typeface="+mj-lt"/>
                <a:cs typeface="Tahoma"/>
              </a:rPr>
              <a:t>page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&amp;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0" dirty="0">
                <a:solidFill>
                  <a:srgbClr val="5E686C"/>
                </a:solidFill>
                <a:latin typeface="+mj-lt"/>
                <a:cs typeface="Tahoma"/>
              </a:rPr>
              <a:t>meta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information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about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70" dirty="0">
                <a:solidFill>
                  <a:srgbClr val="5E686C"/>
                </a:solidFill>
                <a:latin typeface="+mj-lt"/>
                <a:cs typeface="Tahoma"/>
              </a:rPr>
              <a:t>page.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45" dirty="0">
                <a:solidFill>
                  <a:srgbClr val="5E686C"/>
                </a:solidFill>
                <a:latin typeface="+mj-lt"/>
                <a:cs typeface="Tahoma"/>
              </a:rPr>
              <a:t>Meta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information</a:t>
            </a:r>
            <a:r>
              <a:rPr sz="24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is</a:t>
            </a:r>
            <a:r>
              <a:rPr sz="24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not</a:t>
            </a:r>
            <a:r>
              <a:rPr sz="24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visible</a:t>
            </a:r>
            <a:r>
              <a:rPr sz="2400" spc="-14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to</a:t>
            </a:r>
            <a:r>
              <a:rPr sz="24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30" dirty="0">
                <a:solidFill>
                  <a:srgbClr val="5E686C"/>
                </a:solidFill>
                <a:latin typeface="+mj-lt"/>
                <a:cs typeface="Tahoma"/>
              </a:rPr>
              <a:t>user,</a:t>
            </a:r>
            <a:r>
              <a:rPr sz="2400" spc="-14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but</a:t>
            </a:r>
            <a:r>
              <a:rPr sz="24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35" dirty="0">
                <a:solidFill>
                  <a:srgbClr val="5E686C"/>
                </a:solidFill>
                <a:latin typeface="+mj-lt"/>
                <a:cs typeface="Tahoma"/>
              </a:rPr>
              <a:t>has</a:t>
            </a:r>
            <a:r>
              <a:rPr sz="24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30" dirty="0">
                <a:solidFill>
                  <a:srgbClr val="5E686C"/>
                </a:solidFill>
                <a:latin typeface="+mj-lt"/>
                <a:cs typeface="Tahoma"/>
              </a:rPr>
              <a:t>many</a:t>
            </a:r>
            <a:r>
              <a:rPr sz="24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purposes,</a:t>
            </a:r>
            <a:r>
              <a:rPr sz="2400" spc="-14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like</a:t>
            </a:r>
            <a:r>
              <a:rPr sz="2400" spc="-14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providing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information</a:t>
            </a:r>
            <a:r>
              <a:rPr sz="2400" spc="-13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to</a:t>
            </a:r>
            <a:r>
              <a:rPr sz="2400" spc="-13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search</a:t>
            </a:r>
            <a:r>
              <a:rPr sz="2400" spc="-12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 smtClean="0">
                <a:solidFill>
                  <a:srgbClr val="5E686C"/>
                </a:solidFill>
                <a:latin typeface="+mj-lt"/>
                <a:cs typeface="Tahoma"/>
              </a:rPr>
              <a:t>engines.</a:t>
            </a:r>
            <a:endParaRPr lang="en-US" sz="2400" dirty="0">
              <a:latin typeface="+mj-lt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itchFamily="2" charset="2"/>
              <a:buChar char="§"/>
            </a:pPr>
            <a:endParaRPr lang="en-US" sz="2400" dirty="0">
              <a:solidFill>
                <a:srgbClr val="5E686C"/>
              </a:solidFill>
              <a:latin typeface="+mj-lt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itchFamily="2" charset="2"/>
              <a:buChar char="§"/>
            </a:pPr>
            <a:endParaRPr lang="en-US" sz="2400" dirty="0">
              <a:solidFill>
                <a:srgbClr val="5E686C"/>
              </a:solidFill>
              <a:latin typeface="+mj-lt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itchFamily="2" charset="2"/>
              <a:buChar char="§"/>
            </a:pPr>
            <a:r>
              <a:rPr sz="2400" dirty="0" smtClean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55" dirty="0" smtClean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body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contains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actual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content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of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70" dirty="0">
                <a:solidFill>
                  <a:srgbClr val="5E686C"/>
                </a:solidFill>
                <a:latin typeface="+mj-lt"/>
                <a:cs typeface="Tahoma"/>
              </a:rPr>
              <a:t>page.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Everything</a:t>
            </a:r>
            <a:r>
              <a:rPr sz="2400" spc="-15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that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is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contained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in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the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body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is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visible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to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30" dirty="0">
                <a:solidFill>
                  <a:srgbClr val="5E686C"/>
                </a:solidFill>
                <a:latin typeface="+mj-lt"/>
                <a:cs typeface="Tahoma"/>
              </a:rPr>
              <a:t>user.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60" dirty="0">
                <a:solidFill>
                  <a:srgbClr val="5E686C"/>
                </a:solidFill>
                <a:latin typeface="+mj-lt"/>
                <a:cs typeface="Tahoma"/>
              </a:rPr>
              <a:t>(Some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Exceptions!)</a:t>
            </a:r>
            <a:endParaRPr sz="2400" dirty="0">
              <a:latin typeface="+mj-l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770341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01172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Let's</a:t>
            </a:r>
            <a:r>
              <a:rPr spc="-60" dirty="0"/>
              <a:t> </a:t>
            </a:r>
            <a:r>
              <a:rPr spc="110" dirty="0"/>
              <a:t>create</a:t>
            </a:r>
            <a:r>
              <a:rPr spc="-60" dirty="0"/>
              <a:t> </a:t>
            </a:r>
            <a:r>
              <a:rPr spc="140" dirty="0"/>
              <a:t>our</a:t>
            </a:r>
            <a:r>
              <a:rPr spc="-55" dirty="0"/>
              <a:t> </a:t>
            </a:r>
            <a:r>
              <a:rPr spc="100" dirty="0"/>
              <a:t>first</a:t>
            </a:r>
            <a:r>
              <a:rPr spc="-60" dirty="0"/>
              <a:t> </a:t>
            </a:r>
            <a:r>
              <a:rPr spc="-20" dirty="0"/>
              <a:t>HTML</a:t>
            </a:r>
            <a:r>
              <a:rPr spc="-60" dirty="0"/>
              <a:t> </a:t>
            </a:r>
            <a:r>
              <a:rPr spc="105" dirty="0"/>
              <a:t>page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2380" y="1008877"/>
            <a:ext cx="82282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open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new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file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editor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copy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it: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6" y="1524000"/>
            <a:ext cx="3408679" cy="3938257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&lt;!DOCTYPE</a:t>
            </a:r>
            <a:r>
              <a:rPr sz="2400" spc="-114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spc="-10" dirty="0">
                <a:solidFill>
                  <a:srgbClr val="1B4587"/>
                </a:solidFill>
                <a:latin typeface="+mj-lt"/>
                <a:cs typeface="Courier New"/>
              </a:rPr>
              <a:t>html&gt;</a:t>
            </a:r>
            <a:endParaRPr sz="2400" dirty="0">
              <a:latin typeface="+mj-lt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2400" spc="-10" dirty="0">
                <a:solidFill>
                  <a:srgbClr val="1B4587"/>
                </a:solidFill>
                <a:latin typeface="+mj-lt"/>
                <a:cs typeface="Courier New"/>
              </a:rPr>
              <a:t>&lt;html&gt;</a:t>
            </a:r>
            <a:endParaRPr sz="2400" dirty="0">
              <a:latin typeface="+mj-lt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2400" spc="-10" dirty="0">
                <a:solidFill>
                  <a:srgbClr val="1B4587"/>
                </a:solidFill>
                <a:latin typeface="+mj-lt"/>
                <a:cs typeface="Courier New"/>
              </a:rPr>
              <a:t>&lt;head&gt;</a:t>
            </a:r>
            <a:endParaRPr sz="2400" dirty="0">
              <a:latin typeface="+mj-lt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209"/>
              </a:spcBef>
            </a:pP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&lt;title&gt;Title</a:t>
            </a:r>
            <a:r>
              <a:rPr sz="2400" spc="-65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of</a:t>
            </a:r>
            <a:r>
              <a:rPr sz="2400" spc="-65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the</a:t>
            </a:r>
            <a:r>
              <a:rPr sz="2400" spc="-65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page</a:t>
            </a:r>
            <a:r>
              <a:rPr sz="2400" spc="-65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spc="-10" dirty="0">
                <a:solidFill>
                  <a:srgbClr val="1B4587"/>
                </a:solidFill>
                <a:latin typeface="+mj-lt"/>
                <a:cs typeface="Courier New"/>
              </a:rPr>
              <a:t>&lt;/title&gt;</a:t>
            </a:r>
            <a:endParaRPr sz="2400" dirty="0">
              <a:latin typeface="+mj-lt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2400" spc="-10" dirty="0">
                <a:solidFill>
                  <a:srgbClr val="1B4587"/>
                </a:solidFill>
                <a:latin typeface="+mj-lt"/>
                <a:cs typeface="Courier New"/>
              </a:rPr>
              <a:t>&lt;/head&gt;</a:t>
            </a:r>
            <a:endParaRPr sz="2400" dirty="0">
              <a:latin typeface="+mj-lt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2400" spc="-10" dirty="0">
                <a:solidFill>
                  <a:srgbClr val="1B4587"/>
                </a:solidFill>
                <a:latin typeface="+mj-lt"/>
                <a:cs typeface="Courier New"/>
              </a:rPr>
              <a:t>&lt;body&gt;</a:t>
            </a:r>
            <a:endParaRPr sz="2400" dirty="0">
              <a:latin typeface="+mj-lt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209"/>
              </a:spcBef>
            </a:pP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The</a:t>
            </a:r>
            <a:r>
              <a:rPr sz="2400" spc="-60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page</a:t>
            </a:r>
            <a:r>
              <a:rPr sz="2400" spc="-55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content</a:t>
            </a:r>
            <a:r>
              <a:rPr sz="2400" spc="-60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spc="-10" dirty="0">
                <a:solidFill>
                  <a:srgbClr val="1B4587"/>
                </a:solidFill>
                <a:latin typeface="+mj-lt"/>
                <a:cs typeface="Courier New"/>
              </a:rPr>
              <a:t>here.</a:t>
            </a:r>
            <a:endParaRPr sz="2400" dirty="0">
              <a:latin typeface="+mj-lt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2400" spc="-10" dirty="0">
                <a:solidFill>
                  <a:srgbClr val="1B4587"/>
                </a:solidFill>
                <a:latin typeface="+mj-lt"/>
                <a:cs typeface="Courier New"/>
              </a:rPr>
              <a:t>&lt;/body&gt;</a:t>
            </a:r>
            <a:endParaRPr sz="2400" dirty="0">
              <a:latin typeface="+mj-lt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2400" spc="-10" dirty="0">
                <a:solidFill>
                  <a:srgbClr val="1B4587"/>
                </a:solidFill>
                <a:latin typeface="+mj-lt"/>
                <a:cs typeface="Courier New"/>
              </a:rPr>
              <a:t>&lt;/html&gt;</a:t>
            </a:r>
            <a:endParaRPr sz="2400" dirty="0">
              <a:latin typeface="+mj-lt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52" y="5867400"/>
            <a:ext cx="860804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save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document</a:t>
            </a:r>
            <a:r>
              <a:rPr sz="24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35" dirty="0">
                <a:solidFill>
                  <a:srgbClr val="5E686C"/>
                </a:solidFill>
                <a:latin typeface="+mj-lt"/>
                <a:cs typeface="Tahoma"/>
              </a:rPr>
              <a:t>as</a:t>
            </a:r>
            <a:r>
              <a:rPr sz="24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myfirstpage.html</a:t>
            </a:r>
            <a:r>
              <a:rPr sz="24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and</a:t>
            </a:r>
            <a:r>
              <a:rPr sz="24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open</a:t>
            </a:r>
            <a:r>
              <a:rPr sz="2400" spc="-19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55" dirty="0">
                <a:solidFill>
                  <a:srgbClr val="5E686C"/>
                </a:solidFill>
                <a:latin typeface="+mj-lt"/>
                <a:cs typeface="Tahoma"/>
              </a:rPr>
              <a:t>it</a:t>
            </a:r>
            <a:r>
              <a:rPr sz="24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with</a:t>
            </a:r>
            <a:r>
              <a:rPr sz="24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45" dirty="0">
                <a:solidFill>
                  <a:srgbClr val="5E686C"/>
                </a:solidFill>
                <a:latin typeface="+mj-lt"/>
                <a:cs typeface="Tahoma"/>
              </a:rPr>
              <a:t>a</a:t>
            </a:r>
            <a:r>
              <a:rPr sz="24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browser.</a:t>
            </a:r>
            <a:endParaRPr sz="2400" dirty="0">
              <a:latin typeface="+mj-l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13776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01172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Anatomy</a:t>
            </a:r>
            <a:r>
              <a:rPr spc="-85" dirty="0"/>
              <a:t> </a:t>
            </a:r>
            <a:r>
              <a:rPr spc="130" dirty="0"/>
              <a:t>of</a:t>
            </a:r>
            <a:r>
              <a:rPr spc="-80" dirty="0"/>
              <a:t> </a:t>
            </a:r>
            <a:r>
              <a:rPr spc="114" dirty="0"/>
              <a:t>an</a:t>
            </a:r>
            <a:r>
              <a:rPr spc="-80" dirty="0"/>
              <a:t> </a:t>
            </a:r>
            <a:r>
              <a:rPr spc="-20" dirty="0"/>
              <a:t>HTML</a:t>
            </a:r>
            <a:r>
              <a:rPr spc="-80" dirty="0"/>
              <a:t> </a:t>
            </a:r>
            <a:r>
              <a:rPr spc="140" dirty="0"/>
              <a:t>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6" y="1621807"/>
            <a:ext cx="8149674" cy="3036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smtClean="0">
                <a:solidFill>
                  <a:srgbClr val="5E686C"/>
                </a:solidFill>
                <a:latin typeface="+mj-lt"/>
                <a:cs typeface="Tahoma"/>
              </a:rPr>
              <a:t>1. </a:t>
            </a:r>
            <a:r>
              <a:rPr sz="2400" b="1" dirty="0" smtClean="0">
                <a:solidFill>
                  <a:srgbClr val="5E686C"/>
                </a:solidFill>
                <a:latin typeface="+mj-lt"/>
                <a:cs typeface="Tahoma"/>
              </a:rPr>
              <a:t>Container</a:t>
            </a:r>
            <a:r>
              <a:rPr sz="2400" b="1" spc="80" dirty="0" smtClean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b="1" spc="-10" dirty="0">
                <a:solidFill>
                  <a:srgbClr val="5E686C"/>
                </a:solidFill>
                <a:latin typeface="+mj-lt"/>
                <a:cs typeface="Tahoma"/>
              </a:rPr>
              <a:t>Element</a:t>
            </a:r>
            <a:endParaRPr sz="2400" b="1" dirty="0">
              <a:latin typeface="+mj-lt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89"/>
              </a:spcBef>
              <a:buChar char="-"/>
              <a:tabLst>
                <a:tab pos="469265" algn="l"/>
              </a:tabLst>
            </a:pPr>
            <a:r>
              <a:rPr sz="2400" spc="70" dirty="0">
                <a:solidFill>
                  <a:srgbClr val="5E686C"/>
                </a:solidFill>
                <a:latin typeface="+mj-lt"/>
                <a:cs typeface="Tahoma"/>
              </a:rPr>
              <a:t>An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element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that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can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contain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other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elements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or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content</a:t>
            </a:r>
            <a:endParaRPr sz="2400" dirty="0">
              <a:latin typeface="+mj-lt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2400" spc="135" dirty="0">
                <a:solidFill>
                  <a:srgbClr val="5E686C"/>
                </a:solidFill>
                <a:latin typeface="+mj-lt"/>
                <a:cs typeface="Tahoma"/>
              </a:rPr>
              <a:t>A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paragraph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85" dirty="0">
                <a:solidFill>
                  <a:srgbClr val="5E686C"/>
                </a:solidFill>
                <a:latin typeface="+mj-lt"/>
                <a:cs typeface="Tahoma"/>
              </a:rPr>
              <a:t>(</a:t>
            </a:r>
            <a:r>
              <a:rPr sz="2400" spc="-85" dirty="0">
                <a:solidFill>
                  <a:srgbClr val="F45E61"/>
                </a:solidFill>
                <a:latin typeface="+mj-lt"/>
                <a:cs typeface="Tahoma"/>
              </a:rPr>
              <a:t>&lt;p&gt;</a:t>
            </a:r>
            <a:r>
              <a:rPr sz="2400" spc="-85" dirty="0">
                <a:solidFill>
                  <a:srgbClr val="5E686C"/>
                </a:solidFill>
                <a:latin typeface="+mj-lt"/>
                <a:cs typeface="Tahoma"/>
              </a:rPr>
              <a:t>content</a:t>
            </a:r>
            <a:r>
              <a:rPr sz="2400" spc="-85" dirty="0">
                <a:solidFill>
                  <a:srgbClr val="F45E61"/>
                </a:solidFill>
                <a:latin typeface="+mj-lt"/>
                <a:cs typeface="Tahoma"/>
              </a:rPr>
              <a:t>&lt;/p&gt;</a:t>
            </a:r>
            <a:r>
              <a:rPr sz="2400" spc="-85" dirty="0">
                <a:solidFill>
                  <a:srgbClr val="5E686C"/>
                </a:solidFill>
                <a:latin typeface="+mj-lt"/>
                <a:cs typeface="Tahoma"/>
              </a:rPr>
              <a:t>)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contains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0" dirty="0">
                <a:solidFill>
                  <a:srgbClr val="5E686C"/>
                </a:solidFill>
                <a:latin typeface="+mj-lt"/>
                <a:cs typeface="Tahoma"/>
              </a:rPr>
              <a:t>text</a:t>
            </a:r>
            <a:endParaRPr sz="2400" dirty="0">
              <a:latin typeface="+mj-l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lang="en-US" sz="2400" b="1" spc="-10" dirty="0" smtClean="0">
                <a:solidFill>
                  <a:srgbClr val="5E686C"/>
                </a:solidFill>
                <a:latin typeface="+mj-lt"/>
                <a:cs typeface="Tahoma"/>
              </a:rPr>
              <a:t>2. </a:t>
            </a:r>
            <a:r>
              <a:rPr sz="2400" b="1" spc="-10" dirty="0" smtClean="0">
                <a:solidFill>
                  <a:srgbClr val="5E686C"/>
                </a:solidFill>
                <a:latin typeface="+mj-lt"/>
                <a:cs typeface="Tahoma"/>
              </a:rPr>
              <a:t>Stand</a:t>
            </a:r>
            <a:r>
              <a:rPr sz="2400" b="1" spc="-130" dirty="0" smtClean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b="1" dirty="0">
                <a:solidFill>
                  <a:srgbClr val="5E686C"/>
                </a:solidFill>
                <a:latin typeface="+mj-lt"/>
                <a:cs typeface="Tahoma"/>
              </a:rPr>
              <a:t>Alone</a:t>
            </a:r>
            <a:r>
              <a:rPr sz="2400" b="1" spc="-13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b="1" spc="-10" dirty="0">
                <a:solidFill>
                  <a:srgbClr val="5E686C"/>
                </a:solidFill>
                <a:latin typeface="+mj-lt"/>
                <a:cs typeface="Tahoma"/>
              </a:rPr>
              <a:t>Element</a:t>
            </a:r>
            <a:endParaRPr sz="2400" b="1" dirty="0">
              <a:latin typeface="+mj-lt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89"/>
              </a:spcBef>
              <a:buChar char="-"/>
              <a:tabLst>
                <a:tab pos="469265" algn="l"/>
              </a:tabLst>
            </a:pPr>
            <a:r>
              <a:rPr sz="2400" spc="70" dirty="0">
                <a:solidFill>
                  <a:srgbClr val="5E686C"/>
                </a:solidFill>
                <a:latin typeface="+mj-lt"/>
                <a:cs typeface="Tahoma"/>
              </a:rPr>
              <a:t>An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element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that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cannot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contain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anything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0" dirty="0">
                <a:solidFill>
                  <a:srgbClr val="5E686C"/>
                </a:solidFill>
                <a:latin typeface="+mj-lt"/>
                <a:cs typeface="Tahoma"/>
              </a:rPr>
              <a:t>else</a:t>
            </a:r>
            <a:endParaRPr sz="2400" dirty="0">
              <a:latin typeface="+mj-lt"/>
              <a:cs typeface="Tahoma"/>
            </a:endParaRPr>
          </a:p>
          <a:p>
            <a:pPr marL="161925">
              <a:lnSpc>
                <a:spcPct val="100000"/>
              </a:lnSpc>
              <a:spcBef>
                <a:spcPts val="315"/>
              </a:spcBef>
              <a:tabLst>
                <a:tab pos="469265" algn="l"/>
              </a:tabLst>
            </a:pPr>
            <a:r>
              <a:rPr sz="2400" spc="-50" dirty="0">
                <a:solidFill>
                  <a:srgbClr val="5E686C"/>
                </a:solidFill>
                <a:latin typeface="+mj-lt"/>
                <a:cs typeface="Tahoma"/>
              </a:rPr>
              <a:t>-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	</a:t>
            </a:r>
            <a:r>
              <a:rPr sz="2400" spc="-120" dirty="0">
                <a:solidFill>
                  <a:srgbClr val="F45E61"/>
                </a:solidFill>
                <a:latin typeface="+mj-lt"/>
                <a:cs typeface="Tahoma"/>
              </a:rPr>
              <a:t>&lt;br/&gt;</a:t>
            </a:r>
            <a:r>
              <a:rPr sz="2400" spc="-120" dirty="0">
                <a:solidFill>
                  <a:srgbClr val="5E686C"/>
                </a:solidFill>
                <a:latin typeface="+mj-lt"/>
                <a:cs typeface="Tahoma"/>
              </a:rPr>
              <a:t>,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F45E61"/>
                </a:solidFill>
                <a:latin typeface="+mj-lt"/>
                <a:cs typeface="Tahoma"/>
              </a:rPr>
              <a:t>&lt;img/&gt;</a:t>
            </a:r>
            <a:endParaRPr sz="2400" dirty="0">
              <a:latin typeface="+mj-l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8216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01172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Anatomy</a:t>
            </a:r>
            <a:r>
              <a:rPr spc="-85" dirty="0"/>
              <a:t> </a:t>
            </a:r>
            <a:r>
              <a:rPr spc="130" dirty="0"/>
              <a:t>of</a:t>
            </a:r>
            <a:r>
              <a:rPr spc="-80" dirty="0"/>
              <a:t> </a:t>
            </a:r>
            <a:r>
              <a:rPr spc="114" dirty="0"/>
              <a:t>an</a:t>
            </a:r>
            <a:r>
              <a:rPr spc="-80" dirty="0"/>
              <a:t> </a:t>
            </a:r>
            <a:r>
              <a:rPr spc="-20" dirty="0"/>
              <a:t>HTML</a:t>
            </a:r>
            <a:r>
              <a:rPr spc="-80" dirty="0"/>
              <a:t> </a:t>
            </a:r>
            <a:r>
              <a:rPr spc="140" dirty="0"/>
              <a:t>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6" y="1621807"/>
            <a:ext cx="8530674" cy="40575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40" dirty="0" smtClean="0">
                <a:solidFill>
                  <a:srgbClr val="5E686C"/>
                </a:solidFill>
                <a:latin typeface="+mj-lt"/>
                <a:cs typeface="Tahoma"/>
              </a:rPr>
              <a:t>3 </a:t>
            </a:r>
            <a:r>
              <a:rPr sz="2400" b="1" spc="40" dirty="0" smtClean="0">
                <a:solidFill>
                  <a:srgbClr val="5E686C"/>
                </a:solidFill>
                <a:latin typeface="+mj-lt"/>
                <a:cs typeface="Tahoma"/>
              </a:rPr>
              <a:t>Attribute</a:t>
            </a:r>
            <a:endParaRPr sz="2400" b="1" dirty="0">
              <a:latin typeface="+mj-lt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89"/>
              </a:spcBef>
              <a:buChar char="-"/>
              <a:tabLst>
                <a:tab pos="469265" algn="l"/>
              </a:tabLst>
            </a:pP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Provides</a:t>
            </a:r>
            <a:r>
              <a:rPr sz="2400" spc="-114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additional</a:t>
            </a:r>
            <a:r>
              <a:rPr sz="2400" spc="-114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information</a:t>
            </a:r>
            <a:r>
              <a:rPr sz="2400" spc="-11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about</a:t>
            </a:r>
            <a:r>
              <a:rPr sz="2400" spc="-114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14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100" dirty="0">
                <a:solidFill>
                  <a:srgbClr val="5E686C"/>
                </a:solidFill>
                <a:latin typeface="+mj-lt"/>
                <a:cs typeface="Tahoma"/>
              </a:rPr>
              <a:t>HTML</a:t>
            </a:r>
            <a:r>
              <a:rPr sz="2400" spc="-11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element</a:t>
            </a:r>
            <a:endParaRPr sz="2400" dirty="0">
              <a:latin typeface="+mj-lt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Class,</a:t>
            </a:r>
            <a:r>
              <a:rPr sz="2400" spc="-18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65" dirty="0">
                <a:solidFill>
                  <a:srgbClr val="5E686C"/>
                </a:solidFill>
                <a:latin typeface="+mj-lt"/>
                <a:cs typeface="Tahoma"/>
              </a:rPr>
              <a:t>ID,</a:t>
            </a:r>
            <a:r>
              <a:rPr sz="24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50" dirty="0">
                <a:solidFill>
                  <a:srgbClr val="5E686C"/>
                </a:solidFill>
                <a:latin typeface="+mj-lt"/>
                <a:cs typeface="Tahoma"/>
              </a:rPr>
              <a:t>language,</a:t>
            </a:r>
            <a:r>
              <a:rPr sz="24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0" dirty="0">
                <a:solidFill>
                  <a:srgbClr val="5E686C"/>
                </a:solidFill>
                <a:latin typeface="+mj-lt"/>
                <a:cs typeface="Tahoma"/>
              </a:rPr>
              <a:t>style,</a:t>
            </a:r>
            <a:r>
              <a:rPr sz="24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identity,</a:t>
            </a:r>
            <a:r>
              <a:rPr sz="2400" spc="-18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source</a:t>
            </a:r>
            <a:endParaRPr sz="2400" dirty="0">
              <a:latin typeface="+mj-lt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Placed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inside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an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opening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60" dirty="0">
                <a:solidFill>
                  <a:srgbClr val="5E686C"/>
                </a:solidFill>
                <a:latin typeface="+mj-lt"/>
                <a:cs typeface="Tahoma"/>
              </a:rPr>
              <a:t>tag,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before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right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angle</a:t>
            </a:r>
            <a:r>
              <a:rPr sz="2400" spc="-16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bracket.</a:t>
            </a:r>
            <a:endParaRPr sz="2400" dirty="0">
              <a:latin typeface="+mj-l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lang="en-US" sz="2400" b="1" spc="-10" dirty="0" smtClean="0">
                <a:solidFill>
                  <a:srgbClr val="5E686C"/>
                </a:solidFill>
                <a:latin typeface="+mj-lt"/>
                <a:cs typeface="Tahoma"/>
              </a:rPr>
              <a:t>4. </a:t>
            </a:r>
            <a:r>
              <a:rPr sz="2400" b="1" spc="-10" dirty="0" smtClean="0">
                <a:solidFill>
                  <a:srgbClr val="5E686C"/>
                </a:solidFill>
                <a:latin typeface="+mj-lt"/>
                <a:cs typeface="Tahoma"/>
              </a:rPr>
              <a:t>Value</a:t>
            </a:r>
            <a:endParaRPr sz="2400" b="1" dirty="0">
              <a:latin typeface="+mj-lt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90"/>
              </a:spcBef>
              <a:buChar char="-"/>
              <a:tabLst>
                <a:tab pos="469265" algn="l"/>
              </a:tabLst>
            </a:pP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Value</a:t>
            </a:r>
            <a:r>
              <a:rPr sz="24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is</a:t>
            </a:r>
            <a:r>
              <a:rPr sz="24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the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value</a:t>
            </a:r>
            <a:r>
              <a:rPr sz="24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5E686C"/>
                </a:solidFill>
                <a:latin typeface="+mj-lt"/>
                <a:cs typeface="Tahoma"/>
              </a:rPr>
              <a:t>assigned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to</a:t>
            </a:r>
            <a:r>
              <a:rPr sz="24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45" dirty="0">
                <a:solidFill>
                  <a:srgbClr val="5E686C"/>
                </a:solidFill>
                <a:latin typeface="+mj-lt"/>
                <a:cs typeface="Tahoma"/>
              </a:rPr>
              <a:t>a</a:t>
            </a:r>
            <a:r>
              <a:rPr sz="2400" spc="-17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given</a:t>
            </a:r>
            <a:r>
              <a:rPr sz="2400" spc="-17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attribute.</a:t>
            </a:r>
            <a:endParaRPr sz="2400" dirty="0">
              <a:latin typeface="+mj-lt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Values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must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be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contained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inside</a:t>
            </a:r>
            <a:r>
              <a:rPr sz="2400" spc="-160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dirty="0">
                <a:solidFill>
                  <a:srgbClr val="5E686C"/>
                </a:solidFill>
                <a:latin typeface="+mj-lt"/>
                <a:cs typeface="Tahoma"/>
              </a:rPr>
              <a:t>quotation</a:t>
            </a:r>
            <a:r>
              <a:rPr sz="2400" spc="-155" dirty="0">
                <a:solidFill>
                  <a:srgbClr val="5E686C"/>
                </a:solidFill>
                <a:latin typeface="+mj-lt"/>
                <a:cs typeface="Tahoma"/>
              </a:rPr>
              <a:t> </a:t>
            </a:r>
            <a:r>
              <a:rPr sz="2400" spc="-10" dirty="0">
                <a:solidFill>
                  <a:srgbClr val="5E686C"/>
                </a:solidFill>
                <a:latin typeface="+mj-lt"/>
                <a:cs typeface="Tahoma"/>
              </a:rPr>
              <a:t>marks.</a:t>
            </a:r>
            <a:endParaRPr sz="2400" dirty="0">
              <a:latin typeface="+mj-lt"/>
              <a:cs typeface="Tahoma"/>
            </a:endParaRPr>
          </a:p>
          <a:p>
            <a:pPr marL="2750185">
              <a:lnSpc>
                <a:spcPct val="100000"/>
              </a:lnSpc>
              <a:spcBef>
                <a:spcPts val="1889"/>
              </a:spcBef>
            </a:pPr>
            <a:r>
              <a:rPr sz="2400" spc="-90" dirty="0">
                <a:solidFill>
                  <a:srgbClr val="F45E61"/>
                </a:solidFill>
                <a:latin typeface="+mj-lt"/>
                <a:cs typeface="Tahoma"/>
              </a:rPr>
              <a:t>&lt;img</a:t>
            </a:r>
            <a:r>
              <a:rPr sz="2400" spc="-135" dirty="0">
                <a:solidFill>
                  <a:srgbClr val="F45E61"/>
                </a:solidFill>
                <a:latin typeface="+mj-lt"/>
                <a:cs typeface="Tahoma"/>
              </a:rPr>
              <a:t> </a:t>
            </a:r>
            <a:r>
              <a:rPr sz="2400" spc="-45" dirty="0">
                <a:solidFill>
                  <a:srgbClr val="37761C"/>
                </a:solidFill>
                <a:latin typeface="+mj-lt"/>
                <a:cs typeface="Tahoma"/>
              </a:rPr>
              <a:t>src=</a:t>
            </a:r>
            <a:r>
              <a:rPr sz="2400" spc="-45" dirty="0">
                <a:solidFill>
                  <a:srgbClr val="134F5C"/>
                </a:solidFill>
                <a:latin typeface="+mj-lt"/>
                <a:cs typeface="Tahoma"/>
              </a:rPr>
              <a:t>"my_picture.jpg"</a:t>
            </a:r>
            <a:r>
              <a:rPr sz="2400" spc="-130" dirty="0">
                <a:solidFill>
                  <a:srgbClr val="134F5C"/>
                </a:solidFill>
                <a:latin typeface="+mj-lt"/>
                <a:cs typeface="Tahoma"/>
              </a:rPr>
              <a:t> </a:t>
            </a:r>
            <a:r>
              <a:rPr sz="2400" spc="-25" dirty="0">
                <a:solidFill>
                  <a:srgbClr val="F45E61"/>
                </a:solidFill>
                <a:latin typeface="+mj-lt"/>
                <a:cs typeface="Tahoma"/>
              </a:rPr>
              <a:t>/&gt;</a:t>
            </a:r>
            <a:endParaRPr sz="2400" dirty="0">
              <a:latin typeface="+mj-l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075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CONTAINER </a:t>
            </a:r>
            <a:r>
              <a:rPr lang="en-US" dirty="0" smtClean="0"/>
              <a:t>ELEMENTS</a:t>
            </a:r>
            <a:endParaRPr lang="en-US" dirty="0"/>
          </a:p>
        </p:txBody>
      </p:sp>
      <p:pic>
        <p:nvPicPr>
          <p:cNvPr id="20971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447800"/>
            <a:ext cx="8534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CONTAINER </a:t>
            </a:r>
            <a:r>
              <a:rPr lang="en-US" dirty="0" smtClean="0"/>
              <a:t>ELEMENTS</a:t>
            </a:r>
            <a:endParaRPr lang="en-US" dirty="0"/>
          </a:p>
        </p:txBody>
      </p:sp>
      <p:pic>
        <p:nvPicPr>
          <p:cNvPr id="2097159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00200"/>
            <a:ext cx="8610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CONTAINER </a:t>
            </a:r>
            <a:r>
              <a:rPr lang="en-US" dirty="0" smtClean="0"/>
              <a:t>ELEMENTS</a:t>
            </a:r>
            <a:endParaRPr lang="en-US" dirty="0"/>
          </a:p>
        </p:txBody>
      </p:sp>
      <p:pic>
        <p:nvPicPr>
          <p:cNvPr id="209716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524000"/>
            <a:ext cx="83058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HTML </a:t>
            </a:r>
            <a:r>
              <a:rPr lang="en-US" dirty="0" smtClean="0"/>
              <a:t>Empty(Non-Container Elements)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48619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 These are standalone text which do not contain text. Or any other tag element such as &lt;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br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/&gt; &lt;hr/&gt;</a:t>
            </a:r>
          </a:p>
        </p:txBody>
      </p:sp>
      <p:pic>
        <p:nvPicPr>
          <p:cNvPr id="209716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590800"/>
            <a:ext cx="66294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The </a:t>
            </a:r>
            <a:r>
              <a:rPr lang="en-US" sz="2400" dirty="0" err="1">
                <a:latin typeface="+mj-lt"/>
              </a:rPr>
              <a:t>lang</a:t>
            </a:r>
            <a:r>
              <a:rPr lang="en-US" sz="2400" dirty="0">
                <a:latin typeface="+mj-lt"/>
              </a:rPr>
              <a:t> attribute of the &lt;html&gt; tag declares </a:t>
            </a:r>
            <a:r>
              <a:rPr lang="en-US" sz="2400" dirty="0" smtClean="0">
                <a:latin typeface="+mj-lt"/>
              </a:rPr>
              <a:t>the language </a:t>
            </a:r>
            <a:r>
              <a:rPr lang="en-US" sz="2400" dirty="0">
                <a:latin typeface="+mj-lt"/>
              </a:rPr>
              <a:t>of the Web </a:t>
            </a:r>
            <a:r>
              <a:rPr lang="en-US" sz="2400" dirty="0" smtClean="0">
                <a:latin typeface="+mj-lt"/>
              </a:rPr>
              <a:t>page</a:t>
            </a:r>
          </a:p>
          <a:p>
            <a:pPr marL="342900" indent="-342900" algn="just">
              <a:buFont typeface="Wingdings" pitchFamily="2" charset="2"/>
              <a:buChar char="§"/>
            </a:pPr>
            <a:endParaRPr lang="en-US" sz="2400" dirty="0" smtClean="0">
              <a:latin typeface="+mj-lt"/>
            </a:endParaRP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The title attribute defines some extra information about an </a:t>
            </a:r>
            <a:r>
              <a:rPr lang="en-US" sz="2400" dirty="0" smtClean="0">
                <a:latin typeface="+mj-lt"/>
              </a:rPr>
              <a:t>element</a:t>
            </a:r>
          </a:p>
          <a:p>
            <a:pPr marL="342900" indent="-342900" algn="just">
              <a:buFont typeface="Wingdings" pitchFamily="2" charset="2"/>
              <a:buChar char="§"/>
            </a:pPr>
            <a:endParaRPr lang="en-US" sz="2400" dirty="0" smtClean="0">
              <a:latin typeface="+mj-lt"/>
            </a:endParaRP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+mj-lt"/>
              </a:rPr>
              <a:t>The</a:t>
            </a:r>
            <a:r>
              <a:rPr lang="en-US" sz="2400" dirty="0">
                <a:latin typeface="+mj-lt"/>
              </a:rPr>
              <a:t> style attribute is used to add styles to an element, such as color, font, size, and </a:t>
            </a:r>
            <a:r>
              <a:rPr lang="en-US" sz="2400" dirty="0" smtClean="0">
                <a:latin typeface="+mj-lt"/>
              </a:rPr>
              <a:t>more</a:t>
            </a:r>
            <a:endParaRPr lang="en-US" sz="2400" dirty="0">
              <a:latin typeface="+mj-lt"/>
            </a:endParaRPr>
          </a:p>
          <a:p>
            <a:pPr marL="342900" indent="-342900" algn="just">
              <a:buFont typeface="Wingdings" pitchFamily="2" charset="2"/>
              <a:buChar char="§"/>
            </a:pPr>
            <a:endParaRPr lang="en-US" sz="2400" dirty="0" smtClean="0">
              <a:latin typeface="+mj-lt"/>
            </a:endParaRP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+mj-lt"/>
              </a:rPr>
              <a:t>The</a:t>
            </a:r>
            <a:r>
              <a:rPr lang="en-US" sz="2400" dirty="0">
                <a:latin typeface="+mj-lt"/>
              </a:rPr>
              <a:t> </a:t>
            </a:r>
            <a:r>
              <a:rPr lang="en-US" sz="2400" dirty="0" err="1">
                <a:latin typeface="+mj-lt"/>
              </a:rPr>
              <a:t>href</a:t>
            </a:r>
            <a:r>
              <a:rPr lang="en-US" sz="2400" dirty="0">
                <a:latin typeface="+mj-lt"/>
              </a:rPr>
              <a:t> attribute </a:t>
            </a:r>
            <a:r>
              <a:rPr lang="en-US" sz="2400" dirty="0" smtClean="0">
                <a:latin typeface="+mj-lt"/>
              </a:rPr>
              <a:t>of &lt;a&gt; specifies </a:t>
            </a:r>
            <a:r>
              <a:rPr lang="en-US" sz="2400" dirty="0">
                <a:latin typeface="+mj-lt"/>
              </a:rPr>
              <a:t>the URL of the page the link goes </a:t>
            </a:r>
            <a:r>
              <a:rPr lang="en-US" sz="2400" dirty="0" smtClean="0">
                <a:latin typeface="+mj-lt"/>
              </a:rPr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789334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+mj-lt"/>
              </a:rPr>
              <a:t>The</a:t>
            </a:r>
            <a:r>
              <a:rPr lang="en-US" sz="2400" dirty="0">
                <a:latin typeface="+mj-lt"/>
              </a:rPr>
              <a:t> </a:t>
            </a:r>
            <a:r>
              <a:rPr lang="en-US" sz="2400" dirty="0" err="1">
                <a:latin typeface="+mj-lt"/>
              </a:rPr>
              <a:t>src</a:t>
            </a:r>
            <a:r>
              <a:rPr lang="en-US" sz="2400" dirty="0">
                <a:latin typeface="+mj-lt"/>
              </a:rPr>
              <a:t> attribute of &lt;</a:t>
            </a:r>
            <a:r>
              <a:rPr lang="en-US" sz="2400" dirty="0" err="1">
                <a:latin typeface="+mj-lt"/>
              </a:rPr>
              <a:t>img</a:t>
            </a:r>
            <a:r>
              <a:rPr lang="en-US" sz="2400" dirty="0">
                <a:latin typeface="+mj-lt"/>
              </a:rPr>
              <a:t>&gt; specifies the path to the image to be </a:t>
            </a:r>
            <a:r>
              <a:rPr lang="en-US" sz="2400" dirty="0" smtClean="0">
                <a:latin typeface="+mj-lt"/>
              </a:rPr>
              <a:t>displayed</a:t>
            </a:r>
          </a:p>
          <a:p>
            <a:pPr marL="342900" indent="-342900" algn="just">
              <a:buFont typeface="Wingdings" pitchFamily="2" charset="2"/>
              <a:buChar char="§"/>
            </a:pPr>
            <a:endParaRPr lang="en-US" sz="2400" dirty="0" smtClean="0">
              <a:latin typeface="+mj-lt"/>
            </a:endParaRP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+mj-lt"/>
              </a:rPr>
              <a:t>The</a:t>
            </a:r>
            <a:r>
              <a:rPr lang="en-US" sz="2400" dirty="0">
                <a:latin typeface="+mj-lt"/>
              </a:rPr>
              <a:t> width and height attributes of &lt;</a:t>
            </a:r>
            <a:r>
              <a:rPr lang="en-US" sz="2400" dirty="0" err="1">
                <a:latin typeface="+mj-lt"/>
              </a:rPr>
              <a:t>img</a:t>
            </a:r>
            <a:r>
              <a:rPr lang="en-US" sz="2400" dirty="0">
                <a:latin typeface="+mj-lt"/>
              </a:rPr>
              <a:t>&gt; provide size information for </a:t>
            </a:r>
            <a:r>
              <a:rPr lang="en-US" sz="2400" dirty="0" smtClean="0">
                <a:latin typeface="+mj-lt"/>
              </a:rPr>
              <a:t>images</a:t>
            </a:r>
          </a:p>
          <a:p>
            <a:pPr marL="342900" indent="-342900" algn="just">
              <a:buFont typeface="Wingdings" pitchFamily="2" charset="2"/>
              <a:buChar char="§"/>
            </a:pPr>
            <a:endParaRPr lang="en-US" sz="2400" dirty="0" smtClean="0">
              <a:latin typeface="+mj-lt"/>
            </a:endParaRP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+mj-lt"/>
              </a:rPr>
              <a:t>The</a:t>
            </a:r>
            <a:r>
              <a:rPr lang="en-US" sz="2400" dirty="0">
                <a:latin typeface="+mj-lt"/>
              </a:rPr>
              <a:t> alt attribute of &lt;</a:t>
            </a:r>
            <a:r>
              <a:rPr lang="en-US" sz="2400" dirty="0" err="1">
                <a:latin typeface="+mj-lt"/>
              </a:rPr>
              <a:t>img</a:t>
            </a:r>
            <a:r>
              <a:rPr lang="en-US" sz="2400" dirty="0">
                <a:latin typeface="+mj-lt"/>
              </a:rPr>
              <a:t>&gt; provides an alternate text for an </a:t>
            </a:r>
            <a:r>
              <a:rPr lang="en-US" sz="2400" dirty="0" smtClean="0">
                <a:latin typeface="+mj-lt"/>
              </a:rPr>
              <a:t>image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45752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A527BF-5D95-41A2-B146-E54580B7D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Lang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4D7B8B-7701-42EB-B960-85293D08A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26" y="1621807"/>
            <a:ext cx="7694295" cy="1477328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GB" sz="2400" dirty="0" smtClean="0">
                <a:latin typeface="+mj-lt"/>
              </a:rPr>
              <a:t>It is </a:t>
            </a:r>
            <a:r>
              <a:rPr lang="en-GB" sz="2400" dirty="0">
                <a:latin typeface="+mj-lt"/>
              </a:rPr>
              <a:t>used inside the html tag to declare language of web </a:t>
            </a:r>
            <a:r>
              <a:rPr lang="en-GB" sz="2400" dirty="0" smtClean="0">
                <a:latin typeface="+mj-lt"/>
              </a:rPr>
              <a:t>page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sz="2400" dirty="0" smtClean="0">
                <a:latin typeface="+mj-lt"/>
              </a:rPr>
              <a:t>It is </a:t>
            </a:r>
            <a:r>
              <a:rPr lang="en-GB" sz="2400" dirty="0">
                <a:latin typeface="+mj-lt"/>
              </a:rPr>
              <a:t>meant to assist search engines and browsers</a:t>
            </a:r>
          </a:p>
          <a:p>
            <a:pPr marL="0" indent="0">
              <a:buNone/>
            </a:pPr>
            <a:endParaRPr lang="en-GB" sz="24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C3FF9DD-48BB-42B8-85CE-027A6CB1F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48" y="3048000"/>
            <a:ext cx="2438400" cy="27636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5D4BCD2-3C34-4345-BBD0-024B9CAF67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801"/>
          <a:stretch/>
        </p:blipFill>
        <p:spPr>
          <a:xfrm>
            <a:off x="3810000" y="3231429"/>
            <a:ext cx="2590800" cy="239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0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533400"/>
          </a:xfrm>
        </p:spPr>
        <p:txBody>
          <a:bodyPr>
            <a:normAutofit/>
          </a:bodyPr>
          <a:lstStyle/>
          <a:p>
            <a:r>
              <a:rPr lang="en-US" dirty="0"/>
              <a:t>STYLE ATTRIBUTE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BDA0D7BA-0BC1-41F7-B2D5-D74F85BB7A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3061" t="76316"/>
          <a:stretch/>
        </p:blipFill>
        <p:spPr bwMode="auto">
          <a:xfrm>
            <a:off x="853439" y="1828801"/>
            <a:ext cx="6004561" cy="526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>
            <a:extLst>
              <a:ext uri="{FF2B5EF4-FFF2-40B4-BE49-F238E27FC236}">
                <a16:creationId xmlns="" xmlns:a16="http://schemas.microsoft.com/office/drawing/2014/main" id="{99434758-095E-4F08-BAE1-35C9D7770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60504"/>
          <a:stretch>
            <a:fillRect/>
          </a:stretch>
        </p:blipFill>
        <p:spPr bwMode="auto">
          <a:xfrm>
            <a:off x="701040" y="3124200"/>
            <a:ext cx="5394960" cy="723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6" y="597492"/>
            <a:ext cx="80473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Links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84726" y="1621807"/>
            <a:ext cx="8378274" cy="25904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spc="100" dirty="0">
                <a:latin typeface="+mj-lt"/>
              </a:rPr>
              <a:t>HTML</a:t>
            </a:r>
            <a:r>
              <a:rPr sz="2400" spc="-165" dirty="0">
                <a:latin typeface="+mj-lt"/>
              </a:rPr>
              <a:t> </a:t>
            </a:r>
            <a:r>
              <a:rPr sz="2400" dirty="0">
                <a:latin typeface="+mj-lt"/>
              </a:rPr>
              <a:t>links</a:t>
            </a:r>
            <a:r>
              <a:rPr sz="2400" spc="-160" dirty="0">
                <a:latin typeface="+mj-lt"/>
              </a:rPr>
              <a:t> </a:t>
            </a:r>
            <a:r>
              <a:rPr sz="2400" dirty="0">
                <a:latin typeface="+mj-lt"/>
              </a:rPr>
              <a:t>are</a:t>
            </a:r>
            <a:r>
              <a:rPr sz="2400" spc="-165" dirty="0">
                <a:latin typeface="+mj-lt"/>
              </a:rPr>
              <a:t> </a:t>
            </a:r>
            <a:r>
              <a:rPr sz="2400" dirty="0">
                <a:latin typeface="+mj-lt"/>
              </a:rPr>
              <a:t>defined</a:t>
            </a:r>
            <a:r>
              <a:rPr sz="2400" spc="-160" dirty="0">
                <a:latin typeface="+mj-lt"/>
              </a:rPr>
              <a:t> </a:t>
            </a:r>
            <a:r>
              <a:rPr sz="2400" dirty="0">
                <a:latin typeface="+mj-lt"/>
              </a:rPr>
              <a:t>with</a:t>
            </a:r>
            <a:r>
              <a:rPr sz="2400" spc="-160" dirty="0">
                <a:latin typeface="+mj-lt"/>
              </a:rPr>
              <a:t> </a:t>
            </a:r>
            <a:r>
              <a:rPr sz="2400" dirty="0">
                <a:latin typeface="+mj-lt"/>
              </a:rPr>
              <a:t>the</a:t>
            </a:r>
            <a:r>
              <a:rPr sz="2400" spc="-160" dirty="0">
                <a:latin typeface="+mj-lt"/>
              </a:rPr>
              <a:t> </a:t>
            </a:r>
            <a:r>
              <a:rPr sz="2400" spc="-210" dirty="0">
                <a:solidFill>
                  <a:srgbClr val="F45E61"/>
                </a:solidFill>
                <a:latin typeface="+mj-lt"/>
              </a:rPr>
              <a:t>&lt;a&gt;</a:t>
            </a:r>
            <a:r>
              <a:rPr sz="2400" spc="-160" dirty="0">
                <a:solidFill>
                  <a:srgbClr val="F45E61"/>
                </a:solidFill>
                <a:latin typeface="+mj-lt"/>
              </a:rPr>
              <a:t> </a:t>
            </a:r>
            <a:r>
              <a:rPr sz="2400" spc="-25" dirty="0">
                <a:latin typeface="+mj-lt"/>
              </a:rPr>
              <a:t>tag</a:t>
            </a:r>
          </a:p>
          <a:p>
            <a:pPr marL="12700" algn="just">
              <a:lnSpc>
                <a:spcPct val="100000"/>
              </a:lnSpc>
              <a:spcBef>
                <a:spcPts val="1889"/>
              </a:spcBef>
            </a:pPr>
            <a:r>
              <a:rPr sz="2400" dirty="0">
                <a:latin typeface="+mj-lt"/>
              </a:rPr>
              <a:t>The</a:t>
            </a:r>
            <a:r>
              <a:rPr sz="2400" spc="-145" dirty="0">
                <a:latin typeface="+mj-lt"/>
              </a:rPr>
              <a:t> </a:t>
            </a:r>
            <a:r>
              <a:rPr sz="2400" dirty="0">
                <a:latin typeface="+mj-lt"/>
              </a:rPr>
              <a:t>link's</a:t>
            </a:r>
            <a:r>
              <a:rPr sz="2400" spc="-145" dirty="0">
                <a:latin typeface="+mj-lt"/>
              </a:rPr>
              <a:t> </a:t>
            </a:r>
            <a:r>
              <a:rPr sz="2400" dirty="0">
                <a:latin typeface="+mj-lt"/>
              </a:rPr>
              <a:t>destination</a:t>
            </a:r>
            <a:r>
              <a:rPr sz="2400" spc="-145" dirty="0">
                <a:latin typeface="+mj-lt"/>
              </a:rPr>
              <a:t> </a:t>
            </a:r>
            <a:r>
              <a:rPr sz="2400" dirty="0">
                <a:latin typeface="+mj-lt"/>
              </a:rPr>
              <a:t>is</a:t>
            </a:r>
            <a:r>
              <a:rPr sz="2400" spc="-140" dirty="0">
                <a:latin typeface="+mj-lt"/>
              </a:rPr>
              <a:t> </a:t>
            </a:r>
            <a:r>
              <a:rPr sz="2400" dirty="0">
                <a:latin typeface="+mj-lt"/>
              </a:rPr>
              <a:t>specified</a:t>
            </a:r>
            <a:r>
              <a:rPr sz="2400" spc="-145" dirty="0">
                <a:latin typeface="+mj-lt"/>
              </a:rPr>
              <a:t> </a:t>
            </a:r>
            <a:r>
              <a:rPr sz="2400" dirty="0">
                <a:latin typeface="+mj-lt"/>
              </a:rPr>
              <a:t>in</a:t>
            </a:r>
            <a:r>
              <a:rPr sz="2400" spc="-145" dirty="0">
                <a:latin typeface="+mj-lt"/>
              </a:rPr>
              <a:t> </a:t>
            </a:r>
            <a:r>
              <a:rPr sz="2400" dirty="0">
                <a:latin typeface="+mj-lt"/>
              </a:rPr>
              <a:t>the</a:t>
            </a:r>
            <a:r>
              <a:rPr sz="2400" spc="-135" dirty="0">
                <a:latin typeface="+mj-lt"/>
              </a:rPr>
              <a:t> </a:t>
            </a:r>
            <a:r>
              <a:rPr sz="2400" dirty="0">
                <a:solidFill>
                  <a:srgbClr val="F45E61"/>
                </a:solidFill>
                <a:latin typeface="+mj-lt"/>
              </a:rPr>
              <a:t>href</a:t>
            </a:r>
            <a:r>
              <a:rPr sz="2400" spc="-145" dirty="0">
                <a:solidFill>
                  <a:srgbClr val="F45E61"/>
                </a:solidFill>
                <a:latin typeface="+mj-lt"/>
              </a:rPr>
              <a:t> </a:t>
            </a:r>
            <a:r>
              <a:rPr sz="2400" spc="-10" dirty="0">
                <a:latin typeface="+mj-lt"/>
              </a:rPr>
              <a:t>attribute.</a:t>
            </a:r>
          </a:p>
          <a:p>
            <a:pPr marL="56515" algn="just">
              <a:lnSpc>
                <a:spcPct val="100000"/>
              </a:lnSpc>
              <a:spcBef>
                <a:spcPts val="1889"/>
              </a:spcBef>
            </a:pPr>
            <a:r>
              <a:rPr sz="2400" dirty="0">
                <a:solidFill>
                  <a:srgbClr val="F45E61"/>
                </a:solidFill>
                <a:latin typeface="+mj-lt"/>
              </a:rPr>
              <a:t>target</a:t>
            </a:r>
            <a:r>
              <a:rPr sz="2400" spc="-130" dirty="0">
                <a:solidFill>
                  <a:srgbClr val="F45E61"/>
                </a:solidFill>
                <a:latin typeface="+mj-lt"/>
              </a:rPr>
              <a:t> </a:t>
            </a:r>
            <a:r>
              <a:rPr sz="2400" dirty="0">
                <a:latin typeface="+mj-lt"/>
              </a:rPr>
              <a:t>attribute</a:t>
            </a:r>
            <a:r>
              <a:rPr sz="2400" spc="-130" dirty="0">
                <a:latin typeface="+mj-lt"/>
              </a:rPr>
              <a:t> </a:t>
            </a:r>
            <a:r>
              <a:rPr sz="2400" dirty="0">
                <a:latin typeface="+mj-lt"/>
              </a:rPr>
              <a:t>specifies</a:t>
            </a:r>
            <a:r>
              <a:rPr sz="2400" spc="-130" dirty="0">
                <a:latin typeface="+mj-lt"/>
              </a:rPr>
              <a:t> </a:t>
            </a:r>
            <a:r>
              <a:rPr sz="2400" dirty="0">
                <a:latin typeface="+mj-lt"/>
              </a:rPr>
              <a:t>where</a:t>
            </a:r>
            <a:r>
              <a:rPr sz="2400" spc="-130" dirty="0">
                <a:latin typeface="+mj-lt"/>
              </a:rPr>
              <a:t> </a:t>
            </a:r>
            <a:r>
              <a:rPr sz="2400" dirty="0">
                <a:latin typeface="+mj-lt"/>
              </a:rPr>
              <a:t>to</a:t>
            </a:r>
            <a:r>
              <a:rPr sz="2400" spc="-130" dirty="0">
                <a:latin typeface="+mj-lt"/>
              </a:rPr>
              <a:t> </a:t>
            </a:r>
            <a:r>
              <a:rPr sz="2400" dirty="0">
                <a:latin typeface="+mj-lt"/>
              </a:rPr>
              <a:t>open</a:t>
            </a:r>
            <a:r>
              <a:rPr sz="2400" spc="-130" dirty="0">
                <a:latin typeface="+mj-lt"/>
              </a:rPr>
              <a:t> </a:t>
            </a:r>
            <a:r>
              <a:rPr sz="2400" dirty="0">
                <a:latin typeface="+mj-lt"/>
              </a:rPr>
              <a:t>the</a:t>
            </a:r>
            <a:r>
              <a:rPr sz="2400" spc="-130" dirty="0">
                <a:latin typeface="+mj-lt"/>
              </a:rPr>
              <a:t> </a:t>
            </a:r>
            <a:r>
              <a:rPr sz="2400" dirty="0">
                <a:latin typeface="+mj-lt"/>
              </a:rPr>
              <a:t>linked</a:t>
            </a:r>
            <a:r>
              <a:rPr sz="2400" spc="-130" dirty="0">
                <a:latin typeface="+mj-lt"/>
              </a:rPr>
              <a:t> </a:t>
            </a:r>
            <a:r>
              <a:rPr sz="2400" spc="-55" dirty="0">
                <a:latin typeface="+mj-lt"/>
              </a:rPr>
              <a:t>document(_</a:t>
            </a:r>
            <a:r>
              <a:rPr sz="2400" spc="-55" dirty="0" err="1">
                <a:latin typeface="+mj-lt"/>
              </a:rPr>
              <a:t>self,_blank</a:t>
            </a:r>
            <a:r>
              <a:rPr sz="2400" spc="-55" dirty="0" smtClean="0">
                <a:latin typeface="+mj-lt"/>
              </a:rPr>
              <a:t>,...)</a:t>
            </a:r>
            <a:r>
              <a:rPr lang="en-US" sz="2400" spc="-55" dirty="0" smtClean="0">
                <a:latin typeface="+mj-lt"/>
              </a:rPr>
              <a:t>24</a:t>
            </a:r>
          </a:p>
          <a:p>
            <a:pPr marL="56515">
              <a:lnSpc>
                <a:spcPct val="100000"/>
              </a:lnSpc>
              <a:spcBef>
                <a:spcPts val="1889"/>
              </a:spcBef>
            </a:pPr>
            <a:endParaRPr sz="2400" spc="-55" dirty="0">
              <a:latin typeface="+mj-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6" y="4102373"/>
            <a:ext cx="814967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&lt;a</a:t>
            </a:r>
            <a:r>
              <a:rPr sz="20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1B4587"/>
                </a:solidFill>
                <a:latin typeface="Courier New"/>
                <a:cs typeface="Courier New"/>
              </a:rPr>
              <a:t>href="</a:t>
            </a:r>
            <a:r>
              <a:rPr sz="2000" u="sng" spc="-10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Courier New"/>
                <a:cs typeface="Courier New"/>
                <a:hlinkClick r:id="rId2"/>
              </a:rPr>
              <a:t>http://www.google.com</a:t>
            </a:r>
            <a:r>
              <a:rPr sz="2000" spc="-10" dirty="0">
                <a:solidFill>
                  <a:srgbClr val="1B4587"/>
                </a:solidFill>
                <a:latin typeface="Courier New"/>
                <a:cs typeface="Courier New"/>
              </a:rPr>
              <a:t>"</a:t>
            </a:r>
            <a:r>
              <a:rPr sz="20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1B4587"/>
                </a:solidFill>
                <a:latin typeface="Courier New"/>
                <a:cs typeface="Courier New"/>
              </a:rPr>
              <a:t>target="_blank"&gt;This</a:t>
            </a:r>
            <a:r>
              <a:rPr sz="2000" spc="-3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is</a:t>
            </a:r>
            <a:r>
              <a:rPr sz="20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a</a:t>
            </a:r>
            <a:r>
              <a:rPr sz="20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link</a:t>
            </a:r>
            <a:r>
              <a:rPr sz="2000" spc="-3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to</a:t>
            </a:r>
            <a:r>
              <a:rPr sz="20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1B4587"/>
                </a:solidFill>
                <a:latin typeface="Courier New"/>
                <a:cs typeface="Courier New"/>
              </a:rPr>
              <a:t>Google!&lt;/a&gt;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6406" y="5330207"/>
            <a:ext cx="23114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This</a:t>
            </a:r>
            <a:r>
              <a:rPr sz="1800" u="heavy" spc="-170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800" u="heavy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is</a:t>
            </a:r>
            <a:r>
              <a:rPr sz="1800" u="heavy" spc="-165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800" u="heavy" spc="-45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a</a:t>
            </a:r>
            <a:r>
              <a:rPr sz="1800" u="heavy" spc="-170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800" u="heavy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link</a:t>
            </a:r>
            <a:r>
              <a:rPr sz="1800" u="heavy" spc="-165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800" u="heavy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to</a:t>
            </a:r>
            <a:r>
              <a:rPr sz="1800" u="heavy" spc="-165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800" u="heavy" spc="-10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Google!</a:t>
            </a:r>
            <a:endParaRPr sz="1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75871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HREF ATTRIBUTE</a:t>
            </a:r>
          </a:p>
        </p:txBody>
      </p:sp>
      <p:sp>
        <p:nvSpPr>
          <p:cNvPr id="1048638" name="Content Placeholder 7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href</a:t>
            </a:r>
            <a:r>
              <a:rPr lang="en-US" dirty="0"/>
              <a:t> attribute specifies the URL of the page the link goes to:</a:t>
            </a:r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6772CED-BD55-4E00-AE52-147FEA426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2819400"/>
            <a:ext cx="8915400" cy="895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B565829-78C5-479D-9D07-6A30DF75E6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703"/>
          <a:stretch/>
        </p:blipFill>
        <p:spPr>
          <a:xfrm>
            <a:off x="152400" y="1117600"/>
            <a:ext cx="8572500" cy="299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F2BA99D-5068-4D79-9A84-F4355AF42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343400"/>
            <a:ext cx="8305800" cy="6858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dirty="0" smtClean="0"/>
              <a:t>TARGET ATTRIBUTE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158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65" dirty="0"/>
              <a:t>Relative</a:t>
            </a:r>
            <a:r>
              <a:rPr sz="3000" spc="-50" dirty="0"/>
              <a:t> </a:t>
            </a:r>
            <a:r>
              <a:rPr sz="3000" spc="100" dirty="0"/>
              <a:t>vs.</a:t>
            </a:r>
            <a:r>
              <a:rPr sz="3000" spc="-45" dirty="0"/>
              <a:t> </a:t>
            </a:r>
            <a:r>
              <a:rPr sz="3000" spc="95" dirty="0"/>
              <a:t>Absolute</a:t>
            </a:r>
            <a:r>
              <a:rPr sz="3000" spc="-45" dirty="0"/>
              <a:t> </a:t>
            </a:r>
            <a:r>
              <a:rPr sz="3000" spc="125" dirty="0"/>
              <a:t>paths</a:t>
            </a:r>
            <a:r>
              <a:rPr sz="3000" spc="-50" dirty="0"/>
              <a:t> </a:t>
            </a:r>
            <a:r>
              <a:rPr sz="3000" spc="100" dirty="0"/>
              <a:t>for</a:t>
            </a:r>
            <a:r>
              <a:rPr sz="3000" spc="-45" dirty="0"/>
              <a:t> </a:t>
            </a:r>
            <a:r>
              <a:rPr sz="3000" spc="135" dirty="0"/>
              <a:t>links</a:t>
            </a:r>
            <a:r>
              <a:rPr sz="3000" spc="-45" dirty="0"/>
              <a:t> </a:t>
            </a:r>
            <a:r>
              <a:rPr sz="3000" spc="175" dirty="0"/>
              <a:t>&amp;</a:t>
            </a:r>
            <a:r>
              <a:rPr sz="3000" spc="-50" dirty="0"/>
              <a:t> </a:t>
            </a:r>
            <a:r>
              <a:rPr sz="3000" spc="110" dirty="0"/>
              <a:t>Images</a:t>
            </a:r>
            <a:endParaRPr sz="3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59"/>
          <a:stretch/>
        </p:blipFill>
        <p:spPr bwMode="auto">
          <a:xfrm>
            <a:off x="228600" y="1491174"/>
            <a:ext cx="8763000" cy="132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24200"/>
            <a:ext cx="87630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0296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" y="596705"/>
            <a:ext cx="8948225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4381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65" dirty="0"/>
              <a:t>Relative</a:t>
            </a:r>
            <a:r>
              <a:rPr sz="3000" spc="-50" dirty="0"/>
              <a:t> </a:t>
            </a:r>
            <a:r>
              <a:rPr sz="3000" spc="100" dirty="0"/>
              <a:t>vs.</a:t>
            </a:r>
            <a:r>
              <a:rPr sz="3000" spc="-45" dirty="0"/>
              <a:t> </a:t>
            </a:r>
            <a:r>
              <a:rPr sz="3000" spc="95" dirty="0"/>
              <a:t>Absolute</a:t>
            </a:r>
            <a:r>
              <a:rPr sz="3000" spc="-45" dirty="0"/>
              <a:t> </a:t>
            </a:r>
            <a:r>
              <a:rPr sz="3000" spc="125" dirty="0"/>
              <a:t>paths</a:t>
            </a:r>
            <a:r>
              <a:rPr sz="3000" spc="-50" dirty="0"/>
              <a:t> </a:t>
            </a:r>
            <a:r>
              <a:rPr sz="3000" spc="100" dirty="0"/>
              <a:t>for</a:t>
            </a:r>
            <a:r>
              <a:rPr sz="3000" spc="-45" dirty="0"/>
              <a:t> </a:t>
            </a:r>
            <a:r>
              <a:rPr sz="3000" spc="135" dirty="0"/>
              <a:t>links</a:t>
            </a:r>
            <a:r>
              <a:rPr sz="3000" spc="-45" dirty="0"/>
              <a:t> </a:t>
            </a:r>
            <a:r>
              <a:rPr sz="3000" spc="175" dirty="0"/>
              <a:t>&amp;</a:t>
            </a:r>
            <a:r>
              <a:rPr sz="3000" spc="-50" dirty="0"/>
              <a:t> </a:t>
            </a:r>
            <a:r>
              <a:rPr sz="3000" spc="110" dirty="0"/>
              <a:t>Images</a:t>
            </a:r>
            <a:endParaRPr sz="3000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621807"/>
            <a:ext cx="7880350" cy="27469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Relative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paths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depending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upon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link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endParaRPr sz="1800" dirty="0">
              <a:latin typeface="Tahoma"/>
              <a:cs typeface="Tahoma"/>
            </a:endParaRPr>
          </a:p>
          <a:p>
            <a:pPr marL="469265" indent="-295910">
              <a:lnSpc>
                <a:spcPct val="100000"/>
              </a:lnSpc>
              <a:spcBef>
                <a:spcPts val="1895"/>
              </a:spcBef>
              <a:buChar char="-"/>
              <a:tabLst>
                <a:tab pos="469265" algn="l"/>
              </a:tabLst>
            </a:pP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Links</a:t>
            </a:r>
            <a:r>
              <a:rPr sz="1600" spc="-30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within</a:t>
            </a:r>
            <a:r>
              <a:rPr sz="1600" spc="-25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same</a:t>
            </a:r>
            <a:r>
              <a:rPr sz="1600" spc="-25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directory</a:t>
            </a:r>
            <a:r>
              <a:rPr sz="1600" spc="-25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need</a:t>
            </a:r>
            <a:r>
              <a:rPr sz="1600" spc="-25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no</a:t>
            </a:r>
            <a:r>
              <a:rPr sz="1600" spc="-25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path</a:t>
            </a:r>
            <a:r>
              <a:rPr sz="1600" spc="-30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53555C"/>
                </a:solidFill>
                <a:latin typeface="Arial MT"/>
                <a:cs typeface="Arial MT"/>
              </a:rPr>
              <a:t>information.</a:t>
            </a: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45E61"/>
                </a:solidFill>
                <a:latin typeface="Arial MT"/>
                <a:cs typeface="Arial MT"/>
              </a:rPr>
              <a:t>"filename.jpg"</a:t>
            </a:r>
            <a:endParaRPr sz="1600" dirty="0">
              <a:latin typeface="Arial MT"/>
              <a:cs typeface="Arial MT"/>
            </a:endParaRPr>
          </a:p>
          <a:p>
            <a:pPr marL="469265" indent="-295910">
              <a:lnSpc>
                <a:spcPct val="100000"/>
              </a:lnSpc>
              <a:spcBef>
                <a:spcPts val="254"/>
              </a:spcBef>
              <a:buChar char="-"/>
              <a:tabLst>
                <a:tab pos="469265" algn="l"/>
              </a:tabLst>
            </a:pP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Subdirectories</a:t>
            </a:r>
            <a:r>
              <a:rPr sz="1600" spc="-30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are</a:t>
            </a:r>
            <a:r>
              <a:rPr sz="1600" spc="-30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53555C"/>
                </a:solidFill>
                <a:latin typeface="Arial MT"/>
                <a:cs typeface="Arial MT"/>
              </a:rPr>
              <a:t>listed</a:t>
            </a:r>
            <a:r>
              <a:rPr sz="1600" spc="-25" dirty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lang="en-US" sz="1600" dirty="0" smtClean="0">
                <a:solidFill>
                  <a:srgbClr val="53555C"/>
                </a:solidFill>
                <a:latin typeface="Arial MT"/>
                <a:cs typeface="Arial MT"/>
              </a:rPr>
              <a:t>like</a:t>
            </a:r>
            <a:r>
              <a:rPr sz="1600" dirty="0" smtClean="0">
                <a:solidFill>
                  <a:srgbClr val="53555C"/>
                </a:solidFill>
                <a:latin typeface="Arial MT"/>
                <a:cs typeface="Arial MT"/>
              </a:rPr>
              <a:t>.</a:t>
            </a:r>
            <a:r>
              <a:rPr sz="1600" spc="-25" dirty="0" smtClean="0">
                <a:solidFill>
                  <a:srgbClr val="53555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53555C"/>
                </a:solidFill>
                <a:latin typeface="Arial MT"/>
                <a:cs typeface="Arial MT"/>
              </a:rPr>
              <a:t>"</a:t>
            </a:r>
            <a:r>
              <a:rPr sz="1600" spc="-10" dirty="0">
                <a:solidFill>
                  <a:srgbClr val="F45E61"/>
                </a:solidFill>
                <a:latin typeface="Arial MT"/>
                <a:cs typeface="Arial MT"/>
              </a:rPr>
              <a:t>img/filename.jpg"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-"/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 MT"/>
              <a:buChar char="-"/>
            </a:pP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Absolute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paths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refer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specific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location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file,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including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domain</a:t>
            </a:r>
            <a:endParaRPr sz="1800" dirty="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1889"/>
              </a:spcBef>
              <a:buChar char="-"/>
              <a:tabLst>
                <a:tab pos="46926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Typically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pointing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link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not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within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own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domain.</a:t>
            </a:r>
            <a:endParaRPr sz="1800" dirty="0">
              <a:latin typeface="Tahoma"/>
              <a:cs typeface="Tahoma"/>
            </a:endParaRPr>
          </a:p>
          <a:p>
            <a:pPr marL="469265" indent="-30734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</a:tabLst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  <a:hlinkClick r:id="rId2"/>
              </a:rPr>
              <a:t>http://one.fsu.edu/alumni/image/community/clubs/FSU-Seal-full-color.jpg</a:t>
            </a:r>
            <a:endParaRPr sz="18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60547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65" dirty="0"/>
              <a:t>Relative</a:t>
            </a:r>
            <a:r>
              <a:rPr sz="3000" spc="-50" dirty="0"/>
              <a:t> </a:t>
            </a:r>
            <a:r>
              <a:rPr sz="3000" spc="100" dirty="0"/>
              <a:t>vs.</a:t>
            </a:r>
            <a:r>
              <a:rPr sz="3000" spc="-45" dirty="0"/>
              <a:t> </a:t>
            </a:r>
            <a:r>
              <a:rPr sz="3000" spc="95" dirty="0"/>
              <a:t>Absolute</a:t>
            </a:r>
            <a:r>
              <a:rPr sz="3000" spc="-45" dirty="0"/>
              <a:t> </a:t>
            </a:r>
            <a:r>
              <a:rPr sz="3000" spc="125" dirty="0"/>
              <a:t>paths</a:t>
            </a:r>
            <a:r>
              <a:rPr sz="3000" spc="-50" dirty="0"/>
              <a:t> </a:t>
            </a:r>
            <a:r>
              <a:rPr sz="3000" spc="100" dirty="0"/>
              <a:t>for</a:t>
            </a:r>
            <a:r>
              <a:rPr sz="3000" spc="-45" dirty="0"/>
              <a:t> </a:t>
            </a:r>
            <a:r>
              <a:rPr sz="3000" spc="135" dirty="0"/>
              <a:t>links</a:t>
            </a:r>
            <a:r>
              <a:rPr sz="3000" spc="-45" dirty="0"/>
              <a:t> </a:t>
            </a:r>
            <a:r>
              <a:rPr sz="3000" spc="175" dirty="0"/>
              <a:t>&amp;</a:t>
            </a:r>
            <a:r>
              <a:rPr sz="3000" spc="-50" dirty="0"/>
              <a:t> </a:t>
            </a:r>
            <a:r>
              <a:rPr sz="3000" spc="110" dirty="0"/>
              <a:t>Images</a:t>
            </a:r>
            <a:endParaRPr sz="3000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17AA3119-CA66-464E-A6B1-5368FDCD3F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716" r="44729"/>
          <a:stretch/>
        </p:blipFill>
        <p:spPr>
          <a:xfrm>
            <a:off x="304800" y="1371600"/>
            <a:ext cx="8001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59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6" y="597492"/>
            <a:ext cx="80473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Images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84726" y="1621807"/>
            <a:ext cx="8302074" cy="20497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spc="100" dirty="0">
                <a:latin typeface="+mj-lt"/>
              </a:rPr>
              <a:t>HTML</a:t>
            </a:r>
            <a:r>
              <a:rPr sz="2400" spc="-170" dirty="0">
                <a:latin typeface="+mj-lt"/>
              </a:rPr>
              <a:t> </a:t>
            </a:r>
            <a:r>
              <a:rPr sz="2400" spc="-35" dirty="0">
                <a:latin typeface="+mj-lt"/>
              </a:rPr>
              <a:t>images</a:t>
            </a:r>
            <a:r>
              <a:rPr sz="2400" spc="-170" dirty="0">
                <a:latin typeface="+mj-lt"/>
              </a:rPr>
              <a:t> </a:t>
            </a:r>
            <a:r>
              <a:rPr sz="2400" dirty="0">
                <a:latin typeface="+mj-lt"/>
              </a:rPr>
              <a:t>are</a:t>
            </a:r>
            <a:r>
              <a:rPr sz="2400" spc="-170" dirty="0">
                <a:latin typeface="+mj-lt"/>
              </a:rPr>
              <a:t> </a:t>
            </a:r>
            <a:r>
              <a:rPr sz="2400" dirty="0">
                <a:latin typeface="+mj-lt"/>
              </a:rPr>
              <a:t>defined</a:t>
            </a:r>
            <a:r>
              <a:rPr sz="2400" spc="-165" dirty="0">
                <a:latin typeface="+mj-lt"/>
              </a:rPr>
              <a:t> </a:t>
            </a:r>
            <a:r>
              <a:rPr sz="2400" dirty="0">
                <a:latin typeface="+mj-lt"/>
              </a:rPr>
              <a:t>with</a:t>
            </a:r>
            <a:r>
              <a:rPr sz="2400" spc="-170" dirty="0">
                <a:latin typeface="+mj-lt"/>
              </a:rPr>
              <a:t> </a:t>
            </a:r>
            <a:r>
              <a:rPr sz="2400" dirty="0">
                <a:latin typeface="+mj-lt"/>
              </a:rPr>
              <a:t>the</a:t>
            </a:r>
            <a:r>
              <a:rPr sz="2400" spc="-165" dirty="0">
                <a:latin typeface="+mj-lt"/>
              </a:rPr>
              <a:t> </a:t>
            </a:r>
            <a:r>
              <a:rPr sz="2400" spc="-130" dirty="0">
                <a:solidFill>
                  <a:srgbClr val="F45E61"/>
                </a:solidFill>
                <a:latin typeface="+mj-lt"/>
              </a:rPr>
              <a:t>&lt;img&gt;</a:t>
            </a:r>
            <a:r>
              <a:rPr sz="2400" spc="-170" dirty="0">
                <a:solidFill>
                  <a:srgbClr val="F45E61"/>
                </a:solidFill>
                <a:latin typeface="+mj-lt"/>
              </a:rPr>
              <a:t> </a:t>
            </a:r>
            <a:r>
              <a:rPr sz="2400" spc="-20" dirty="0">
                <a:latin typeface="+mj-lt"/>
              </a:rPr>
              <a:t>tag.</a:t>
            </a:r>
          </a:p>
          <a:p>
            <a:pPr marL="12700" marR="5080" algn="just">
              <a:lnSpc>
                <a:spcPct val="114599"/>
              </a:lnSpc>
              <a:spcBef>
                <a:spcPts val="1575"/>
              </a:spcBef>
            </a:pPr>
            <a:r>
              <a:rPr sz="2400" dirty="0">
                <a:latin typeface="+mj-lt"/>
              </a:rPr>
              <a:t>The</a:t>
            </a:r>
            <a:r>
              <a:rPr sz="2400" spc="-165" dirty="0">
                <a:latin typeface="+mj-lt"/>
              </a:rPr>
              <a:t> </a:t>
            </a:r>
            <a:r>
              <a:rPr sz="2400" dirty="0">
                <a:latin typeface="+mj-lt"/>
              </a:rPr>
              <a:t>source</a:t>
            </a:r>
            <a:r>
              <a:rPr sz="2400" spc="-160" dirty="0">
                <a:latin typeface="+mj-lt"/>
              </a:rPr>
              <a:t> </a:t>
            </a:r>
            <a:r>
              <a:rPr sz="2400" dirty="0">
                <a:latin typeface="+mj-lt"/>
              </a:rPr>
              <a:t>file</a:t>
            </a:r>
            <a:r>
              <a:rPr sz="2400" spc="-165" dirty="0">
                <a:latin typeface="+mj-lt"/>
              </a:rPr>
              <a:t> </a:t>
            </a:r>
            <a:r>
              <a:rPr sz="2400" spc="-70" dirty="0">
                <a:latin typeface="+mj-lt"/>
              </a:rPr>
              <a:t>(src),</a:t>
            </a:r>
            <a:r>
              <a:rPr sz="2400" spc="-160" dirty="0">
                <a:latin typeface="+mj-lt"/>
              </a:rPr>
              <a:t> </a:t>
            </a:r>
            <a:r>
              <a:rPr sz="2400" dirty="0">
                <a:latin typeface="+mj-lt"/>
              </a:rPr>
              <a:t>alternative</a:t>
            </a:r>
            <a:r>
              <a:rPr sz="2400" spc="-160" dirty="0">
                <a:latin typeface="+mj-lt"/>
              </a:rPr>
              <a:t> </a:t>
            </a:r>
            <a:r>
              <a:rPr sz="2400" dirty="0">
                <a:latin typeface="+mj-lt"/>
              </a:rPr>
              <a:t>text</a:t>
            </a:r>
            <a:r>
              <a:rPr sz="2400" spc="-165" dirty="0">
                <a:latin typeface="+mj-lt"/>
              </a:rPr>
              <a:t> </a:t>
            </a:r>
            <a:r>
              <a:rPr sz="2400" spc="-70" dirty="0">
                <a:latin typeface="+mj-lt"/>
              </a:rPr>
              <a:t>(alt),</a:t>
            </a:r>
            <a:r>
              <a:rPr sz="2400" spc="-160" dirty="0">
                <a:latin typeface="+mj-lt"/>
              </a:rPr>
              <a:t> </a:t>
            </a:r>
            <a:r>
              <a:rPr sz="2400" dirty="0">
                <a:latin typeface="+mj-lt"/>
              </a:rPr>
              <a:t>width,</a:t>
            </a:r>
            <a:r>
              <a:rPr sz="2400" spc="-160" dirty="0">
                <a:latin typeface="+mj-lt"/>
              </a:rPr>
              <a:t> </a:t>
            </a:r>
            <a:r>
              <a:rPr sz="2400" spc="-25" dirty="0">
                <a:latin typeface="+mj-lt"/>
              </a:rPr>
              <a:t>and</a:t>
            </a:r>
            <a:r>
              <a:rPr sz="2400" spc="-165" dirty="0">
                <a:latin typeface="+mj-lt"/>
              </a:rPr>
              <a:t> </a:t>
            </a:r>
            <a:r>
              <a:rPr sz="2400" dirty="0">
                <a:latin typeface="+mj-lt"/>
              </a:rPr>
              <a:t>height</a:t>
            </a:r>
            <a:r>
              <a:rPr sz="2400" spc="-160" dirty="0">
                <a:latin typeface="+mj-lt"/>
              </a:rPr>
              <a:t> </a:t>
            </a:r>
            <a:r>
              <a:rPr sz="2400" dirty="0">
                <a:latin typeface="+mj-lt"/>
              </a:rPr>
              <a:t>are</a:t>
            </a:r>
            <a:r>
              <a:rPr sz="2400" spc="-160" dirty="0">
                <a:latin typeface="+mj-lt"/>
              </a:rPr>
              <a:t> </a:t>
            </a:r>
            <a:r>
              <a:rPr sz="2400" dirty="0">
                <a:latin typeface="+mj-lt"/>
              </a:rPr>
              <a:t>provided</a:t>
            </a:r>
            <a:r>
              <a:rPr sz="2400" spc="-165" dirty="0">
                <a:latin typeface="+mj-lt"/>
              </a:rPr>
              <a:t> </a:t>
            </a:r>
            <a:r>
              <a:rPr sz="2400" spc="-25" dirty="0">
                <a:latin typeface="+mj-lt"/>
              </a:rPr>
              <a:t>as </a:t>
            </a:r>
            <a:r>
              <a:rPr sz="2400" spc="-10" dirty="0">
                <a:latin typeface="+mj-lt"/>
              </a:rPr>
              <a:t>attributes.</a:t>
            </a:r>
          </a:p>
          <a:p>
            <a:pPr marL="12700" algn="just">
              <a:lnSpc>
                <a:spcPct val="100000"/>
              </a:lnSpc>
              <a:spcBef>
                <a:spcPts val="1910"/>
              </a:spcBef>
            </a:pP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&lt;img</a:t>
            </a:r>
            <a:r>
              <a:rPr sz="2400" spc="-80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spc="-20" dirty="0">
                <a:solidFill>
                  <a:srgbClr val="1B4587"/>
                </a:solidFill>
                <a:latin typeface="+mj-lt"/>
                <a:cs typeface="Courier New"/>
              </a:rPr>
              <a:t>src="fsu-</a:t>
            </a: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logo.jpg"</a:t>
            </a:r>
            <a:r>
              <a:rPr sz="2400" spc="-75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alt="FSU</a:t>
            </a:r>
            <a:r>
              <a:rPr sz="2400" spc="-80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Logo"</a:t>
            </a:r>
            <a:r>
              <a:rPr sz="2400" spc="-75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dirty="0">
                <a:solidFill>
                  <a:srgbClr val="1B4587"/>
                </a:solidFill>
                <a:latin typeface="+mj-lt"/>
                <a:cs typeface="Courier New"/>
              </a:rPr>
              <a:t>width="104"</a:t>
            </a:r>
            <a:r>
              <a:rPr sz="2400" spc="-75" dirty="0">
                <a:solidFill>
                  <a:srgbClr val="1B4587"/>
                </a:solidFill>
                <a:latin typeface="+mj-lt"/>
                <a:cs typeface="Courier New"/>
              </a:rPr>
              <a:t> </a:t>
            </a:r>
            <a:r>
              <a:rPr sz="2400" spc="-10" dirty="0">
                <a:solidFill>
                  <a:srgbClr val="1B4587"/>
                </a:solidFill>
                <a:latin typeface="+mj-lt"/>
                <a:cs typeface="Courier New"/>
              </a:rPr>
              <a:t>height="142"&gt;</a:t>
            </a:r>
            <a:endParaRPr sz="2400" dirty="0">
              <a:latin typeface="+mj-lt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1901" y="4267234"/>
            <a:ext cx="1528751" cy="203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38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SRC Attribute</a:t>
            </a:r>
          </a:p>
        </p:txBody>
      </p:sp>
      <p:sp>
        <p:nvSpPr>
          <p:cNvPr id="1048650" name="Content Placeholder 2"/>
          <p:cNvSpPr>
            <a:spLocks noGrp="1"/>
          </p:cNvSpPr>
          <p:nvPr>
            <p:ph type="body" idx="1"/>
          </p:nvPr>
        </p:nvSpPr>
        <p:spPr>
          <a:xfrm>
            <a:off x="384726" y="1621807"/>
            <a:ext cx="8454474" cy="1107996"/>
          </a:xfrm>
        </p:spPr>
        <p:txBody>
          <a:bodyPr/>
          <a:lstStyle/>
          <a:p>
            <a:pPr algn="just"/>
            <a:r>
              <a:rPr lang="en-US" sz="2400" dirty="0" smtClean="0">
                <a:latin typeface="+mj-lt"/>
              </a:rPr>
              <a:t>The</a:t>
            </a:r>
            <a:r>
              <a:rPr lang="en-US" sz="2400" dirty="0">
                <a:latin typeface="+mj-lt"/>
              </a:rPr>
              <a:t> </a:t>
            </a:r>
            <a:r>
              <a:rPr lang="en-US" sz="2400" dirty="0" err="1">
                <a:latin typeface="+mj-lt"/>
              </a:rPr>
              <a:t>src</a:t>
            </a:r>
            <a:r>
              <a:rPr lang="en-US" sz="2400" dirty="0">
                <a:latin typeface="+mj-lt"/>
              </a:rPr>
              <a:t> attribute specifies the path to the image to be displayed:</a:t>
            </a:r>
          </a:p>
          <a:p>
            <a:pPr algn="just">
              <a:buNone/>
            </a:pPr>
            <a:r>
              <a:rPr lang="en-US" sz="2400" dirty="0">
                <a:latin typeface="+mj-lt"/>
              </a:rPr>
              <a:t>&lt;</a:t>
            </a:r>
            <a:r>
              <a:rPr lang="en-US" sz="2400" dirty="0" err="1">
                <a:latin typeface="+mj-lt"/>
              </a:rPr>
              <a:t>img</a:t>
            </a:r>
            <a:r>
              <a:rPr lang="en-US" sz="2400" dirty="0">
                <a:latin typeface="+mj-lt"/>
              </a:rPr>
              <a:t> </a:t>
            </a:r>
            <a:r>
              <a:rPr lang="en-US" sz="2400" dirty="0" err="1">
                <a:latin typeface="+mj-lt"/>
              </a:rPr>
              <a:t>src</a:t>
            </a:r>
            <a:r>
              <a:rPr lang="en-US" sz="2400" dirty="0">
                <a:latin typeface="+mj-lt"/>
              </a:rPr>
              <a:t>=“xyz.jpg" alt=“</a:t>
            </a:r>
            <a:r>
              <a:rPr lang="en-US" sz="2400" dirty="0" err="1">
                <a:latin typeface="+mj-lt"/>
              </a:rPr>
              <a:t>abcdef</a:t>
            </a:r>
            <a:r>
              <a:rPr lang="en-US" sz="2400" dirty="0">
                <a:latin typeface="+mj-lt"/>
              </a:rPr>
              <a:t>" width="104" height="142"&gt;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WIDTH AND HEIGHT ATTRIBUTE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84726" y="1621807"/>
            <a:ext cx="7694295" cy="738664"/>
          </a:xfrm>
        </p:spPr>
        <p:txBody>
          <a:bodyPr/>
          <a:lstStyle/>
          <a:p>
            <a:r>
              <a:rPr lang="en-US" sz="2400" dirty="0" smtClean="0">
                <a:latin typeface="+mj-lt"/>
              </a:rPr>
              <a:t>It specify </a:t>
            </a:r>
            <a:r>
              <a:rPr lang="en-US" sz="2400" dirty="0">
                <a:latin typeface="+mj-lt"/>
              </a:rPr>
              <a:t>the width and height of the image (in pixels</a:t>
            </a:r>
            <a:r>
              <a:rPr lang="en-US" sz="2400" dirty="0" smtClean="0">
                <a:latin typeface="+mj-lt"/>
              </a:rPr>
              <a:t>):</a:t>
            </a:r>
          </a:p>
          <a:p>
            <a:pPr marL="0" indent="0" algn="ctr">
              <a:buNone/>
            </a:pPr>
            <a:r>
              <a:rPr lang="en-US" sz="2400" dirty="0">
                <a:latin typeface="+mj-lt"/>
              </a:rPr>
              <a:t>&lt;</a:t>
            </a:r>
            <a:r>
              <a:rPr lang="en-US" sz="2400" dirty="0" err="1">
                <a:latin typeface="+mj-lt"/>
              </a:rPr>
              <a:t>img</a:t>
            </a:r>
            <a:r>
              <a:rPr lang="en-US" sz="2400" dirty="0">
                <a:latin typeface="+mj-lt"/>
              </a:rPr>
              <a:t> </a:t>
            </a:r>
            <a:r>
              <a:rPr lang="en-US" sz="2400" dirty="0" err="1">
                <a:latin typeface="+mj-lt"/>
              </a:rPr>
              <a:t>src</a:t>
            </a:r>
            <a:r>
              <a:rPr lang="en-US" sz="2400" dirty="0">
                <a:latin typeface="+mj-lt"/>
              </a:rPr>
              <a:t>="img_girl.jpg" width="500" height="600"&gt;</a:t>
            </a:r>
          </a:p>
        </p:txBody>
      </p:sp>
    </p:spTree>
    <p:extLst>
      <p:ext uri="{BB962C8B-B14F-4D97-AF65-F5344CB8AC3E}">
        <p14:creationId xmlns:p14="http://schemas.microsoft.com/office/powerpoint/2010/main" val="849838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2529910F-D599-4C5A-A617-15C183BD0DD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228600"/>
            <a:ext cx="8305800" cy="320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97579D3-E164-4FCD-810C-E696986A2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733800"/>
            <a:ext cx="83820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787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B0D5F7-546E-4375-9045-40004E19B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image as a link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392E9CB4-C765-4126-A419-E13512BEFA8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828800"/>
            <a:ext cx="7620000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C1A949A-B336-4295-954C-C4CFDACFB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72000"/>
            <a:ext cx="7467600" cy="10668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F6E370EF-81FA-417E-B818-1FE38BA7D969}"/>
              </a:ext>
            </a:extLst>
          </p:cNvPr>
          <p:cNvSpPr txBox="1">
            <a:spLocks/>
          </p:cNvSpPr>
          <p:nvPr/>
        </p:nvSpPr>
        <p:spPr>
          <a:xfrm>
            <a:off x="457200" y="2971801"/>
            <a:ext cx="7239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Use image as a float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F8820A1-8ABF-418E-9D83-4AA72C846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897562"/>
            <a:ext cx="82296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6" y="597492"/>
            <a:ext cx="80473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Headings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621808"/>
            <a:ext cx="8306434" cy="8104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headings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F45E61"/>
                </a:solidFill>
                <a:latin typeface="Tahoma"/>
                <a:cs typeface="Tahoma"/>
              </a:rPr>
              <a:t>&lt;h1&gt;</a:t>
            </a:r>
            <a:r>
              <a:rPr sz="1800" spc="-1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F45E61"/>
                </a:solidFill>
                <a:latin typeface="Tahoma"/>
                <a:cs typeface="Tahoma"/>
              </a:rPr>
              <a:t>&lt;h6&gt;</a:t>
            </a:r>
            <a:r>
              <a:rPr sz="1800" spc="-1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tags.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1800" spc="-135" dirty="0">
                <a:solidFill>
                  <a:srgbClr val="F45E61"/>
                </a:solidFill>
                <a:latin typeface="Tahoma"/>
                <a:cs typeface="Tahoma"/>
              </a:rPr>
              <a:t>&lt;h1&gt;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most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important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heading.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35" dirty="0">
                <a:solidFill>
                  <a:srgbClr val="F45E61"/>
                </a:solidFill>
                <a:latin typeface="Tahoma"/>
                <a:cs typeface="Tahoma"/>
              </a:rPr>
              <a:t>&lt;h6&gt;</a:t>
            </a:r>
            <a:r>
              <a:rPr sz="1800" spc="-1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least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important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heading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73008" y="3542218"/>
            <a:ext cx="2799080" cy="21313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1B4587"/>
                </a:solidFill>
                <a:latin typeface="Courier New"/>
                <a:cs typeface="Courier New"/>
              </a:rPr>
              <a:t>&lt;h1&gt;This</a:t>
            </a:r>
            <a:r>
              <a:rPr sz="1400" spc="-3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1B4587"/>
                </a:solidFill>
                <a:latin typeface="Courier New"/>
                <a:cs typeface="Courier New"/>
              </a:rPr>
              <a:t>is</a:t>
            </a:r>
            <a:r>
              <a:rPr sz="1400" spc="-3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1B4587"/>
                </a:solidFill>
                <a:latin typeface="Courier New"/>
                <a:cs typeface="Courier New"/>
              </a:rPr>
              <a:t>heading</a:t>
            </a:r>
            <a:r>
              <a:rPr sz="1400" spc="-2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1B4587"/>
                </a:solidFill>
                <a:latin typeface="Courier New"/>
                <a:cs typeface="Courier New"/>
              </a:rPr>
              <a:t>1&lt;/h1&gt;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4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300" b="1" dirty="0">
                <a:latin typeface="Arial"/>
                <a:cs typeface="Arial"/>
              </a:rPr>
              <a:t>This</a:t>
            </a:r>
            <a:r>
              <a:rPr sz="2300" b="1" spc="-3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is</a:t>
            </a:r>
            <a:r>
              <a:rPr sz="2300" b="1" spc="-2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heading</a:t>
            </a:r>
            <a:r>
              <a:rPr sz="2300" b="1" spc="-20" dirty="0">
                <a:latin typeface="Arial"/>
                <a:cs typeface="Arial"/>
              </a:rPr>
              <a:t> </a:t>
            </a:r>
            <a:r>
              <a:rPr sz="2300" b="1" spc="-50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1700" b="1" dirty="0">
                <a:latin typeface="Arial"/>
                <a:cs typeface="Arial"/>
              </a:rPr>
              <a:t>This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is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heading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2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300" b="1" dirty="0">
                <a:latin typeface="Arial"/>
                <a:cs typeface="Arial"/>
              </a:rPr>
              <a:t>This</a:t>
            </a:r>
            <a:r>
              <a:rPr sz="1300" b="1" spc="-5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is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heading</a:t>
            </a:r>
            <a:r>
              <a:rPr sz="1300" b="1" spc="-50" dirty="0">
                <a:latin typeface="Arial"/>
                <a:cs typeface="Arial"/>
              </a:rPr>
              <a:t> 3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latin typeface="Arial"/>
                <a:cs typeface="Arial"/>
              </a:rPr>
              <a:t>This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is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heading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4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sz="1000" b="1" dirty="0">
                <a:latin typeface="Arial"/>
                <a:cs typeface="Arial"/>
              </a:rPr>
              <a:t>This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is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heading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900" b="1" dirty="0">
                <a:latin typeface="Arial"/>
                <a:cs typeface="Arial"/>
              </a:rPr>
              <a:t>This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is</a:t>
            </a:r>
            <a:r>
              <a:rPr sz="900" b="1" spc="-2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heading</a:t>
            </a:r>
            <a:r>
              <a:rPr sz="900" b="1" spc="-20" dirty="0">
                <a:latin typeface="Arial"/>
                <a:cs typeface="Arial"/>
              </a:rPr>
              <a:t> </a:t>
            </a:r>
            <a:r>
              <a:rPr sz="900" b="1" spc="-50" dirty="0"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3035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Bigger headings</a:t>
            </a:r>
          </a:p>
        </p:txBody>
      </p:sp>
      <p:sp>
        <p:nvSpPr>
          <p:cNvPr id="1048661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800" dirty="0"/>
              <a:t>Each HTML heading has a default size. However, you can specify the size for any heading with the style attribute, using the CSS font-size property:</a:t>
            </a:r>
          </a:p>
          <a:p>
            <a:pPr algn="just">
              <a:buNone/>
            </a:pPr>
            <a:r>
              <a:rPr lang="en-US" sz="2800" dirty="0"/>
              <a:t>Example</a:t>
            </a:r>
          </a:p>
          <a:p>
            <a:pPr algn="just"/>
            <a:r>
              <a:rPr lang="en-US" sz="2800" dirty="0"/>
              <a:t>&lt;h1 style="font-size:60px;"&gt;Heading 1&lt;/h1&gt;</a:t>
            </a:r>
          </a:p>
          <a:p>
            <a:pPr algn="just">
              <a:buNone/>
            </a:pPr>
            <a:endParaRPr lang="en-US" dirty="0"/>
          </a:p>
        </p:txBody>
      </p:sp>
      <p:pic>
        <p:nvPicPr>
          <p:cNvPr id="209717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4343400"/>
            <a:ext cx="8382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380" y="2743200"/>
            <a:ext cx="8152020" cy="37033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6" y="597492"/>
            <a:ext cx="80473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Paragraphs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621807"/>
            <a:ext cx="4826000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paragraphs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defined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F45E61"/>
                </a:solidFill>
                <a:latin typeface="Tahoma"/>
                <a:cs typeface="Tahoma"/>
              </a:rPr>
              <a:t>&lt;p&gt;</a:t>
            </a:r>
            <a:r>
              <a:rPr sz="1800" spc="-17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tag: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1B4587"/>
                </a:solidFill>
                <a:latin typeface="Courier New"/>
                <a:cs typeface="Courier New"/>
              </a:rPr>
              <a:t>&lt;p&gt;This</a:t>
            </a:r>
            <a:r>
              <a:rPr sz="14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1B4587"/>
                </a:solidFill>
                <a:latin typeface="Courier New"/>
                <a:cs typeface="Courier New"/>
              </a:rPr>
              <a:t>is</a:t>
            </a:r>
            <a:r>
              <a:rPr sz="14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1B4587"/>
                </a:solidFill>
                <a:latin typeface="Courier New"/>
                <a:cs typeface="Courier New"/>
              </a:rPr>
              <a:t>a</a:t>
            </a:r>
            <a:r>
              <a:rPr sz="14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1B4587"/>
                </a:solidFill>
                <a:latin typeface="Courier New"/>
                <a:cs typeface="Courier New"/>
              </a:rPr>
              <a:t>paragraph&lt;/p&gt;</a:t>
            </a:r>
            <a:r>
              <a:rPr sz="14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1B4587"/>
                </a:solidFill>
                <a:latin typeface="Courier New"/>
                <a:cs typeface="Courier New"/>
              </a:rPr>
              <a:t>&lt;p&gt;Paragraph</a:t>
            </a:r>
            <a:r>
              <a:rPr sz="14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1B4587"/>
                </a:solidFill>
                <a:latin typeface="Courier New"/>
                <a:cs typeface="Courier New"/>
              </a:rPr>
              <a:t>2&lt;/p&gt;</a:t>
            </a:r>
            <a:endParaRPr sz="1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1491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ctrTitle"/>
          </p:nvPr>
        </p:nvSpPr>
        <p:spPr>
          <a:xfrm>
            <a:off x="1257300" y="228603"/>
            <a:ext cx="6572250" cy="457197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HTML Horizontal Rules</a:t>
            </a:r>
          </a:p>
        </p:txBody>
      </p:sp>
      <p:sp>
        <p:nvSpPr>
          <p:cNvPr id="1048663" name="Subtitle 2"/>
          <p:cNvSpPr>
            <a:spLocks noGrp="1"/>
          </p:cNvSpPr>
          <p:nvPr>
            <p:ph type="subTitle" idx="4"/>
          </p:nvPr>
        </p:nvSpPr>
        <p:spPr>
          <a:xfrm>
            <a:off x="533400" y="838200"/>
            <a:ext cx="8077200" cy="5715000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 &lt;hr&gt; tag defines a thematic break in an HTML page, and is most often displayed as a horizontal rule.</a:t>
            </a:r>
          </a:p>
          <a:p>
            <a:pPr algn="l"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 &lt;hr&gt; element is used to separate content (or define a change) in an HTML page:</a:t>
            </a:r>
          </a:p>
          <a:p>
            <a:pPr algn="l"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209717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819400"/>
            <a:ext cx="8382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6" y="597492"/>
            <a:ext cx="80473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The</a:t>
            </a:r>
            <a:r>
              <a:rPr spc="-45" dirty="0"/>
              <a:t> </a:t>
            </a:r>
            <a:r>
              <a:rPr spc="170" dirty="0"/>
              <a:t>Poem</a:t>
            </a:r>
            <a:r>
              <a:rPr spc="-45" dirty="0"/>
              <a:t> </a:t>
            </a:r>
            <a:r>
              <a:rPr spc="130" dirty="0"/>
              <a:t>Problem</a:t>
            </a:r>
            <a:r>
              <a:rPr spc="-45" dirty="0"/>
              <a:t> </a:t>
            </a:r>
            <a:r>
              <a:rPr spc="120" dirty="0"/>
              <a:t>and</a:t>
            </a:r>
            <a:r>
              <a:rPr spc="-45" dirty="0"/>
              <a:t> </a:t>
            </a:r>
            <a:r>
              <a:rPr spc="75" dirty="0"/>
              <a:t>Line</a:t>
            </a:r>
            <a:r>
              <a:rPr spc="-45" dirty="0"/>
              <a:t> </a:t>
            </a:r>
            <a:r>
              <a:rPr spc="85" dirty="0"/>
              <a:t>Breaks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621807"/>
            <a:ext cx="36715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poem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display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single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line: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6" y="2276111"/>
            <a:ext cx="2787015" cy="1284197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-25" dirty="0">
                <a:solidFill>
                  <a:srgbClr val="0B5394"/>
                </a:solidFill>
                <a:latin typeface="Consolas"/>
                <a:cs typeface="Consolas"/>
              </a:rPr>
              <a:t>&lt;p&gt;</a:t>
            </a:r>
            <a:endParaRPr sz="1200">
              <a:latin typeface="Consolas"/>
              <a:cs typeface="Consolas"/>
            </a:endParaRPr>
          </a:p>
          <a:p>
            <a:pPr marL="179705" marR="88265">
              <a:lnSpc>
                <a:spcPct val="114599"/>
              </a:lnSpc>
            </a:pP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lies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over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the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nsolas"/>
                <a:cs typeface="Consolas"/>
              </a:rPr>
              <a:t>ocean.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lies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over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the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0B5394"/>
                </a:solidFill>
                <a:latin typeface="Consolas"/>
                <a:cs typeface="Consolas"/>
              </a:rPr>
              <a:t>sea.</a:t>
            </a:r>
            <a:endParaRPr sz="1200">
              <a:latin typeface="Consolas"/>
              <a:cs typeface="Consolas"/>
            </a:endParaRPr>
          </a:p>
          <a:p>
            <a:pPr marL="179705" marR="5080">
              <a:lnSpc>
                <a:spcPct val="114599"/>
              </a:lnSpc>
            </a:pP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lies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over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the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nsolas"/>
                <a:cs typeface="Consolas"/>
              </a:rPr>
              <a:t>ocean.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Oh,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bring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back</a:t>
            </a:r>
            <a:r>
              <a:rPr sz="1200" spc="-4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4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to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0B5394"/>
                </a:solidFill>
                <a:latin typeface="Consolas"/>
                <a:cs typeface="Consolas"/>
              </a:rPr>
              <a:t>me.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00" spc="-20" dirty="0">
                <a:solidFill>
                  <a:srgbClr val="0B5394"/>
                </a:solidFill>
                <a:latin typeface="Consolas"/>
                <a:cs typeface="Consolas"/>
              </a:rPr>
              <a:t>&lt;/p&gt;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6" y="4263408"/>
            <a:ext cx="716025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3555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53555C"/>
                </a:solidFill>
                <a:latin typeface="Tahoma"/>
                <a:cs typeface="Tahoma"/>
              </a:rPr>
              <a:t>&lt;br&gt;</a:t>
            </a:r>
            <a:r>
              <a:rPr sz="1800" spc="-16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3555C"/>
                </a:solidFill>
                <a:latin typeface="Tahoma"/>
                <a:cs typeface="Tahoma"/>
              </a:rPr>
              <a:t>element</a:t>
            </a:r>
            <a:r>
              <a:rPr sz="1800" spc="-16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3555C"/>
                </a:solidFill>
                <a:latin typeface="Tahoma"/>
                <a:cs typeface="Tahoma"/>
              </a:rPr>
              <a:t>defines</a:t>
            </a:r>
            <a:r>
              <a:rPr sz="1800" spc="-16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3555C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3555C"/>
                </a:solidFill>
                <a:latin typeface="Tahoma"/>
                <a:cs typeface="Tahoma"/>
              </a:rPr>
              <a:t>line</a:t>
            </a:r>
            <a:r>
              <a:rPr sz="1800" spc="-16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3555C"/>
                </a:solidFill>
                <a:latin typeface="Tahoma"/>
                <a:cs typeface="Tahoma"/>
              </a:rPr>
              <a:t>break</a:t>
            </a:r>
            <a:r>
              <a:rPr sz="1800" spc="-16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3555C"/>
                </a:solidFill>
                <a:latin typeface="Tahoma"/>
                <a:cs typeface="Tahoma"/>
              </a:rPr>
              <a:t>without</a:t>
            </a:r>
            <a:r>
              <a:rPr sz="1800" spc="-16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3555C"/>
                </a:solidFill>
                <a:latin typeface="Tahoma"/>
                <a:cs typeface="Tahoma"/>
              </a:rPr>
              <a:t>starting</a:t>
            </a:r>
            <a:r>
              <a:rPr sz="1800" spc="-16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3555C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3555C"/>
                </a:solidFill>
                <a:latin typeface="Tahoma"/>
                <a:cs typeface="Tahoma"/>
              </a:rPr>
              <a:t>new</a:t>
            </a:r>
            <a:r>
              <a:rPr sz="1800" spc="-16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3555C"/>
                </a:solidFill>
                <a:latin typeface="Tahoma"/>
                <a:cs typeface="Tahoma"/>
              </a:rPr>
              <a:t>paragraph.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4930412"/>
            <a:ext cx="3121660" cy="1284197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-25" dirty="0">
                <a:solidFill>
                  <a:srgbClr val="0B5394"/>
                </a:solidFill>
                <a:latin typeface="Consolas"/>
                <a:cs typeface="Consolas"/>
              </a:rPr>
              <a:t>&lt;p&gt;</a:t>
            </a:r>
            <a:endParaRPr sz="1200">
              <a:latin typeface="Consolas"/>
              <a:cs typeface="Consolas"/>
            </a:endParaRPr>
          </a:p>
          <a:p>
            <a:pPr marL="179705" marR="5080">
              <a:lnSpc>
                <a:spcPct val="114599"/>
              </a:lnSpc>
            </a:pP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5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5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lies</a:t>
            </a:r>
            <a:r>
              <a:rPr sz="1200" spc="-5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over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the</a:t>
            </a:r>
            <a:r>
              <a:rPr sz="1200" spc="-5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ocean.</a:t>
            </a:r>
            <a:r>
              <a:rPr sz="1200" spc="-5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0B5394"/>
                </a:solidFill>
                <a:latin typeface="Consolas"/>
                <a:cs typeface="Consolas"/>
              </a:rPr>
              <a:t>&lt;br&gt;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lies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over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the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sea.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0B5394"/>
                </a:solidFill>
                <a:latin typeface="Consolas"/>
                <a:cs typeface="Consolas"/>
              </a:rPr>
              <a:t>&lt;br&gt;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5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5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lies</a:t>
            </a:r>
            <a:r>
              <a:rPr sz="1200" spc="-5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over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the</a:t>
            </a:r>
            <a:r>
              <a:rPr sz="1200" spc="-5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ocean.</a:t>
            </a:r>
            <a:r>
              <a:rPr sz="1200" spc="-5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0B5394"/>
                </a:solidFill>
                <a:latin typeface="Consolas"/>
                <a:cs typeface="Consolas"/>
              </a:rPr>
              <a:t>&lt;br&gt;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Oh,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bring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back</a:t>
            </a:r>
            <a:r>
              <a:rPr sz="1200" spc="-4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4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to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0B5394"/>
                </a:solidFill>
                <a:latin typeface="Consolas"/>
                <a:cs typeface="Consolas"/>
              </a:rPr>
              <a:t>me.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00" spc="-20" dirty="0">
                <a:solidFill>
                  <a:srgbClr val="0B5394"/>
                </a:solidFill>
                <a:latin typeface="Consolas"/>
                <a:cs typeface="Consolas"/>
              </a:rPr>
              <a:t>&lt;/p&gt;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0425" y="2392009"/>
            <a:ext cx="2891155" cy="850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78105" marR="5080" indent="-66040" algn="just">
              <a:lnSpc>
                <a:spcPct val="100699"/>
              </a:lnSpc>
              <a:spcBef>
                <a:spcPts val="85"/>
              </a:spcBef>
            </a:pPr>
            <a:r>
              <a:rPr sz="1800" spc="-45" dirty="0">
                <a:solidFill>
                  <a:srgbClr val="F45E61"/>
                </a:solidFill>
                <a:latin typeface="Tahoma"/>
                <a:cs typeface="Tahoma"/>
              </a:rPr>
              <a:t>The</a:t>
            </a:r>
            <a:r>
              <a:rPr sz="1800" spc="-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browser</a:t>
            </a:r>
            <a:r>
              <a:rPr sz="1800" spc="-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will</a:t>
            </a:r>
            <a:r>
              <a:rPr sz="1800" spc="-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remove</a:t>
            </a:r>
            <a:r>
              <a:rPr sz="1800" spc="-6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45E61"/>
                </a:solidFill>
                <a:latin typeface="Tahoma"/>
                <a:cs typeface="Tahoma"/>
              </a:rPr>
              <a:t>any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extra</a:t>
            </a:r>
            <a:r>
              <a:rPr sz="1800" spc="-11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45E61"/>
                </a:solidFill>
                <a:latin typeface="Tahoma"/>
                <a:cs typeface="Tahoma"/>
              </a:rPr>
              <a:t>spaces</a:t>
            </a:r>
            <a:r>
              <a:rPr sz="1800" spc="-8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F45E61"/>
                </a:solidFill>
                <a:latin typeface="Tahoma"/>
                <a:cs typeface="Tahoma"/>
              </a:rPr>
              <a:t>and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extra</a:t>
            </a:r>
            <a:r>
              <a:rPr sz="1800" spc="-9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lines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when</a:t>
            </a:r>
            <a:r>
              <a:rPr sz="1800" spc="-20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the</a:t>
            </a:r>
            <a:r>
              <a:rPr sz="1800" spc="-19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45E61"/>
                </a:solidFill>
                <a:latin typeface="Tahoma"/>
                <a:cs typeface="Tahoma"/>
              </a:rPr>
              <a:t>page</a:t>
            </a:r>
            <a:r>
              <a:rPr sz="1800" spc="-19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is</a:t>
            </a:r>
            <a:r>
              <a:rPr sz="1800" spc="-19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displayed</a:t>
            </a:r>
            <a:endParaRPr sz="1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1459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6" y="597492"/>
            <a:ext cx="80473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Preformatted</a:t>
            </a:r>
            <a:r>
              <a:rPr spc="-25" dirty="0"/>
              <a:t> </a:t>
            </a:r>
            <a:r>
              <a:rPr spc="55" dirty="0"/>
              <a:t>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621807"/>
            <a:ext cx="8154670" cy="12423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F45E61"/>
                </a:solidFill>
                <a:latin typeface="Tahoma"/>
                <a:cs typeface="Tahoma"/>
              </a:rPr>
              <a:t>&lt;pre&gt;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preformatted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text.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inside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10" dirty="0">
                <a:solidFill>
                  <a:srgbClr val="F45E61"/>
                </a:solidFill>
                <a:latin typeface="Tahoma"/>
                <a:cs typeface="Tahoma"/>
              </a:rPr>
              <a:t>&lt;pre&gt;</a:t>
            </a:r>
            <a:r>
              <a:rPr sz="1800" spc="-1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displayed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fixed-width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font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(usually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Courier),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preserves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both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spaces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line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breaks.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6" y="3533411"/>
            <a:ext cx="2787015" cy="1284197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-10" dirty="0">
                <a:solidFill>
                  <a:srgbClr val="0B5394"/>
                </a:solidFill>
                <a:latin typeface="Consolas"/>
                <a:cs typeface="Consolas"/>
              </a:rPr>
              <a:t>&lt;pre&gt;</a:t>
            </a:r>
            <a:endParaRPr sz="1200">
              <a:latin typeface="Consolas"/>
              <a:cs typeface="Consolas"/>
            </a:endParaRPr>
          </a:p>
          <a:p>
            <a:pPr marL="179705" marR="88265">
              <a:lnSpc>
                <a:spcPct val="114599"/>
              </a:lnSpc>
            </a:pP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lies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over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the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nsolas"/>
                <a:cs typeface="Consolas"/>
              </a:rPr>
              <a:t>ocean.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lies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over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the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0B5394"/>
                </a:solidFill>
                <a:latin typeface="Consolas"/>
                <a:cs typeface="Consolas"/>
              </a:rPr>
              <a:t>sea.</a:t>
            </a:r>
            <a:endParaRPr sz="1200">
              <a:latin typeface="Consolas"/>
              <a:cs typeface="Consolas"/>
            </a:endParaRPr>
          </a:p>
          <a:p>
            <a:pPr marL="179705" marR="5080">
              <a:lnSpc>
                <a:spcPct val="114599"/>
              </a:lnSpc>
            </a:pP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lies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over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the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nsolas"/>
                <a:cs typeface="Consolas"/>
              </a:rPr>
              <a:t>ocean.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Oh,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bring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back</a:t>
            </a:r>
            <a:r>
              <a:rPr sz="1200" spc="-4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my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Bonnie</a:t>
            </a:r>
            <a:r>
              <a:rPr sz="1200" spc="-40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B5394"/>
                </a:solidFill>
                <a:latin typeface="Consolas"/>
                <a:cs typeface="Consolas"/>
              </a:rPr>
              <a:t>to</a:t>
            </a:r>
            <a:r>
              <a:rPr sz="1200" spc="-45" dirty="0">
                <a:solidFill>
                  <a:srgbClr val="0B5394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0B5394"/>
                </a:solidFill>
                <a:latin typeface="Consolas"/>
                <a:cs typeface="Consolas"/>
              </a:rPr>
              <a:t>me.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00" spc="-10" dirty="0">
                <a:solidFill>
                  <a:srgbClr val="0B5394"/>
                </a:solidFill>
                <a:latin typeface="Consolas"/>
                <a:cs typeface="Consolas"/>
              </a:rPr>
              <a:t>&lt;/pre&gt;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6093" y="4115209"/>
            <a:ext cx="2781300" cy="57041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50800" marR="5080" indent="-38735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This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will</a:t>
            </a:r>
            <a:r>
              <a:rPr sz="1800" spc="-1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be</a:t>
            </a:r>
            <a:r>
              <a:rPr sz="1800" spc="-1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shown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correctly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with</a:t>
            </a:r>
            <a:r>
              <a:rPr sz="1800" spc="-13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line</a:t>
            </a:r>
            <a:r>
              <a:rPr sz="1800" spc="-13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breaks</a:t>
            </a:r>
            <a:r>
              <a:rPr sz="1800" spc="-13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preserved.</a:t>
            </a:r>
            <a:endParaRPr sz="1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262137718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3-Intro to HTM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Lecture3-Intro to HTML</Template>
  <TotalTime>815</TotalTime>
  <Words>1255</Words>
  <Application>Microsoft Office PowerPoint</Application>
  <PresentationFormat>On-screen Show (4:3)</PresentationFormat>
  <Paragraphs>187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Lecture3-Intro to HTML</vt:lpstr>
      <vt:lpstr> Introduction to HTML</vt:lpstr>
      <vt:lpstr>What is HTML?</vt:lpstr>
      <vt:lpstr>An Example</vt:lpstr>
      <vt:lpstr>HTML Elements and Tags</vt:lpstr>
      <vt:lpstr>TAGS</vt:lpstr>
      <vt:lpstr>HTML Tag Breakdown</vt:lpstr>
      <vt:lpstr>HTML Page Structure</vt:lpstr>
      <vt:lpstr>&lt;!DOCTYPE&gt;</vt:lpstr>
      <vt:lpstr>&lt;html&gt;,&lt;head&gt;,&lt;body&gt;</vt:lpstr>
      <vt:lpstr>Let's create our first HTML page</vt:lpstr>
      <vt:lpstr>Anatomy of an HTML element</vt:lpstr>
      <vt:lpstr>Anatomy of an HTML element</vt:lpstr>
      <vt:lpstr>HTML CONTAINER ELEMENTS</vt:lpstr>
      <vt:lpstr>HTML CONTAINER ELEMENTS</vt:lpstr>
      <vt:lpstr>HTML CONTAINER ELEMENTS</vt:lpstr>
      <vt:lpstr>HTML Empty(Non-Container Elements) </vt:lpstr>
      <vt:lpstr>Html attributes</vt:lpstr>
      <vt:lpstr>Html attributes</vt:lpstr>
      <vt:lpstr>Lang attribute</vt:lpstr>
      <vt:lpstr>STYLE ATTRIBUTE</vt:lpstr>
      <vt:lpstr>Links</vt:lpstr>
      <vt:lpstr>HREF ATTRIBUTE</vt:lpstr>
      <vt:lpstr>TARGET ATTRIBUTE</vt:lpstr>
      <vt:lpstr>Relative vs. Absolute paths for links &amp; Images</vt:lpstr>
      <vt:lpstr>PowerPoint Presentation</vt:lpstr>
      <vt:lpstr>Relative vs. Absolute paths for links &amp; Images</vt:lpstr>
      <vt:lpstr>Relative vs. Absolute paths for links &amp; Images</vt:lpstr>
      <vt:lpstr>Images</vt:lpstr>
      <vt:lpstr>SRC Attribute</vt:lpstr>
      <vt:lpstr> WIDTH AND HEIGHT ATTRIBUTE</vt:lpstr>
      <vt:lpstr>PowerPoint Presentation</vt:lpstr>
      <vt:lpstr>Use image as a link</vt:lpstr>
      <vt:lpstr>Headings</vt:lpstr>
      <vt:lpstr>Bigger headings</vt:lpstr>
      <vt:lpstr>Paragraphs</vt:lpstr>
      <vt:lpstr>HTML Horizontal Rules</vt:lpstr>
      <vt:lpstr>The Poem Problem and Line Breaks</vt:lpstr>
      <vt:lpstr>Preformatted Text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saadia</dc:creator>
  <cp:lastModifiedBy>Sadi Shabbit</cp:lastModifiedBy>
  <cp:revision>33</cp:revision>
  <dcterms:created xsi:type="dcterms:W3CDTF">2022-03-01T11:20:57Z</dcterms:created>
  <dcterms:modified xsi:type="dcterms:W3CDTF">2024-09-29T19:09:40Z</dcterms:modified>
</cp:coreProperties>
</file>