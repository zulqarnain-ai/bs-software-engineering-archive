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6" r:id="rId2"/>
  </p:sldMasterIdLst>
  <p:handoutMasterIdLst>
    <p:handoutMasterId r:id="rId12"/>
  </p:handoutMasterIdLst>
  <p:sldIdLst>
    <p:sldId id="256" r:id="rId3"/>
    <p:sldId id="257" r:id="rId4"/>
    <p:sldId id="258" r:id="rId5"/>
    <p:sldId id="259" r:id="rId6"/>
    <p:sldId id="260" r:id="rId7"/>
    <p:sldId id="261" r:id="rId8"/>
    <p:sldId id="262" r:id="rId9"/>
    <p:sldId id="263" r:id="rId10"/>
    <p:sldId id="264"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B4AE06-55BC-43BF-A4A9-0490934B5E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DDDA100-9ADC-4082-AC5E-05B90C35EF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1C9CA4D-FBF0-493A-A903-8F4A5B65B14C}" type="datetimeFigureOut">
              <a:rPr lang="en-US" smtClean="0"/>
              <a:t>1/13/2022</a:t>
            </a:fld>
            <a:endParaRPr lang="en-US"/>
          </a:p>
        </p:txBody>
      </p:sp>
      <p:sp>
        <p:nvSpPr>
          <p:cNvPr id="4" name="Footer Placeholder 3">
            <a:extLst>
              <a:ext uri="{FF2B5EF4-FFF2-40B4-BE49-F238E27FC236}">
                <a16:creationId xmlns:a16="http://schemas.microsoft.com/office/drawing/2014/main" id="{1B42A267-3D80-443B-B68B-0EA19F6FC3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236E587-8E11-407C-B87D-3B4D5BC4675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BD53E4-652E-4806-A45E-356304563287}" type="slidenum">
              <a:rPr lang="en-US" smtClean="0"/>
              <a:t>‹#›</a:t>
            </a:fld>
            <a:endParaRPr lang="en-US"/>
          </a:p>
        </p:txBody>
      </p:sp>
    </p:spTree>
    <p:extLst>
      <p:ext uri="{BB962C8B-B14F-4D97-AF65-F5344CB8AC3E}">
        <p14:creationId xmlns:p14="http://schemas.microsoft.com/office/powerpoint/2010/main" val="303489583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a:off x="3115433" y="4469433"/>
            <a:ext cx="5961200" cy="785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10" name="Google Shape;10;p2"/>
          <p:cNvSpPr txBox="1">
            <a:spLocks noGrp="1"/>
          </p:cNvSpPr>
          <p:nvPr>
            <p:ph type="ctrTitle"/>
          </p:nvPr>
        </p:nvSpPr>
        <p:spPr>
          <a:xfrm>
            <a:off x="3814667" y="1854980"/>
            <a:ext cx="4562800" cy="2572000"/>
          </a:xfrm>
          <a:prstGeom prst="rect">
            <a:avLst/>
          </a:prstGeom>
          <a:noFill/>
        </p:spPr>
        <p:txBody>
          <a:bodyPr spcFirstLastPara="1" wrap="square" lIns="91425" tIns="91425" rIns="91425" bIns="91425" anchor="ctr" anchorCtr="0">
            <a:noAutofit/>
          </a:bodyPr>
          <a:lstStyle>
            <a:lvl1pPr lvl="0" algn="ctr" rtl="0">
              <a:lnSpc>
                <a:spcPct val="80000"/>
              </a:lnSpc>
              <a:spcBef>
                <a:spcPts val="0"/>
              </a:spcBef>
              <a:spcAft>
                <a:spcPts val="0"/>
              </a:spcAft>
              <a:buSzPts val="6000"/>
              <a:buNone/>
              <a:defRPr sz="10666">
                <a:latin typeface="Amatic SC"/>
                <a:ea typeface="Amatic SC"/>
                <a:cs typeface="Amatic SC"/>
                <a:sym typeface="Amatic SC"/>
              </a:defRPr>
            </a:lvl1pPr>
            <a:lvl2pPr lvl="1" rtl="0">
              <a:spcBef>
                <a:spcPts val="0"/>
              </a:spcBef>
              <a:spcAft>
                <a:spcPts val="0"/>
              </a:spcAft>
              <a:buSzPts val="6000"/>
              <a:buFont typeface="Bahiana"/>
              <a:buNone/>
              <a:defRPr sz="8000">
                <a:latin typeface="Bahiana"/>
                <a:ea typeface="Bahiana"/>
                <a:cs typeface="Bahiana"/>
                <a:sym typeface="Bahiana"/>
              </a:defRPr>
            </a:lvl2pPr>
            <a:lvl3pPr lvl="2" rtl="0">
              <a:spcBef>
                <a:spcPts val="0"/>
              </a:spcBef>
              <a:spcAft>
                <a:spcPts val="0"/>
              </a:spcAft>
              <a:buSzPts val="6000"/>
              <a:buFont typeface="Bahiana"/>
              <a:buNone/>
              <a:defRPr sz="8000">
                <a:latin typeface="Bahiana"/>
                <a:ea typeface="Bahiana"/>
                <a:cs typeface="Bahiana"/>
                <a:sym typeface="Bahiana"/>
              </a:defRPr>
            </a:lvl3pPr>
            <a:lvl4pPr lvl="3" rtl="0">
              <a:spcBef>
                <a:spcPts val="0"/>
              </a:spcBef>
              <a:spcAft>
                <a:spcPts val="0"/>
              </a:spcAft>
              <a:buSzPts val="6000"/>
              <a:buFont typeface="Bahiana"/>
              <a:buNone/>
              <a:defRPr sz="8000">
                <a:latin typeface="Bahiana"/>
                <a:ea typeface="Bahiana"/>
                <a:cs typeface="Bahiana"/>
                <a:sym typeface="Bahiana"/>
              </a:defRPr>
            </a:lvl4pPr>
            <a:lvl5pPr lvl="4" rtl="0">
              <a:spcBef>
                <a:spcPts val="0"/>
              </a:spcBef>
              <a:spcAft>
                <a:spcPts val="0"/>
              </a:spcAft>
              <a:buSzPts val="6000"/>
              <a:buFont typeface="Bahiana"/>
              <a:buNone/>
              <a:defRPr sz="8000">
                <a:latin typeface="Bahiana"/>
                <a:ea typeface="Bahiana"/>
                <a:cs typeface="Bahiana"/>
                <a:sym typeface="Bahiana"/>
              </a:defRPr>
            </a:lvl5pPr>
            <a:lvl6pPr lvl="5" rtl="0">
              <a:spcBef>
                <a:spcPts val="0"/>
              </a:spcBef>
              <a:spcAft>
                <a:spcPts val="0"/>
              </a:spcAft>
              <a:buSzPts val="6000"/>
              <a:buFont typeface="Bahiana"/>
              <a:buNone/>
              <a:defRPr sz="8000">
                <a:latin typeface="Bahiana"/>
                <a:ea typeface="Bahiana"/>
                <a:cs typeface="Bahiana"/>
                <a:sym typeface="Bahiana"/>
              </a:defRPr>
            </a:lvl6pPr>
            <a:lvl7pPr lvl="6" rtl="0">
              <a:spcBef>
                <a:spcPts val="0"/>
              </a:spcBef>
              <a:spcAft>
                <a:spcPts val="0"/>
              </a:spcAft>
              <a:buSzPts val="6000"/>
              <a:buFont typeface="Bahiana"/>
              <a:buNone/>
              <a:defRPr sz="8000">
                <a:latin typeface="Bahiana"/>
                <a:ea typeface="Bahiana"/>
                <a:cs typeface="Bahiana"/>
                <a:sym typeface="Bahiana"/>
              </a:defRPr>
            </a:lvl7pPr>
            <a:lvl8pPr lvl="7" rtl="0">
              <a:spcBef>
                <a:spcPts val="0"/>
              </a:spcBef>
              <a:spcAft>
                <a:spcPts val="0"/>
              </a:spcAft>
              <a:buSzPts val="6000"/>
              <a:buFont typeface="Bahiana"/>
              <a:buNone/>
              <a:defRPr sz="8000">
                <a:latin typeface="Bahiana"/>
                <a:ea typeface="Bahiana"/>
                <a:cs typeface="Bahiana"/>
                <a:sym typeface="Bahiana"/>
              </a:defRPr>
            </a:lvl8pPr>
            <a:lvl9pPr lvl="8" rtl="0">
              <a:spcBef>
                <a:spcPts val="0"/>
              </a:spcBef>
              <a:spcAft>
                <a:spcPts val="0"/>
              </a:spcAft>
              <a:buSzPts val="6000"/>
              <a:buFont typeface="Bahiana"/>
              <a:buNone/>
              <a:defRPr sz="8000">
                <a:latin typeface="Bahiana"/>
                <a:ea typeface="Bahiana"/>
                <a:cs typeface="Bahiana"/>
                <a:sym typeface="Bahiana"/>
              </a:defRPr>
            </a:lvl9pPr>
          </a:lstStyle>
          <a:p>
            <a:r>
              <a:rPr lang="en-US"/>
              <a:t>Click to edit Master title style</a:t>
            </a:r>
            <a:endParaRPr/>
          </a:p>
        </p:txBody>
      </p:sp>
    </p:spTree>
    <p:extLst>
      <p:ext uri="{BB962C8B-B14F-4D97-AF65-F5344CB8AC3E}">
        <p14:creationId xmlns:p14="http://schemas.microsoft.com/office/powerpoint/2010/main" val="1142113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flipH="1">
            <a:off x="5174692" y="1380252"/>
            <a:ext cx="5150800" cy="3040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4200"/>
              <a:buNone/>
              <a:defRPr sz="8000"/>
            </a:lvl1pPr>
            <a:lvl2pPr lvl="1" algn="r" rtl="0">
              <a:spcBef>
                <a:spcPts val="0"/>
              </a:spcBef>
              <a:spcAft>
                <a:spcPts val="0"/>
              </a:spcAft>
              <a:buSzPts val="4200"/>
              <a:buNone/>
              <a:defRPr sz="5600"/>
            </a:lvl2pPr>
            <a:lvl3pPr lvl="2" algn="r" rtl="0">
              <a:spcBef>
                <a:spcPts val="0"/>
              </a:spcBef>
              <a:spcAft>
                <a:spcPts val="0"/>
              </a:spcAft>
              <a:buSzPts val="4200"/>
              <a:buNone/>
              <a:defRPr sz="5600"/>
            </a:lvl3pPr>
            <a:lvl4pPr lvl="3" algn="r" rtl="0">
              <a:spcBef>
                <a:spcPts val="0"/>
              </a:spcBef>
              <a:spcAft>
                <a:spcPts val="0"/>
              </a:spcAft>
              <a:buSzPts val="4200"/>
              <a:buNone/>
              <a:defRPr sz="5600"/>
            </a:lvl4pPr>
            <a:lvl5pPr lvl="4" algn="r" rtl="0">
              <a:spcBef>
                <a:spcPts val="0"/>
              </a:spcBef>
              <a:spcAft>
                <a:spcPts val="0"/>
              </a:spcAft>
              <a:buSzPts val="4200"/>
              <a:buNone/>
              <a:defRPr sz="5600"/>
            </a:lvl5pPr>
            <a:lvl6pPr lvl="5" algn="r" rtl="0">
              <a:spcBef>
                <a:spcPts val="0"/>
              </a:spcBef>
              <a:spcAft>
                <a:spcPts val="0"/>
              </a:spcAft>
              <a:buSzPts val="4200"/>
              <a:buNone/>
              <a:defRPr sz="5600"/>
            </a:lvl6pPr>
            <a:lvl7pPr lvl="6" algn="r" rtl="0">
              <a:spcBef>
                <a:spcPts val="0"/>
              </a:spcBef>
              <a:spcAft>
                <a:spcPts val="0"/>
              </a:spcAft>
              <a:buSzPts val="4200"/>
              <a:buNone/>
              <a:defRPr sz="5600"/>
            </a:lvl7pPr>
            <a:lvl8pPr lvl="7" algn="r" rtl="0">
              <a:spcBef>
                <a:spcPts val="0"/>
              </a:spcBef>
              <a:spcAft>
                <a:spcPts val="0"/>
              </a:spcAft>
              <a:buSzPts val="4200"/>
              <a:buNone/>
              <a:defRPr sz="5600"/>
            </a:lvl8pPr>
            <a:lvl9pPr lvl="8" algn="r" rtl="0">
              <a:spcBef>
                <a:spcPts val="0"/>
              </a:spcBef>
              <a:spcAft>
                <a:spcPts val="0"/>
              </a:spcAft>
              <a:buSzPts val="4200"/>
              <a:buNone/>
              <a:defRPr sz="5600"/>
            </a:lvl9pPr>
          </a:lstStyle>
          <a:p>
            <a:r>
              <a:rPr lang="en-US"/>
              <a:t>Click to edit Master title style</a:t>
            </a:r>
            <a:endParaRPr/>
          </a:p>
        </p:txBody>
      </p:sp>
      <p:sp>
        <p:nvSpPr>
          <p:cNvPr id="13" name="Google Shape;13;p3"/>
          <p:cNvSpPr txBox="1">
            <a:spLocks noGrp="1"/>
          </p:cNvSpPr>
          <p:nvPr>
            <p:ph type="subTitle" idx="1"/>
          </p:nvPr>
        </p:nvSpPr>
        <p:spPr>
          <a:xfrm flipH="1">
            <a:off x="5975899" y="4346980"/>
            <a:ext cx="4349600" cy="865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133"/>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r>
              <a:rPr lang="en-US"/>
              <a:t>Click to edit Master subtitle style</a:t>
            </a:r>
            <a:endParaRPr/>
          </a:p>
        </p:txBody>
      </p:sp>
      <p:sp>
        <p:nvSpPr>
          <p:cNvPr id="14" name="Google Shape;14;p3"/>
          <p:cNvSpPr txBox="1">
            <a:spLocks noGrp="1"/>
          </p:cNvSpPr>
          <p:nvPr>
            <p:ph type="title" idx="2" hasCustomPrompt="1"/>
          </p:nvPr>
        </p:nvSpPr>
        <p:spPr>
          <a:xfrm flipH="1">
            <a:off x="928929" y="1533400"/>
            <a:ext cx="1880800" cy="12540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600"/>
              <a:buNone/>
              <a:defRPr sz="96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3226251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p:nvPr/>
        </p:nvSpPr>
        <p:spPr>
          <a:xfrm>
            <a:off x="509934" y="288300"/>
            <a:ext cx="11172159" cy="6316507"/>
          </a:xfrm>
          <a:custGeom>
            <a:avLst/>
            <a:gdLst/>
            <a:ahLst/>
            <a:cxnLst/>
            <a:rect l="l" t="t" r="r" b="b"/>
            <a:pathLst>
              <a:path w="40261" h="29674" extrusionOk="0">
                <a:moveTo>
                  <a:pt x="36473" y="989"/>
                </a:moveTo>
                <a:cubicBezTo>
                  <a:pt x="36245" y="944"/>
                  <a:pt x="36017" y="903"/>
                  <a:pt x="35789" y="882"/>
                </a:cubicBezTo>
                <a:cubicBezTo>
                  <a:pt x="34672" y="778"/>
                  <a:pt x="33552" y="713"/>
                  <a:pt x="32429" y="685"/>
                </a:cubicBezTo>
                <a:cubicBezTo>
                  <a:pt x="30887" y="640"/>
                  <a:pt x="29349" y="654"/>
                  <a:pt x="27811" y="640"/>
                </a:cubicBezTo>
                <a:cubicBezTo>
                  <a:pt x="27210" y="636"/>
                  <a:pt x="26615" y="640"/>
                  <a:pt x="26013" y="630"/>
                </a:cubicBezTo>
                <a:cubicBezTo>
                  <a:pt x="25312" y="619"/>
                  <a:pt x="24607" y="598"/>
                  <a:pt x="23906" y="560"/>
                </a:cubicBezTo>
                <a:cubicBezTo>
                  <a:pt x="22419" y="477"/>
                  <a:pt x="20929" y="432"/>
                  <a:pt x="19447" y="260"/>
                </a:cubicBezTo>
                <a:cubicBezTo>
                  <a:pt x="17984" y="94"/>
                  <a:pt x="16529" y="18"/>
                  <a:pt x="15067" y="8"/>
                </a:cubicBezTo>
                <a:cubicBezTo>
                  <a:pt x="13765" y="0"/>
                  <a:pt x="12471" y="91"/>
                  <a:pt x="11172" y="198"/>
                </a:cubicBezTo>
                <a:cubicBezTo>
                  <a:pt x="10629" y="246"/>
                  <a:pt x="10080" y="177"/>
                  <a:pt x="9534" y="201"/>
                </a:cubicBezTo>
                <a:cubicBezTo>
                  <a:pt x="8593" y="239"/>
                  <a:pt x="7657" y="180"/>
                  <a:pt x="6720" y="94"/>
                </a:cubicBezTo>
                <a:cubicBezTo>
                  <a:pt x="6568" y="73"/>
                  <a:pt x="6409" y="73"/>
                  <a:pt x="6257" y="91"/>
                </a:cubicBezTo>
                <a:cubicBezTo>
                  <a:pt x="5289" y="270"/>
                  <a:pt x="4318" y="453"/>
                  <a:pt x="3350" y="640"/>
                </a:cubicBezTo>
                <a:cubicBezTo>
                  <a:pt x="2665" y="767"/>
                  <a:pt x="2081" y="1069"/>
                  <a:pt x="1677" y="1694"/>
                </a:cubicBezTo>
                <a:cubicBezTo>
                  <a:pt x="1338" y="2209"/>
                  <a:pt x="962" y="2720"/>
                  <a:pt x="810" y="3342"/>
                </a:cubicBezTo>
                <a:cubicBezTo>
                  <a:pt x="647" y="4010"/>
                  <a:pt x="502" y="4680"/>
                  <a:pt x="516" y="5400"/>
                </a:cubicBezTo>
                <a:cubicBezTo>
                  <a:pt x="519" y="5786"/>
                  <a:pt x="446" y="6170"/>
                  <a:pt x="416" y="6561"/>
                </a:cubicBezTo>
                <a:cubicBezTo>
                  <a:pt x="350" y="7283"/>
                  <a:pt x="280" y="8002"/>
                  <a:pt x="236" y="8731"/>
                </a:cubicBezTo>
                <a:cubicBezTo>
                  <a:pt x="188" y="9426"/>
                  <a:pt x="173" y="10128"/>
                  <a:pt x="149" y="10822"/>
                </a:cubicBezTo>
                <a:cubicBezTo>
                  <a:pt x="119" y="11915"/>
                  <a:pt x="73" y="13006"/>
                  <a:pt x="66" y="14096"/>
                </a:cubicBezTo>
                <a:cubicBezTo>
                  <a:pt x="57" y="15530"/>
                  <a:pt x="125" y="16961"/>
                  <a:pt x="63" y="18382"/>
                </a:cubicBezTo>
                <a:cubicBezTo>
                  <a:pt x="1" y="19844"/>
                  <a:pt x="14" y="21292"/>
                  <a:pt x="132" y="22750"/>
                </a:cubicBezTo>
                <a:cubicBezTo>
                  <a:pt x="215" y="23732"/>
                  <a:pt x="368" y="24700"/>
                  <a:pt x="709" y="25633"/>
                </a:cubicBezTo>
                <a:cubicBezTo>
                  <a:pt x="1193" y="26957"/>
                  <a:pt x="2030" y="27880"/>
                  <a:pt x="3250" y="28419"/>
                </a:cubicBezTo>
                <a:cubicBezTo>
                  <a:pt x="3858" y="28689"/>
                  <a:pt x="4477" y="28875"/>
                  <a:pt x="5109" y="29003"/>
                </a:cubicBezTo>
                <a:cubicBezTo>
                  <a:pt x="5787" y="29145"/>
                  <a:pt x="6478" y="29217"/>
                  <a:pt x="7170" y="29255"/>
                </a:cubicBezTo>
                <a:cubicBezTo>
                  <a:pt x="8967" y="29348"/>
                  <a:pt x="10764" y="29390"/>
                  <a:pt x="12565" y="29477"/>
                </a:cubicBezTo>
                <a:cubicBezTo>
                  <a:pt x="14237" y="29570"/>
                  <a:pt x="15901" y="29597"/>
                  <a:pt x="17570" y="29556"/>
                </a:cubicBezTo>
                <a:cubicBezTo>
                  <a:pt x="18634" y="29528"/>
                  <a:pt x="19706" y="29556"/>
                  <a:pt x="20774" y="29584"/>
                </a:cubicBezTo>
                <a:cubicBezTo>
                  <a:pt x="22392" y="29618"/>
                  <a:pt x="24005" y="29674"/>
                  <a:pt x="25619" y="29542"/>
                </a:cubicBezTo>
                <a:cubicBezTo>
                  <a:pt x="25983" y="29514"/>
                  <a:pt x="26349" y="29501"/>
                  <a:pt x="26709" y="29525"/>
                </a:cubicBezTo>
                <a:cubicBezTo>
                  <a:pt x="26771" y="29528"/>
                  <a:pt x="26830" y="29535"/>
                  <a:pt x="26888" y="29549"/>
                </a:cubicBezTo>
                <a:cubicBezTo>
                  <a:pt x="27133" y="29597"/>
                  <a:pt x="31195" y="28983"/>
                  <a:pt x="31322" y="28979"/>
                </a:cubicBezTo>
                <a:cubicBezTo>
                  <a:pt x="32335" y="28910"/>
                  <a:pt x="33348" y="28837"/>
                  <a:pt x="34361" y="28778"/>
                </a:cubicBezTo>
                <a:cubicBezTo>
                  <a:pt x="35370" y="28710"/>
                  <a:pt x="36379" y="28592"/>
                  <a:pt x="37399" y="28613"/>
                </a:cubicBezTo>
                <a:cubicBezTo>
                  <a:pt x="37941" y="28627"/>
                  <a:pt x="38353" y="28474"/>
                  <a:pt x="38713" y="28094"/>
                </a:cubicBezTo>
                <a:cubicBezTo>
                  <a:pt x="38871" y="27922"/>
                  <a:pt x="39024" y="27727"/>
                  <a:pt x="39152" y="27523"/>
                </a:cubicBezTo>
                <a:cubicBezTo>
                  <a:pt x="39559" y="26836"/>
                  <a:pt x="39804" y="26092"/>
                  <a:pt x="39857" y="25263"/>
                </a:cubicBezTo>
                <a:cubicBezTo>
                  <a:pt x="39978" y="23362"/>
                  <a:pt x="40109" y="21475"/>
                  <a:pt x="40227" y="19571"/>
                </a:cubicBezTo>
                <a:cubicBezTo>
                  <a:pt x="40261" y="19014"/>
                  <a:pt x="40257" y="18457"/>
                  <a:pt x="40251" y="17894"/>
                </a:cubicBezTo>
                <a:cubicBezTo>
                  <a:pt x="40251" y="16463"/>
                  <a:pt x="40227" y="15039"/>
                  <a:pt x="40219" y="13612"/>
                </a:cubicBezTo>
                <a:cubicBezTo>
                  <a:pt x="40219" y="12267"/>
                  <a:pt x="40147" y="10923"/>
                  <a:pt x="40029" y="9585"/>
                </a:cubicBezTo>
                <a:cubicBezTo>
                  <a:pt x="39946" y="8600"/>
                  <a:pt x="39911" y="7622"/>
                  <a:pt x="39843" y="6640"/>
                </a:cubicBezTo>
                <a:cubicBezTo>
                  <a:pt x="39795" y="6028"/>
                  <a:pt x="39742" y="5410"/>
                  <a:pt x="39656" y="4798"/>
                </a:cubicBezTo>
                <a:cubicBezTo>
                  <a:pt x="39493" y="3754"/>
                  <a:pt x="39134" y="2787"/>
                  <a:pt x="38529" y="1922"/>
                </a:cubicBezTo>
                <a:cubicBezTo>
                  <a:pt x="38291" y="1576"/>
                  <a:pt x="38011" y="1314"/>
                  <a:pt x="37610" y="1235"/>
                </a:cubicBezTo>
                <a:cubicBezTo>
                  <a:pt x="37596" y="1231"/>
                  <a:pt x="37582" y="1227"/>
                  <a:pt x="37568" y="1224"/>
                </a:cubicBezTo>
                <a:cubicBezTo>
                  <a:pt x="37499" y="1214"/>
                  <a:pt x="37430" y="1200"/>
                  <a:pt x="37361" y="1186"/>
                </a:cubicBezTo>
                <a:cubicBezTo>
                  <a:pt x="37064" y="1128"/>
                  <a:pt x="36770" y="1051"/>
                  <a:pt x="36473" y="989"/>
                </a:cubicBezTo>
                <a:close/>
              </a:path>
            </a:pathLst>
          </a:custGeom>
          <a:solidFill>
            <a:srgbClr val="F8F5F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 name="Google Shape;17;p4"/>
          <p:cNvSpPr txBox="1">
            <a:spLocks noGrp="1"/>
          </p:cNvSpPr>
          <p:nvPr>
            <p:ph type="title"/>
          </p:nvPr>
        </p:nvSpPr>
        <p:spPr>
          <a:xfrm>
            <a:off x="1442500" y="388769"/>
            <a:ext cx="4302400" cy="21116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atin typeface="Roboto Slab"/>
                <a:ea typeface="Roboto Slab"/>
                <a:cs typeface="Roboto Slab"/>
                <a:sym typeface="Roboto Slab"/>
              </a:defRPr>
            </a:lvl2pPr>
            <a:lvl3pPr lvl="2" rtl="0">
              <a:spcBef>
                <a:spcPts val="0"/>
              </a:spcBef>
              <a:spcAft>
                <a:spcPts val="0"/>
              </a:spcAft>
              <a:buNone/>
              <a:defRPr>
                <a:latin typeface="Roboto Slab"/>
                <a:ea typeface="Roboto Slab"/>
                <a:cs typeface="Roboto Slab"/>
                <a:sym typeface="Roboto Slab"/>
              </a:defRPr>
            </a:lvl3pPr>
            <a:lvl4pPr lvl="3" rtl="0">
              <a:spcBef>
                <a:spcPts val="0"/>
              </a:spcBef>
              <a:spcAft>
                <a:spcPts val="0"/>
              </a:spcAft>
              <a:buNone/>
              <a:defRPr>
                <a:latin typeface="Roboto Slab"/>
                <a:ea typeface="Roboto Slab"/>
                <a:cs typeface="Roboto Slab"/>
                <a:sym typeface="Roboto Slab"/>
              </a:defRPr>
            </a:lvl4pPr>
            <a:lvl5pPr lvl="4" rtl="0">
              <a:spcBef>
                <a:spcPts val="0"/>
              </a:spcBef>
              <a:spcAft>
                <a:spcPts val="0"/>
              </a:spcAft>
              <a:buNone/>
              <a:defRPr>
                <a:latin typeface="Roboto Slab"/>
                <a:ea typeface="Roboto Slab"/>
                <a:cs typeface="Roboto Slab"/>
                <a:sym typeface="Roboto Slab"/>
              </a:defRPr>
            </a:lvl5pPr>
            <a:lvl6pPr lvl="5" rtl="0">
              <a:spcBef>
                <a:spcPts val="0"/>
              </a:spcBef>
              <a:spcAft>
                <a:spcPts val="0"/>
              </a:spcAft>
              <a:buNone/>
              <a:defRPr>
                <a:latin typeface="Roboto Slab"/>
                <a:ea typeface="Roboto Slab"/>
                <a:cs typeface="Roboto Slab"/>
                <a:sym typeface="Roboto Slab"/>
              </a:defRPr>
            </a:lvl6pPr>
            <a:lvl7pPr lvl="6" rtl="0">
              <a:spcBef>
                <a:spcPts val="0"/>
              </a:spcBef>
              <a:spcAft>
                <a:spcPts val="0"/>
              </a:spcAft>
              <a:buNone/>
              <a:defRPr>
                <a:latin typeface="Roboto Slab"/>
                <a:ea typeface="Roboto Slab"/>
                <a:cs typeface="Roboto Slab"/>
                <a:sym typeface="Roboto Slab"/>
              </a:defRPr>
            </a:lvl7pPr>
            <a:lvl8pPr lvl="7" rtl="0">
              <a:spcBef>
                <a:spcPts val="0"/>
              </a:spcBef>
              <a:spcAft>
                <a:spcPts val="0"/>
              </a:spcAft>
              <a:buNone/>
              <a:defRPr>
                <a:latin typeface="Roboto Slab"/>
                <a:ea typeface="Roboto Slab"/>
                <a:cs typeface="Roboto Slab"/>
                <a:sym typeface="Roboto Slab"/>
              </a:defRPr>
            </a:lvl8pPr>
            <a:lvl9pPr lvl="8" rtl="0">
              <a:spcBef>
                <a:spcPts val="0"/>
              </a:spcBef>
              <a:spcAft>
                <a:spcPts val="0"/>
              </a:spcAft>
              <a:buNone/>
              <a:defRPr>
                <a:latin typeface="Roboto Slab"/>
                <a:ea typeface="Roboto Slab"/>
                <a:cs typeface="Roboto Slab"/>
                <a:sym typeface="Roboto Slab"/>
              </a:defRPr>
            </a:lvl9pPr>
          </a:lstStyle>
          <a:p>
            <a:r>
              <a:rPr lang="en-US"/>
              <a:t>Click to edit Master title style</a:t>
            </a:r>
            <a:endParaRPr/>
          </a:p>
        </p:txBody>
      </p:sp>
      <p:sp>
        <p:nvSpPr>
          <p:cNvPr id="18" name="Google Shape;18;p4"/>
          <p:cNvSpPr txBox="1">
            <a:spLocks noGrp="1"/>
          </p:cNvSpPr>
          <p:nvPr>
            <p:ph type="subTitle" idx="1"/>
          </p:nvPr>
        </p:nvSpPr>
        <p:spPr>
          <a:xfrm flipH="1">
            <a:off x="1442500" y="4746733"/>
            <a:ext cx="5137600" cy="126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1867"/>
            </a:lvl1pPr>
            <a:lvl2pPr lvl="1" rtl="0">
              <a:lnSpc>
                <a:spcPct val="100000"/>
              </a:lnSpc>
              <a:spcBef>
                <a:spcPts val="0"/>
              </a:spcBef>
              <a:spcAft>
                <a:spcPts val="0"/>
              </a:spcAft>
              <a:buNone/>
              <a:defRPr sz="1867">
                <a:solidFill>
                  <a:schemeClr val="accent2"/>
                </a:solidFill>
              </a:defRPr>
            </a:lvl2pPr>
            <a:lvl3pPr lvl="2" rtl="0">
              <a:lnSpc>
                <a:spcPct val="100000"/>
              </a:lnSpc>
              <a:spcBef>
                <a:spcPts val="0"/>
              </a:spcBef>
              <a:spcAft>
                <a:spcPts val="0"/>
              </a:spcAft>
              <a:buNone/>
              <a:defRPr sz="1867">
                <a:solidFill>
                  <a:schemeClr val="accent2"/>
                </a:solidFill>
              </a:defRPr>
            </a:lvl3pPr>
            <a:lvl4pPr lvl="3" rtl="0">
              <a:lnSpc>
                <a:spcPct val="100000"/>
              </a:lnSpc>
              <a:spcBef>
                <a:spcPts val="0"/>
              </a:spcBef>
              <a:spcAft>
                <a:spcPts val="0"/>
              </a:spcAft>
              <a:buNone/>
              <a:defRPr sz="1867">
                <a:solidFill>
                  <a:schemeClr val="accent2"/>
                </a:solidFill>
              </a:defRPr>
            </a:lvl4pPr>
            <a:lvl5pPr lvl="4" rtl="0">
              <a:lnSpc>
                <a:spcPct val="100000"/>
              </a:lnSpc>
              <a:spcBef>
                <a:spcPts val="0"/>
              </a:spcBef>
              <a:spcAft>
                <a:spcPts val="0"/>
              </a:spcAft>
              <a:buNone/>
              <a:defRPr sz="1867">
                <a:solidFill>
                  <a:schemeClr val="accent2"/>
                </a:solidFill>
              </a:defRPr>
            </a:lvl5pPr>
            <a:lvl6pPr lvl="5" rtl="0">
              <a:lnSpc>
                <a:spcPct val="100000"/>
              </a:lnSpc>
              <a:spcBef>
                <a:spcPts val="0"/>
              </a:spcBef>
              <a:spcAft>
                <a:spcPts val="0"/>
              </a:spcAft>
              <a:buNone/>
              <a:defRPr sz="1867">
                <a:solidFill>
                  <a:schemeClr val="accent2"/>
                </a:solidFill>
              </a:defRPr>
            </a:lvl6pPr>
            <a:lvl7pPr lvl="6" rtl="0">
              <a:lnSpc>
                <a:spcPct val="100000"/>
              </a:lnSpc>
              <a:spcBef>
                <a:spcPts val="0"/>
              </a:spcBef>
              <a:spcAft>
                <a:spcPts val="0"/>
              </a:spcAft>
              <a:buNone/>
              <a:defRPr sz="1867">
                <a:solidFill>
                  <a:schemeClr val="accent2"/>
                </a:solidFill>
              </a:defRPr>
            </a:lvl7pPr>
            <a:lvl8pPr lvl="7" rtl="0">
              <a:lnSpc>
                <a:spcPct val="100000"/>
              </a:lnSpc>
              <a:spcBef>
                <a:spcPts val="0"/>
              </a:spcBef>
              <a:spcAft>
                <a:spcPts val="0"/>
              </a:spcAft>
              <a:buNone/>
              <a:defRPr sz="1867">
                <a:solidFill>
                  <a:schemeClr val="accent2"/>
                </a:solidFill>
              </a:defRPr>
            </a:lvl8pPr>
            <a:lvl9pPr lvl="8" rtl="0">
              <a:lnSpc>
                <a:spcPct val="100000"/>
              </a:lnSpc>
              <a:spcBef>
                <a:spcPts val="0"/>
              </a:spcBef>
              <a:spcAft>
                <a:spcPts val="0"/>
              </a:spcAft>
              <a:buNone/>
              <a:defRPr sz="1867">
                <a:solidFill>
                  <a:schemeClr val="accent2"/>
                </a:solidFill>
              </a:defRPr>
            </a:lvl9pPr>
          </a:lstStyle>
          <a:p>
            <a:r>
              <a:rPr lang="en-US"/>
              <a:t>Click to edit Master subtitle style</a:t>
            </a:r>
            <a:endParaRPr/>
          </a:p>
        </p:txBody>
      </p:sp>
    </p:spTree>
    <p:extLst>
      <p:ext uri="{BB962C8B-B14F-4D97-AF65-F5344CB8AC3E}">
        <p14:creationId xmlns:p14="http://schemas.microsoft.com/office/powerpoint/2010/main" val="3085454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blipFill>
          <a:blip r:embed="rId2">
            <a:alphaModFix/>
          </a:blip>
          <a:stretch>
            <a:fillRect/>
          </a:stretch>
        </a:blipFill>
        <a:effectLst/>
      </p:bgPr>
    </p:bg>
    <p:spTree>
      <p:nvGrpSpPr>
        <p:cNvPr id="1" name="Shape 19"/>
        <p:cNvGrpSpPr/>
        <p:nvPr/>
      </p:nvGrpSpPr>
      <p:grpSpPr>
        <a:xfrm>
          <a:off x="0" y="0"/>
          <a:ext cx="0" cy="0"/>
          <a:chOff x="0" y="0"/>
          <a:chExt cx="0" cy="0"/>
        </a:xfrm>
      </p:grpSpPr>
      <p:sp>
        <p:nvSpPr>
          <p:cNvPr id="20" name="Google Shape;20;p5"/>
          <p:cNvSpPr txBox="1">
            <a:spLocks noGrp="1"/>
          </p:cNvSpPr>
          <p:nvPr>
            <p:ph type="ctrTitle"/>
          </p:nvPr>
        </p:nvSpPr>
        <p:spPr>
          <a:xfrm>
            <a:off x="2390000" y="695433"/>
            <a:ext cx="74120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3600"/>
              <a:buNone/>
              <a:defRPr sz="44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21" name="Google Shape;21;p5"/>
          <p:cNvSpPr txBox="1">
            <a:spLocks noGrp="1"/>
          </p:cNvSpPr>
          <p:nvPr>
            <p:ph type="subTitle" idx="1"/>
          </p:nvPr>
        </p:nvSpPr>
        <p:spPr>
          <a:xfrm>
            <a:off x="6649400" y="4415767"/>
            <a:ext cx="4309200" cy="146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22" name="Google Shape;22;p5"/>
          <p:cNvSpPr txBox="1">
            <a:spLocks noGrp="1"/>
          </p:cNvSpPr>
          <p:nvPr>
            <p:ph type="subTitle" idx="2"/>
          </p:nvPr>
        </p:nvSpPr>
        <p:spPr>
          <a:xfrm>
            <a:off x="1233400" y="4420433"/>
            <a:ext cx="4309200" cy="146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23" name="Google Shape;23;p5"/>
          <p:cNvSpPr txBox="1">
            <a:spLocks noGrp="1"/>
          </p:cNvSpPr>
          <p:nvPr>
            <p:ph type="subTitle" idx="3"/>
          </p:nvPr>
        </p:nvSpPr>
        <p:spPr>
          <a:xfrm>
            <a:off x="6649400" y="3632041"/>
            <a:ext cx="4309200" cy="482400"/>
          </a:xfrm>
          <a:prstGeom prst="rect">
            <a:avLst/>
          </a:prstGeom>
          <a:noFill/>
        </p:spPr>
        <p:txBody>
          <a:bodyPr spcFirstLastPara="1" wrap="square" lIns="91425" tIns="91425" rIns="91425" bIns="0" anchor="t" anchorCtr="0">
            <a:noAutofit/>
          </a:bodyPr>
          <a:lstStyle>
            <a:lvl1pPr lvl="0" algn="ctr" rtl="0">
              <a:lnSpc>
                <a:spcPct val="100000"/>
              </a:lnSpc>
              <a:spcBef>
                <a:spcPts val="0"/>
              </a:spcBef>
              <a:spcAft>
                <a:spcPts val="0"/>
              </a:spcAft>
              <a:buNone/>
              <a:defRPr sz="4000" b="1">
                <a:latin typeface="Amatic SC"/>
                <a:ea typeface="Amatic SC"/>
                <a:cs typeface="Amatic SC"/>
                <a:sym typeface="Amatic SC"/>
              </a:defRPr>
            </a:lvl1pPr>
            <a:lvl2pPr lvl="1" algn="ctr" rtl="0">
              <a:lnSpc>
                <a:spcPct val="100000"/>
              </a:lnSpc>
              <a:spcBef>
                <a:spcPts val="2133"/>
              </a:spcBef>
              <a:spcAft>
                <a:spcPts val="0"/>
              </a:spcAft>
              <a:buNone/>
              <a:defRPr sz="4000" b="1">
                <a:latin typeface="Amatic SC"/>
                <a:ea typeface="Amatic SC"/>
                <a:cs typeface="Amatic SC"/>
                <a:sym typeface="Amatic SC"/>
              </a:defRPr>
            </a:lvl2pPr>
            <a:lvl3pPr lvl="2" algn="ctr" rtl="0">
              <a:lnSpc>
                <a:spcPct val="100000"/>
              </a:lnSpc>
              <a:spcBef>
                <a:spcPts val="2133"/>
              </a:spcBef>
              <a:spcAft>
                <a:spcPts val="0"/>
              </a:spcAft>
              <a:buNone/>
              <a:defRPr sz="4000" b="1">
                <a:latin typeface="Amatic SC"/>
                <a:ea typeface="Amatic SC"/>
                <a:cs typeface="Amatic SC"/>
                <a:sym typeface="Amatic SC"/>
              </a:defRPr>
            </a:lvl3pPr>
            <a:lvl4pPr lvl="3" algn="ctr" rtl="0">
              <a:lnSpc>
                <a:spcPct val="100000"/>
              </a:lnSpc>
              <a:spcBef>
                <a:spcPts val="2133"/>
              </a:spcBef>
              <a:spcAft>
                <a:spcPts val="0"/>
              </a:spcAft>
              <a:buNone/>
              <a:defRPr sz="4000" b="1">
                <a:latin typeface="Amatic SC"/>
                <a:ea typeface="Amatic SC"/>
                <a:cs typeface="Amatic SC"/>
                <a:sym typeface="Amatic SC"/>
              </a:defRPr>
            </a:lvl4pPr>
            <a:lvl5pPr lvl="4" algn="ctr" rtl="0">
              <a:lnSpc>
                <a:spcPct val="100000"/>
              </a:lnSpc>
              <a:spcBef>
                <a:spcPts val="2133"/>
              </a:spcBef>
              <a:spcAft>
                <a:spcPts val="0"/>
              </a:spcAft>
              <a:buNone/>
              <a:defRPr sz="4000" b="1">
                <a:latin typeface="Amatic SC"/>
                <a:ea typeface="Amatic SC"/>
                <a:cs typeface="Amatic SC"/>
                <a:sym typeface="Amatic SC"/>
              </a:defRPr>
            </a:lvl5pPr>
            <a:lvl6pPr lvl="5" algn="ctr" rtl="0">
              <a:lnSpc>
                <a:spcPct val="100000"/>
              </a:lnSpc>
              <a:spcBef>
                <a:spcPts val="2133"/>
              </a:spcBef>
              <a:spcAft>
                <a:spcPts val="0"/>
              </a:spcAft>
              <a:buNone/>
              <a:defRPr sz="4000" b="1">
                <a:latin typeface="Amatic SC"/>
                <a:ea typeface="Amatic SC"/>
                <a:cs typeface="Amatic SC"/>
                <a:sym typeface="Amatic SC"/>
              </a:defRPr>
            </a:lvl6pPr>
            <a:lvl7pPr lvl="6" algn="ctr" rtl="0">
              <a:lnSpc>
                <a:spcPct val="100000"/>
              </a:lnSpc>
              <a:spcBef>
                <a:spcPts val="2133"/>
              </a:spcBef>
              <a:spcAft>
                <a:spcPts val="0"/>
              </a:spcAft>
              <a:buNone/>
              <a:defRPr sz="4000" b="1">
                <a:latin typeface="Amatic SC"/>
                <a:ea typeface="Amatic SC"/>
                <a:cs typeface="Amatic SC"/>
                <a:sym typeface="Amatic SC"/>
              </a:defRPr>
            </a:lvl7pPr>
            <a:lvl8pPr lvl="7" algn="ctr" rtl="0">
              <a:lnSpc>
                <a:spcPct val="100000"/>
              </a:lnSpc>
              <a:spcBef>
                <a:spcPts val="2133"/>
              </a:spcBef>
              <a:spcAft>
                <a:spcPts val="0"/>
              </a:spcAft>
              <a:buNone/>
              <a:defRPr sz="4000" b="1">
                <a:latin typeface="Amatic SC"/>
                <a:ea typeface="Amatic SC"/>
                <a:cs typeface="Amatic SC"/>
                <a:sym typeface="Amatic SC"/>
              </a:defRPr>
            </a:lvl8pPr>
            <a:lvl9pPr lvl="8" algn="ctr" rtl="0">
              <a:lnSpc>
                <a:spcPct val="100000"/>
              </a:lnSpc>
              <a:spcBef>
                <a:spcPts val="2133"/>
              </a:spcBef>
              <a:spcAft>
                <a:spcPts val="2133"/>
              </a:spcAft>
              <a:buNone/>
              <a:defRPr sz="4000" b="1">
                <a:latin typeface="Amatic SC"/>
                <a:ea typeface="Amatic SC"/>
                <a:cs typeface="Amatic SC"/>
                <a:sym typeface="Amatic SC"/>
              </a:defRPr>
            </a:lvl9pPr>
          </a:lstStyle>
          <a:p>
            <a:r>
              <a:rPr lang="en-US"/>
              <a:t>Click to edit Master subtitle style</a:t>
            </a:r>
            <a:endParaRPr/>
          </a:p>
        </p:txBody>
      </p:sp>
      <p:sp>
        <p:nvSpPr>
          <p:cNvPr id="24" name="Google Shape;24;p5"/>
          <p:cNvSpPr txBox="1">
            <a:spLocks noGrp="1"/>
          </p:cNvSpPr>
          <p:nvPr>
            <p:ph type="subTitle" idx="4"/>
          </p:nvPr>
        </p:nvSpPr>
        <p:spPr>
          <a:xfrm>
            <a:off x="1233400" y="3632025"/>
            <a:ext cx="4309200" cy="482400"/>
          </a:xfrm>
          <a:prstGeom prst="rect">
            <a:avLst/>
          </a:prstGeom>
          <a:noFill/>
        </p:spPr>
        <p:txBody>
          <a:bodyPr spcFirstLastPara="1" wrap="square" lIns="91425" tIns="91425" rIns="91425" bIns="0" anchor="t" anchorCtr="0">
            <a:noAutofit/>
          </a:bodyPr>
          <a:lstStyle>
            <a:lvl1pPr lvl="0" algn="ctr" rtl="0">
              <a:lnSpc>
                <a:spcPct val="100000"/>
              </a:lnSpc>
              <a:spcBef>
                <a:spcPts val="0"/>
              </a:spcBef>
              <a:spcAft>
                <a:spcPts val="0"/>
              </a:spcAft>
              <a:buNone/>
              <a:defRPr sz="4000" b="1">
                <a:latin typeface="Amatic SC"/>
                <a:ea typeface="Amatic SC"/>
                <a:cs typeface="Amatic SC"/>
                <a:sym typeface="Amatic SC"/>
              </a:defRPr>
            </a:lvl1pPr>
            <a:lvl2pPr lvl="1" algn="ctr" rtl="0">
              <a:lnSpc>
                <a:spcPct val="100000"/>
              </a:lnSpc>
              <a:spcBef>
                <a:spcPts val="2133"/>
              </a:spcBef>
              <a:spcAft>
                <a:spcPts val="0"/>
              </a:spcAft>
              <a:buNone/>
              <a:defRPr sz="4000" b="1">
                <a:latin typeface="Amatic SC"/>
                <a:ea typeface="Amatic SC"/>
                <a:cs typeface="Amatic SC"/>
                <a:sym typeface="Amatic SC"/>
              </a:defRPr>
            </a:lvl2pPr>
            <a:lvl3pPr lvl="2" algn="ctr" rtl="0">
              <a:lnSpc>
                <a:spcPct val="100000"/>
              </a:lnSpc>
              <a:spcBef>
                <a:spcPts val="2133"/>
              </a:spcBef>
              <a:spcAft>
                <a:spcPts val="0"/>
              </a:spcAft>
              <a:buNone/>
              <a:defRPr sz="4000" b="1">
                <a:latin typeface="Amatic SC"/>
                <a:ea typeface="Amatic SC"/>
                <a:cs typeface="Amatic SC"/>
                <a:sym typeface="Amatic SC"/>
              </a:defRPr>
            </a:lvl3pPr>
            <a:lvl4pPr lvl="3" algn="ctr" rtl="0">
              <a:lnSpc>
                <a:spcPct val="100000"/>
              </a:lnSpc>
              <a:spcBef>
                <a:spcPts val="2133"/>
              </a:spcBef>
              <a:spcAft>
                <a:spcPts val="0"/>
              </a:spcAft>
              <a:buNone/>
              <a:defRPr sz="4000" b="1">
                <a:latin typeface="Amatic SC"/>
                <a:ea typeface="Amatic SC"/>
                <a:cs typeface="Amatic SC"/>
                <a:sym typeface="Amatic SC"/>
              </a:defRPr>
            </a:lvl4pPr>
            <a:lvl5pPr lvl="4" algn="ctr" rtl="0">
              <a:lnSpc>
                <a:spcPct val="100000"/>
              </a:lnSpc>
              <a:spcBef>
                <a:spcPts val="2133"/>
              </a:spcBef>
              <a:spcAft>
                <a:spcPts val="0"/>
              </a:spcAft>
              <a:buNone/>
              <a:defRPr sz="4000" b="1">
                <a:latin typeface="Amatic SC"/>
                <a:ea typeface="Amatic SC"/>
                <a:cs typeface="Amatic SC"/>
                <a:sym typeface="Amatic SC"/>
              </a:defRPr>
            </a:lvl5pPr>
            <a:lvl6pPr lvl="5" algn="ctr" rtl="0">
              <a:lnSpc>
                <a:spcPct val="100000"/>
              </a:lnSpc>
              <a:spcBef>
                <a:spcPts val="2133"/>
              </a:spcBef>
              <a:spcAft>
                <a:spcPts val="0"/>
              </a:spcAft>
              <a:buNone/>
              <a:defRPr sz="4000" b="1">
                <a:latin typeface="Amatic SC"/>
                <a:ea typeface="Amatic SC"/>
                <a:cs typeface="Amatic SC"/>
                <a:sym typeface="Amatic SC"/>
              </a:defRPr>
            </a:lvl6pPr>
            <a:lvl7pPr lvl="6" algn="ctr" rtl="0">
              <a:lnSpc>
                <a:spcPct val="100000"/>
              </a:lnSpc>
              <a:spcBef>
                <a:spcPts val="2133"/>
              </a:spcBef>
              <a:spcAft>
                <a:spcPts val="0"/>
              </a:spcAft>
              <a:buNone/>
              <a:defRPr sz="4000" b="1">
                <a:latin typeface="Amatic SC"/>
                <a:ea typeface="Amatic SC"/>
                <a:cs typeface="Amatic SC"/>
                <a:sym typeface="Amatic SC"/>
              </a:defRPr>
            </a:lvl7pPr>
            <a:lvl8pPr lvl="7" algn="ctr" rtl="0">
              <a:lnSpc>
                <a:spcPct val="100000"/>
              </a:lnSpc>
              <a:spcBef>
                <a:spcPts val="2133"/>
              </a:spcBef>
              <a:spcAft>
                <a:spcPts val="0"/>
              </a:spcAft>
              <a:buNone/>
              <a:defRPr sz="4000" b="1">
                <a:latin typeface="Amatic SC"/>
                <a:ea typeface="Amatic SC"/>
                <a:cs typeface="Amatic SC"/>
                <a:sym typeface="Amatic SC"/>
              </a:defRPr>
            </a:lvl8pPr>
            <a:lvl9pPr lvl="8" algn="ctr" rtl="0">
              <a:lnSpc>
                <a:spcPct val="100000"/>
              </a:lnSpc>
              <a:spcBef>
                <a:spcPts val="2133"/>
              </a:spcBef>
              <a:spcAft>
                <a:spcPts val="2133"/>
              </a:spcAft>
              <a:buNone/>
              <a:defRPr sz="4000" b="1">
                <a:latin typeface="Amatic SC"/>
                <a:ea typeface="Amatic SC"/>
                <a:cs typeface="Amatic SC"/>
                <a:sym typeface="Amatic SC"/>
              </a:defRPr>
            </a:lvl9pPr>
          </a:lstStyle>
          <a:p>
            <a:r>
              <a:rPr lang="en-US"/>
              <a:t>Click to edit Master subtitle style</a:t>
            </a:r>
            <a:endParaRPr/>
          </a:p>
        </p:txBody>
      </p:sp>
    </p:spTree>
    <p:extLst>
      <p:ext uri="{BB962C8B-B14F-4D97-AF65-F5344CB8AC3E}">
        <p14:creationId xmlns:p14="http://schemas.microsoft.com/office/powerpoint/2010/main" val="300568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6"/>
          <p:cNvSpPr txBox="1">
            <a:spLocks noGrp="1"/>
          </p:cNvSpPr>
          <p:nvPr>
            <p:ph type="ctrTitle"/>
          </p:nvPr>
        </p:nvSpPr>
        <p:spPr>
          <a:xfrm>
            <a:off x="2390000" y="695433"/>
            <a:ext cx="74120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3600"/>
              <a:buNone/>
              <a:defRPr sz="44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Tree>
    <p:extLst>
      <p:ext uri="{BB962C8B-B14F-4D97-AF65-F5344CB8AC3E}">
        <p14:creationId xmlns:p14="http://schemas.microsoft.com/office/powerpoint/2010/main" val="3441058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blipFill>
          <a:blip r:embed="rId2">
            <a:alphaModFix/>
          </a:blip>
          <a:stretch>
            <a:fillRect/>
          </a:stretch>
        </a:blipFill>
        <a:effectLst/>
      </p:bgPr>
    </p:bg>
    <p:spTree>
      <p:nvGrpSpPr>
        <p:cNvPr id="1" name="Shape 27"/>
        <p:cNvGrpSpPr/>
        <p:nvPr/>
      </p:nvGrpSpPr>
      <p:grpSpPr>
        <a:xfrm>
          <a:off x="0" y="0"/>
          <a:ext cx="0" cy="0"/>
          <a:chOff x="0" y="0"/>
          <a:chExt cx="0" cy="0"/>
        </a:xfrm>
      </p:grpSpPr>
      <p:sp>
        <p:nvSpPr>
          <p:cNvPr id="28" name="Google Shape;28;p7"/>
          <p:cNvSpPr txBox="1">
            <a:spLocks noGrp="1"/>
          </p:cNvSpPr>
          <p:nvPr>
            <p:ph type="ctrTitle"/>
          </p:nvPr>
        </p:nvSpPr>
        <p:spPr>
          <a:xfrm>
            <a:off x="4094733" y="1569943"/>
            <a:ext cx="4016000" cy="160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10666">
                <a:solidFill>
                  <a:schemeClr val="accent6"/>
                </a:solidFill>
              </a:defRPr>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r>
              <a:rPr lang="en-US"/>
              <a:t>Click to edit Master title style</a:t>
            </a:r>
            <a:endParaRPr/>
          </a:p>
        </p:txBody>
      </p:sp>
      <p:sp>
        <p:nvSpPr>
          <p:cNvPr id="29" name="Google Shape;29;p7"/>
          <p:cNvSpPr txBox="1">
            <a:spLocks noGrp="1"/>
          </p:cNvSpPr>
          <p:nvPr>
            <p:ph type="subTitle" idx="1"/>
          </p:nvPr>
        </p:nvSpPr>
        <p:spPr>
          <a:xfrm>
            <a:off x="2880667" y="3420495"/>
            <a:ext cx="6355200" cy="1999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Tree>
    <p:extLst>
      <p:ext uri="{BB962C8B-B14F-4D97-AF65-F5344CB8AC3E}">
        <p14:creationId xmlns:p14="http://schemas.microsoft.com/office/powerpoint/2010/main" val="2111723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bg>
      <p:bgPr>
        <a:blipFill>
          <a:blip r:embed="rId2">
            <a:alphaModFix/>
          </a:blip>
          <a:stretch>
            <a:fillRect/>
          </a:stretch>
        </a:blipFill>
        <a:effectLst/>
      </p:bgPr>
    </p:bg>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7193000" y="1003800"/>
            <a:ext cx="3270400" cy="4850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3"/>
              </a:buClr>
              <a:buSzPts val="4800"/>
              <a:buNone/>
              <a:defRPr/>
            </a:lvl1pPr>
            <a:lvl2pPr lvl="1">
              <a:spcBef>
                <a:spcPts val="0"/>
              </a:spcBef>
              <a:spcAft>
                <a:spcPts val="0"/>
              </a:spcAft>
              <a:buClr>
                <a:schemeClr val="accent3"/>
              </a:buClr>
              <a:buSzPts val="4800"/>
              <a:buNone/>
              <a:defRPr sz="6400">
                <a:solidFill>
                  <a:schemeClr val="accent3"/>
                </a:solidFill>
              </a:defRPr>
            </a:lvl2pPr>
            <a:lvl3pPr lvl="2">
              <a:spcBef>
                <a:spcPts val="0"/>
              </a:spcBef>
              <a:spcAft>
                <a:spcPts val="0"/>
              </a:spcAft>
              <a:buClr>
                <a:schemeClr val="accent3"/>
              </a:buClr>
              <a:buSzPts val="4800"/>
              <a:buNone/>
              <a:defRPr sz="6400">
                <a:solidFill>
                  <a:schemeClr val="accent3"/>
                </a:solidFill>
              </a:defRPr>
            </a:lvl3pPr>
            <a:lvl4pPr lvl="3">
              <a:spcBef>
                <a:spcPts val="0"/>
              </a:spcBef>
              <a:spcAft>
                <a:spcPts val="0"/>
              </a:spcAft>
              <a:buClr>
                <a:schemeClr val="accent3"/>
              </a:buClr>
              <a:buSzPts val="4800"/>
              <a:buNone/>
              <a:defRPr sz="6400">
                <a:solidFill>
                  <a:schemeClr val="accent3"/>
                </a:solidFill>
              </a:defRPr>
            </a:lvl4pPr>
            <a:lvl5pPr lvl="4">
              <a:spcBef>
                <a:spcPts val="0"/>
              </a:spcBef>
              <a:spcAft>
                <a:spcPts val="0"/>
              </a:spcAft>
              <a:buClr>
                <a:schemeClr val="accent3"/>
              </a:buClr>
              <a:buSzPts val="4800"/>
              <a:buNone/>
              <a:defRPr sz="6400">
                <a:solidFill>
                  <a:schemeClr val="accent3"/>
                </a:solidFill>
              </a:defRPr>
            </a:lvl5pPr>
            <a:lvl6pPr lvl="5">
              <a:spcBef>
                <a:spcPts val="0"/>
              </a:spcBef>
              <a:spcAft>
                <a:spcPts val="0"/>
              </a:spcAft>
              <a:buClr>
                <a:schemeClr val="accent3"/>
              </a:buClr>
              <a:buSzPts val="4800"/>
              <a:buNone/>
              <a:defRPr sz="6400">
                <a:solidFill>
                  <a:schemeClr val="accent3"/>
                </a:solidFill>
              </a:defRPr>
            </a:lvl6pPr>
            <a:lvl7pPr lvl="6">
              <a:spcBef>
                <a:spcPts val="0"/>
              </a:spcBef>
              <a:spcAft>
                <a:spcPts val="0"/>
              </a:spcAft>
              <a:buClr>
                <a:schemeClr val="accent3"/>
              </a:buClr>
              <a:buSzPts val="4800"/>
              <a:buNone/>
              <a:defRPr sz="6400">
                <a:solidFill>
                  <a:schemeClr val="accent3"/>
                </a:solidFill>
              </a:defRPr>
            </a:lvl7pPr>
            <a:lvl8pPr lvl="7">
              <a:spcBef>
                <a:spcPts val="0"/>
              </a:spcBef>
              <a:spcAft>
                <a:spcPts val="0"/>
              </a:spcAft>
              <a:buClr>
                <a:schemeClr val="accent3"/>
              </a:buClr>
              <a:buSzPts val="4800"/>
              <a:buNone/>
              <a:defRPr sz="6400">
                <a:solidFill>
                  <a:schemeClr val="accent3"/>
                </a:solidFill>
              </a:defRPr>
            </a:lvl8pPr>
            <a:lvl9pPr lvl="8">
              <a:spcBef>
                <a:spcPts val="0"/>
              </a:spcBef>
              <a:spcAft>
                <a:spcPts val="0"/>
              </a:spcAft>
              <a:buClr>
                <a:schemeClr val="accent3"/>
              </a:buClr>
              <a:buSzPts val="4800"/>
              <a:buNone/>
              <a:defRPr sz="6400">
                <a:solidFill>
                  <a:schemeClr val="accent3"/>
                </a:solidFill>
              </a:defRPr>
            </a:lvl9pPr>
          </a:lstStyle>
          <a:p>
            <a:r>
              <a:rPr lang="en-US"/>
              <a:t>Click to edit Master title style</a:t>
            </a:r>
            <a:endParaRPr/>
          </a:p>
        </p:txBody>
      </p:sp>
    </p:spTree>
    <p:extLst>
      <p:ext uri="{BB962C8B-B14F-4D97-AF65-F5344CB8AC3E}">
        <p14:creationId xmlns:p14="http://schemas.microsoft.com/office/powerpoint/2010/main" val="4234981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1887739" y="1380247"/>
            <a:ext cx="4513200" cy="30408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sz="80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r>
              <a:rPr lang="en-US"/>
              <a:t>Click to edit Master title style</a:t>
            </a:r>
            <a:endParaRPr/>
          </a:p>
        </p:txBody>
      </p:sp>
      <p:sp>
        <p:nvSpPr>
          <p:cNvPr id="34" name="Google Shape;34;p9"/>
          <p:cNvSpPr txBox="1">
            <a:spLocks noGrp="1"/>
          </p:cNvSpPr>
          <p:nvPr>
            <p:ph type="subTitle" idx="1"/>
          </p:nvPr>
        </p:nvSpPr>
        <p:spPr>
          <a:xfrm>
            <a:off x="1887733" y="4346980"/>
            <a:ext cx="3714400" cy="86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133"/>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sp>
        <p:nvSpPr>
          <p:cNvPr id="35" name="Google Shape;35;p9"/>
          <p:cNvSpPr txBox="1">
            <a:spLocks noGrp="1"/>
          </p:cNvSpPr>
          <p:nvPr>
            <p:ph type="title" idx="2" hasCustomPrompt="1"/>
          </p:nvPr>
        </p:nvSpPr>
        <p:spPr>
          <a:xfrm>
            <a:off x="9287200" y="1533400"/>
            <a:ext cx="1897200" cy="12540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9600"/>
            </a:lvl1pPr>
            <a:lvl2pPr lvl="1"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2001874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10"/>
          <p:cNvSpPr txBox="1">
            <a:spLocks noGrp="1"/>
          </p:cNvSpPr>
          <p:nvPr>
            <p:ph type="ctrTitle"/>
          </p:nvPr>
        </p:nvSpPr>
        <p:spPr>
          <a:xfrm>
            <a:off x="1845700" y="695433"/>
            <a:ext cx="85008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3600"/>
              <a:buNone/>
              <a:defRPr sz="44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Tree>
    <p:extLst>
      <p:ext uri="{BB962C8B-B14F-4D97-AF65-F5344CB8AC3E}">
        <p14:creationId xmlns:p14="http://schemas.microsoft.com/office/powerpoint/2010/main" val="1146686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bg>
      <p:bgPr>
        <a:blipFill>
          <a:blip r:embed="rId2">
            <a:alphaModFix/>
          </a:blip>
          <a:stretch>
            <a:fillRect/>
          </a:stretch>
        </a:blipFill>
        <a:effectLst/>
      </p:bgPr>
    </p:bg>
    <p:spTree>
      <p:nvGrpSpPr>
        <p:cNvPr id="1" name="Shape 38"/>
        <p:cNvGrpSpPr/>
        <p:nvPr/>
      </p:nvGrpSpPr>
      <p:grpSpPr>
        <a:xfrm>
          <a:off x="0" y="0"/>
          <a:ext cx="0" cy="0"/>
          <a:chOff x="0" y="0"/>
          <a:chExt cx="0" cy="0"/>
        </a:xfrm>
      </p:grpSpPr>
      <p:sp>
        <p:nvSpPr>
          <p:cNvPr id="39" name="Google Shape;39;p11"/>
          <p:cNvSpPr txBox="1">
            <a:spLocks noGrp="1"/>
          </p:cNvSpPr>
          <p:nvPr>
            <p:ph type="subTitle" idx="1"/>
          </p:nvPr>
        </p:nvSpPr>
        <p:spPr>
          <a:xfrm>
            <a:off x="2801967" y="4030984"/>
            <a:ext cx="6588400" cy="10832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2133"/>
            </a:lvl1pPr>
            <a:lvl2pPr lvl="1" algn="ctr" rtl="0">
              <a:lnSpc>
                <a:spcPct val="100000"/>
              </a:lnSpc>
              <a:spcBef>
                <a:spcPts val="0"/>
              </a:spcBef>
              <a:spcAft>
                <a:spcPts val="0"/>
              </a:spcAft>
              <a:buSzPts val="1200"/>
              <a:buNone/>
              <a:defRPr sz="1600"/>
            </a:lvl2pPr>
            <a:lvl3pPr lvl="2" algn="ctr" rtl="0">
              <a:lnSpc>
                <a:spcPct val="100000"/>
              </a:lnSpc>
              <a:spcBef>
                <a:spcPts val="0"/>
              </a:spcBef>
              <a:spcAft>
                <a:spcPts val="0"/>
              </a:spcAft>
              <a:buSzPts val="1200"/>
              <a:buNone/>
              <a:defRPr sz="1600"/>
            </a:lvl3pPr>
            <a:lvl4pPr lvl="3" algn="ctr" rtl="0">
              <a:lnSpc>
                <a:spcPct val="100000"/>
              </a:lnSpc>
              <a:spcBef>
                <a:spcPts val="0"/>
              </a:spcBef>
              <a:spcAft>
                <a:spcPts val="0"/>
              </a:spcAft>
              <a:buSzPts val="1200"/>
              <a:buNone/>
              <a:defRPr sz="1600"/>
            </a:lvl4pPr>
            <a:lvl5pPr lvl="4" algn="ctr" rtl="0">
              <a:lnSpc>
                <a:spcPct val="100000"/>
              </a:lnSpc>
              <a:spcBef>
                <a:spcPts val="0"/>
              </a:spcBef>
              <a:spcAft>
                <a:spcPts val="0"/>
              </a:spcAft>
              <a:buSzPts val="1200"/>
              <a:buNone/>
              <a:defRPr sz="1600"/>
            </a:lvl5pPr>
            <a:lvl6pPr lvl="5" algn="ctr" rtl="0">
              <a:lnSpc>
                <a:spcPct val="100000"/>
              </a:lnSpc>
              <a:spcBef>
                <a:spcPts val="0"/>
              </a:spcBef>
              <a:spcAft>
                <a:spcPts val="0"/>
              </a:spcAft>
              <a:buSzPts val="1200"/>
              <a:buNone/>
              <a:defRPr sz="1600"/>
            </a:lvl6pPr>
            <a:lvl7pPr lvl="6" algn="ctr" rtl="0">
              <a:lnSpc>
                <a:spcPct val="100000"/>
              </a:lnSpc>
              <a:spcBef>
                <a:spcPts val="0"/>
              </a:spcBef>
              <a:spcAft>
                <a:spcPts val="0"/>
              </a:spcAft>
              <a:buSzPts val="1200"/>
              <a:buNone/>
              <a:defRPr sz="1600"/>
            </a:lvl7pPr>
            <a:lvl8pPr lvl="7" algn="ctr" rtl="0">
              <a:lnSpc>
                <a:spcPct val="100000"/>
              </a:lnSpc>
              <a:spcBef>
                <a:spcPts val="0"/>
              </a:spcBef>
              <a:spcAft>
                <a:spcPts val="0"/>
              </a:spcAft>
              <a:buSzPts val="1200"/>
              <a:buNone/>
              <a:defRPr sz="1600"/>
            </a:lvl8pPr>
            <a:lvl9pPr lvl="8" algn="ctr" rtl="0">
              <a:lnSpc>
                <a:spcPct val="100000"/>
              </a:lnSpc>
              <a:spcBef>
                <a:spcPts val="0"/>
              </a:spcBef>
              <a:spcAft>
                <a:spcPts val="0"/>
              </a:spcAft>
              <a:buSzPts val="1200"/>
              <a:buNone/>
              <a:defRPr sz="1600"/>
            </a:lvl9pPr>
          </a:lstStyle>
          <a:p>
            <a:r>
              <a:rPr lang="en-US"/>
              <a:t>Click to edit Master subtitle style</a:t>
            </a:r>
            <a:endParaRPr/>
          </a:p>
        </p:txBody>
      </p:sp>
      <p:sp>
        <p:nvSpPr>
          <p:cNvPr id="40" name="Google Shape;40;p11"/>
          <p:cNvSpPr txBox="1">
            <a:spLocks noGrp="1"/>
          </p:cNvSpPr>
          <p:nvPr>
            <p:ph type="title" hasCustomPrompt="1"/>
          </p:nvPr>
        </p:nvSpPr>
        <p:spPr>
          <a:xfrm>
            <a:off x="1778233" y="2363217"/>
            <a:ext cx="8635200" cy="1301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9600"/>
              <a:buNone/>
              <a:defRPr sz="17333">
                <a:solidFill>
                  <a:schemeClr val="accent6"/>
                </a:solidFill>
              </a:defRPr>
            </a:lvl1pPr>
            <a:lvl2pPr lvl="1"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2823614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2"/>
          <p:cNvSpPr txBox="1">
            <a:spLocks noGrp="1"/>
          </p:cNvSpPr>
          <p:nvPr>
            <p:ph type="ctrTitle"/>
          </p:nvPr>
        </p:nvSpPr>
        <p:spPr>
          <a:xfrm>
            <a:off x="1509243" y="1718884"/>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43" name="Google Shape;43;p12"/>
          <p:cNvSpPr txBox="1">
            <a:spLocks noGrp="1"/>
          </p:cNvSpPr>
          <p:nvPr>
            <p:ph type="subTitle" idx="1"/>
          </p:nvPr>
        </p:nvSpPr>
        <p:spPr>
          <a:xfrm flipH="1">
            <a:off x="1509349" y="2286651"/>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 name="Google Shape;44;p12"/>
          <p:cNvSpPr txBox="1">
            <a:spLocks noGrp="1"/>
          </p:cNvSpPr>
          <p:nvPr>
            <p:ph type="subTitle" idx="2"/>
          </p:nvPr>
        </p:nvSpPr>
        <p:spPr>
          <a:xfrm flipH="1">
            <a:off x="1509349" y="4593819"/>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5" name="Google Shape;45;p12"/>
          <p:cNvSpPr txBox="1">
            <a:spLocks noGrp="1"/>
          </p:cNvSpPr>
          <p:nvPr>
            <p:ph type="subTitle" idx="3"/>
          </p:nvPr>
        </p:nvSpPr>
        <p:spPr>
          <a:xfrm flipH="1">
            <a:off x="7193560" y="2284700"/>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 name="Google Shape;46;p12"/>
          <p:cNvSpPr txBox="1">
            <a:spLocks noGrp="1"/>
          </p:cNvSpPr>
          <p:nvPr>
            <p:ph type="subTitle" idx="4"/>
          </p:nvPr>
        </p:nvSpPr>
        <p:spPr>
          <a:xfrm flipH="1">
            <a:off x="7193560" y="4595625"/>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7" name="Google Shape;47;p12"/>
          <p:cNvSpPr txBox="1">
            <a:spLocks noGrp="1"/>
          </p:cNvSpPr>
          <p:nvPr>
            <p:ph type="ctrTitle" idx="5"/>
          </p:nvPr>
        </p:nvSpPr>
        <p:spPr>
          <a:xfrm>
            <a:off x="1509243" y="4025651"/>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48" name="Google Shape;48;p12"/>
          <p:cNvSpPr txBox="1">
            <a:spLocks noGrp="1"/>
          </p:cNvSpPr>
          <p:nvPr>
            <p:ph type="ctrTitle" idx="6"/>
          </p:nvPr>
        </p:nvSpPr>
        <p:spPr>
          <a:xfrm>
            <a:off x="7193559" y="1717067"/>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49" name="Google Shape;49;p12"/>
          <p:cNvSpPr txBox="1">
            <a:spLocks noGrp="1"/>
          </p:cNvSpPr>
          <p:nvPr>
            <p:ph type="ctrTitle" idx="7"/>
          </p:nvPr>
        </p:nvSpPr>
        <p:spPr>
          <a:xfrm>
            <a:off x="7193559" y="4027563"/>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Tree>
    <p:extLst>
      <p:ext uri="{BB962C8B-B14F-4D97-AF65-F5344CB8AC3E}">
        <p14:creationId xmlns:p14="http://schemas.microsoft.com/office/powerpoint/2010/main" val="1030823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1">
  <p:cSld name="Table of contents 1">
    <p:bg>
      <p:bgPr>
        <a:blipFill>
          <a:blip r:embed="rId2">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ctrTitle"/>
          </p:nvPr>
        </p:nvSpPr>
        <p:spPr>
          <a:xfrm>
            <a:off x="1604792" y="1718884"/>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52" name="Google Shape;52;p13"/>
          <p:cNvSpPr txBox="1">
            <a:spLocks noGrp="1"/>
          </p:cNvSpPr>
          <p:nvPr>
            <p:ph type="subTitle" idx="1"/>
          </p:nvPr>
        </p:nvSpPr>
        <p:spPr>
          <a:xfrm flipH="1">
            <a:off x="1604900" y="2286651"/>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3" name="Google Shape;53;p13"/>
          <p:cNvSpPr txBox="1">
            <a:spLocks noGrp="1"/>
          </p:cNvSpPr>
          <p:nvPr>
            <p:ph type="subTitle" idx="2"/>
          </p:nvPr>
        </p:nvSpPr>
        <p:spPr>
          <a:xfrm flipH="1">
            <a:off x="1604900" y="4593819"/>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4" name="Google Shape;54;p13"/>
          <p:cNvSpPr txBox="1">
            <a:spLocks noGrp="1"/>
          </p:cNvSpPr>
          <p:nvPr>
            <p:ph type="subTitle" idx="3"/>
          </p:nvPr>
        </p:nvSpPr>
        <p:spPr>
          <a:xfrm flipH="1">
            <a:off x="7098011" y="2284700"/>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5" name="Google Shape;55;p13"/>
          <p:cNvSpPr txBox="1">
            <a:spLocks noGrp="1"/>
          </p:cNvSpPr>
          <p:nvPr>
            <p:ph type="subTitle" idx="4"/>
          </p:nvPr>
        </p:nvSpPr>
        <p:spPr>
          <a:xfrm flipH="1">
            <a:off x="7098011" y="4595625"/>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6" name="Google Shape;56;p13"/>
          <p:cNvSpPr txBox="1">
            <a:spLocks noGrp="1"/>
          </p:cNvSpPr>
          <p:nvPr>
            <p:ph type="ctrTitle" idx="5"/>
          </p:nvPr>
        </p:nvSpPr>
        <p:spPr>
          <a:xfrm>
            <a:off x="1604792" y="4025651"/>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57" name="Google Shape;57;p13"/>
          <p:cNvSpPr txBox="1">
            <a:spLocks noGrp="1"/>
          </p:cNvSpPr>
          <p:nvPr>
            <p:ph type="ctrTitle" idx="6"/>
          </p:nvPr>
        </p:nvSpPr>
        <p:spPr>
          <a:xfrm>
            <a:off x="7098009" y="1717067"/>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58" name="Google Shape;58;p13"/>
          <p:cNvSpPr txBox="1">
            <a:spLocks noGrp="1"/>
          </p:cNvSpPr>
          <p:nvPr>
            <p:ph type="ctrTitle" idx="7"/>
          </p:nvPr>
        </p:nvSpPr>
        <p:spPr>
          <a:xfrm>
            <a:off x="7098009" y="4027563"/>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Tree>
    <p:extLst>
      <p:ext uri="{BB962C8B-B14F-4D97-AF65-F5344CB8AC3E}">
        <p14:creationId xmlns:p14="http://schemas.microsoft.com/office/powerpoint/2010/main" val="805587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1839019" y="4342065"/>
            <a:ext cx="6749200" cy="5384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2"/>
              </a:buClr>
              <a:buSzPts val="1400"/>
              <a:buNone/>
              <a:defRPr sz="3200">
                <a:solidFill>
                  <a:schemeClr val="accent6"/>
                </a:solidFill>
              </a:defRPr>
            </a:lvl1pPr>
            <a:lvl2pPr lvl="1" algn="ctr" rtl="0">
              <a:spcBef>
                <a:spcPts val="0"/>
              </a:spcBef>
              <a:spcAft>
                <a:spcPts val="0"/>
              </a:spcAft>
              <a:buClr>
                <a:schemeClr val="lt2"/>
              </a:buClr>
              <a:buSzPts val="1400"/>
              <a:buNone/>
              <a:defRPr sz="1867">
                <a:solidFill>
                  <a:schemeClr val="lt2"/>
                </a:solidFill>
              </a:defRPr>
            </a:lvl2pPr>
            <a:lvl3pPr lvl="2" algn="ctr" rtl="0">
              <a:spcBef>
                <a:spcPts val="0"/>
              </a:spcBef>
              <a:spcAft>
                <a:spcPts val="0"/>
              </a:spcAft>
              <a:buClr>
                <a:schemeClr val="lt2"/>
              </a:buClr>
              <a:buSzPts val="1400"/>
              <a:buNone/>
              <a:defRPr sz="1867">
                <a:solidFill>
                  <a:schemeClr val="lt2"/>
                </a:solidFill>
              </a:defRPr>
            </a:lvl3pPr>
            <a:lvl4pPr lvl="3" algn="ctr" rtl="0">
              <a:spcBef>
                <a:spcPts val="0"/>
              </a:spcBef>
              <a:spcAft>
                <a:spcPts val="0"/>
              </a:spcAft>
              <a:buClr>
                <a:schemeClr val="lt2"/>
              </a:buClr>
              <a:buSzPts val="1400"/>
              <a:buNone/>
              <a:defRPr sz="1867">
                <a:solidFill>
                  <a:schemeClr val="lt2"/>
                </a:solidFill>
              </a:defRPr>
            </a:lvl4pPr>
            <a:lvl5pPr lvl="4" algn="ctr" rtl="0">
              <a:spcBef>
                <a:spcPts val="0"/>
              </a:spcBef>
              <a:spcAft>
                <a:spcPts val="0"/>
              </a:spcAft>
              <a:buClr>
                <a:schemeClr val="lt2"/>
              </a:buClr>
              <a:buSzPts val="1400"/>
              <a:buNone/>
              <a:defRPr sz="1867">
                <a:solidFill>
                  <a:schemeClr val="lt2"/>
                </a:solidFill>
              </a:defRPr>
            </a:lvl5pPr>
            <a:lvl6pPr lvl="5" algn="ctr" rtl="0">
              <a:spcBef>
                <a:spcPts val="0"/>
              </a:spcBef>
              <a:spcAft>
                <a:spcPts val="0"/>
              </a:spcAft>
              <a:buClr>
                <a:schemeClr val="lt2"/>
              </a:buClr>
              <a:buSzPts val="1400"/>
              <a:buNone/>
              <a:defRPr sz="1867">
                <a:solidFill>
                  <a:schemeClr val="lt2"/>
                </a:solidFill>
              </a:defRPr>
            </a:lvl6pPr>
            <a:lvl7pPr lvl="6" algn="ctr" rtl="0">
              <a:spcBef>
                <a:spcPts val="0"/>
              </a:spcBef>
              <a:spcAft>
                <a:spcPts val="0"/>
              </a:spcAft>
              <a:buClr>
                <a:schemeClr val="lt2"/>
              </a:buClr>
              <a:buSzPts val="1400"/>
              <a:buNone/>
              <a:defRPr sz="1867">
                <a:solidFill>
                  <a:schemeClr val="lt2"/>
                </a:solidFill>
              </a:defRPr>
            </a:lvl7pPr>
            <a:lvl8pPr lvl="7" algn="ctr" rtl="0">
              <a:spcBef>
                <a:spcPts val="0"/>
              </a:spcBef>
              <a:spcAft>
                <a:spcPts val="0"/>
              </a:spcAft>
              <a:buClr>
                <a:schemeClr val="lt2"/>
              </a:buClr>
              <a:buSzPts val="1400"/>
              <a:buNone/>
              <a:defRPr sz="1867">
                <a:solidFill>
                  <a:schemeClr val="lt2"/>
                </a:solidFill>
              </a:defRPr>
            </a:lvl8pPr>
            <a:lvl9pPr lvl="8" algn="ctr" rtl="0">
              <a:spcBef>
                <a:spcPts val="0"/>
              </a:spcBef>
              <a:spcAft>
                <a:spcPts val="0"/>
              </a:spcAft>
              <a:buClr>
                <a:schemeClr val="lt2"/>
              </a:buClr>
              <a:buSzPts val="1400"/>
              <a:buNone/>
              <a:defRPr sz="1867">
                <a:solidFill>
                  <a:schemeClr val="lt2"/>
                </a:solidFill>
              </a:defRPr>
            </a:lvl9pPr>
          </a:lstStyle>
          <a:p>
            <a:r>
              <a:rPr lang="en-US"/>
              <a:t>Click to edit Master title style</a:t>
            </a:r>
            <a:endParaRPr/>
          </a:p>
        </p:txBody>
      </p:sp>
      <p:sp>
        <p:nvSpPr>
          <p:cNvPr id="61" name="Google Shape;61;p14"/>
          <p:cNvSpPr txBox="1">
            <a:spLocks noGrp="1"/>
          </p:cNvSpPr>
          <p:nvPr>
            <p:ph type="subTitle" idx="1"/>
          </p:nvPr>
        </p:nvSpPr>
        <p:spPr>
          <a:xfrm>
            <a:off x="1839033" y="2593265"/>
            <a:ext cx="8670800" cy="16176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None/>
              <a:defRPr sz="3200"/>
            </a:lvl1pPr>
            <a:lvl2pPr lvl="1" rtl="0">
              <a:lnSpc>
                <a:spcPct val="100000"/>
              </a:lnSpc>
              <a:spcBef>
                <a:spcPts val="0"/>
              </a:spcBef>
              <a:spcAft>
                <a:spcPts val="0"/>
              </a:spcAft>
              <a:buNone/>
              <a:defRPr sz="3200"/>
            </a:lvl2pPr>
            <a:lvl3pPr lvl="2" rtl="0">
              <a:lnSpc>
                <a:spcPct val="100000"/>
              </a:lnSpc>
              <a:spcBef>
                <a:spcPts val="0"/>
              </a:spcBef>
              <a:spcAft>
                <a:spcPts val="0"/>
              </a:spcAft>
              <a:buNone/>
              <a:defRPr sz="3200"/>
            </a:lvl3pPr>
            <a:lvl4pPr lvl="3" rtl="0">
              <a:lnSpc>
                <a:spcPct val="100000"/>
              </a:lnSpc>
              <a:spcBef>
                <a:spcPts val="0"/>
              </a:spcBef>
              <a:spcAft>
                <a:spcPts val="0"/>
              </a:spcAft>
              <a:buNone/>
              <a:defRPr sz="3200"/>
            </a:lvl4pPr>
            <a:lvl5pPr lvl="4" rtl="0">
              <a:lnSpc>
                <a:spcPct val="100000"/>
              </a:lnSpc>
              <a:spcBef>
                <a:spcPts val="0"/>
              </a:spcBef>
              <a:spcAft>
                <a:spcPts val="0"/>
              </a:spcAft>
              <a:buNone/>
              <a:defRPr sz="3200"/>
            </a:lvl5pPr>
            <a:lvl6pPr lvl="5" rtl="0">
              <a:lnSpc>
                <a:spcPct val="100000"/>
              </a:lnSpc>
              <a:spcBef>
                <a:spcPts val="0"/>
              </a:spcBef>
              <a:spcAft>
                <a:spcPts val="0"/>
              </a:spcAft>
              <a:buNone/>
              <a:defRPr sz="3200"/>
            </a:lvl6pPr>
            <a:lvl7pPr lvl="6" rtl="0">
              <a:lnSpc>
                <a:spcPct val="100000"/>
              </a:lnSpc>
              <a:spcBef>
                <a:spcPts val="0"/>
              </a:spcBef>
              <a:spcAft>
                <a:spcPts val="0"/>
              </a:spcAft>
              <a:buNone/>
              <a:defRPr sz="3200"/>
            </a:lvl7pPr>
            <a:lvl8pPr lvl="7" rtl="0">
              <a:lnSpc>
                <a:spcPct val="100000"/>
              </a:lnSpc>
              <a:spcBef>
                <a:spcPts val="0"/>
              </a:spcBef>
              <a:spcAft>
                <a:spcPts val="0"/>
              </a:spcAft>
              <a:buNone/>
              <a:defRPr sz="3200"/>
            </a:lvl8pPr>
            <a:lvl9pPr lvl="8" rtl="0">
              <a:lnSpc>
                <a:spcPct val="100000"/>
              </a:lnSpc>
              <a:spcBef>
                <a:spcPts val="0"/>
              </a:spcBef>
              <a:spcAft>
                <a:spcPts val="0"/>
              </a:spcAft>
              <a:buNone/>
              <a:defRPr sz="3200"/>
            </a:lvl9pPr>
          </a:lstStyle>
          <a:p>
            <a:r>
              <a:rPr lang="en-US"/>
              <a:t>Click to edit Master subtitle style</a:t>
            </a:r>
            <a:endParaRPr/>
          </a:p>
        </p:txBody>
      </p:sp>
    </p:spTree>
    <p:extLst>
      <p:ext uri="{BB962C8B-B14F-4D97-AF65-F5344CB8AC3E}">
        <p14:creationId xmlns:p14="http://schemas.microsoft.com/office/powerpoint/2010/main" val="23383771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long list">
  <p:cSld name="Title and long list">
    <p:bg>
      <p:bgPr>
        <a:blipFill>
          <a:blip r:embed="rId2">
            <a:alphaModFix/>
          </a:blip>
          <a:stretch>
            <a:fillRect/>
          </a:stretch>
        </a:blipFill>
        <a:effectLst/>
      </p:bgPr>
    </p:bg>
    <p:spTree>
      <p:nvGrpSpPr>
        <p:cNvPr id="1" name="Shape 62"/>
        <p:cNvGrpSpPr/>
        <p:nvPr/>
      </p:nvGrpSpPr>
      <p:grpSpPr>
        <a:xfrm>
          <a:off x="0" y="0"/>
          <a:ext cx="0" cy="0"/>
          <a:chOff x="0" y="0"/>
          <a:chExt cx="0" cy="0"/>
        </a:xfrm>
      </p:grpSpPr>
      <p:sp>
        <p:nvSpPr>
          <p:cNvPr id="63" name="Google Shape;63;p15"/>
          <p:cNvSpPr txBox="1">
            <a:spLocks noGrp="1"/>
          </p:cNvSpPr>
          <p:nvPr>
            <p:ph type="body" idx="1"/>
          </p:nvPr>
        </p:nvSpPr>
        <p:spPr>
          <a:xfrm>
            <a:off x="960067" y="1734400"/>
            <a:ext cx="10271600" cy="4303600"/>
          </a:xfrm>
          <a:prstGeom prst="rect">
            <a:avLst/>
          </a:prstGeom>
        </p:spPr>
        <p:txBody>
          <a:bodyPr spcFirstLastPara="1" wrap="square" lIns="91425" tIns="91425" rIns="91425" bIns="91425" anchor="t" anchorCtr="0">
            <a:noAutofit/>
          </a:bodyPr>
          <a:lstStyle>
            <a:lvl1pPr marL="609585" lvl="0" indent="-397923" rtl="0">
              <a:lnSpc>
                <a:spcPct val="100000"/>
              </a:lnSpc>
              <a:spcBef>
                <a:spcPts val="0"/>
              </a:spcBef>
              <a:spcAft>
                <a:spcPts val="0"/>
              </a:spcAft>
              <a:buSzPts val="1100"/>
              <a:buAutoNum type="arabicPeriod"/>
              <a:defRPr sz="1600"/>
            </a:lvl1pPr>
            <a:lvl2pPr marL="1219170" lvl="1" indent="-397923" rtl="0">
              <a:lnSpc>
                <a:spcPct val="100000"/>
              </a:lnSpc>
              <a:spcBef>
                <a:spcPts val="2133"/>
              </a:spcBef>
              <a:spcAft>
                <a:spcPts val="0"/>
              </a:spcAft>
              <a:buSzPts val="1100"/>
              <a:buFont typeface="Muli"/>
              <a:buAutoNum type="alphaLcPeriod"/>
              <a:defRPr/>
            </a:lvl2pPr>
            <a:lvl3pPr marL="1828754" lvl="2" indent="-397923" rtl="0">
              <a:lnSpc>
                <a:spcPct val="100000"/>
              </a:lnSpc>
              <a:spcBef>
                <a:spcPts val="2133"/>
              </a:spcBef>
              <a:spcAft>
                <a:spcPts val="0"/>
              </a:spcAft>
              <a:buSzPts val="1100"/>
              <a:buFont typeface="Muli"/>
              <a:buAutoNum type="romanLcPeriod"/>
              <a:defRPr/>
            </a:lvl3pPr>
            <a:lvl4pPr marL="2438339" lvl="3" indent="-397923" rtl="0">
              <a:lnSpc>
                <a:spcPct val="100000"/>
              </a:lnSpc>
              <a:spcBef>
                <a:spcPts val="2133"/>
              </a:spcBef>
              <a:spcAft>
                <a:spcPts val="0"/>
              </a:spcAft>
              <a:buSzPts val="1100"/>
              <a:buFont typeface="Muli"/>
              <a:buAutoNum type="arabicPeriod"/>
              <a:defRPr/>
            </a:lvl4pPr>
            <a:lvl5pPr marL="3047924" lvl="4" indent="-397923" rtl="0">
              <a:lnSpc>
                <a:spcPct val="100000"/>
              </a:lnSpc>
              <a:spcBef>
                <a:spcPts val="2133"/>
              </a:spcBef>
              <a:spcAft>
                <a:spcPts val="0"/>
              </a:spcAft>
              <a:buSzPts val="1100"/>
              <a:buFont typeface="Muli"/>
              <a:buAutoNum type="alphaLcPeriod"/>
              <a:defRPr/>
            </a:lvl5pPr>
            <a:lvl6pPr marL="3657509" lvl="5" indent="-397923" rtl="0">
              <a:lnSpc>
                <a:spcPct val="100000"/>
              </a:lnSpc>
              <a:spcBef>
                <a:spcPts val="2133"/>
              </a:spcBef>
              <a:spcAft>
                <a:spcPts val="0"/>
              </a:spcAft>
              <a:buSzPts val="1100"/>
              <a:buFont typeface="Muli"/>
              <a:buAutoNum type="romanLcPeriod"/>
              <a:defRPr/>
            </a:lvl6pPr>
            <a:lvl7pPr marL="4267093" lvl="6" indent="-397923" rtl="0">
              <a:lnSpc>
                <a:spcPct val="100000"/>
              </a:lnSpc>
              <a:spcBef>
                <a:spcPts val="2133"/>
              </a:spcBef>
              <a:spcAft>
                <a:spcPts val="0"/>
              </a:spcAft>
              <a:buSzPts val="1100"/>
              <a:buFont typeface="Muli"/>
              <a:buAutoNum type="arabicPeriod"/>
              <a:defRPr/>
            </a:lvl7pPr>
            <a:lvl8pPr marL="4876678" lvl="7" indent="-397923" rtl="0">
              <a:lnSpc>
                <a:spcPct val="100000"/>
              </a:lnSpc>
              <a:spcBef>
                <a:spcPts val="2133"/>
              </a:spcBef>
              <a:spcAft>
                <a:spcPts val="0"/>
              </a:spcAft>
              <a:buSzPts val="1100"/>
              <a:buFont typeface="Muli"/>
              <a:buAutoNum type="alphaLcPeriod"/>
              <a:defRPr/>
            </a:lvl8pPr>
            <a:lvl9pPr marL="5486263" lvl="8" indent="-397923" rtl="0">
              <a:lnSpc>
                <a:spcPct val="100000"/>
              </a:lnSpc>
              <a:spcBef>
                <a:spcPts val="2133"/>
              </a:spcBef>
              <a:spcAft>
                <a:spcPts val="2133"/>
              </a:spcAft>
              <a:buSzPts val="1100"/>
              <a:buFont typeface="Muli"/>
              <a:buAutoNum type="romanLcPeriod"/>
              <a:defRPr/>
            </a:lvl9pPr>
          </a:lstStyle>
          <a:p>
            <a:pPr lvl="0"/>
            <a:r>
              <a:rPr lang="en-US"/>
              <a:t>Click to edit Master text styles</a:t>
            </a:r>
          </a:p>
        </p:txBody>
      </p:sp>
      <p:sp>
        <p:nvSpPr>
          <p:cNvPr id="64" name="Google Shape;64;p15"/>
          <p:cNvSpPr txBox="1">
            <a:spLocks noGrp="1"/>
          </p:cNvSpPr>
          <p:nvPr>
            <p:ph type="ctrTitle"/>
          </p:nvPr>
        </p:nvSpPr>
        <p:spPr>
          <a:xfrm>
            <a:off x="2390000" y="695433"/>
            <a:ext cx="74120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4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Tree>
    <p:extLst>
      <p:ext uri="{BB962C8B-B14F-4D97-AF65-F5344CB8AC3E}">
        <p14:creationId xmlns:p14="http://schemas.microsoft.com/office/powerpoint/2010/main" val="26312937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title">
  <p:cSld name="Big title">
    <p:bg>
      <p:bgPr>
        <a:blipFill>
          <a:blip r:embed="rId2">
            <a:alphaModFix/>
          </a:blip>
          <a:stretch>
            <a:fillRect/>
          </a:stretch>
        </a:blipFill>
        <a:effectLst/>
      </p:bgPr>
    </p:bg>
    <p:spTree>
      <p:nvGrpSpPr>
        <p:cNvPr id="1" name="Shape 65"/>
        <p:cNvGrpSpPr/>
        <p:nvPr/>
      </p:nvGrpSpPr>
      <p:grpSpPr>
        <a:xfrm>
          <a:off x="0" y="0"/>
          <a:ext cx="0" cy="0"/>
          <a:chOff x="0" y="0"/>
          <a:chExt cx="0" cy="0"/>
        </a:xfrm>
      </p:grpSpPr>
      <p:sp>
        <p:nvSpPr>
          <p:cNvPr id="66" name="Google Shape;66;p16"/>
          <p:cNvSpPr/>
          <p:nvPr/>
        </p:nvSpPr>
        <p:spPr>
          <a:xfrm>
            <a:off x="1994901" y="4706767"/>
            <a:ext cx="8202239" cy="1241956"/>
          </a:xfrm>
          <a:custGeom>
            <a:avLst/>
            <a:gdLst/>
            <a:ahLst/>
            <a:cxnLst/>
            <a:rect l="l" t="t" r="r" b="b"/>
            <a:pathLst>
              <a:path w="40261" h="29674" extrusionOk="0">
                <a:moveTo>
                  <a:pt x="36473" y="989"/>
                </a:moveTo>
                <a:cubicBezTo>
                  <a:pt x="36245" y="944"/>
                  <a:pt x="36017" y="903"/>
                  <a:pt x="35789" y="882"/>
                </a:cubicBezTo>
                <a:cubicBezTo>
                  <a:pt x="34672" y="778"/>
                  <a:pt x="33552" y="713"/>
                  <a:pt x="32429" y="685"/>
                </a:cubicBezTo>
                <a:cubicBezTo>
                  <a:pt x="30887" y="640"/>
                  <a:pt x="29349" y="654"/>
                  <a:pt x="27811" y="640"/>
                </a:cubicBezTo>
                <a:cubicBezTo>
                  <a:pt x="27210" y="636"/>
                  <a:pt x="26615" y="640"/>
                  <a:pt x="26013" y="630"/>
                </a:cubicBezTo>
                <a:cubicBezTo>
                  <a:pt x="25312" y="619"/>
                  <a:pt x="24607" y="598"/>
                  <a:pt x="23906" y="560"/>
                </a:cubicBezTo>
                <a:cubicBezTo>
                  <a:pt x="22419" y="477"/>
                  <a:pt x="20929" y="432"/>
                  <a:pt x="19447" y="260"/>
                </a:cubicBezTo>
                <a:cubicBezTo>
                  <a:pt x="17984" y="94"/>
                  <a:pt x="16529" y="18"/>
                  <a:pt x="15067" y="8"/>
                </a:cubicBezTo>
                <a:cubicBezTo>
                  <a:pt x="13765" y="0"/>
                  <a:pt x="12471" y="91"/>
                  <a:pt x="11172" y="198"/>
                </a:cubicBezTo>
                <a:cubicBezTo>
                  <a:pt x="10629" y="246"/>
                  <a:pt x="10080" y="177"/>
                  <a:pt x="9534" y="201"/>
                </a:cubicBezTo>
                <a:cubicBezTo>
                  <a:pt x="8593" y="239"/>
                  <a:pt x="7657" y="180"/>
                  <a:pt x="6720" y="94"/>
                </a:cubicBezTo>
                <a:cubicBezTo>
                  <a:pt x="6568" y="73"/>
                  <a:pt x="6409" y="73"/>
                  <a:pt x="6257" y="91"/>
                </a:cubicBezTo>
                <a:cubicBezTo>
                  <a:pt x="5289" y="270"/>
                  <a:pt x="4318" y="453"/>
                  <a:pt x="3350" y="640"/>
                </a:cubicBezTo>
                <a:cubicBezTo>
                  <a:pt x="2665" y="767"/>
                  <a:pt x="2081" y="1069"/>
                  <a:pt x="1677" y="1694"/>
                </a:cubicBezTo>
                <a:cubicBezTo>
                  <a:pt x="1338" y="2209"/>
                  <a:pt x="962" y="2720"/>
                  <a:pt x="810" y="3342"/>
                </a:cubicBezTo>
                <a:cubicBezTo>
                  <a:pt x="647" y="4010"/>
                  <a:pt x="502" y="4680"/>
                  <a:pt x="516" y="5400"/>
                </a:cubicBezTo>
                <a:cubicBezTo>
                  <a:pt x="519" y="5786"/>
                  <a:pt x="446" y="6170"/>
                  <a:pt x="416" y="6561"/>
                </a:cubicBezTo>
                <a:cubicBezTo>
                  <a:pt x="350" y="7283"/>
                  <a:pt x="280" y="8002"/>
                  <a:pt x="236" y="8731"/>
                </a:cubicBezTo>
                <a:cubicBezTo>
                  <a:pt x="188" y="9426"/>
                  <a:pt x="173" y="10128"/>
                  <a:pt x="149" y="10822"/>
                </a:cubicBezTo>
                <a:cubicBezTo>
                  <a:pt x="119" y="11915"/>
                  <a:pt x="73" y="13006"/>
                  <a:pt x="66" y="14096"/>
                </a:cubicBezTo>
                <a:cubicBezTo>
                  <a:pt x="57" y="15530"/>
                  <a:pt x="125" y="16961"/>
                  <a:pt x="63" y="18382"/>
                </a:cubicBezTo>
                <a:cubicBezTo>
                  <a:pt x="1" y="19844"/>
                  <a:pt x="14" y="21292"/>
                  <a:pt x="132" y="22750"/>
                </a:cubicBezTo>
                <a:cubicBezTo>
                  <a:pt x="215" y="23732"/>
                  <a:pt x="368" y="24700"/>
                  <a:pt x="709" y="25633"/>
                </a:cubicBezTo>
                <a:cubicBezTo>
                  <a:pt x="1193" y="26957"/>
                  <a:pt x="2030" y="27880"/>
                  <a:pt x="3250" y="28419"/>
                </a:cubicBezTo>
                <a:cubicBezTo>
                  <a:pt x="3858" y="28689"/>
                  <a:pt x="4477" y="28875"/>
                  <a:pt x="5109" y="29003"/>
                </a:cubicBezTo>
                <a:cubicBezTo>
                  <a:pt x="5787" y="29145"/>
                  <a:pt x="6478" y="29217"/>
                  <a:pt x="7170" y="29255"/>
                </a:cubicBezTo>
                <a:cubicBezTo>
                  <a:pt x="8967" y="29348"/>
                  <a:pt x="10764" y="29390"/>
                  <a:pt x="12565" y="29477"/>
                </a:cubicBezTo>
                <a:cubicBezTo>
                  <a:pt x="14237" y="29570"/>
                  <a:pt x="15901" y="29597"/>
                  <a:pt x="17570" y="29556"/>
                </a:cubicBezTo>
                <a:cubicBezTo>
                  <a:pt x="18634" y="29528"/>
                  <a:pt x="19706" y="29556"/>
                  <a:pt x="20774" y="29584"/>
                </a:cubicBezTo>
                <a:cubicBezTo>
                  <a:pt x="22392" y="29618"/>
                  <a:pt x="24005" y="29674"/>
                  <a:pt x="25619" y="29542"/>
                </a:cubicBezTo>
                <a:cubicBezTo>
                  <a:pt x="25983" y="29514"/>
                  <a:pt x="26349" y="29501"/>
                  <a:pt x="26709" y="29525"/>
                </a:cubicBezTo>
                <a:cubicBezTo>
                  <a:pt x="26771" y="29528"/>
                  <a:pt x="26830" y="29535"/>
                  <a:pt x="26888" y="29549"/>
                </a:cubicBezTo>
                <a:cubicBezTo>
                  <a:pt x="27133" y="29597"/>
                  <a:pt x="31195" y="28983"/>
                  <a:pt x="31322" y="28979"/>
                </a:cubicBezTo>
                <a:cubicBezTo>
                  <a:pt x="32335" y="28910"/>
                  <a:pt x="33348" y="28837"/>
                  <a:pt x="34361" y="28778"/>
                </a:cubicBezTo>
                <a:cubicBezTo>
                  <a:pt x="35370" y="28710"/>
                  <a:pt x="36379" y="28592"/>
                  <a:pt x="37399" y="28613"/>
                </a:cubicBezTo>
                <a:cubicBezTo>
                  <a:pt x="37941" y="28627"/>
                  <a:pt x="38353" y="28474"/>
                  <a:pt x="38713" y="28094"/>
                </a:cubicBezTo>
                <a:cubicBezTo>
                  <a:pt x="38871" y="27922"/>
                  <a:pt x="39024" y="27727"/>
                  <a:pt x="39152" y="27523"/>
                </a:cubicBezTo>
                <a:cubicBezTo>
                  <a:pt x="39559" y="26836"/>
                  <a:pt x="39804" y="26092"/>
                  <a:pt x="39857" y="25263"/>
                </a:cubicBezTo>
                <a:cubicBezTo>
                  <a:pt x="39978" y="23362"/>
                  <a:pt x="40109" y="21475"/>
                  <a:pt x="40227" y="19571"/>
                </a:cubicBezTo>
                <a:cubicBezTo>
                  <a:pt x="40261" y="19014"/>
                  <a:pt x="40257" y="18457"/>
                  <a:pt x="40251" y="17894"/>
                </a:cubicBezTo>
                <a:cubicBezTo>
                  <a:pt x="40251" y="16463"/>
                  <a:pt x="40227" y="15039"/>
                  <a:pt x="40219" y="13612"/>
                </a:cubicBezTo>
                <a:cubicBezTo>
                  <a:pt x="40219" y="12267"/>
                  <a:pt x="40147" y="10923"/>
                  <a:pt x="40029" y="9585"/>
                </a:cubicBezTo>
                <a:cubicBezTo>
                  <a:pt x="39946" y="8600"/>
                  <a:pt x="39911" y="7622"/>
                  <a:pt x="39843" y="6640"/>
                </a:cubicBezTo>
                <a:cubicBezTo>
                  <a:pt x="39795" y="6028"/>
                  <a:pt x="39742" y="5410"/>
                  <a:pt x="39656" y="4798"/>
                </a:cubicBezTo>
                <a:cubicBezTo>
                  <a:pt x="39493" y="3754"/>
                  <a:pt x="39134" y="2787"/>
                  <a:pt x="38529" y="1922"/>
                </a:cubicBezTo>
                <a:cubicBezTo>
                  <a:pt x="38291" y="1576"/>
                  <a:pt x="38011" y="1314"/>
                  <a:pt x="37610" y="1235"/>
                </a:cubicBezTo>
                <a:cubicBezTo>
                  <a:pt x="37596" y="1231"/>
                  <a:pt x="37582" y="1227"/>
                  <a:pt x="37568" y="1224"/>
                </a:cubicBezTo>
                <a:cubicBezTo>
                  <a:pt x="37499" y="1214"/>
                  <a:pt x="37430" y="1200"/>
                  <a:pt x="37361" y="1186"/>
                </a:cubicBezTo>
                <a:cubicBezTo>
                  <a:pt x="37064" y="1128"/>
                  <a:pt x="36770" y="1051"/>
                  <a:pt x="36473" y="989"/>
                </a:cubicBezTo>
                <a:close/>
              </a:path>
            </a:pathLst>
          </a:custGeom>
          <a:solidFill>
            <a:srgbClr val="F8F5F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 name="Google Shape;67;p16"/>
          <p:cNvSpPr txBox="1">
            <a:spLocks noGrp="1"/>
          </p:cNvSpPr>
          <p:nvPr>
            <p:ph type="title"/>
          </p:nvPr>
        </p:nvSpPr>
        <p:spPr>
          <a:xfrm>
            <a:off x="3561100" y="4706767"/>
            <a:ext cx="5070000" cy="1242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800"/>
              <a:buNone/>
              <a:defRPr sz="6667"/>
            </a:lvl1pPr>
            <a:lvl2pPr lvl="1" rtl="0">
              <a:spcBef>
                <a:spcPts val="0"/>
              </a:spcBef>
              <a:spcAft>
                <a:spcPts val="0"/>
              </a:spcAft>
              <a:buClr>
                <a:schemeClr val="accent3"/>
              </a:buClr>
              <a:buSzPts val="4800"/>
              <a:buNone/>
              <a:defRPr sz="6400">
                <a:solidFill>
                  <a:schemeClr val="accent3"/>
                </a:solidFill>
              </a:defRPr>
            </a:lvl2pPr>
            <a:lvl3pPr lvl="2" rtl="0">
              <a:spcBef>
                <a:spcPts val="0"/>
              </a:spcBef>
              <a:spcAft>
                <a:spcPts val="0"/>
              </a:spcAft>
              <a:buClr>
                <a:schemeClr val="accent3"/>
              </a:buClr>
              <a:buSzPts val="4800"/>
              <a:buNone/>
              <a:defRPr sz="6400">
                <a:solidFill>
                  <a:schemeClr val="accent3"/>
                </a:solidFill>
              </a:defRPr>
            </a:lvl3pPr>
            <a:lvl4pPr lvl="3" rtl="0">
              <a:spcBef>
                <a:spcPts val="0"/>
              </a:spcBef>
              <a:spcAft>
                <a:spcPts val="0"/>
              </a:spcAft>
              <a:buClr>
                <a:schemeClr val="accent3"/>
              </a:buClr>
              <a:buSzPts val="4800"/>
              <a:buNone/>
              <a:defRPr sz="6400">
                <a:solidFill>
                  <a:schemeClr val="accent3"/>
                </a:solidFill>
              </a:defRPr>
            </a:lvl4pPr>
            <a:lvl5pPr lvl="4" rtl="0">
              <a:spcBef>
                <a:spcPts val="0"/>
              </a:spcBef>
              <a:spcAft>
                <a:spcPts val="0"/>
              </a:spcAft>
              <a:buClr>
                <a:schemeClr val="accent3"/>
              </a:buClr>
              <a:buSzPts val="4800"/>
              <a:buNone/>
              <a:defRPr sz="6400">
                <a:solidFill>
                  <a:schemeClr val="accent3"/>
                </a:solidFill>
              </a:defRPr>
            </a:lvl5pPr>
            <a:lvl6pPr lvl="5" rtl="0">
              <a:spcBef>
                <a:spcPts val="0"/>
              </a:spcBef>
              <a:spcAft>
                <a:spcPts val="0"/>
              </a:spcAft>
              <a:buClr>
                <a:schemeClr val="accent3"/>
              </a:buClr>
              <a:buSzPts val="4800"/>
              <a:buNone/>
              <a:defRPr sz="6400">
                <a:solidFill>
                  <a:schemeClr val="accent3"/>
                </a:solidFill>
              </a:defRPr>
            </a:lvl6pPr>
            <a:lvl7pPr lvl="6" rtl="0">
              <a:spcBef>
                <a:spcPts val="0"/>
              </a:spcBef>
              <a:spcAft>
                <a:spcPts val="0"/>
              </a:spcAft>
              <a:buClr>
                <a:schemeClr val="accent3"/>
              </a:buClr>
              <a:buSzPts val="4800"/>
              <a:buNone/>
              <a:defRPr sz="6400">
                <a:solidFill>
                  <a:schemeClr val="accent3"/>
                </a:solidFill>
              </a:defRPr>
            </a:lvl7pPr>
            <a:lvl8pPr lvl="7" rtl="0">
              <a:spcBef>
                <a:spcPts val="0"/>
              </a:spcBef>
              <a:spcAft>
                <a:spcPts val="0"/>
              </a:spcAft>
              <a:buClr>
                <a:schemeClr val="accent3"/>
              </a:buClr>
              <a:buSzPts val="4800"/>
              <a:buNone/>
              <a:defRPr sz="6400">
                <a:solidFill>
                  <a:schemeClr val="accent3"/>
                </a:solidFill>
              </a:defRPr>
            </a:lvl8pPr>
            <a:lvl9pPr lvl="8" rtl="0">
              <a:spcBef>
                <a:spcPts val="0"/>
              </a:spcBef>
              <a:spcAft>
                <a:spcPts val="0"/>
              </a:spcAft>
              <a:buClr>
                <a:schemeClr val="accent3"/>
              </a:buClr>
              <a:buSzPts val="4800"/>
              <a:buNone/>
              <a:defRPr sz="6400">
                <a:solidFill>
                  <a:schemeClr val="accent3"/>
                </a:solidFill>
              </a:defRPr>
            </a:lvl9pPr>
          </a:lstStyle>
          <a:p>
            <a:r>
              <a:rPr lang="en-US"/>
              <a:t>Click to edit Master title style</a:t>
            </a:r>
            <a:endParaRPr/>
          </a:p>
        </p:txBody>
      </p:sp>
    </p:spTree>
    <p:extLst>
      <p:ext uri="{BB962C8B-B14F-4D97-AF65-F5344CB8AC3E}">
        <p14:creationId xmlns:p14="http://schemas.microsoft.com/office/powerpoint/2010/main" val="3341269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
  <p:cSld name="Title and four columns ">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17"/>
          <p:cNvSpPr txBox="1">
            <a:spLocks noGrp="1"/>
          </p:cNvSpPr>
          <p:nvPr>
            <p:ph type="ctrTitle"/>
          </p:nvPr>
        </p:nvSpPr>
        <p:spPr>
          <a:xfrm>
            <a:off x="2390000" y="695433"/>
            <a:ext cx="74120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3600"/>
              <a:buNone/>
              <a:defRPr sz="44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70" name="Google Shape;70;p17"/>
          <p:cNvSpPr txBox="1">
            <a:spLocks noGrp="1"/>
          </p:cNvSpPr>
          <p:nvPr>
            <p:ph type="subTitle" idx="1"/>
          </p:nvPr>
        </p:nvSpPr>
        <p:spPr>
          <a:xfrm>
            <a:off x="6529101" y="4762567"/>
            <a:ext cx="899600" cy="941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6400" b="1">
                <a:solidFill>
                  <a:schemeClr val="accent6"/>
                </a:solidFill>
                <a:latin typeface="Amatic SC"/>
                <a:ea typeface="Amatic SC"/>
                <a:cs typeface="Amatic SC"/>
                <a:sym typeface="Amatic SC"/>
              </a:defRPr>
            </a:lvl1pPr>
            <a:lvl2pPr lvl="1" algn="r" rtl="0">
              <a:lnSpc>
                <a:spcPct val="100000"/>
              </a:lnSpc>
              <a:spcBef>
                <a:spcPts val="2133"/>
              </a:spcBef>
              <a:spcAft>
                <a:spcPts val="0"/>
              </a:spcAft>
              <a:buNone/>
              <a:defRPr sz="6400" b="1">
                <a:solidFill>
                  <a:schemeClr val="accent6"/>
                </a:solidFill>
                <a:latin typeface="Amatic SC"/>
                <a:ea typeface="Amatic SC"/>
                <a:cs typeface="Amatic SC"/>
                <a:sym typeface="Amatic SC"/>
              </a:defRPr>
            </a:lvl2pPr>
            <a:lvl3pPr lvl="2" algn="r" rtl="0">
              <a:lnSpc>
                <a:spcPct val="100000"/>
              </a:lnSpc>
              <a:spcBef>
                <a:spcPts val="2133"/>
              </a:spcBef>
              <a:spcAft>
                <a:spcPts val="0"/>
              </a:spcAft>
              <a:buNone/>
              <a:defRPr sz="6400" b="1">
                <a:solidFill>
                  <a:schemeClr val="accent6"/>
                </a:solidFill>
                <a:latin typeface="Amatic SC"/>
                <a:ea typeface="Amatic SC"/>
                <a:cs typeface="Amatic SC"/>
                <a:sym typeface="Amatic SC"/>
              </a:defRPr>
            </a:lvl3pPr>
            <a:lvl4pPr lvl="3" algn="r" rtl="0">
              <a:lnSpc>
                <a:spcPct val="100000"/>
              </a:lnSpc>
              <a:spcBef>
                <a:spcPts val="2133"/>
              </a:spcBef>
              <a:spcAft>
                <a:spcPts val="0"/>
              </a:spcAft>
              <a:buNone/>
              <a:defRPr sz="6400" b="1">
                <a:solidFill>
                  <a:schemeClr val="accent6"/>
                </a:solidFill>
                <a:latin typeface="Amatic SC"/>
                <a:ea typeface="Amatic SC"/>
                <a:cs typeface="Amatic SC"/>
                <a:sym typeface="Amatic SC"/>
              </a:defRPr>
            </a:lvl4pPr>
            <a:lvl5pPr lvl="4" algn="r" rtl="0">
              <a:lnSpc>
                <a:spcPct val="100000"/>
              </a:lnSpc>
              <a:spcBef>
                <a:spcPts val="2133"/>
              </a:spcBef>
              <a:spcAft>
                <a:spcPts val="0"/>
              </a:spcAft>
              <a:buNone/>
              <a:defRPr sz="6400" b="1">
                <a:solidFill>
                  <a:schemeClr val="accent6"/>
                </a:solidFill>
                <a:latin typeface="Amatic SC"/>
                <a:ea typeface="Amatic SC"/>
                <a:cs typeface="Amatic SC"/>
                <a:sym typeface="Amatic SC"/>
              </a:defRPr>
            </a:lvl5pPr>
            <a:lvl6pPr lvl="5" algn="r" rtl="0">
              <a:lnSpc>
                <a:spcPct val="100000"/>
              </a:lnSpc>
              <a:spcBef>
                <a:spcPts val="2133"/>
              </a:spcBef>
              <a:spcAft>
                <a:spcPts val="0"/>
              </a:spcAft>
              <a:buNone/>
              <a:defRPr sz="6400" b="1">
                <a:solidFill>
                  <a:schemeClr val="accent6"/>
                </a:solidFill>
                <a:latin typeface="Amatic SC"/>
                <a:ea typeface="Amatic SC"/>
                <a:cs typeface="Amatic SC"/>
                <a:sym typeface="Amatic SC"/>
              </a:defRPr>
            </a:lvl6pPr>
            <a:lvl7pPr lvl="6" algn="r" rtl="0">
              <a:lnSpc>
                <a:spcPct val="100000"/>
              </a:lnSpc>
              <a:spcBef>
                <a:spcPts val="2133"/>
              </a:spcBef>
              <a:spcAft>
                <a:spcPts val="0"/>
              </a:spcAft>
              <a:buNone/>
              <a:defRPr sz="6400" b="1">
                <a:solidFill>
                  <a:schemeClr val="accent6"/>
                </a:solidFill>
                <a:latin typeface="Amatic SC"/>
                <a:ea typeface="Amatic SC"/>
                <a:cs typeface="Amatic SC"/>
                <a:sym typeface="Amatic SC"/>
              </a:defRPr>
            </a:lvl7pPr>
            <a:lvl8pPr lvl="7" algn="r" rtl="0">
              <a:lnSpc>
                <a:spcPct val="100000"/>
              </a:lnSpc>
              <a:spcBef>
                <a:spcPts val="2133"/>
              </a:spcBef>
              <a:spcAft>
                <a:spcPts val="0"/>
              </a:spcAft>
              <a:buNone/>
              <a:defRPr sz="6400" b="1">
                <a:solidFill>
                  <a:schemeClr val="accent6"/>
                </a:solidFill>
                <a:latin typeface="Amatic SC"/>
                <a:ea typeface="Amatic SC"/>
                <a:cs typeface="Amatic SC"/>
                <a:sym typeface="Amatic SC"/>
              </a:defRPr>
            </a:lvl8pPr>
            <a:lvl9pPr lvl="8" algn="r" rtl="0">
              <a:lnSpc>
                <a:spcPct val="100000"/>
              </a:lnSpc>
              <a:spcBef>
                <a:spcPts val="2133"/>
              </a:spcBef>
              <a:spcAft>
                <a:spcPts val="2133"/>
              </a:spcAft>
              <a:buNone/>
              <a:defRPr sz="64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71" name="Google Shape;71;p17"/>
          <p:cNvSpPr txBox="1">
            <a:spLocks noGrp="1"/>
          </p:cNvSpPr>
          <p:nvPr>
            <p:ph type="subTitle" idx="2"/>
          </p:nvPr>
        </p:nvSpPr>
        <p:spPr>
          <a:xfrm>
            <a:off x="7632100" y="4762567"/>
            <a:ext cx="3132000" cy="94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133"/>
            </a:lvl1pPr>
            <a:lvl2pPr lvl="1" rtl="0">
              <a:lnSpc>
                <a:spcPct val="100000"/>
              </a:lnSpc>
              <a:spcBef>
                <a:spcPts val="2133"/>
              </a:spcBef>
              <a:spcAft>
                <a:spcPts val="0"/>
              </a:spcAft>
              <a:buNone/>
              <a:defRPr sz="2133"/>
            </a:lvl2pPr>
            <a:lvl3pPr lvl="2" rtl="0">
              <a:lnSpc>
                <a:spcPct val="100000"/>
              </a:lnSpc>
              <a:spcBef>
                <a:spcPts val="2133"/>
              </a:spcBef>
              <a:spcAft>
                <a:spcPts val="0"/>
              </a:spcAft>
              <a:buNone/>
              <a:defRPr sz="2133"/>
            </a:lvl3pPr>
            <a:lvl4pPr lvl="3" rtl="0">
              <a:lnSpc>
                <a:spcPct val="100000"/>
              </a:lnSpc>
              <a:spcBef>
                <a:spcPts val="2133"/>
              </a:spcBef>
              <a:spcAft>
                <a:spcPts val="0"/>
              </a:spcAft>
              <a:buNone/>
              <a:defRPr sz="2133"/>
            </a:lvl4pPr>
            <a:lvl5pPr lvl="4" rtl="0">
              <a:lnSpc>
                <a:spcPct val="100000"/>
              </a:lnSpc>
              <a:spcBef>
                <a:spcPts val="2133"/>
              </a:spcBef>
              <a:spcAft>
                <a:spcPts val="0"/>
              </a:spcAft>
              <a:buNone/>
              <a:defRPr sz="2133"/>
            </a:lvl5pPr>
            <a:lvl6pPr lvl="5" rtl="0">
              <a:lnSpc>
                <a:spcPct val="100000"/>
              </a:lnSpc>
              <a:spcBef>
                <a:spcPts val="2133"/>
              </a:spcBef>
              <a:spcAft>
                <a:spcPts val="0"/>
              </a:spcAft>
              <a:buNone/>
              <a:defRPr sz="2133"/>
            </a:lvl6pPr>
            <a:lvl7pPr lvl="6" rtl="0">
              <a:lnSpc>
                <a:spcPct val="100000"/>
              </a:lnSpc>
              <a:spcBef>
                <a:spcPts val="2133"/>
              </a:spcBef>
              <a:spcAft>
                <a:spcPts val="0"/>
              </a:spcAft>
              <a:buNone/>
              <a:defRPr sz="2133"/>
            </a:lvl7pPr>
            <a:lvl8pPr lvl="7" rtl="0">
              <a:lnSpc>
                <a:spcPct val="100000"/>
              </a:lnSpc>
              <a:spcBef>
                <a:spcPts val="2133"/>
              </a:spcBef>
              <a:spcAft>
                <a:spcPts val="0"/>
              </a:spcAft>
              <a:buNone/>
              <a:defRPr sz="2133"/>
            </a:lvl8pPr>
            <a:lvl9pPr lvl="8" rtl="0">
              <a:lnSpc>
                <a:spcPct val="100000"/>
              </a:lnSpc>
              <a:spcBef>
                <a:spcPts val="2133"/>
              </a:spcBef>
              <a:spcAft>
                <a:spcPts val="2133"/>
              </a:spcAft>
              <a:buNone/>
              <a:defRPr sz="2133"/>
            </a:lvl9pPr>
          </a:lstStyle>
          <a:p>
            <a:r>
              <a:rPr lang="en-US"/>
              <a:t>Click to edit Master subtitle style</a:t>
            </a:r>
            <a:endParaRPr/>
          </a:p>
        </p:txBody>
      </p:sp>
      <p:sp>
        <p:nvSpPr>
          <p:cNvPr id="72" name="Google Shape;72;p17"/>
          <p:cNvSpPr txBox="1">
            <a:spLocks noGrp="1"/>
          </p:cNvSpPr>
          <p:nvPr>
            <p:ph type="subTitle" idx="3"/>
          </p:nvPr>
        </p:nvSpPr>
        <p:spPr>
          <a:xfrm>
            <a:off x="6529101" y="2753833"/>
            <a:ext cx="899600" cy="941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6400" b="1">
                <a:solidFill>
                  <a:schemeClr val="accent6"/>
                </a:solidFill>
                <a:latin typeface="Amatic SC"/>
                <a:ea typeface="Amatic SC"/>
                <a:cs typeface="Amatic SC"/>
                <a:sym typeface="Amatic SC"/>
              </a:defRPr>
            </a:lvl1pPr>
            <a:lvl2pPr lvl="1" algn="r" rtl="0">
              <a:lnSpc>
                <a:spcPct val="100000"/>
              </a:lnSpc>
              <a:spcBef>
                <a:spcPts val="2133"/>
              </a:spcBef>
              <a:spcAft>
                <a:spcPts val="0"/>
              </a:spcAft>
              <a:buNone/>
              <a:defRPr sz="6400" b="1">
                <a:solidFill>
                  <a:schemeClr val="accent6"/>
                </a:solidFill>
                <a:latin typeface="Amatic SC"/>
                <a:ea typeface="Amatic SC"/>
                <a:cs typeface="Amatic SC"/>
                <a:sym typeface="Amatic SC"/>
              </a:defRPr>
            </a:lvl2pPr>
            <a:lvl3pPr lvl="2" algn="r" rtl="0">
              <a:lnSpc>
                <a:spcPct val="100000"/>
              </a:lnSpc>
              <a:spcBef>
                <a:spcPts val="2133"/>
              </a:spcBef>
              <a:spcAft>
                <a:spcPts val="0"/>
              </a:spcAft>
              <a:buNone/>
              <a:defRPr sz="6400" b="1">
                <a:solidFill>
                  <a:schemeClr val="accent6"/>
                </a:solidFill>
                <a:latin typeface="Amatic SC"/>
                <a:ea typeface="Amatic SC"/>
                <a:cs typeface="Amatic SC"/>
                <a:sym typeface="Amatic SC"/>
              </a:defRPr>
            </a:lvl3pPr>
            <a:lvl4pPr lvl="3" algn="r" rtl="0">
              <a:lnSpc>
                <a:spcPct val="100000"/>
              </a:lnSpc>
              <a:spcBef>
                <a:spcPts val="2133"/>
              </a:spcBef>
              <a:spcAft>
                <a:spcPts val="0"/>
              </a:spcAft>
              <a:buNone/>
              <a:defRPr sz="6400" b="1">
                <a:solidFill>
                  <a:schemeClr val="accent6"/>
                </a:solidFill>
                <a:latin typeface="Amatic SC"/>
                <a:ea typeface="Amatic SC"/>
                <a:cs typeface="Amatic SC"/>
                <a:sym typeface="Amatic SC"/>
              </a:defRPr>
            </a:lvl4pPr>
            <a:lvl5pPr lvl="4" algn="r" rtl="0">
              <a:lnSpc>
                <a:spcPct val="100000"/>
              </a:lnSpc>
              <a:spcBef>
                <a:spcPts val="2133"/>
              </a:spcBef>
              <a:spcAft>
                <a:spcPts val="0"/>
              </a:spcAft>
              <a:buNone/>
              <a:defRPr sz="6400" b="1">
                <a:solidFill>
                  <a:schemeClr val="accent6"/>
                </a:solidFill>
                <a:latin typeface="Amatic SC"/>
                <a:ea typeface="Amatic SC"/>
                <a:cs typeface="Amatic SC"/>
                <a:sym typeface="Amatic SC"/>
              </a:defRPr>
            </a:lvl5pPr>
            <a:lvl6pPr lvl="5" algn="r" rtl="0">
              <a:lnSpc>
                <a:spcPct val="100000"/>
              </a:lnSpc>
              <a:spcBef>
                <a:spcPts val="2133"/>
              </a:spcBef>
              <a:spcAft>
                <a:spcPts val="0"/>
              </a:spcAft>
              <a:buNone/>
              <a:defRPr sz="6400" b="1">
                <a:solidFill>
                  <a:schemeClr val="accent6"/>
                </a:solidFill>
                <a:latin typeface="Amatic SC"/>
                <a:ea typeface="Amatic SC"/>
                <a:cs typeface="Amatic SC"/>
                <a:sym typeface="Amatic SC"/>
              </a:defRPr>
            </a:lvl6pPr>
            <a:lvl7pPr lvl="6" algn="r" rtl="0">
              <a:lnSpc>
                <a:spcPct val="100000"/>
              </a:lnSpc>
              <a:spcBef>
                <a:spcPts val="2133"/>
              </a:spcBef>
              <a:spcAft>
                <a:spcPts val="0"/>
              </a:spcAft>
              <a:buNone/>
              <a:defRPr sz="6400" b="1">
                <a:solidFill>
                  <a:schemeClr val="accent6"/>
                </a:solidFill>
                <a:latin typeface="Amatic SC"/>
                <a:ea typeface="Amatic SC"/>
                <a:cs typeface="Amatic SC"/>
                <a:sym typeface="Amatic SC"/>
              </a:defRPr>
            </a:lvl7pPr>
            <a:lvl8pPr lvl="7" algn="r" rtl="0">
              <a:lnSpc>
                <a:spcPct val="100000"/>
              </a:lnSpc>
              <a:spcBef>
                <a:spcPts val="2133"/>
              </a:spcBef>
              <a:spcAft>
                <a:spcPts val="0"/>
              </a:spcAft>
              <a:buNone/>
              <a:defRPr sz="6400" b="1">
                <a:solidFill>
                  <a:schemeClr val="accent6"/>
                </a:solidFill>
                <a:latin typeface="Amatic SC"/>
                <a:ea typeface="Amatic SC"/>
                <a:cs typeface="Amatic SC"/>
                <a:sym typeface="Amatic SC"/>
              </a:defRPr>
            </a:lvl8pPr>
            <a:lvl9pPr lvl="8" algn="r" rtl="0">
              <a:lnSpc>
                <a:spcPct val="100000"/>
              </a:lnSpc>
              <a:spcBef>
                <a:spcPts val="2133"/>
              </a:spcBef>
              <a:spcAft>
                <a:spcPts val="2133"/>
              </a:spcAft>
              <a:buNone/>
              <a:defRPr sz="64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73" name="Google Shape;73;p17"/>
          <p:cNvSpPr txBox="1">
            <a:spLocks noGrp="1"/>
          </p:cNvSpPr>
          <p:nvPr>
            <p:ph type="subTitle" idx="4"/>
          </p:nvPr>
        </p:nvSpPr>
        <p:spPr>
          <a:xfrm>
            <a:off x="7632100" y="2753833"/>
            <a:ext cx="3132000" cy="94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133"/>
            </a:lvl1pPr>
            <a:lvl2pPr lvl="1" rtl="0">
              <a:lnSpc>
                <a:spcPct val="100000"/>
              </a:lnSpc>
              <a:spcBef>
                <a:spcPts val="2133"/>
              </a:spcBef>
              <a:spcAft>
                <a:spcPts val="0"/>
              </a:spcAft>
              <a:buNone/>
              <a:defRPr sz="2133"/>
            </a:lvl2pPr>
            <a:lvl3pPr lvl="2" rtl="0">
              <a:lnSpc>
                <a:spcPct val="100000"/>
              </a:lnSpc>
              <a:spcBef>
                <a:spcPts val="2133"/>
              </a:spcBef>
              <a:spcAft>
                <a:spcPts val="0"/>
              </a:spcAft>
              <a:buNone/>
              <a:defRPr sz="2133"/>
            </a:lvl3pPr>
            <a:lvl4pPr lvl="3" rtl="0">
              <a:lnSpc>
                <a:spcPct val="100000"/>
              </a:lnSpc>
              <a:spcBef>
                <a:spcPts val="2133"/>
              </a:spcBef>
              <a:spcAft>
                <a:spcPts val="0"/>
              </a:spcAft>
              <a:buNone/>
              <a:defRPr sz="2133"/>
            </a:lvl4pPr>
            <a:lvl5pPr lvl="4" rtl="0">
              <a:lnSpc>
                <a:spcPct val="100000"/>
              </a:lnSpc>
              <a:spcBef>
                <a:spcPts val="2133"/>
              </a:spcBef>
              <a:spcAft>
                <a:spcPts val="0"/>
              </a:spcAft>
              <a:buNone/>
              <a:defRPr sz="2133"/>
            </a:lvl5pPr>
            <a:lvl6pPr lvl="5" rtl="0">
              <a:lnSpc>
                <a:spcPct val="100000"/>
              </a:lnSpc>
              <a:spcBef>
                <a:spcPts val="2133"/>
              </a:spcBef>
              <a:spcAft>
                <a:spcPts val="0"/>
              </a:spcAft>
              <a:buNone/>
              <a:defRPr sz="2133"/>
            </a:lvl6pPr>
            <a:lvl7pPr lvl="6" rtl="0">
              <a:lnSpc>
                <a:spcPct val="100000"/>
              </a:lnSpc>
              <a:spcBef>
                <a:spcPts val="2133"/>
              </a:spcBef>
              <a:spcAft>
                <a:spcPts val="0"/>
              </a:spcAft>
              <a:buNone/>
              <a:defRPr sz="2133"/>
            </a:lvl7pPr>
            <a:lvl8pPr lvl="7" rtl="0">
              <a:lnSpc>
                <a:spcPct val="100000"/>
              </a:lnSpc>
              <a:spcBef>
                <a:spcPts val="2133"/>
              </a:spcBef>
              <a:spcAft>
                <a:spcPts val="0"/>
              </a:spcAft>
              <a:buNone/>
              <a:defRPr sz="2133"/>
            </a:lvl8pPr>
            <a:lvl9pPr lvl="8" rtl="0">
              <a:lnSpc>
                <a:spcPct val="100000"/>
              </a:lnSpc>
              <a:spcBef>
                <a:spcPts val="2133"/>
              </a:spcBef>
              <a:spcAft>
                <a:spcPts val="2133"/>
              </a:spcAft>
              <a:buNone/>
              <a:defRPr sz="2133"/>
            </a:lvl9pPr>
          </a:lstStyle>
          <a:p>
            <a:r>
              <a:rPr lang="en-US"/>
              <a:t>Click to edit Master subtitle style</a:t>
            </a:r>
            <a:endParaRPr/>
          </a:p>
        </p:txBody>
      </p:sp>
      <p:sp>
        <p:nvSpPr>
          <p:cNvPr id="74" name="Google Shape;74;p17"/>
          <p:cNvSpPr txBox="1">
            <a:spLocks noGrp="1"/>
          </p:cNvSpPr>
          <p:nvPr>
            <p:ph type="subTitle" idx="5"/>
          </p:nvPr>
        </p:nvSpPr>
        <p:spPr>
          <a:xfrm>
            <a:off x="1414300" y="4762567"/>
            <a:ext cx="899600" cy="941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6400" b="1">
                <a:solidFill>
                  <a:schemeClr val="accent6"/>
                </a:solidFill>
                <a:latin typeface="Amatic SC"/>
                <a:ea typeface="Amatic SC"/>
                <a:cs typeface="Amatic SC"/>
                <a:sym typeface="Amatic SC"/>
              </a:defRPr>
            </a:lvl1pPr>
            <a:lvl2pPr lvl="1" algn="r" rtl="0">
              <a:lnSpc>
                <a:spcPct val="100000"/>
              </a:lnSpc>
              <a:spcBef>
                <a:spcPts val="2133"/>
              </a:spcBef>
              <a:spcAft>
                <a:spcPts val="0"/>
              </a:spcAft>
              <a:buNone/>
              <a:defRPr sz="6400" b="1">
                <a:solidFill>
                  <a:schemeClr val="accent6"/>
                </a:solidFill>
                <a:latin typeface="Amatic SC"/>
                <a:ea typeface="Amatic SC"/>
                <a:cs typeface="Amatic SC"/>
                <a:sym typeface="Amatic SC"/>
              </a:defRPr>
            </a:lvl2pPr>
            <a:lvl3pPr lvl="2" algn="r" rtl="0">
              <a:lnSpc>
                <a:spcPct val="100000"/>
              </a:lnSpc>
              <a:spcBef>
                <a:spcPts val="2133"/>
              </a:spcBef>
              <a:spcAft>
                <a:spcPts val="0"/>
              </a:spcAft>
              <a:buNone/>
              <a:defRPr sz="6400" b="1">
                <a:solidFill>
                  <a:schemeClr val="accent6"/>
                </a:solidFill>
                <a:latin typeface="Amatic SC"/>
                <a:ea typeface="Amatic SC"/>
                <a:cs typeface="Amatic SC"/>
                <a:sym typeface="Amatic SC"/>
              </a:defRPr>
            </a:lvl3pPr>
            <a:lvl4pPr lvl="3" algn="r" rtl="0">
              <a:lnSpc>
                <a:spcPct val="100000"/>
              </a:lnSpc>
              <a:spcBef>
                <a:spcPts val="2133"/>
              </a:spcBef>
              <a:spcAft>
                <a:spcPts val="0"/>
              </a:spcAft>
              <a:buNone/>
              <a:defRPr sz="6400" b="1">
                <a:solidFill>
                  <a:schemeClr val="accent6"/>
                </a:solidFill>
                <a:latin typeface="Amatic SC"/>
                <a:ea typeface="Amatic SC"/>
                <a:cs typeface="Amatic SC"/>
                <a:sym typeface="Amatic SC"/>
              </a:defRPr>
            </a:lvl4pPr>
            <a:lvl5pPr lvl="4" algn="r" rtl="0">
              <a:lnSpc>
                <a:spcPct val="100000"/>
              </a:lnSpc>
              <a:spcBef>
                <a:spcPts val="2133"/>
              </a:spcBef>
              <a:spcAft>
                <a:spcPts val="0"/>
              </a:spcAft>
              <a:buNone/>
              <a:defRPr sz="6400" b="1">
                <a:solidFill>
                  <a:schemeClr val="accent6"/>
                </a:solidFill>
                <a:latin typeface="Amatic SC"/>
                <a:ea typeface="Amatic SC"/>
                <a:cs typeface="Amatic SC"/>
                <a:sym typeface="Amatic SC"/>
              </a:defRPr>
            </a:lvl5pPr>
            <a:lvl6pPr lvl="5" algn="r" rtl="0">
              <a:lnSpc>
                <a:spcPct val="100000"/>
              </a:lnSpc>
              <a:spcBef>
                <a:spcPts val="2133"/>
              </a:spcBef>
              <a:spcAft>
                <a:spcPts val="0"/>
              </a:spcAft>
              <a:buNone/>
              <a:defRPr sz="6400" b="1">
                <a:solidFill>
                  <a:schemeClr val="accent6"/>
                </a:solidFill>
                <a:latin typeface="Amatic SC"/>
                <a:ea typeface="Amatic SC"/>
                <a:cs typeface="Amatic SC"/>
                <a:sym typeface="Amatic SC"/>
              </a:defRPr>
            </a:lvl6pPr>
            <a:lvl7pPr lvl="6" algn="r" rtl="0">
              <a:lnSpc>
                <a:spcPct val="100000"/>
              </a:lnSpc>
              <a:spcBef>
                <a:spcPts val="2133"/>
              </a:spcBef>
              <a:spcAft>
                <a:spcPts val="0"/>
              </a:spcAft>
              <a:buNone/>
              <a:defRPr sz="6400" b="1">
                <a:solidFill>
                  <a:schemeClr val="accent6"/>
                </a:solidFill>
                <a:latin typeface="Amatic SC"/>
                <a:ea typeface="Amatic SC"/>
                <a:cs typeface="Amatic SC"/>
                <a:sym typeface="Amatic SC"/>
              </a:defRPr>
            </a:lvl7pPr>
            <a:lvl8pPr lvl="7" algn="r" rtl="0">
              <a:lnSpc>
                <a:spcPct val="100000"/>
              </a:lnSpc>
              <a:spcBef>
                <a:spcPts val="2133"/>
              </a:spcBef>
              <a:spcAft>
                <a:spcPts val="0"/>
              </a:spcAft>
              <a:buNone/>
              <a:defRPr sz="6400" b="1">
                <a:solidFill>
                  <a:schemeClr val="accent6"/>
                </a:solidFill>
                <a:latin typeface="Amatic SC"/>
                <a:ea typeface="Amatic SC"/>
                <a:cs typeface="Amatic SC"/>
                <a:sym typeface="Amatic SC"/>
              </a:defRPr>
            </a:lvl8pPr>
            <a:lvl9pPr lvl="8" algn="r" rtl="0">
              <a:lnSpc>
                <a:spcPct val="100000"/>
              </a:lnSpc>
              <a:spcBef>
                <a:spcPts val="2133"/>
              </a:spcBef>
              <a:spcAft>
                <a:spcPts val="2133"/>
              </a:spcAft>
              <a:buNone/>
              <a:defRPr sz="64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75" name="Google Shape;75;p17"/>
          <p:cNvSpPr txBox="1">
            <a:spLocks noGrp="1"/>
          </p:cNvSpPr>
          <p:nvPr>
            <p:ph type="subTitle" idx="6"/>
          </p:nvPr>
        </p:nvSpPr>
        <p:spPr>
          <a:xfrm>
            <a:off x="2517100" y="4762567"/>
            <a:ext cx="3132000" cy="94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133"/>
            </a:lvl1pPr>
            <a:lvl2pPr lvl="1" rtl="0">
              <a:lnSpc>
                <a:spcPct val="100000"/>
              </a:lnSpc>
              <a:spcBef>
                <a:spcPts val="2133"/>
              </a:spcBef>
              <a:spcAft>
                <a:spcPts val="0"/>
              </a:spcAft>
              <a:buNone/>
              <a:defRPr sz="2133"/>
            </a:lvl2pPr>
            <a:lvl3pPr lvl="2" rtl="0">
              <a:lnSpc>
                <a:spcPct val="100000"/>
              </a:lnSpc>
              <a:spcBef>
                <a:spcPts val="2133"/>
              </a:spcBef>
              <a:spcAft>
                <a:spcPts val="0"/>
              </a:spcAft>
              <a:buNone/>
              <a:defRPr sz="2133"/>
            </a:lvl3pPr>
            <a:lvl4pPr lvl="3" rtl="0">
              <a:lnSpc>
                <a:spcPct val="100000"/>
              </a:lnSpc>
              <a:spcBef>
                <a:spcPts val="2133"/>
              </a:spcBef>
              <a:spcAft>
                <a:spcPts val="0"/>
              </a:spcAft>
              <a:buNone/>
              <a:defRPr sz="2133"/>
            </a:lvl4pPr>
            <a:lvl5pPr lvl="4" rtl="0">
              <a:lnSpc>
                <a:spcPct val="100000"/>
              </a:lnSpc>
              <a:spcBef>
                <a:spcPts val="2133"/>
              </a:spcBef>
              <a:spcAft>
                <a:spcPts val="0"/>
              </a:spcAft>
              <a:buNone/>
              <a:defRPr sz="2133"/>
            </a:lvl5pPr>
            <a:lvl6pPr lvl="5" rtl="0">
              <a:lnSpc>
                <a:spcPct val="100000"/>
              </a:lnSpc>
              <a:spcBef>
                <a:spcPts val="2133"/>
              </a:spcBef>
              <a:spcAft>
                <a:spcPts val="0"/>
              </a:spcAft>
              <a:buNone/>
              <a:defRPr sz="2133"/>
            </a:lvl6pPr>
            <a:lvl7pPr lvl="6" rtl="0">
              <a:lnSpc>
                <a:spcPct val="100000"/>
              </a:lnSpc>
              <a:spcBef>
                <a:spcPts val="2133"/>
              </a:spcBef>
              <a:spcAft>
                <a:spcPts val="0"/>
              </a:spcAft>
              <a:buNone/>
              <a:defRPr sz="2133"/>
            </a:lvl7pPr>
            <a:lvl8pPr lvl="7" rtl="0">
              <a:lnSpc>
                <a:spcPct val="100000"/>
              </a:lnSpc>
              <a:spcBef>
                <a:spcPts val="2133"/>
              </a:spcBef>
              <a:spcAft>
                <a:spcPts val="0"/>
              </a:spcAft>
              <a:buNone/>
              <a:defRPr sz="2133"/>
            </a:lvl8pPr>
            <a:lvl9pPr lvl="8" rtl="0">
              <a:lnSpc>
                <a:spcPct val="100000"/>
              </a:lnSpc>
              <a:spcBef>
                <a:spcPts val="2133"/>
              </a:spcBef>
              <a:spcAft>
                <a:spcPts val="2133"/>
              </a:spcAft>
              <a:buNone/>
              <a:defRPr sz="2133"/>
            </a:lvl9pPr>
          </a:lstStyle>
          <a:p>
            <a:r>
              <a:rPr lang="en-US"/>
              <a:t>Click to edit Master subtitle style</a:t>
            </a:r>
            <a:endParaRPr/>
          </a:p>
        </p:txBody>
      </p:sp>
      <p:sp>
        <p:nvSpPr>
          <p:cNvPr id="76" name="Google Shape;76;p17"/>
          <p:cNvSpPr txBox="1">
            <a:spLocks noGrp="1"/>
          </p:cNvSpPr>
          <p:nvPr>
            <p:ph type="subTitle" idx="7"/>
          </p:nvPr>
        </p:nvSpPr>
        <p:spPr>
          <a:xfrm>
            <a:off x="1414300" y="2753833"/>
            <a:ext cx="899600" cy="941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6400" b="1">
                <a:solidFill>
                  <a:schemeClr val="accent6"/>
                </a:solidFill>
                <a:latin typeface="Amatic SC"/>
                <a:ea typeface="Amatic SC"/>
                <a:cs typeface="Amatic SC"/>
                <a:sym typeface="Amatic SC"/>
              </a:defRPr>
            </a:lvl1pPr>
            <a:lvl2pPr lvl="1" algn="r" rtl="0">
              <a:lnSpc>
                <a:spcPct val="100000"/>
              </a:lnSpc>
              <a:spcBef>
                <a:spcPts val="2133"/>
              </a:spcBef>
              <a:spcAft>
                <a:spcPts val="0"/>
              </a:spcAft>
              <a:buNone/>
              <a:defRPr sz="6400" b="1">
                <a:solidFill>
                  <a:schemeClr val="accent6"/>
                </a:solidFill>
                <a:latin typeface="Amatic SC"/>
                <a:ea typeface="Amatic SC"/>
                <a:cs typeface="Amatic SC"/>
                <a:sym typeface="Amatic SC"/>
              </a:defRPr>
            </a:lvl2pPr>
            <a:lvl3pPr lvl="2" algn="r" rtl="0">
              <a:lnSpc>
                <a:spcPct val="100000"/>
              </a:lnSpc>
              <a:spcBef>
                <a:spcPts val="2133"/>
              </a:spcBef>
              <a:spcAft>
                <a:spcPts val="0"/>
              </a:spcAft>
              <a:buNone/>
              <a:defRPr sz="6400" b="1">
                <a:solidFill>
                  <a:schemeClr val="accent6"/>
                </a:solidFill>
                <a:latin typeface="Amatic SC"/>
                <a:ea typeface="Amatic SC"/>
                <a:cs typeface="Amatic SC"/>
                <a:sym typeface="Amatic SC"/>
              </a:defRPr>
            </a:lvl3pPr>
            <a:lvl4pPr lvl="3" algn="r" rtl="0">
              <a:lnSpc>
                <a:spcPct val="100000"/>
              </a:lnSpc>
              <a:spcBef>
                <a:spcPts val="2133"/>
              </a:spcBef>
              <a:spcAft>
                <a:spcPts val="0"/>
              </a:spcAft>
              <a:buNone/>
              <a:defRPr sz="6400" b="1">
                <a:solidFill>
                  <a:schemeClr val="accent6"/>
                </a:solidFill>
                <a:latin typeface="Amatic SC"/>
                <a:ea typeface="Amatic SC"/>
                <a:cs typeface="Amatic SC"/>
                <a:sym typeface="Amatic SC"/>
              </a:defRPr>
            </a:lvl4pPr>
            <a:lvl5pPr lvl="4" algn="r" rtl="0">
              <a:lnSpc>
                <a:spcPct val="100000"/>
              </a:lnSpc>
              <a:spcBef>
                <a:spcPts val="2133"/>
              </a:spcBef>
              <a:spcAft>
                <a:spcPts val="0"/>
              </a:spcAft>
              <a:buNone/>
              <a:defRPr sz="6400" b="1">
                <a:solidFill>
                  <a:schemeClr val="accent6"/>
                </a:solidFill>
                <a:latin typeface="Amatic SC"/>
                <a:ea typeface="Amatic SC"/>
                <a:cs typeface="Amatic SC"/>
                <a:sym typeface="Amatic SC"/>
              </a:defRPr>
            </a:lvl5pPr>
            <a:lvl6pPr lvl="5" algn="r" rtl="0">
              <a:lnSpc>
                <a:spcPct val="100000"/>
              </a:lnSpc>
              <a:spcBef>
                <a:spcPts val="2133"/>
              </a:spcBef>
              <a:spcAft>
                <a:spcPts val="0"/>
              </a:spcAft>
              <a:buNone/>
              <a:defRPr sz="6400" b="1">
                <a:solidFill>
                  <a:schemeClr val="accent6"/>
                </a:solidFill>
                <a:latin typeface="Amatic SC"/>
                <a:ea typeface="Amatic SC"/>
                <a:cs typeface="Amatic SC"/>
                <a:sym typeface="Amatic SC"/>
              </a:defRPr>
            </a:lvl6pPr>
            <a:lvl7pPr lvl="6" algn="r" rtl="0">
              <a:lnSpc>
                <a:spcPct val="100000"/>
              </a:lnSpc>
              <a:spcBef>
                <a:spcPts val="2133"/>
              </a:spcBef>
              <a:spcAft>
                <a:spcPts val="0"/>
              </a:spcAft>
              <a:buNone/>
              <a:defRPr sz="6400" b="1">
                <a:solidFill>
                  <a:schemeClr val="accent6"/>
                </a:solidFill>
                <a:latin typeface="Amatic SC"/>
                <a:ea typeface="Amatic SC"/>
                <a:cs typeface="Amatic SC"/>
                <a:sym typeface="Amatic SC"/>
              </a:defRPr>
            </a:lvl7pPr>
            <a:lvl8pPr lvl="7" algn="r" rtl="0">
              <a:lnSpc>
                <a:spcPct val="100000"/>
              </a:lnSpc>
              <a:spcBef>
                <a:spcPts val="2133"/>
              </a:spcBef>
              <a:spcAft>
                <a:spcPts val="0"/>
              </a:spcAft>
              <a:buNone/>
              <a:defRPr sz="6400" b="1">
                <a:solidFill>
                  <a:schemeClr val="accent6"/>
                </a:solidFill>
                <a:latin typeface="Amatic SC"/>
                <a:ea typeface="Amatic SC"/>
                <a:cs typeface="Amatic SC"/>
                <a:sym typeface="Amatic SC"/>
              </a:defRPr>
            </a:lvl8pPr>
            <a:lvl9pPr lvl="8" algn="r" rtl="0">
              <a:lnSpc>
                <a:spcPct val="100000"/>
              </a:lnSpc>
              <a:spcBef>
                <a:spcPts val="2133"/>
              </a:spcBef>
              <a:spcAft>
                <a:spcPts val="2133"/>
              </a:spcAft>
              <a:buNone/>
              <a:defRPr sz="64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77" name="Google Shape;77;p17"/>
          <p:cNvSpPr txBox="1">
            <a:spLocks noGrp="1"/>
          </p:cNvSpPr>
          <p:nvPr>
            <p:ph type="subTitle" idx="8"/>
          </p:nvPr>
        </p:nvSpPr>
        <p:spPr>
          <a:xfrm>
            <a:off x="2517100" y="2753833"/>
            <a:ext cx="3132000" cy="94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133"/>
            </a:lvl1pPr>
            <a:lvl2pPr lvl="1" rtl="0">
              <a:lnSpc>
                <a:spcPct val="100000"/>
              </a:lnSpc>
              <a:spcBef>
                <a:spcPts val="2133"/>
              </a:spcBef>
              <a:spcAft>
                <a:spcPts val="0"/>
              </a:spcAft>
              <a:buNone/>
              <a:defRPr sz="2133"/>
            </a:lvl2pPr>
            <a:lvl3pPr lvl="2" rtl="0">
              <a:lnSpc>
                <a:spcPct val="100000"/>
              </a:lnSpc>
              <a:spcBef>
                <a:spcPts val="2133"/>
              </a:spcBef>
              <a:spcAft>
                <a:spcPts val="0"/>
              </a:spcAft>
              <a:buNone/>
              <a:defRPr sz="2133"/>
            </a:lvl3pPr>
            <a:lvl4pPr lvl="3" rtl="0">
              <a:lnSpc>
                <a:spcPct val="100000"/>
              </a:lnSpc>
              <a:spcBef>
                <a:spcPts val="2133"/>
              </a:spcBef>
              <a:spcAft>
                <a:spcPts val="0"/>
              </a:spcAft>
              <a:buNone/>
              <a:defRPr sz="2133"/>
            </a:lvl4pPr>
            <a:lvl5pPr lvl="4" rtl="0">
              <a:lnSpc>
                <a:spcPct val="100000"/>
              </a:lnSpc>
              <a:spcBef>
                <a:spcPts val="2133"/>
              </a:spcBef>
              <a:spcAft>
                <a:spcPts val="0"/>
              </a:spcAft>
              <a:buNone/>
              <a:defRPr sz="2133"/>
            </a:lvl5pPr>
            <a:lvl6pPr lvl="5" rtl="0">
              <a:lnSpc>
                <a:spcPct val="100000"/>
              </a:lnSpc>
              <a:spcBef>
                <a:spcPts val="2133"/>
              </a:spcBef>
              <a:spcAft>
                <a:spcPts val="0"/>
              </a:spcAft>
              <a:buNone/>
              <a:defRPr sz="2133"/>
            </a:lvl6pPr>
            <a:lvl7pPr lvl="6" rtl="0">
              <a:lnSpc>
                <a:spcPct val="100000"/>
              </a:lnSpc>
              <a:spcBef>
                <a:spcPts val="2133"/>
              </a:spcBef>
              <a:spcAft>
                <a:spcPts val="0"/>
              </a:spcAft>
              <a:buNone/>
              <a:defRPr sz="2133"/>
            </a:lvl7pPr>
            <a:lvl8pPr lvl="7" rtl="0">
              <a:lnSpc>
                <a:spcPct val="100000"/>
              </a:lnSpc>
              <a:spcBef>
                <a:spcPts val="2133"/>
              </a:spcBef>
              <a:spcAft>
                <a:spcPts val="0"/>
              </a:spcAft>
              <a:buNone/>
              <a:defRPr sz="2133"/>
            </a:lvl8pPr>
            <a:lvl9pPr lvl="8" rtl="0">
              <a:lnSpc>
                <a:spcPct val="100000"/>
              </a:lnSpc>
              <a:spcBef>
                <a:spcPts val="2133"/>
              </a:spcBef>
              <a:spcAft>
                <a:spcPts val="2133"/>
              </a:spcAft>
              <a:buNone/>
              <a:defRPr sz="2133"/>
            </a:lvl9pPr>
          </a:lstStyle>
          <a:p>
            <a:r>
              <a:rPr lang="en-US"/>
              <a:t>Click to edit Master subtitle style</a:t>
            </a:r>
            <a:endParaRPr/>
          </a:p>
        </p:txBody>
      </p:sp>
    </p:spTree>
    <p:extLst>
      <p:ext uri="{BB962C8B-B14F-4D97-AF65-F5344CB8AC3E}">
        <p14:creationId xmlns:p14="http://schemas.microsoft.com/office/powerpoint/2010/main" val="11881288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bg>
      <p:bgPr>
        <a:blipFill>
          <a:blip r:embed="rId2">
            <a:alphaModFix/>
          </a:blip>
          <a:stretch>
            <a:fillRect/>
          </a:stretch>
        </a:blipFill>
        <a:effectLst/>
      </p:bgPr>
    </p:bg>
    <p:spTree>
      <p:nvGrpSpPr>
        <p:cNvPr id="1" name="Shape 78"/>
        <p:cNvGrpSpPr/>
        <p:nvPr/>
      </p:nvGrpSpPr>
      <p:grpSpPr>
        <a:xfrm>
          <a:off x="0" y="0"/>
          <a:ext cx="0" cy="0"/>
          <a:chOff x="0" y="0"/>
          <a:chExt cx="0" cy="0"/>
        </a:xfrm>
      </p:grpSpPr>
      <p:sp>
        <p:nvSpPr>
          <p:cNvPr id="79" name="Google Shape;79;p18"/>
          <p:cNvSpPr txBox="1">
            <a:spLocks noGrp="1"/>
          </p:cNvSpPr>
          <p:nvPr>
            <p:ph type="subTitle" idx="1"/>
          </p:nvPr>
        </p:nvSpPr>
        <p:spPr>
          <a:xfrm>
            <a:off x="1128832" y="4595291"/>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80" name="Google Shape;80;p18"/>
          <p:cNvSpPr txBox="1">
            <a:spLocks noGrp="1"/>
          </p:cNvSpPr>
          <p:nvPr>
            <p:ph type="subTitle" idx="2"/>
          </p:nvPr>
        </p:nvSpPr>
        <p:spPr>
          <a:xfrm>
            <a:off x="4667312" y="4595291"/>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81" name="Google Shape;81;p18"/>
          <p:cNvSpPr txBox="1">
            <a:spLocks noGrp="1"/>
          </p:cNvSpPr>
          <p:nvPr>
            <p:ph type="subTitle" idx="3"/>
          </p:nvPr>
        </p:nvSpPr>
        <p:spPr>
          <a:xfrm>
            <a:off x="8205767" y="4595291"/>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82" name="Google Shape;82;p18"/>
          <p:cNvSpPr txBox="1">
            <a:spLocks noGrp="1"/>
          </p:cNvSpPr>
          <p:nvPr>
            <p:ph type="subTitle" idx="4"/>
          </p:nvPr>
        </p:nvSpPr>
        <p:spPr>
          <a:xfrm>
            <a:off x="1128832" y="3887285"/>
            <a:ext cx="2872000" cy="708000"/>
          </a:xfrm>
          <a:prstGeom prst="rect">
            <a:avLst/>
          </a:prstGeom>
          <a:noFill/>
        </p:spPr>
        <p:txBody>
          <a:bodyPr spcFirstLastPara="1" wrap="square" lIns="91425" tIns="91425" rIns="91425" bIns="91425" anchor="b" anchorCtr="0">
            <a:noAutofit/>
          </a:bodyPr>
          <a:lstStyle>
            <a:lvl1pPr lvl="0" algn="ctr" rtl="0">
              <a:lnSpc>
                <a:spcPct val="100000"/>
              </a:lnSpc>
              <a:spcBef>
                <a:spcPts val="0"/>
              </a:spcBef>
              <a:spcAft>
                <a:spcPts val="0"/>
              </a:spcAft>
              <a:buNone/>
              <a:defRPr sz="4000" b="1">
                <a:solidFill>
                  <a:schemeClr val="accent4"/>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4"/>
                </a:solidFill>
                <a:latin typeface="Amatic SC"/>
                <a:ea typeface="Amatic SC"/>
                <a:cs typeface="Amatic SC"/>
                <a:sym typeface="Amatic SC"/>
              </a:defRPr>
            </a:lvl9pPr>
          </a:lstStyle>
          <a:p>
            <a:r>
              <a:rPr lang="en-US"/>
              <a:t>Click to edit Master subtitle style</a:t>
            </a:r>
            <a:endParaRPr/>
          </a:p>
        </p:txBody>
      </p:sp>
      <p:sp>
        <p:nvSpPr>
          <p:cNvPr id="83" name="Google Shape;83;p18"/>
          <p:cNvSpPr txBox="1">
            <a:spLocks noGrp="1"/>
          </p:cNvSpPr>
          <p:nvPr>
            <p:ph type="subTitle" idx="5"/>
          </p:nvPr>
        </p:nvSpPr>
        <p:spPr>
          <a:xfrm>
            <a:off x="4667312" y="3887285"/>
            <a:ext cx="2872000" cy="708000"/>
          </a:xfrm>
          <a:prstGeom prst="rect">
            <a:avLst/>
          </a:prstGeom>
          <a:noFill/>
        </p:spPr>
        <p:txBody>
          <a:bodyPr spcFirstLastPara="1" wrap="square" lIns="91425" tIns="91425" rIns="91425" bIns="91425"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84" name="Google Shape;84;p18"/>
          <p:cNvSpPr txBox="1">
            <a:spLocks noGrp="1"/>
          </p:cNvSpPr>
          <p:nvPr>
            <p:ph type="subTitle" idx="6"/>
          </p:nvPr>
        </p:nvSpPr>
        <p:spPr>
          <a:xfrm>
            <a:off x="8205765" y="3887285"/>
            <a:ext cx="2872000" cy="708000"/>
          </a:xfrm>
          <a:prstGeom prst="rect">
            <a:avLst/>
          </a:prstGeom>
          <a:noFill/>
        </p:spPr>
        <p:txBody>
          <a:bodyPr spcFirstLastPara="1" wrap="square" lIns="91425" tIns="91425" rIns="91425" bIns="91425" anchor="b" anchorCtr="0">
            <a:noAutofit/>
          </a:bodyPr>
          <a:lstStyle>
            <a:lvl1pPr lvl="0" algn="ctr" rtl="0">
              <a:lnSpc>
                <a:spcPct val="100000"/>
              </a:lnSpc>
              <a:spcBef>
                <a:spcPts val="0"/>
              </a:spcBef>
              <a:spcAft>
                <a:spcPts val="0"/>
              </a:spcAft>
              <a:buNone/>
              <a:defRPr sz="4000" b="1">
                <a:solidFill>
                  <a:schemeClr val="accent2"/>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2"/>
                </a:solidFill>
                <a:latin typeface="Amatic SC"/>
                <a:ea typeface="Amatic SC"/>
                <a:cs typeface="Amatic SC"/>
                <a:sym typeface="Amatic SC"/>
              </a:defRPr>
            </a:lvl9pPr>
          </a:lstStyle>
          <a:p>
            <a:r>
              <a:rPr lang="en-US"/>
              <a:t>Click to edit Master subtitle style</a:t>
            </a:r>
            <a:endParaRPr/>
          </a:p>
        </p:txBody>
      </p:sp>
      <p:sp>
        <p:nvSpPr>
          <p:cNvPr id="85" name="Google Shape;85;p18"/>
          <p:cNvSpPr txBox="1">
            <a:spLocks noGrp="1"/>
          </p:cNvSpPr>
          <p:nvPr>
            <p:ph type="ctrTitle"/>
          </p:nvPr>
        </p:nvSpPr>
        <p:spPr>
          <a:xfrm>
            <a:off x="2390000" y="695433"/>
            <a:ext cx="74120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4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Tree>
    <p:extLst>
      <p:ext uri="{BB962C8B-B14F-4D97-AF65-F5344CB8AC3E}">
        <p14:creationId xmlns:p14="http://schemas.microsoft.com/office/powerpoint/2010/main" val="19950626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numbers">
  <p:cSld name="Title and numbers">
    <p:bg>
      <p:bgPr>
        <a:blipFill>
          <a:blip r:embed="rId2">
            <a:alphaModFix/>
          </a:blip>
          <a:stretch>
            <a:fillRect/>
          </a:stretch>
        </a:blipFill>
        <a:effectLst/>
      </p:bgPr>
    </p:bg>
    <p:spTree>
      <p:nvGrpSpPr>
        <p:cNvPr id="1" name="Shape 86"/>
        <p:cNvGrpSpPr/>
        <p:nvPr/>
      </p:nvGrpSpPr>
      <p:grpSpPr>
        <a:xfrm>
          <a:off x="0" y="0"/>
          <a:ext cx="0" cy="0"/>
          <a:chOff x="0" y="0"/>
          <a:chExt cx="0" cy="0"/>
        </a:xfrm>
      </p:grpSpPr>
      <p:sp>
        <p:nvSpPr>
          <p:cNvPr id="87" name="Google Shape;87;p19"/>
          <p:cNvSpPr txBox="1">
            <a:spLocks noGrp="1"/>
          </p:cNvSpPr>
          <p:nvPr>
            <p:ph type="subTitle" idx="1"/>
          </p:nvPr>
        </p:nvSpPr>
        <p:spPr>
          <a:xfrm>
            <a:off x="4759100" y="3612884"/>
            <a:ext cx="2768400" cy="894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1867"/>
            </a:lvl1pPr>
            <a:lvl2pPr lvl="1" algn="ctr" rtl="0">
              <a:lnSpc>
                <a:spcPct val="100000"/>
              </a:lnSpc>
              <a:spcBef>
                <a:spcPts val="2133"/>
              </a:spcBef>
              <a:spcAft>
                <a:spcPts val="0"/>
              </a:spcAft>
              <a:buNone/>
              <a:defRPr sz="1867"/>
            </a:lvl2pPr>
            <a:lvl3pPr lvl="2" algn="ctr" rtl="0">
              <a:lnSpc>
                <a:spcPct val="100000"/>
              </a:lnSpc>
              <a:spcBef>
                <a:spcPts val="2133"/>
              </a:spcBef>
              <a:spcAft>
                <a:spcPts val="0"/>
              </a:spcAft>
              <a:buNone/>
              <a:defRPr sz="1867"/>
            </a:lvl3pPr>
            <a:lvl4pPr lvl="3" algn="ctr" rtl="0">
              <a:lnSpc>
                <a:spcPct val="100000"/>
              </a:lnSpc>
              <a:spcBef>
                <a:spcPts val="2133"/>
              </a:spcBef>
              <a:spcAft>
                <a:spcPts val="0"/>
              </a:spcAft>
              <a:buNone/>
              <a:defRPr sz="1867"/>
            </a:lvl4pPr>
            <a:lvl5pPr lvl="4" algn="ctr" rtl="0">
              <a:lnSpc>
                <a:spcPct val="100000"/>
              </a:lnSpc>
              <a:spcBef>
                <a:spcPts val="2133"/>
              </a:spcBef>
              <a:spcAft>
                <a:spcPts val="0"/>
              </a:spcAft>
              <a:buNone/>
              <a:defRPr sz="1867"/>
            </a:lvl5pPr>
            <a:lvl6pPr lvl="5" algn="ctr" rtl="0">
              <a:lnSpc>
                <a:spcPct val="100000"/>
              </a:lnSpc>
              <a:spcBef>
                <a:spcPts val="2133"/>
              </a:spcBef>
              <a:spcAft>
                <a:spcPts val="0"/>
              </a:spcAft>
              <a:buNone/>
              <a:defRPr sz="1867"/>
            </a:lvl6pPr>
            <a:lvl7pPr lvl="6" algn="ctr" rtl="0">
              <a:lnSpc>
                <a:spcPct val="100000"/>
              </a:lnSpc>
              <a:spcBef>
                <a:spcPts val="2133"/>
              </a:spcBef>
              <a:spcAft>
                <a:spcPts val="0"/>
              </a:spcAft>
              <a:buNone/>
              <a:defRPr sz="1867"/>
            </a:lvl7pPr>
            <a:lvl8pPr lvl="7" algn="ctr" rtl="0">
              <a:lnSpc>
                <a:spcPct val="100000"/>
              </a:lnSpc>
              <a:spcBef>
                <a:spcPts val="2133"/>
              </a:spcBef>
              <a:spcAft>
                <a:spcPts val="0"/>
              </a:spcAft>
              <a:buNone/>
              <a:defRPr sz="1867"/>
            </a:lvl8pPr>
            <a:lvl9pPr lvl="8" algn="ctr" rtl="0">
              <a:lnSpc>
                <a:spcPct val="100000"/>
              </a:lnSpc>
              <a:spcBef>
                <a:spcPts val="2133"/>
              </a:spcBef>
              <a:spcAft>
                <a:spcPts val="2133"/>
              </a:spcAft>
              <a:buNone/>
              <a:defRPr sz="1867"/>
            </a:lvl9pPr>
          </a:lstStyle>
          <a:p>
            <a:r>
              <a:rPr lang="en-US"/>
              <a:t>Click to edit Master subtitle style</a:t>
            </a:r>
            <a:endParaRPr/>
          </a:p>
        </p:txBody>
      </p:sp>
      <p:sp>
        <p:nvSpPr>
          <p:cNvPr id="88" name="Google Shape;88;p19"/>
          <p:cNvSpPr txBox="1">
            <a:spLocks noGrp="1"/>
          </p:cNvSpPr>
          <p:nvPr>
            <p:ph type="title" hasCustomPrompt="1"/>
          </p:nvPr>
        </p:nvSpPr>
        <p:spPr>
          <a:xfrm>
            <a:off x="4759132" y="2350751"/>
            <a:ext cx="2768400" cy="1043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accent6"/>
              </a:buClr>
              <a:buSzPts val="6000"/>
              <a:buNone/>
              <a:defRPr sz="8000">
                <a:solidFill>
                  <a:schemeClr val="accent6"/>
                </a:solidFill>
              </a:defRPr>
            </a:lvl1pPr>
            <a:lvl2pPr lvl="1" algn="ctr" rtl="0">
              <a:spcBef>
                <a:spcPts val="0"/>
              </a:spcBef>
              <a:spcAft>
                <a:spcPts val="0"/>
              </a:spcAft>
              <a:buClr>
                <a:schemeClr val="accent6"/>
              </a:buClr>
              <a:buSzPts val="6000"/>
              <a:buNone/>
              <a:defRPr sz="8000">
                <a:solidFill>
                  <a:schemeClr val="accent6"/>
                </a:solidFill>
              </a:defRPr>
            </a:lvl2pPr>
            <a:lvl3pPr lvl="2" algn="ctr" rtl="0">
              <a:spcBef>
                <a:spcPts val="0"/>
              </a:spcBef>
              <a:spcAft>
                <a:spcPts val="0"/>
              </a:spcAft>
              <a:buClr>
                <a:schemeClr val="accent6"/>
              </a:buClr>
              <a:buSzPts val="6000"/>
              <a:buNone/>
              <a:defRPr sz="8000">
                <a:solidFill>
                  <a:schemeClr val="accent6"/>
                </a:solidFill>
              </a:defRPr>
            </a:lvl3pPr>
            <a:lvl4pPr lvl="3" algn="ctr" rtl="0">
              <a:spcBef>
                <a:spcPts val="0"/>
              </a:spcBef>
              <a:spcAft>
                <a:spcPts val="0"/>
              </a:spcAft>
              <a:buClr>
                <a:schemeClr val="accent6"/>
              </a:buClr>
              <a:buSzPts val="6000"/>
              <a:buNone/>
              <a:defRPr sz="8000">
                <a:solidFill>
                  <a:schemeClr val="accent6"/>
                </a:solidFill>
              </a:defRPr>
            </a:lvl4pPr>
            <a:lvl5pPr lvl="4" algn="ctr" rtl="0">
              <a:spcBef>
                <a:spcPts val="0"/>
              </a:spcBef>
              <a:spcAft>
                <a:spcPts val="0"/>
              </a:spcAft>
              <a:buClr>
                <a:schemeClr val="accent6"/>
              </a:buClr>
              <a:buSzPts val="6000"/>
              <a:buNone/>
              <a:defRPr sz="8000">
                <a:solidFill>
                  <a:schemeClr val="accent6"/>
                </a:solidFill>
              </a:defRPr>
            </a:lvl5pPr>
            <a:lvl6pPr lvl="5" algn="ctr" rtl="0">
              <a:spcBef>
                <a:spcPts val="0"/>
              </a:spcBef>
              <a:spcAft>
                <a:spcPts val="0"/>
              </a:spcAft>
              <a:buClr>
                <a:schemeClr val="accent6"/>
              </a:buClr>
              <a:buSzPts val="6000"/>
              <a:buNone/>
              <a:defRPr sz="8000">
                <a:solidFill>
                  <a:schemeClr val="accent6"/>
                </a:solidFill>
              </a:defRPr>
            </a:lvl6pPr>
            <a:lvl7pPr lvl="6" algn="ctr" rtl="0">
              <a:spcBef>
                <a:spcPts val="0"/>
              </a:spcBef>
              <a:spcAft>
                <a:spcPts val="0"/>
              </a:spcAft>
              <a:buClr>
                <a:schemeClr val="accent6"/>
              </a:buClr>
              <a:buSzPts val="6000"/>
              <a:buNone/>
              <a:defRPr sz="8000">
                <a:solidFill>
                  <a:schemeClr val="accent6"/>
                </a:solidFill>
              </a:defRPr>
            </a:lvl7pPr>
            <a:lvl8pPr lvl="7" algn="ctr" rtl="0">
              <a:spcBef>
                <a:spcPts val="0"/>
              </a:spcBef>
              <a:spcAft>
                <a:spcPts val="0"/>
              </a:spcAft>
              <a:buClr>
                <a:schemeClr val="accent6"/>
              </a:buClr>
              <a:buSzPts val="6000"/>
              <a:buNone/>
              <a:defRPr sz="8000">
                <a:solidFill>
                  <a:schemeClr val="accent6"/>
                </a:solidFill>
              </a:defRPr>
            </a:lvl8pPr>
            <a:lvl9pPr lvl="8" algn="ctr" rtl="0">
              <a:spcBef>
                <a:spcPts val="0"/>
              </a:spcBef>
              <a:spcAft>
                <a:spcPts val="0"/>
              </a:spcAft>
              <a:buClr>
                <a:schemeClr val="accent6"/>
              </a:buClr>
              <a:buSzPts val="6000"/>
              <a:buNone/>
              <a:defRPr sz="8000">
                <a:solidFill>
                  <a:schemeClr val="accent6"/>
                </a:solidFill>
              </a:defRPr>
            </a:lvl9pPr>
          </a:lstStyle>
          <a:p>
            <a:r>
              <a:t>xx%</a:t>
            </a:r>
          </a:p>
        </p:txBody>
      </p:sp>
      <p:sp>
        <p:nvSpPr>
          <p:cNvPr id="89" name="Google Shape;89;p19"/>
          <p:cNvSpPr txBox="1">
            <a:spLocks noGrp="1"/>
          </p:cNvSpPr>
          <p:nvPr>
            <p:ph type="subTitle" idx="2"/>
          </p:nvPr>
        </p:nvSpPr>
        <p:spPr>
          <a:xfrm>
            <a:off x="8405151" y="3612884"/>
            <a:ext cx="2768400" cy="894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1867"/>
            </a:lvl1pPr>
            <a:lvl2pPr lvl="1" algn="ctr" rtl="0">
              <a:lnSpc>
                <a:spcPct val="100000"/>
              </a:lnSpc>
              <a:spcBef>
                <a:spcPts val="2133"/>
              </a:spcBef>
              <a:spcAft>
                <a:spcPts val="0"/>
              </a:spcAft>
              <a:buNone/>
              <a:defRPr sz="1867"/>
            </a:lvl2pPr>
            <a:lvl3pPr lvl="2" algn="ctr" rtl="0">
              <a:lnSpc>
                <a:spcPct val="100000"/>
              </a:lnSpc>
              <a:spcBef>
                <a:spcPts val="2133"/>
              </a:spcBef>
              <a:spcAft>
                <a:spcPts val="0"/>
              </a:spcAft>
              <a:buNone/>
              <a:defRPr sz="1867"/>
            </a:lvl3pPr>
            <a:lvl4pPr lvl="3" algn="ctr" rtl="0">
              <a:lnSpc>
                <a:spcPct val="100000"/>
              </a:lnSpc>
              <a:spcBef>
                <a:spcPts val="2133"/>
              </a:spcBef>
              <a:spcAft>
                <a:spcPts val="0"/>
              </a:spcAft>
              <a:buNone/>
              <a:defRPr sz="1867"/>
            </a:lvl4pPr>
            <a:lvl5pPr lvl="4" algn="ctr" rtl="0">
              <a:lnSpc>
                <a:spcPct val="100000"/>
              </a:lnSpc>
              <a:spcBef>
                <a:spcPts val="2133"/>
              </a:spcBef>
              <a:spcAft>
                <a:spcPts val="0"/>
              </a:spcAft>
              <a:buNone/>
              <a:defRPr sz="1867"/>
            </a:lvl5pPr>
            <a:lvl6pPr lvl="5" algn="ctr" rtl="0">
              <a:lnSpc>
                <a:spcPct val="100000"/>
              </a:lnSpc>
              <a:spcBef>
                <a:spcPts val="2133"/>
              </a:spcBef>
              <a:spcAft>
                <a:spcPts val="0"/>
              </a:spcAft>
              <a:buNone/>
              <a:defRPr sz="1867"/>
            </a:lvl6pPr>
            <a:lvl7pPr lvl="6" algn="ctr" rtl="0">
              <a:lnSpc>
                <a:spcPct val="100000"/>
              </a:lnSpc>
              <a:spcBef>
                <a:spcPts val="2133"/>
              </a:spcBef>
              <a:spcAft>
                <a:spcPts val="0"/>
              </a:spcAft>
              <a:buNone/>
              <a:defRPr sz="1867"/>
            </a:lvl7pPr>
            <a:lvl8pPr lvl="7" algn="ctr" rtl="0">
              <a:lnSpc>
                <a:spcPct val="100000"/>
              </a:lnSpc>
              <a:spcBef>
                <a:spcPts val="2133"/>
              </a:spcBef>
              <a:spcAft>
                <a:spcPts val="0"/>
              </a:spcAft>
              <a:buNone/>
              <a:defRPr sz="1867"/>
            </a:lvl8pPr>
            <a:lvl9pPr lvl="8" algn="ctr" rtl="0">
              <a:lnSpc>
                <a:spcPct val="100000"/>
              </a:lnSpc>
              <a:spcBef>
                <a:spcPts val="2133"/>
              </a:spcBef>
              <a:spcAft>
                <a:spcPts val="2133"/>
              </a:spcAft>
              <a:buNone/>
              <a:defRPr sz="1867"/>
            </a:lvl9pPr>
          </a:lstStyle>
          <a:p>
            <a:r>
              <a:rPr lang="en-US"/>
              <a:t>Click to edit Master subtitle style</a:t>
            </a:r>
            <a:endParaRPr/>
          </a:p>
        </p:txBody>
      </p:sp>
      <p:sp>
        <p:nvSpPr>
          <p:cNvPr id="90" name="Google Shape;90;p19"/>
          <p:cNvSpPr txBox="1">
            <a:spLocks noGrp="1"/>
          </p:cNvSpPr>
          <p:nvPr>
            <p:ph type="title" idx="3" hasCustomPrompt="1"/>
          </p:nvPr>
        </p:nvSpPr>
        <p:spPr>
          <a:xfrm>
            <a:off x="8405181" y="2350751"/>
            <a:ext cx="2768400" cy="1043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accent6"/>
              </a:buClr>
              <a:buSzPts val="6000"/>
              <a:buNone/>
              <a:defRPr sz="8000">
                <a:solidFill>
                  <a:schemeClr val="accent4"/>
                </a:solidFill>
              </a:defRPr>
            </a:lvl1pPr>
            <a:lvl2pPr lvl="1" algn="ctr" rtl="0">
              <a:spcBef>
                <a:spcPts val="0"/>
              </a:spcBef>
              <a:spcAft>
                <a:spcPts val="0"/>
              </a:spcAft>
              <a:buClr>
                <a:schemeClr val="accent6"/>
              </a:buClr>
              <a:buSzPts val="6000"/>
              <a:buNone/>
              <a:defRPr sz="8000">
                <a:solidFill>
                  <a:schemeClr val="accent6"/>
                </a:solidFill>
              </a:defRPr>
            </a:lvl2pPr>
            <a:lvl3pPr lvl="2" algn="ctr" rtl="0">
              <a:spcBef>
                <a:spcPts val="0"/>
              </a:spcBef>
              <a:spcAft>
                <a:spcPts val="0"/>
              </a:spcAft>
              <a:buClr>
                <a:schemeClr val="accent6"/>
              </a:buClr>
              <a:buSzPts val="6000"/>
              <a:buNone/>
              <a:defRPr sz="8000">
                <a:solidFill>
                  <a:schemeClr val="accent6"/>
                </a:solidFill>
              </a:defRPr>
            </a:lvl3pPr>
            <a:lvl4pPr lvl="3" algn="ctr" rtl="0">
              <a:spcBef>
                <a:spcPts val="0"/>
              </a:spcBef>
              <a:spcAft>
                <a:spcPts val="0"/>
              </a:spcAft>
              <a:buClr>
                <a:schemeClr val="accent6"/>
              </a:buClr>
              <a:buSzPts val="6000"/>
              <a:buNone/>
              <a:defRPr sz="8000">
                <a:solidFill>
                  <a:schemeClr val="accent6"/>
                </a:solidFill>
              </a:defRPr>
            </a:lvl4pPr>
            <a:lvl5pPr lvl="4" algn="ctr" rtl="0">
              <a:spcBef>
                <a:spcPts val="0"/>
              </a:spcBef>
              <a:spcAft>
                <a:spcPts val="0"/>
              </a:spcAft>
              <a:buClr>
                <a:schemeClr val="accent6"/>
              </a:buClr>
              <a:buSzPts val="6000"/>
              <a:buNone/>
              <a:defRPr sz="8000">
                <a:solidFill>
                  <a:schemeClr val="accent6"/>
                </a:solidFill>
              </a:defRPr>
            </a:lvl5pPr>
            <a:lvl6pPr lvl="5" algn="ctr" rtl="0">
              <a:spcBef>
                <a:spcPts val="0"/>
              </a:spcBef>
              <a:spcAft>
                <a:spcPts val="0"/>
              </a:spcAft>
              <a:buClr>
                <a:schemeClr val="accent6"/>
              </a:buClr>
              <a:buSzPts val="6000"/>
              <a:buNone/>
              <a:defRPr sz="8000">
                <a:solidFill>
                  <a:schemeClr val="accent6"/>
                </a:solidFill>
              </a:defRPr>
            </a:lvl6pPr>
            <a:lvl7pPr lvl="6" algn="ctr" rtl="0">
              <a:spcBef>
                <a:spcPts val="0"/>
              </a:spcBef>
              <a:spcAft>
                <a:spcPts val="0"/>
              </a:spcAft>
              <a:buClr>
                <a:schemeClr val="accent6"/>
              </a:buClr>
              <a:buSzPts val="6000"/>
              <a:buNone/>
              <a:defRPr sz="8000">
                <a:solidFill>
                  <a:schemeClr val="accent6"/>
                </a:solidFill>
              </a:defRPr>
            </a:lvl7pPr>
            <a:lvl8pPr lvl="7" algn="ctr" rtl="0">
              <a:spcBef>
                <a:spcPts val="0"/>
              </a:spcBef>
              <a:spcAft>
                <a:spcPts val="0"/>
              </a:spcAft>
              <a:buClr>
                <a:schemeClr val="accent6"/>
              </a:buClr>
              <a:buSzPts val="6000"/>
              <a:buNone/>
              <a:defRPr sz="8000">
                <a:solidFill>
                  <a:schemeClr val="accent6"/>
                </a:solidFill>
              </a:defRPr>
            </a:lvl8pPr>
            <a:lvl9pPr lvl="8" algn="ctr" rtl="0">
              <a:spcBef>
                <a:spcPts val="0"/>
              </a:spcBef>
              <a:spcAft>
                <a:spcPts val="0"/>
              </a:spcAft>
              <a:buClr>
                <a:schemeClr val="accent6"/>
              </a:buClr>
              <a:buSzPts val="6000"/>
              <a:buNone/>
              <a:defRPr sz="8000">
                <a:solidFill>
                  <a:schemeClr val="accent6"/>
                </a:solidFill>
              </a:defRPr>
            </a:lvl9pPr>
          </a:lstStyle>
          <a:p>
            <a:r>
              <a:t>xx%</a:t>
            </a:r>
          </a:p>
        </p:txBody>
      </p:sp>
      <p:sp>
        <p:nvSpPr>
          <p:cNvPr id="91" name="Google Shape;91;p19"/>
          <p:cNvSpPr txBox="1">
            <a:spLocks noGrp="1"/>
          </p:cNvSpPr>
          <p:nvPr>
            <p:ph type="subTitle" idx="4"/>
          </p:nvPr>
        </p:nvSpPr>
        <p:spPr>
          <a:xfrm>
            <a:off x="1005417" y="3612884"/>
            <a:ext cx="2768400" cy="894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1867"/>
            </a:lvl1pPr>
            <a:lvl2pPr lvl="1" algn="ctr" rtl="0">
              <a:lnSpc>
                <a:spcPct val="100000"/>
              </a:lnSpc>
              <a:spcBef>
                <a:spcPts val="2133"/>
              </a:spcBef>
              <a:spcAft>
                <a:spcPts val="0"/>
              </a:spcAft>
              <a:buNone/>
              <a:defRPr sz="1867"/>
            </a:lvl2pPr>
            <a:lvl3pPr lvl="2" algn="ctr" rtl="0">
              <a:lnSpc>
                <a:spcPct val="100000"/>
              </a:lnSpc>
              <a:spcBef>
                <a:spcPts val="2133"/>
              </a:spcBef>
              <a:spcAft>
                <a:spcPts val="0"/>
              </a:spcAft>
              <a:buNone/>
              <a:defRPr sz="1867"/>
            </a:lvl3pPr>
            <a:lvl4pPr lvl="3" algn="ctr" rtl="0">
              <a:lnSpc>
                <a:spcPct val="100000"/>
              </a:lnSpc>
              <a:spcBef>
                <a:spcPts val="2133"/>
              </a:spcBef>
              <a:spcAft>
                <a:spcPts val="0"/>
              </a:spcAft>
              <a:buNone/>
              <a:defRPr sz="1867"/>
            </a:lvl4pPr>
            <a:lvl5pPr lvl="4" algn="ctr" rtl="0">
              <a:lnSpc>
                <a:spcPct val="100000"/>
              </a:lnSpc>
              <a:spcBef>
                <a:spcPts val="2133"/>
              </a:spcBef>
              <a:spcAft>
                <a:spcPts val="0"/>
              </a:spcAft>
              <a:buNone/>
              <a:defRPr sz="1867"/>
            </a:lvl5pPr>
            <a:lvl6pPr lvl="5" algn="ctr" rtl="0">
              <a:lnSpc>
                <a:spcPct val="100000"/>
              </a:lnSpc>
              <a:spcBef>
                <a:spcPts val="2133"/>
              </a:spcBef>
              <a:spcAft>
                <a:spcPts val="0"/>
              </a:spcAft>
              <a:buNone/>
              <a:defRPr sz="1867"/>
            </a:lvl6pPr>
            <a:lvl7pPr lvl="6" algn="ctr" rtl="0">
              <a:lnSpc>
                <a:spcPct val="100000"/>
              </a:lnSpc>
              <a:spcBef>
                <a:spcPts val="2133"/>
              </a:spcBef>
              <a:spcAft>
                <a:spcPts val="0"/>
              </a:spcAft>
              <a:buNone/>
              <a:defRPr sz="1867"/>
            </a:lvl7pPr>
            <a:lvl8pPr lvl="7" algn="ctr" rtl="0">
              <a:lnSpc>
                <a:spcPct val="100000"/>
              </a:lnSpc>
              <a:spcBef>
                <a:spcPts val="2133"/>
              </a:spcBef>
              <a:spcAft>
                <a:spcPts val="0"/>
              </a:spcAft>
              <a:buNone/>
              <a:defRPr sz="1867"/>
            </a:lvl8pPr>
            <a:lvl9pPr lvl="8" algn="ctr" rtl="0">
              <a:lnSpc>
                <a:spcPct val="100000"/>
              </a:lnSpc>
              <a:spcBef>
                <a:spcPts val="2133"/>
              </a:spcBef>
              <a:spcAft>
                <a:spcPts val="2133"/>
              </a:spcAft>
              <a:buNone/>
              <a:defRPr sz="1867"/>
            </a:lvl9pPr>
          </a:lstStyle>
          <a:p>
            <a:r>
              <a:rPr lang="en-US"/>
              <a:t>Click to edit Master subtitle style</a:t>
            </a:r>
            <a:endParaRPr/>
          </a:p>
        </p:txBody>
      </p:sp>
      <p:sp>
        <p:nvSpPr>
          <p:cNvPr id="92" name="Google Shape;92;p19"/>
          <p:cNvSpPr txBox="1">
            <a:spLocks noGrp="1"/>
          </p:cNvSpPr>
          <p:nvPr>
            <p:ph type="title" idx="5" hasCustomPrompt="1"/>
          </p:nvPr>
        </p:nvSpPr>
        <p:spPr>
          <a:xfrm>
            <a:off x="1005448" y="2350751"/>
            <a:ext cx="2768400" cy="1043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accent6"/>
              </a:buClr>
              <a:buSzPts val="6000"/>
              <a:buNone/>
              <a:defRPr sz="8000">
                <a:solidFill>
                  <a:schemeClr val="lt2"/>
                </a:solidFill>
              </a:defRPr>
            </a:lvl1pPr>
            <a:lvl2pPr lvl="1" algn="ctr" rtl="0">
              <a:spcBef>
                <a:spcPts val="0"/>
              </a:spcBef>
              <a:spcAft>
                <a:spcPts val="0"/>
              </a:spcAft>
              <a:buClr>
                <a:schemeClr val="accent6"/>
              </a:buClr>
              <a:buSzPts val="6000"/>
              <a:buNone/>
              <a:defRPr sz="8000">
                <a:solidFill>
                  <a:schemeClr val="accent6"/>
                </a:solidFill>
              </a:defRPr>
            </a:lvl2pPr>
            <a:lvl3pPr lvl="2" algn="ctr" rtl="0">
              <a:spcBef>
                <a:spcPts val="0"/>
              </a:spcBef>
              <a:spcAft>
                <a:spcPts val="0"/>
              </a:spcAft>
              <a:buClr>
                <a:schemeClr val="accent6"/>
              </a:buClr>
              <a:buSzPts val="6000"/>
              <a:buNone/>
              <a:defRPr sz="8000">
                <a:solidFill>
                  <a:schemeClr val="accent6"/>
                </a:solidFill>
              </a:defRPr>
            </a:lvl3pPr>
            <a:lvl4pPr lvl="3" algn="ctr" rtl="0">
              <a:spcBef>
                <a:spcPts val="0"/>
              </a:spcBef>
              <a:spcAft>
                <a:spcPts val="0"/>
              </a:spcAft>
              <a:buClr>
                <a:schemeClr val="accent6"/>
              </a:buClr>
              <a:buSzPts val="6000"/>
              <a:buNone/>
              <a:defRPr sz="8000">
                <a:solidFill>
                  <a:schemeClr val="accent6"/>
                </a:solidFill>
              </a:defRPr>
            </a:lvl4pPr>
            <a:lvl5pPr lvl="4" algn="ctr" rtl="0">
              <a:spcBef>
                <a:spcPts val="0"/>
              </a:spcBef>
              <a:spcAft>
                <a:spcPts val="0"/>
              </a:spcAft>
              <a:buClr>
                <a:schemeClr val="accent6"/>
              </a:buClr>
              <a:buSzPts val="6000"/>
              <a:buNone/>
              <a:defRPr sz="8000">
                <a:solidFill>
                  <a:schemeClr val="accent6"/>
                </a:solidFill>
              </a:defRPr>
            </a:lvl5pPr>
            <a:lvl6pPr lvl="5" algn="ctr" rtl="0">
              <a:spcBef>
                <a:spcPts val="0"/>
              </a:spcBef>
              <a:spcAft>
                <a:spcPts val="0"/>
              </a:spcAft>
              <a:buClr>
                <a:schemeClr val="accent6"/>
              </a:buClr>
              <a:buSzPts val="6000"/>
              <a:buNone/>
              <a:defRPr sz="8000">
                <a:solidFill>
                  <a:schemeClr val="accent6"/>
                </a:solidFill>
              </a:defRPr>
            </a:lvl6pPr>
            <a:lvl7pPr lvl="6" algn="ctr" rtl="0">
              <a:spcBef>
                <a:spcPts val="0"/>
              </a:spcBef>
              <a:spcAft>
                <a:spcPts val="0"/>
              </a:spcAft>
              <a:buClr>
                <a:schemeClr val="accent6"/>
              </a:buClr>
              <a:buSzPts val="6000"/>
              <a:buNone/>
              <a:defRPr sz="8000">
                <a:solidFill>
                  <a:schemeClr val="accent6"/>
                </a:solidFill>
              </a:defRPr>
            </a:lvl7pPr>
            <a:lvl8pPr lvl="7" algn="ctr" rtl="0">
              <a:spcBef>
                <a:spcPts val="0"/>
              </a:spcBef>
              <a:spcAft>
                <a:spcPts val="0"/>
              </a:spcAft>
              <a:buClr>
                <a:schemeClr val="accent6"/>
              </a:buClr>
              <a:buSzPts val="6000"/>
              <a:buNone/>
              <a:defRPr sz="8000">
                <a:solidFill>
                  <a:schemeClr val="accent6"/>
                </a:solidFill>
              </a:defRPr>
            </a:lvl8pPr>
            <a:lvl9pPr lvl="8" algn="ctr" rtl="0">
              <a:spcBef>
                <a:spcPts val="0"/>
              </a:spcBef>
              <a:spcAft>
                <a:spcPts val="0"/>
              </a:spcAft>
              <a:buClr>
                <a:schemeClr val="accent6"/>
              </a:buClr>
              <a:buSzPts val="6000"/>
              <a:buNone/>
              <a:defRPr sz="8000">
                <a:solidFill>
                  <a:schemeClr val="accent6"/>
                </a:solidFill>
              </a:defRPr>
            </a:lvl9pPr>
          </a:lstStyle>
          <a:p>
            <a:r>
              <a:t>xx%</a:t>
            </a:r>
          </a:p>
        </p:txBody>
      </p:sp>
    </p:spTree>
    <p:extLst>
      <p:ext uri="{BB962C8B-B14F-4D97-AF65-F5344CB8AC3E}">
        <p14:creationId xmlns:p14="http://schemas.microsoft.com/office/powerpoint/2010/main" val="30449570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
  <p:cSld name="Title and six columns ">
    <p:bg>
      <p:bgPr>
        <a:blipFill>
          <a:blip r:embed="rId2">
            <a:alphaModFix/>
          </a:blip>
          <a:stretch>
            <a:fillRect/>
          </a:stretch>
        </a:blipFill>
        <a:effectLst/>
      </p:bgPr>
    </p:bg>
    <p:spTree>
      <p:nvGrpSpPr>
        <p:cNvPr id="1" name="Shape 93"/>
        <p:cNvGrpSpPr/>
        <p:nvPr/>
      </p:nvGrpSpPr>
      <p:grpSpPr>
        <a:xfrm>
          <a:off x="0" y="0"/>
          <a:ext cx="0" cy="0"/>
          <a:chOff x="0" y="0"/>
          <a:chExt cx="0" cy="0"/>
        </a:xfrm>
      </p:grpSpPr>
      <p:sp>
        <p:nvSpPr>
          <p:cNvPr id="94" name="Google Shape;94;p20"/>
          <p:cNvSpPr txBox="1">
            <a:spLocks noGrp="1"/>
          </p:cNvSpPr>
          <p:nvPr>
            <p:ph type="subTitle" idx="1"/>
          </p:nvPr>
        </p:nvSpPr>
        <p:spPr>
          <a:xfrm>
            <a:off x="1360033" y="4826347"/>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95" name="Google Shape;95;p20"/>
          <p:cNvSpPr txBox="1">
            <a:spLocks noGrp="1"/>
          </p:cNvSpPr>
          <p:nvPr>
            <p:ph type="subTitle" idx="2"/>
          </p:nvPr>
        </p:nvSpPr>
        <p:spPr>
          <a:xfrm>
            <a:off x="4653513" y="4826347"/>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96" name="Google Shape;96;p20"/>
          <p:cNvSpPr txBox="1">
            <a:spLocks noGrp="1"/>
          </p:cNvSpPr>
          <p:nvPr>
            <p:ph type="subTitle" idx="3"/>
          </p:nvPr>
        </p:nvSpPr>
        <p:spPr>
          <a:xfrm>
            <a:off x="7959967" y="4826347"/>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97" name="Google Shape;97;p20"/>
          <p:cNvSpPr txBox="1">
            <a:spLocks noGrp="1"/>
          </p:cNvSpPr>
          <p:nvPr>
            <p:ph type="subTitle" idx="4"/>
          </p:nvPr>
        </p:nvSpPr>
        <p:spPr>
          <a:xfrm>
            <a:off x="1360033" y="2951416"/>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98" name="Google Shape;98;p20"/>
          <p:cNvSpPr txBox="1">
            <a:spLocks noGrp="1"/>
          </p:cNvSpPr>
          <p:nvPr>
            <p:ph type="subTitle" idx="5"/>
          </p:nvPr>
        </p:nvSpPr>
        <p:spPr>
          <a:xfrm>
            <a:off x="4653513" y="2951416"/>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99" name="Google Shape;99;p20"/>
          <p:cNvSpPr txBox="1">
            <a:spLocks noGrp="1"/>
          </p:cNvSpPr>
          <p:nvPr>
            <p:ph type="subTitle" idx="6"/>
          </p:nvPr>
        </p:nvSpPr>
        <p:spPr>
          <a:xfrm>
            <a:off x="7959967" y="2951416"/>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100" name="Google Shape;100;p20"/>
          <p:cNvSpPr txBox="1">
            <a:spLocks noGrp="1"/>
          </p:cNvSpPr>
          <p:nvPr>
            <p:ph type="subTitle" idx="7"/>
          </p:nvPr>
        </p:nvSpPr>
        <p:spPr>
          <a:xfrm>
            <a:off x="1360033" y="4260787"/>
            <a:ext cx="2872000" cy="1006400"/>
          </a:xfrm>
          <a:prstGeom prst="rect">
            <a:avLst/>
          </a:prstGeom>
          <a:noFill/>
        </p:spPr>
        <p:txBody>
          <a:bodyPr spcFirstLastPara="1" wrap="square" lIns="91425" tIns="274300" rIns="91425" bIns="0"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101" name="Google Shape;101;p20"/>
          <p:cNvSpPr txBox="1">
            <a:spLocks noGrp="1"/>
          </p:cNvSpPr>
          <p:nvPr>
            <p:ph type="subTitle" idx="8"/>
          </p:nvPr>
        </p:nvSpPr>
        <p:spPr>
          <a:xfrm>
            <a:off x="4653513" y="4260787"/>
            <a:ext cx="2872000" cy="1006400"/>
          </a:xfrm>
          <a:prstGeom prst="rect">
            <a:avLst/>
          </a:prstGeom>
          <a:noFill/>
        </p:spPr>
        <p:txBody>
          <a:bodyPr spcFirstLastPara="1" wrap="square" lIns="91425" tIns="274300" rIns="91425" bIns="0"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102" name="Google Shape;102;p20"/>
          <p:cNvSpPr txBox="1">
            <a:spLocks noGrp="1"/>
          </p:cNvSpPr>
          <p:nvPr>
            <p:ph type="subTitle" idx="9"/>
          </p:nvPr>
        </p:nvSpPr>
        <p:spPr>
          <a:xfrm>
            <a:off x="7959967" y="4260787"/>
            <a:ext cx="2872000" cy="1006400"/>
          </a:xfrm>
          <a:prstGeom prst="rect">
            <a:avLst/>
          </a:prstGeom>
          <a:noFill/>
        </p:spPr>
        <p:txBody>
          <a:bodyPr spcFirstLastPara="1" wrap="square" lIns="91425" tIns="274300" rIns="91425" bIns="0"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103" name="Google Shape;103;p20"/>
          <p:cNvSpPr txBox="1">
            <a:spLocks noGrp="1"/>
          </p:cNvSpPr>
          <p:nvPr>
            <p:ph type="subTitle" idx="13"/>
          </p:nvPr>
        </p:nvSpPr>
        <p:spPr>
          <a:xfrm>
            <a:off x="1360033" y="2385967"/>
            <a:ext cx="2872000" cy="1006400"/>
          </a:xfrm>
          <a:prstGeom prst="rect">
            <a:avLst/>
          </a:prstGeom>
          <a:noFill/>
        </p:spPr>
        <p:txBody>
          <a:bodyPr spcFirstLastPara="1" wrap="square" lIns="91425" tIns="274300" rIns="91425" bIns="0"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104" name="Google Shape;104;p20"/>
          <p:cNvSpPr txBox="1">
            <a:spLocks noGrp="1"/>
          </p:cNvSpPr>
          <p:nvPr>
            <p:ph type="subTitle" idx="14"/>
          </p:nvPr>
        </p:nvSpPr>
        <p:spPr>
          <a:xfrm>
            <a:off x="4653513" y="2385967"/>
            <a:ext cx="2872000" cy="1006400"/>
          </a:xfrm>
          <a:prstGeom prst="rect">
            <a:avLst/>
          </a:prstGeom>
          <a:noFill/>
        </p:spPr>
        <p:txBody>
          <a:bodyPr spcFirstLastPara="1" wrap="square" lIns="91425" tIns="274300" rIns="91425" bIns="0"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105" name="Google Shape;105;p20"/>
          <p:cNvSpPr txBox="1">
            <a:spLocks noGrp="1"/>
          </p:cNvSpPr>
          <p:nvPr>
            <p:ph type="subTitle" idx="15"/>
          </p:nvPr>
        </p:nvSpPr>
        <p:spPr>
          <a:xfrm>
            <a:off x="7959967" y="2385967"/>
            <a:ext cx="2872000" cy="1006400"/>
          </a:xfrm>
          <a:prstGeom prst="rect">
            <a:avLst/>
          </a:prstGeom>
          <a:noFill/>
        </p:spPr>
        <p:txBody>
          <a:bodyPr spcFirstLastPara="1" wrap="square" lIns="91425" tIns="274300" rIns="91425" bIns="0"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106" name="Google Shape;106;p20"/>
          <p:cNvSpPr txBox="1">
            <a:spLocks noGrp="1"/>
          </p:cNvSpPr>
          <p:nvPr>
            <p:ph type="ctrTitle"/>
          </p:nvPr>
        </p:nvSpPr>
        <p:spPr>
          <a:xfrm>
            <a:off x="1523900" y="695433"/>
            <a:ext cx="91440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3600"/>
              <a:buNone/>
              <a:defRPr sz="44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Tree>
    <p:extLst>
      <p:ext uri="{BB962C8B-B14F-4D97-AF65-F5344CB8AC3E}">
        <p14:creationId xmlns:p14="http://schemas.microsoft.com/office/powerpoint/2010/main" val="4946252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Thanks">
    <p:bg>
      <p:bgPr>
        <a:blipFill>
          <a:blip r:embed="rId2">
            <a:alphaModFix/>
          </a:blip>
          <a:stretch>
            <a:fillRect/>
          </a:stretch>
        </a:blipFill>
        <a:effectLst/>
      </p:bgPr>
    </p:bg>
    <p:spTree>
      <p:nvGrpSpPr>
        <p:cNvPr id="1" name="Shape 107"/>
        <p:cNvGrpSpPr/>
        <p:nvPr/>
      </p:nvGrpSpPr>
      <p:grpSpPr>
        <a:xfrm>
          <a:off x="0" y="0"/>
          <a:ext cx="0" cy="0"/>
          <a:chOff x="0" y="0"/>
          <a:chExt cx="0" cy="0"/>
        </a:xfrm>
      </p:grpSpPr>
      <p:sp>
        <p:nvSpPr>
          <p:cNvPr id="108" name="Google Shape;108;p21"/>
          <p:cNvSpPr txBox="1">
            <a:spLocks noGrp="1"/>
          </p:cNvSpPr>
          <p:nvPr>
            <p:ph type="title"/>
          </p:nvPr>
        </p:nvSpPr>
        <p:spPr>
          <a:xfrm>
            <a:off x="2421800" y="488583"/>
            <a:ext cx="7348400" cy="184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9600" b="0"/>
            </a:lvl1pPr>
            <a:lvl2pPr lvl="1" algn="ctr" rtl="0">
              <a:spcBef>
                <a:spcPts val="0"/>
              </a:spcBef>
              <a:spcAft>
                <a:spcPts val="0"/>
              </a:spcAft>
              <a:buSzPts val="4200"/>
              <a:buNone/>
              <a:defRPr sz="5600" b="0"/>
            </a:lvl2pPr>
            <a:lvl3pPr lvl="2" algn="ctr" rtl="0">
              <a:spcBef>
                <a:spcPts val="0"/>
              </a:spcBef>
              <a:spcAft>
                <a:spcPts val="0"/>
              </a:spcAft>
              <a:buSzPts val="4200"/>
              <a:buNone/>
              <a:defRPr sz="5600" b="0"/>
            </a:lvl3pPr>
            <a:lvl4pPr lvl="3" algn="ctr" rtl="0">
              <a:spcBef>
                <a:spcPts val="0"/>
              </a:spcBef>
              <a:spcAft>
                <a:spcPts val="0"/>
              </a:spcAft>
              <a:buSzPts val="4200"/>
              <a:buNone/>
              <a:defRPr sz="5600" b="0"/>
            </a:lvl4pPr>
            <a:lvl5pPr lvl="4" algn="ctr" rtl="0">
              <a:spcBef>
                <a:spcPts val="0"/>
              </a:spcBef>
              <a:spcAft>
                <a:spcPts val="0"/>
              </a:spcAft>
              <a:buSzPts val="4200"/>
              <a:buNone/>
              <a:defRPr sz="5600" b="0"/>
            </a:lvl5pPr>
            <a:lvl6pPr lvl="5" algn="ctr" rtl="0">
              <a:spcBef>
                <a:spcPts val="0"/>
              </a:spcBef>
              <a:spcAft>
                <a:spcPts val="0"/>
              </a:spcAft>
              <a:buSzPts val="4200"/>
              <a:buNone/>
              <a:defRPr sz="5600" b="0"/>
            </a:lvl6pPr>
            <a:lvl7pPr lvl="6" algn="ctr" rtl="0">
              <a:spcBef>
                <a:spcPts val="0"/>
              </a:spcBef>
              <a:spcAft>
                <a:spcPts val="0"/>
              </a:spcAft>
              <a:buSzPts val="4200"/>
              <a:buNone/>
              <a:defRPr sz="5600" b="0"/>
            </a:lvl7pPr>
            <a:lvl8pPr lvl="7" algn="ctr" rtl="0">
              <a:spcBef>
                <a:spcPts val="0"/>
              </a:spcBef>
              <a:spcAft>
                <a:spcPts val="0"/>
              </a:spcAft>
              <a:buSzPts val="4200"/>
              <a:buNone/>
              <a:defRPr sz="5600" b="0"/>
            </a:lvl8pPr>
            <a:lvl9pPr lvl="8" algn="ctr" rtl="0">
              <a:spcBef>
                <a:spcPts val="0"/>
              </a:spcBef>
              <a:spcAft>
                <a:spcPts val="0"/>
              </a:spcAft>
              <a:buSzPts val="4200"/>
              <a:buNone/>
              <a:defRPr sz="5600" b="0"/>
            </a:lvl9pPr>
          </a:lstStyle>
          <a:p>
            <a:r>
              <a:rPr lang="en-US"/>
              <a:t>Click to edit Master title style</a:t>
            </a:r>
            <a:endParaRPr/>
          </a:p>
        </p:txBody>
      </p:sp>
      <p:sp>
        <p:nvSpPr>
          <p:cNvPr id="109" name="Google Shape;109;p21"/>
          <p:cNvSpPr txBox="1">
            <a:spLocks noGrp="1"/>
          </p:cNvSpPr>
          <p:nvPr>
            <p:ph type="subTitle" idx="1"/>
          </p:nvPr>
        </p:nvSpPr>
        <p:spPr>
          <a:xfrm>
            <a:off x="3214200" y="3024283"/>
            <a:ext cx="5763600" cy="15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sp>
        <p:nvSpPr>
          <p:cNvPr id="110" name="Google Shape;110;p21"/>
          <p:cNvSpPr txBox="1"/>
          <p:nvPr/>
        </p:nvSpPr>
        <p:spPr>
          <a:xfrm>
            <a:off x="2345867" y="4819933"/>
            <a:ext cx="7500400" cy="716800"/>
          </a:xfrm>
          <a:prstGeom prst="rect">
            <a:avLst/>
          </a:prstGeom>
          <a:noFill/>
          <a:ln>
            <a:noFill/>
          </a:ln>
        </p:spPr>
        <p:txBody>
          <a:bodyPr spcFirstLastPara="1" wrap="square" lIns="121900" tIns="0" rIns="121900" bIns="121900" anchor="t" anchorCtr="0">
            <a:noAutofit/>
          </a:bodyPr>
          <a:lstStyle/>
          <a:p>
            <a:pPr marL="0" lvl="0" indent="0" algn="ctr" rtl="0">
              <a:lnSpc>
                <a:spcPct val="100000"/>
              </a:lnSpc>
              <a:spcBef>
                <a:spcPts val="400"/>
              </a:spcBef>
              <a:spcAft>
                <a:spcPts val="0"/>
              </a:spcAft>
              <a:buNone/>
            </a:pPr>
            <a:r>
              <a:rPr lang="en" sz="1600">
                <a:solidFill>
                  <a:schemeClr val="lt1"/>
                </a:solidFill>
                <a:latin typeface="Didact Gothic"/>
                <a:ea typeface="Didact Gothic"/>
                <a:cs typeface="Didact Gothic"/>
                <a:sym typeface="Didact Gothic"/>
              </a:rPr>
              <a:t>CREDITS: This presentation template was created by </a:t>
            </a:r>
            <a:r>
              <a:rPr lang="en" sz="1600">
                <a:solidFill>
                  <a:schemeClr val="lt1"/>
                </a:solidFill>
                <a:uFill>
                  <a:noFill/>
                </a:uFill>
                <a:latin typeface="Didact Gothic"/>
                <a:ea typeface="Didact Gothic"/>
                <a:cs typeface="Didact Gothic"/>
                <a:sym typeface="Didact Gothic"/>
                <a:hlinkClick r:id="rId3">
                  <a:extLst>
                    <a:ext uri="{A12FA001-AC4F-418D-AE19-62706E023703}">
                      <ahyp:hlinkClr xmlns:ahyp="http://schemas.microsoft.com/office/drawing/2018/hyperlinkcolor" val="tx"/>
                    </a:ext>
                  </a:extLst>
                </a:hlinkClick>
              </a:rPr>
              <a:t>Slidesgo</a:t>
            </a:r>
            <a:r>
              <a:rPr lang="en" sz="1600">
                <a:solidFill>
                  <a:schemeClr val="lt1"/>
                </a:solidFill>
                <a:latin typeface="Didact Gothic"/>
                <a:ea typeface="Didact Gothic"/>
                <a:cs typeface="Didact Gothic"/>
                <a:sym typeface="Didact Gothic"/>
              </a:rPr>
              <a:t>, including icons by </a:t>
            </a:r>
            <a:r>
              <a:rPr lang="en" sz="1600">
                <a:solidFill>
                  <a:schemeClr val="lt1"/>
                </a:solidFill>
                <a:uFill>
                  <a:noFill/>
                </a:uFill>
                <a:latin typeface="Didact Gothic"/>
                <a:ea typeface="Didact Gothic"/>
                <a:cs typeface="Didact Gothic"/>
                <a:sym typeface="Didact Gothic"/>
                <a:hlinkClick r:id="rId4">
                  <a:extLst>
                    <a:ext uri="{A12FA001-AC4F-418D-AE19-62706E023703}">
                      <ahyp:hlinkClr xmlns:ahyp="http://schemas.microsoft.com/office/drawing/2018/hyperlinkcolor" val="tx"/>
                    </a:ext>
                  </a:extLst>
                </a:hlinkClick>
              </a:rPr>
              <a:t>Flaticon</a:t>
            </a:r>
            <a:r>
              <a:rPr lang="en" sz="1600">
                <a:solidFill>
                  <a:schemeClr val="lt1"/>
                </a:solidFill>
                <a:latin typeface="Didact Gothic"/>
                <a:ea typeface="Didact Gothic"/>
                <a:cs typeface="Didact Gothic"/>
                <a:sym typeface="Didact Gothic"/>
              </a:rPr>
              <a:t>, and infographics &amp; images by </a:t>
            </a:r>
            <a:r>
              <a:rPr lang="en" sz="1600">
                <a:solidFill>
                  <a:schemeClr val="lt1"/>
                </a:solidFill>
                <a:uFill>
                  <a:noFill/>
                </a:uFill>
                <a:latin typeface="Didact Gothic"/>
                <a:ea typeface="Didact Gothic"/>
                <a:cs typeface="Didact Gothic"/>
                <a:sym typeface="Didact Gothic"/>
                <a:hlinkClick r:id="rId5">
                  <a:extLst>
                    <a:ext uri="{A12FA001-AC4F-418D-AE19-62706E023703}">
                      <ahyp:hlinkClr xmlns:ahyp="http://schemas.microsoft.com/office/drawing/2018/hyperlinkcolor" val="tx"/>
                    </a:ext>
                  </a:extLst>
                </a:hlinkClick>
              </a:rPr>
              <a:t>Freepik</a:t>
            </a:r>
            <a:endParaRPr sz="1600">
              <a:solidFill>
                <a:schemeClr val="lt1"/>
              </a:solidFill>
              <a:latin typeface="Didact Gothic"/>
              <a:ea typeface="Didact Gothic"/>
              <a:cs typeface="Didact Gothic"/>
              <a:sym typeface="Didact Gothic"/>
            </a:endParaRPr>
          </a:p>
          <a:p>
            <a:pPr marL="0" lvl="0" indent="0" algn="ctr" rtl="0">
              <a:spcBef>
                <a:spcPts val="0"/>
              </a:spcBef>
              <a:spcAft>
                <a:spcPts val="0"/>
              </a:spcAft>
              <a:buNone/>
            </a:pPr>
            <a:endParaRPr sz="1600">
              <a:solidFill>
                <a:schemeClr val="lt1"/>
              </a:solidFill>
              <a:latin typeface="Didact Gothic"/>
              <a:ea typeface="Didact Gothic"/>
              <a:cs typeface="Didact Gothic"/>
              <a:sym typeface="Didact Gothic"/>
            </a:endParaRPr>
          </a:p>
          <a:p>
            <a:pPr marL="0" lvl="0" indent="0" algn="ctr" rtl="0">
              <a:lnSpc>
                <a:spcPct val="115000"/>
              </a:lnSpc>
              <a:spcBef>
                <a:spcPts val="400"/>
              </a:spcBef>
              <a:spcAft>
                <a:spcPts val="0"/>
              </a:spcAft>
              <a:buNone/>
            </a:pPr>
            <a:endParaRPr sz="1600">
              <a:solidFill>
                <a:schemeClr val="lt1"/>
              </a:solidFill>
              <a:latin typeface="Didact Gothic"/>
              <a:ea typeface="Didact Gothic"/>
              <a:cs typeface="Didact Gothic"/>
              <a:sym typeface="Didact Gothic"/>
            </a:endParaRPr>
          </a:p>
        </p:txBody>
      </p:sp>
    </p:spTree>
    <p:extLst>
      <p:ext uri="{BB962C8B-B14F-4D97-AF65-F5344CB8AC3E}">
        <p14:creationId xmlns:p14="http://schemas.microsoft.com/office/powerpoint/2010/main" val="36958766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
  <p:cSld name="Background ">
    <p:bg>
      <p:bgPr>
        <a:blipFill>
          <a:blip r:embed="rId2">
            <a:alphaModFix/>
          </a:blip>
          <a:stretch>
            <a:fillRect/>
          </a:stretch>
        </a:blipFill>
        <a:effectLst/>
      </p:bgPr>
    </p:bg>
    <p:spTree>
      <p:nvGrpSpPr>
        <p:cNvPr id="1" name="Shape 111"/>
        <p:cNvGrpSpPr/>
        <p:nvPr/>
      </p:nvGrpSpPr>
      <p:grpSpPr>
        <a:xfrm>
          <a:off x="0" y="0"/>
          <a:ext cx="0" cy="0"/>
          <a:chOff x="0" y="0"/>
          <a:chExt cx="0" cy="0"/>
        </a:xfrm>
      </p:grpSpPr>
    </p:spTree>
    <p:extLst>
      <p:ext uri="{BB962C8B-B14F-4D97-AF65-F5344CB8AC3E}">
        <p14:creationId xmlns:p14="http://schemas.microsoft.com/office/powerpoint/2010/main" val="19071429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Background  1">
    <p:bg>
      <p:bgPr>
        <a:blipFill>
          <a:blip r:embed="rId2">
            <a:alphaModFix/>
          </a:blip>
          <a:stretch>
            <a:fillRect/>
          </a:stretch>
        </a:blipFill>
        <a:effectLst/>
      </p:bgPr>
    </p:bg>
    <p:spTree>
      <p:nvGrpSpPr>
        <p:cNvPr id="1" name="Shape 112"/>
        <p:cNvGrpSpPr/>
        <p:nvPr/>
      </p:nvGrpSpPr>
      <p:grpSpPr>
        <a:xfrm>
          <a:off x="0" y="0"/>
          <a:ext cx="0" cy="0"/>
          <a:chOff x="0" y="0"/>
          <a:chExt cx="0" cy="0"/>
        </a:xfrm>
      </p:grpSpPr>
    </p:spTree>
    <p:extLst>
      <p:ext uri="{BB962C8B-B14F-4D97-AF65-F5344CB8AC3E}">
        <p14:creationId xmlns:p14="http://schemas.microsoft.com/office/powerpoint/2010/main" val="12307328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2">
  <p:cSld name="Background 2">
    <p:bg>
      <p:bgPr>
        <a:solidFill>
          <a:schemeClr val="dk1"/>
        </a:solidFill>
        <a:effectLst/>
      </p:bgPr>
    </p:bg>
    <p:spTree>
      <p:nvGrpSpPr>
        <p:cNvPr id="1" name="Shape 113"/>
        <p:cNvGrpSpPr/>
        <p:nvPr/>
      </p:nvGrpSpPr>
      <p:grpSpPr>
        <a:xfrm>
          <a:off x="0" y="0"/>
          <a:ext cx="0" cy="0"/>
          <a:chOff x="0" y="0"/>
          <a:chExt cx="0" cy="0"/>
        </a:xfrm>
      </p:grpSpPr>
    </p:spTree>
    <p:extLst>
      <p:ext uri="{BB962C8B-B14F-4D97-AF65-F5344CB8AC3E}">
        <p14:creationId xmlns:p14="http://schemas.microsoft.com/office/powerpoint/2010/main" val="25769277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14"/>
        <p:cNvGrpSpPr/>
        <p:nvPr/>
      </p:nvGrpSpPr>
      <p:grpSpPr>
        <a:xfrm>
          <a:off x="0" y="0"/>
          <a:ext cx="0" cy="0"/>
          <a:chOff x="0" y="0"/>
          <a:chExt cx="0" cy="0"/>
        </a:xfrm>
      </p:grpSpPr>
    </p:spTree>
    <p:extLst>
      <p:ext uri="{BB962C8B-B14F-4D97-AF65-F5344CB8AC3E}">
        <p14:creationId xmlns:p14="http://schemas.microsoft.com/office/powerpoint/2010/main" val="40075331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800D4-65EF-40A4-869B-024BD1B678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121524-BE67-415F-BA68-4C542C986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F35227-25EF-4AE8-92BA-DA4944B672D5}"/>
              </a:ext>
            </a:extLst>
          </p:cNvPr>
          <p:cNvSpPr>
            <a:spLocks noGrp="1"/>
          </p:cNvSpPr>
          <p:nvPr>
            <p:ph type="dt" sz="half" idx="10"/>
          </p:nvPr>
        </p:nvSpPr>
        <p:spPr/>
        <p:txBody>
          <a:bodyPr/>
          <a:lstStyle/>
          <a:p>
            <a:fld id="{4269646C-DF80-468F-A7C2-138278B79BE5}" type="datetimeFigureOut">
              <a:rPr lang="en-US" smtClean="0"/>
              <a:t>1/13/2022</a:t>
            </a:fld>
            <a:endParaRPr lang="en-US"/>
          </a:p>
        </p:txBody>
      </p:sp>
      <p:sp>
        <p:nvSpPr>
          <p:cNvPr id="5" name="Footer Placeholder 4">
            <a:extLst>
              <a:ext uri="{FF2B5EF4-FFF2-40B4-BE49-F238E27FC236}">
                <a16:creationId xmlns:a16="http://schemas.microsoft.com/office/drawing/2014/main" id="{F55AA26B-1D84-42DF-9202-D6A1C66A5C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4AE539-9A81-4DE2-8EB4-D745ED34E183}"/>
              </a:ext>
            </a:extLst>
          </p:cNvPr>
          <p:cNvSpPr>
            <a:spLocks noGrp="1"/>
          </p:cNvSpPr>
          <p:nvPr>
            <p:ph type="sldNum" sz="quarter" idx="12"/>
          </p:nvPr>
        </p:nvSpPr>
        <p:spPr/>
        <p:txBody>
          <a:bodyPr/>
          <a:lstStyle/>
          <a:p>
            <a:fld id="{57F8F8FB-9D18-4163-9669-3D91361B250C}" type="slidenum">
              <a:rPr lang="en-US" smtClean="0"/>
              <a:t>‹#›</a:t>
            </a:fld>
            <a:endParaRPr lang="en-US"/>
          </a:p>
        </p:txBody>
      </p:sp>
    </p:spTree>
    <p:extLst>
      <p:ext uri="{BB962C8B-B14F-4D97-AF65-F5344CB8AC3E}">
        <p14:creationId xmlns:p14="http://schemas.microsoft.com/office/powerpoint/2010/main" val="12894495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18"/>
        <p:cNvGrpSpPr/>
        <p:nvPr/>
      </p:nvGrpSpPr>
      <p:grpSpPr>
        <a:xfrm>
          <a:off x="0" y="0"/>
          <a:ext cx="0" cy="0"/>
          <a:chOff x="0" y="0"/>
          <a:chExt cx="0" cy="0"/>
        </a:xfrm>
      </p:grpSpPr>
    </p:spTree>
    <p:extLst>
      <p:ext uri="{BB962C8B-B14F-4D97-AF65-F5344CB8AC3E}">
        <p14:creationId xmlns:p14="http://schemas.microsoft.com/office/powerpoint/2010/main" val="2409770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1pPr>
            <a:lvl2pPr lvl="1">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2pPr>
            <a:lvl3pPr lvl="2">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3pPr>
            <a:lvl4pPr lvl="3">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4pPr>
            <a:lvl5pPr lvl="4">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5pPr>
            <a:lvl6pPr lvl="5">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6pPr>
            <a:lvl7pPr lvl="6">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7pPr>
            <a:lvl8pPr lvl="7">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8pPr>
            <a:lvl9pPr lvl="8">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1pPr>
            <a:lvl2pPr marL="914400" lvl="1"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2pPr>
            <a:lvl3pPr marL="1371600" lvl="2"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3pPr>
            <a:lvl4pPr marL="1828800" lvl="3"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4pPr>
            <a:lvl5pPr marL="2286000" lvl="4"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5pPr>
            <a:lvl6pPr marL="2743200" lvl="5"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6pPr>
            <a:lvl7pPr marL="3200400" lvl="6"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7pPr>
            <a:lvl8pPr marL="3657600" lvl="7"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8pPr>
            <a:lvl9pPr marL="4114800" lvl="8" indent="-317500">
              <a:lnSpc>
                <a:spcPct val="115000"/>
              </a:lnSpc>
              <a:spcBef>
                <a:spcPts val="1600"/>
              </a:spcBef>
              <a:spcAft>
                <a:spcPts val="1600"/>
              </a:spcAft>
              <a:buClr>
                <a:schemeClr val="lt1"/>
              </a:buClr>
              <a:buSzPts val="1400"/>
              <a:buFont typeface="Didact Gothic"/>
              <a:buChar char="■"/>
              <a:defRPr>
                <a:solidFill>
                  <a:schemeClr val="lt1"/>
                </a:solidFill>
                <a:latin typeface="Didact Gothic"/>
                <a:ea typeface="Didact Gothic"/>
                <a:cs typeface="Didact Gothic"/>
                <a:sym typeface="Didact Gothic"/>
              </a:defRPr>
            </a:lvl9pPr>
          </a:lstStyle>
          <a:p>
            <a:pPr marL="609585" marR="0" lvl="0" indent="-423323" algn="l" defTabSz="1219170" rtl="0" eaLnBrk="1" fontAlgn="auto" latinLnBrk="0" hangingPunct="1">
              <a:lnSpc>
                <a:spcPct val="115000"/>
              </a:lnSpc>
              <a:spcBef>
                <a:spcPts val="0"/>
              </a:spcBef>
              <a:spcAft>
                <a:spcPts val="0"/>
              </a:spcAft>
              <a:buClr>
                <a:schemeClr val="lt1"/>
              </a:buClr>
              <a:buSzPts val="1400"/>
              <a:buFont typeface="Didact Gothic"/>
              <a:buChar char="●"/>
              <a:tabLst/>
              <a:defRPr/>
            </a:pPr>
            <a:endParaRPr lang="en-US" sz="1867" b="1" dirty="0">
              <a:solidFill>
                <a:schemeClr val="accent3">
                  <a:lumMod val="60000"/>
                  <a:lumOff val="40000"/>
                </a:schemeClr>
              </a:solidFill>
            </a:endParaRPr>
          </a:p>
          <a:p>
            <a:endParaRPr dirty="0"/>
          </a:p>
        </p:txBody>
      </p:sp>
      <p:sp>
        <p:nvSpPr>
          <p:cNvPr id="3" name="TextBox 2">
            <a:extLst>
              <a:ext uri="{FF2B5EF4-FFF2-40B4-BE49-F238E27FC236}">
                <a16:creationId xmlns:a16="http://schemas.microsoft.com/office/drawing/2014/main" id="{76062F7B-D3DA-4282-B8B4-9F18F02C8C1B}"/>
              </a:ext>
            </a:extLst>
          </p:cNvPr>
          <p:cNvSpPr txBox="1"/>
          <p:nvPr/>
        </p:nvSpPr>
        <p:spPr>
          <a:xfrm rot="20060788">
            <a:off x="1096070" y="2889506"/>
            <a:ext cx="9999863" cy="1118319"/>
          </a:xfrm>
          <a:prstGeom prst="rect">
            <a:avLst/>
          </a:prstGeom>
          <a:noFill/>
        </p:spPr>
        <p:txBody>
          <a:bodyPr wrap="square" rtlCol="0">
            <a:spAutoFit/>
          </a:bodyPr>
          <a:lstStyle/>
          <a:p>
            <a:r>
              <a:rPr lang="en-US" sz="6667" b="1" dirty="0">
                <a:solidFill>
                  <a:schemeClr val="accent3">
                    <a:lumMod val="60000"/>
                    <a:lumOff val="40000"/>
                  </a:schemeClr>
                </a:solidFill>
              </a:rPr>
              <a:t>       Sara Gurchani </a:t>
            </a:r>
          </a:p>
        </p:txBody>
      </p:sp>
    </p:spTree>
    <p:extLst>
      <p:ext uri="{BB962C8B-B14F-4D97-AF65-F5344CB8AC3E}">
        <p14:creationId xmlns:p14="http://schemas.microsoft.com/office/powerpoint/2010/main" val="313550943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86262" marR="0" lvl="0" indent="0" algn="l" rtl="0" eaLnBrk="1" hangingPunct="1">
        <a:lnSpc>
          <a:spcPct val="100000"/>
        </a:lnSpc>
        <a:spcBef>
          <a:spcPts val="0"/>
        </a:spcBef>
        <a:spcAft>
          <a:spcPts val="0"/>
        </a:spcAft>
        <a:buClr>
          <a:srgbClr val="000000"/>
        </a:buClr>
        <a:buFont typeface="Arial"/>
        <a:buNone/>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15"/>
        <p:cNvGrpSpPr/>
        <p:nvPr/>
      </p:nvGrpSpPr>
      <p:grpSpPr>
        <a:xfrm>
          <a:off x="0" y="0"/>
          <a:ext cx="0" cy="0"/>
          <a:chOff x="0" y="0"/>
          <a:chExt cx="0" cy="0"/>
        </a:xfrm>
      </p:grpSpPr>
      <p:sp>
        <p:nvSpPr>
          <p:cNvPr id="116" name="Google Shape;116;p26"/>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17" name="Google Shape;117;p26"/>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273261586"/>
      </p:ext>
    </p:extLst>
  </p:cSld>
  <p:clrMap bg1="lt1" tx1="dk1" bg2="dk2" tx2="lt2" accent1="accent1" accent2="accent2" accent3="accent3" accent4="accent4" accent5="accent5" accent6="accent6" hlink="hlink" folHlink="folHlink"/>
  <p:sldLayoutIdLst>
    <p:sldLayoutId id="2147483687" r:id="rId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342BBCC-063F-455E-AEC9-BBBCCD59A0AC}"/>
              </a:ext>
            </a:extLst>
          </p:cNvPr>
          <p:cNvSpPr>
            <a:spLocks noGrp="1"/>
          </p:cNvSpPr>
          <p:nvPr>
            <p:ph type="subTitle" idx="1"/>
          </p:nvPr>
        </p:nvSpPr>
        <p:spPr/>
        <p:txBody>
          <a:bodyPr/>
          <a:lstStyle/>
          <a:p>
            <a:endParaRPr lang="en-US" dirty="0"/>
          </a:p>
        </p:txBody>
      </p:sp>
      <p:sp>
        <p:nvSpPr>
          <p:cNvPr id="2" name="Title 1">
            <a:extLst>
              <a:ext uri="{FF2B5EF4-FFF2-40B4-BE49-F238E27FC236}">
                <a16:creationId xmlns:a16="http://schemas.microsoft.com/office/drawing/2014/main" id="{03B8B936-7517-4048-AA05-6E6D99FB0894}"/>
              </a:ext>
            </a:extLst>
          </p:cNvPr>
          <p:cNvSpPr>
            <a:spLocks noGrp="1"/>
          </p:cNvSpPr>
          <p:nvPr>
            <p:ph type="ctrTitle"/>
          </p:nvPr>
        </p:nvSpPr>
        <p:spPr/>
        <p:txBody>
          <a:bodyPr>
            <a:normAutofit/>
          </a:bodyPr>
          <a:lstStyle/>
          <a:p>
            <a:r>
              <a:rPr lang="en-US" sz="4800" b="1" dirty="0">
                <a:latin typeface="Times New Roman" panose="02020603050405020304" pitchFamily="18" charset="0"/>
                <a:cs typeface="Times New Roman" panose="02020603050405020304" pitchFamily="18" charset="0"/>
              </a:rPr>
              <a:t>Ideology of Pakistan </a:t>
            </a:r>
          </a:p>
        </p:txBody>
      </p:sp>
    </p:spTree>
    <p:extLst>
      <p:ext uri="{BB962C8B-B14F-4D97-AF65-F5344CB8AC3E}">
        <p14:creationId xmlns:p14="http://schemas.microsoft.com/office/powerpoint/2010/main" val="639216464"/>
      </p:ext>
    </p:extLst>
  </p:cSld>
  <p:clrMapOvr>
    <a:masterClrMapping/>
  </p:clrMapOvr>
  <mc:AlternateContent xmlns:mc="http://schemas.openxmlformats.org/markup-compatibility/2006" xmlns:p14="http://schemas.microsoft.com/office/powerpoint/2010/main">
    <mc:Choice Requires="p14">
      <p:transition spd="slow" p14:dur="2000" advTm="256229"/>
    </mc:Choice>
    <mc:Fallback xmlns="">
      <p:transition spd="slow" advTm="25622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1EBCC-7803-4183-AA7F-1516CA7CBF34}"/>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Defining Ideology </a:t>
            </a:r>
          </a:p>
        </p:txBody>
      </p:sp>
      <p:sp>
        <p:nvSpPr>
          <p:cNvPr id="3" name="Content Placeholder 2">
            <a:extLst>
              <a:ext uri="{FF2B5EF4-FFF2-40B4-BE49-F238E27FC236}">
                <a16:creationId xmlns:a16="http://schemas.microsoft.com/office/drawing/2014/main" id="{CE53F818-0176-46B4-8256-048E49978803}"/>
              </a:ext>
            </a:extLst>
          </p:cNvPr>
          <p:cNvSpPr>
            <a:spLocks noGrp="1"/>
          </p:cNvSpPr>
          <p:nvPr>
            <p:ph idx="1"/>
          </p:nvPr>
        </p:nvSpPr>
        <p:spPr/>
        <p:txBody>
          <a:bodyPr>
            <a:normAutofit fontScale="92500" lnSpcReduction="10000"/>
          </a:bodyPr>
          <a:lstStyle/>
          <a:p>
            <a:pPr algn="just">
              <a:lnSpc>
                <a:spcPct val="170000"/>
              </a:lnSpc>
            </a:pPr>
            <a:r>
              <a:rPr lang="en-US" sz="2400" dirty="0">
                <a:latin typeface="Times New Roman" panose="02020603050405020304" pitchFamily="18" charset="0"/>
                <a:cs typeface="Times New Roman" panose="02020603050405020304" pitchFamily="18" charset="0"/>
              </a:rPr>
              <a:t>The term ideology was coined by ‘Antoine De Tracy’ in 1796</a:t>
            </a:r>
          </a:p>
          <a:p>
            <a:pPr algn="just">
              <a:lnSpc>
                <a:spcPct val="170000"/>
              </a:lnSpc>
            </a:pPr>
            <a:r>
              <a:rPr lang="en-US" sz="2400" dirty="0">
                <a:latin typeface="Times New Roman" panose="02020603050405020304" pitchFamily="18" charset="0"/>
                <a:cs typeface="Times New Roman" panose="02020603050405020304" pitchFamily="18" charset="0"/>
              </a:rPr>
              <a:t>Ideology refers to the “Science of ideas”</a:t>
            </a:r>
          </a:p>
          <a:p>
            <a:pPr algn="just">
              <a:lnSpc>
                <a:spcPct val="170000"/>
              </a:lnSpc>
            </a:pPr>
            <a:r>
              <a:rPr lang="en-US" sz="2400" dirty="0">
                <a:latin typeface="Times New Roman" panose="02020603050405020304" pitchFamily="18" charset="0"/>
                <a:cs typeface="Times New Roman" panose="02020603050405020304" pitchFamily="18" charset="0"/>
              </a:rPr>
              <a:t>From a social-scientific viewpoint, an ideology is a more or less a coherent set of ideas that provides a basis for organized political action, whether this is intended to preserve, modify or overthrow the existing system of power relationships.</a:t>
            </a:r>
          </a:p>
          <a:p>
            <a:pPr marL="0" indent="0">
              <a:lnSpc>
                <a:spcPct val="170000"/>
              </a:lnSpc>
              <a:buNone/>
            </a:pPr>
            <a:r>
              <a:rPr lang="en-US" sz="2400" dirty="0">
                <a:latin typeface="Times New Roman" panose="02020603050405020304" pitchFamily="18" charset="0"/>
                <a:cs typeface="Times New Roman" panose="02020603050405020304" pitchFamily="18" charset="0"/>
              </a:rPr>
              <a:t>                                                          Or</a:t>
            </a:r>
          </a:p>
          <a:p>
            <a:pPr>
              <a:lnSpc>
                <a:spcPct val="170000"/>
              </a:lnSpc>
            </a:pPr>
            <a:r>
              <a:rPr lang="en-US" sz="2400" dirty="0">
                <a:latin typeface="Times New Roman" panose="02020603050405020304" pitchFamily="18" charset="0"/>
                <a:cs typeface="Times New Roman" panose="02020603050405020304" pitchFamily="18" charset="0"/>
              </a:rPr>
              <a:t>Ideology refers to the science which deals with beliefs, notions and theories. These may be naturally acquired or consciously.</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9677862"/>
      </p:ext>
    </p:extLst>
  </p:cSld>
  <p:clrMapOvr>
    <a:masterClrMapping/>
  </p:clrMapOvr>
  <mc:AlternateContent xmlns:mc="http://schemas.openxmlformats.org/markup-compatibility/2006" xmlns:p14="http://schemas.microsoft.com/office/powerpoint/2010/main">
    <mc:Choice Requires="p14">
      <p:transition spd="slow" p14:dur="2000" advTm="271943"/>
    </mc:Choice>
    <mc:Fallback xmlns="">
      <p:transition spd="slow" advTm="27194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EFB0A-AFA8-4034-B78B-F3D706408BE1}"/>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Defining Ideology </a:t>
            </a:r>
          </a:p>
        </p:txBody>
      </p:sp>
      <p:sp>
        <p:nvSpPr>
          <p:cNvPr id="3" name="Content Placeholder 2">
            <a:extLst>
              <a:ext uri="{FF2B5EF4-FFF2-40B4-BE49-F238E27FC236}">
                <a16:creationId xmlns:a16="http://schemas.microsoft.com/office/drawing/2014/main" id="{53017713-52D8-4B0C-8843-6EF03F70B617}"/>
              </a:ext>
            </a:extLst>
          </p:cNvPr>
          <p:cNvSpPr>
            <a:spLocks noGrp="1"/>
          </p:cNvSpPr>
          <p:nvPr>
            <p:ph idx="1"/>
          </p:nvPr>
        </p:nvSpPr>
        <p:spPr/>
        <p:txBody>
          <a:bodyPr/>
          <a:lstStyle/>
          <a:p>
            <a:pPr algn="just">
              <a:lnSpc>
                <a:spcPct val="150000"/>
              </a:lnSpc>
            </a:pPr>
            <a:r>
              <a:rPr lang="en-US" sz="2400" dirty="0">
                <a:latin typeface="Times New Roman" panose="02020603050405020304" pitchFamily="18" charset="0"/>
                <a:cs typeface="Times New Roman" panose="02020603050405020304" pitchFamily="18" charset="0"/>
              </a:rPr>
              <a:t>All ideologies therefore </a:t>
            </a:r>
          </a:p>
          <a:p>
            <a:pPr algn="just">
              <a:lnSpc>
                <a:spcPct val="150000"/>
              </a:lnSpc>
            </a:pPr>
            <a:r>
              <a:rPr lang="en-US" sz="2400" dirty="0">
                <a:latin typeface="Times New Roman" panose="02020603050405020304" pitchFamily="18" charset="0"/>
                <a:cs typeface="Times New Roman" panose="02020603050405020304" pitchFamily="18" charset="0"/>
              </a:rPr>
              <a:t>(1) offer an account of the existing order, usually in the form of a ‘worldview’ </a:t>
            </a:r>
          </a:p>
          <a:p>
            <a:pPr algn="just">
              <a:lnSpc>
                <a:spcPct val="150000"/>
              </a:lnSpc>
            </a:pPr>
            <a:r>
              <a:rPr lang="en-US" sz="2400" dirty="0">
                <a:latin typeface="Times New Roman" panose="02020603050405020304" pitchFamily="18" charset="0"/>
                <a:cs typeface="Times New Roman" panose="02020603050405020304" pitchFamily="18" charset="0"/>
              </a:rPr>
              <a:t>(2) provide a model of a desired future, a vision of the Good Society, and </a:t>
            </a:r>
          </a:p>
          <a:p>
            <a:pPr algn="just">
              <a:lnSpc>
                <a:spcPct val="150000"/>
              </a:lnSpc>
            </a:pPr>
            <a:r>
              <a:rPr lang="en-US" sz="2400" dirty="0">
                <a:latin typeface="Times New Roman" panose="02020603050405020304" pitchFamily="18" charset="0"/>
                <a:cs typeface="Times New Roman" panose="02020603050405020304" pitchFamily="18" charset="0"/>
              </a:rPr>
              <a:t>(3) outline how political change can and should be brought about. </a:t>
            </a:r>
          </a:p>
          <a:p>
            <a:pPr algn="just">
              <a:lnSpc>
                <a:spcPct val="150000"/>
              </a:lnSpc>
            </a:pPr>
            <a:r>
              <a:rPr lang="en-US" sz="2400" dirty="0">
                <a:latin typeface="Times New Roman" panose="02020603050405020304" pitchFamily="18" charset="0"/>
                <a:cs typeface="Times New Roman" panose="02020603050405020304" pitchFamily="18" charset="0"/>
              </a:rPr>
              <a:t>Ideologies are not, however, hermetically sealed systems of thought; rather, they are fluid sets of ideas that overlap with one another at a number of points.</a:t>
            </a:r>
          </a:p>
          <a:p>
            <a:pPr>
              <a:lnSpc>
                <a:spcPct val="150000"/>
              </a:lnSpc>
            </a:pPr>
            <a:endParaRPr lang="en-US" dirty="0"/>
          </a:p>
        </p:txBody>
      </p:sp>
    </p:spTree>
    <p:extLst>
      <p:ext uri="{BB962C8B-B14F-4D97-AF65-F5344CB8AC3E}">
        <p14:creationId xmlns:p14="http://schemas.microsoft.com/office/powerpoint/2010/main" val="2320795784"/>
      </p:ext>
    </p:extLst>
  </p:cSld>
  <p:clrMapOvr>
    <a:masterClrMapping/>
  </p:clrMapOvr>
  <mc:AlternateContent xmlns:mc="http://schemas.openxmlformats.org/markup-compatibility/2006" xmlns:p14="http://schemas.microsoft.com/office/powerpoint/2010/main">
    <mc:Choice Requires="p14">
      <p:transition spd="slow" p14:dur="2000" advTm="360904"/>
    </mc:Choice>
    <mc:Fallback xmlns="">
      <p:transition spd="slow" advTm="36090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467B6-D2C4-46FF-A66C-9BEAAF619F2C}"/>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Islamic Ideology </a:t>
            </a:r>
          </a:p>
        </p:txBody>
      </p:sp>
      <p:sp>
        <p:nvSpPr>
          <p:cNvPr id="3" name="Content Placeholder 2">
            <a:extLst>
              <a:ext uri="{FF2B5EF4-FFF2-40B4-BE49-F238E27FC236}">
                <a16:creationId xmlns:a16="http://schemas.microsoft.com/office/drawing/2014/main" id="{3ADDD5C5-7FE0-48EE-A8DD-AE2C37511E79}"/>
              </a:ext>
            </a:extLst>
          </p:cNvPr>
          <p:cNvSpPr>
            <a:spLocks noGrp="1"/>
          </p:cNvSpPr>
          <p:nvPr>
            <p:ph idx="1"/>
          </p:nvPr>
        </p:nvSpPr>
        <p:spPr/>
        <p:txBody>
          <a:bodyPr>
            <a:normAutofit fontScale="92500"/>
          </a:bodyPr>
          <a:lstStyle/>
          <a:p>
            <a:pPr>
              <a:lnSpc>
                <a:spcPct val="150000"/>
              </a:lnSpc>
            </a:pPr>
            <a:r>
              <a:rPr lang="en-US" sz="2400" dirty="0">
                <a:latin typeface="Times New Roman" panose="02020603050405020304" pitchFamily="18" charset="0"/>
                <a:cs typeface="Times New Roman" panose="02020603050405020304" pitchFamily="18" charset="0"/>
              </a:rPr>
              <a:t>Islamic Ideology means to order individual and collective behavior in accordance with the Islamic concepts of justice, morality, human rights and tolerance.</a:t>
            </a:r>
          </a:p>
          <a:p>
            <a:pPr>
              <a:lnSpc>
                <a:spcPct val="150000"/>
              </a:lnSpc>
            </a:pPr>
            <a:r>
              <a:rPr lang="en-US" sz="2400" dirty="0">
                <a:latin typeface="Times New Roman" panose="02020603050405020304" pitchFamily="18" charset="0"/>
                <a:cs typeface="Times New Roman" panose="02020603050405020304" pitchFamily="18" charset="0"/>
              </a:rPr>
              <a:t>In the same way the Ideology for French revolution was </a:t>
            </a:r>
            <a:r>
              <a:rPr lang="en-US" sz="2400" i="1" dirty="0">
                <a:latin typeface="Times New Roman" panose="02020603050405020304" pitchFamily="18" charset="0"/>
                <a:cs typeface="Times New Roman" panose="02020603050405020304" pitchFamily="18" charset="0"/>
              </a:rPr>
              <a:t>“equality, fraternity and liberty”</a:t>
            </a:r>
          </a:p>
          <a:p>
            <a:pPr>
              <a:lnSpc>
                <a:spcPct val="150000"/>
              </a:lnSpc>
            </a:pPr>
            <a:r>
              <a:rPr lang="en-US" sz="2400" dirty="0">
                <a:latin typeface="Times New Roman" panose="02020603050405020304" pitchFamily="18" charset="0"/>
                <a:cs typeface="Times New Roman" panose="02020603050405020304" pitchFamily="18" charset="0"/>
              </a:rPr>
              <a:t>An ideology is expressed in absolute term not in relative terms. </a:t>
            </a:r>
          </a:p>
          <a:p>
            <a:pPr>
              <a:lnSpc>
                <a:spcPct val="150000"/>
              </a:lnSpc>
            </a:pPr>
            <a:r>
              <a:rPr lang="en-US" sz="2400" dirty="0">
                <a:latin typeface="Times New Roman" panose="02020603050405020304" pitchFamily="18" charset="0"/>
                <a:cs typeface="Times New Roman" panose="02020603050405020304" pitchFamily="18" charset="0"/>
              </a:rPr>
              <a:t>In this connection if Pakistan Ideology is based on two nation theory it will be flawed. Because what two nation theory says that Hindus and Muslims are two different nations, so now after the independence Hindus got their own State so it doesn’t apply to Pakistan now.</a:t>
            </a:r>
          </a:p>
        </p:txBody>
      </p:sp>
    </p:spTree>
    <p:extLst>
      <p:ext uri="{BB962C8B-B14F-4D97-AF65-F5344CB8AC3E}">
        <p14:creationId xmlns:p14="http://schemas.microsoft.com/office/powerpoint/2010/main" val="2591881221"/>
      </p:ext>
    </p:extLst>
  </p:cSld>
  <p:clrMapOvr>
    <a:masterClrMapping/>
  </p:clrMapOvr>
  <mc:AlternateContent xmlns:mc="http://schemas.openxmlformats.org/markup-compatibility/2006" xmlns:p14="http://schemas.microsoft.com/office/powerpoint/2010/main">
    <mc:Choice Requires="p14">
      <p:transition spd="slow" p14:dur="2000" advTm="491592"/>
    </mc:Choice>
    <mc:Fallback xmlns="">
      <p:transition spd="slow" advTm="49159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C2FF6-DED5-46E1-98E3-229CD7289EB0}"/>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Ideology of Pakistan</a:t>
            </a:r>
          </a:p>
        </p:txBody>
      </p:sp>
      <p:sp>
        <p:nvSpPr>
          <p:cNvPr id="3" name="Content Placeholder 2">
            <a:extLst>
              <a:ext uri="{FF2B5EF4-FFF2-40B4-BE49-F238E27FC236}">
                <a16:creationId xmlns:a16="http://schemas.microsoft.com/office/drawing/2014/main" id="{66CC142F-9361-4DEB-8745-BC66DF92B35D}"/>
              </a:ext>
            </a:extLst>
          </p:cNvPr>
          <p:cNvSpPr>
            <a:spLocks noGrp="1"/>
          </p:cNvSpPr>
          <p:nvPr>
            <p:ph idx="1"/>
          </p:nvPr>
        </p:nvSpPr>
        <p:spPr/>
        <p:txBody>
          <a:bodyPr>
            <a:normAutofit fontScale="92500" lnSpcReduction="10000"/>
          </a:bodyPr>
          <a:lstStyle/>
          <a:p>
            <a:pPr algn="just">
              <a:lnSpc>
                <a:spcPct val="150000"/>
              </a:lnSpc>
            </a:pPr>
            <a:r>
              <a:rPr lang="en-US" sz="2400" dirty="0">
                <a:latin typeface="Times New Roman" panose="02020603050405020304" pitchFamily="18" charset="0"/>
                <a:cs typeface="Times New Roman" panose="02020603050405020304" pitchFamily="18" charset="0"/>
              </a:rPr>
              <a:t>The historical debate of Pakistan’s ideology trace backs to congress ministries of 1937-39. the Muslims opposed it as it was focused on Hindu religion where as the minorities want a secure India. </a:t>
            </a:r>
          </a:p>
          <a:p>
            <a:pPr algn="just">
              <a:lnSpc>
                <a:spcPct val="150000"/>
              </a:lnSpc>
            </a:pPr>
            <a:r>
              <a:rPr lang="en-US" sz="2400" dirty="0">
                <a:latin typeface="Times New Roman" panose="02020603050405020304" pitchFamily="18" charset="0"/>
                <a:cs typeface="Times New Roman" panose="02020603050405020304" pitchFamily="18" charset="0"/>
              </a:rPr>
              <a:t>Jinnah wanted “Liberal Democratic State”</a:t>
            </a:r>
          </a:p>
          <a:p>
            <a:pPr algn="just">
              <a:lnSpc>
                <a:spcPct val="150000"/>
              </a:lnSpc>
            </a:pPr>
            <a:r>
              <a:rPr lang="en-US" sz="2400" dirty="0">
                <a:latin typeface="Times New Roman" panose="02020603050405020304" pitchFamily="18" charset="0"/>
                <a:cs typeface="Times New Roman" panose="02020603050405020304" pitchFamily="18" charset="0"/>
              </a:rPr>
              <a:t>According testimony of Raja of Muhammadabad and </a:t>
            </a:r>
            <a:r>
              <a:rPr lang="en-US" sz="2400" dirty="0" err="1">
                <a:latin typeface="Times New Roman" panose="02020603050405020304" pitchFamily="18" charset="0"/>
                <a:cs typeface="Times New Roman" panose="02020603050405020304" pitchFamily="18" charset="0"/>
              </a:rPr>
              <a:t>Ishaat</a:t>
            </a:r>
            <a:r>
              <a:rPr lang="en-US" sz="2400" dirty="0">
                <a:latin typeface="Times New Roman" panose="02020603050405020304" pitchFamily="18" charset="0"/>
                <a:cs typeface="Times New Roman" panose="02020603050405020304" pitchFamily="18" charset="0"/>
              </a:rPr>
              <a:t> Habibullah, Quaid objected Islamic state.</a:t>
            </a:r>
          </a:p>
          <a:p>
            <a:pPr algn="just">
              <a:lnSpc>
                <a:spcPct val="150000"/>
              </a:lnSpc>
            </a:pPr>
            <a:r>
              <a:rPr lang="en-US" sz="2400" dirty="0">
                <a:latin typeface="Times New Roman" panose="02020603050405020304" pitchFamily="18" charset="0"/>
                <a:cs typeface="Times New Roman" panose="02020603050405020304" pitchFamily="18" charset="0"/>
              </a:rPr>
              <a:t>According to Quaid ‘there are over 70 sects living in Pakistan, and the consequences would be a struggle of religious opinion from the very inception of the state leading to its very dissolution’.</a:t>
            </a:r>
          </a:p>
        </p:txBody>
      </p:sp>
    </p:spTree>
    <p:extLst>
      <p:ext uri="{BB962C8B-B14F-4D97-AF65-F5344CB8AC3E}">
        <p14:creationId xmlns:p14="http://schemas.microsoft.com/office/powerpoint/2010/main" val="3954754445"/>
      </p:ext>
    </p:extLst>
  </p:cSld>
  <p:clrMapOvr>
    <a:masterClrMapping/>
  </p:clrMapOvr>
  <mc:AlternateContent xmlns:mc="http://schemas.openxmlformats.org/markup-compatibility/2006" xmlns:p14="http://schemas.microsoft.com/office/powerpoint/2010/main">
    <mc:Choice Requires="p14">
      <p:transition spd="slow" p14:dur="2000" advTm="157962"/>
    </mc:Choice>
    <mc:Fallback xmlns="">
      <p:transition spd="slow" advTm="15796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161AD-846E-449C-BCB7-66F36E94B373}"/>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Quaid speech to the 1</a:t>
            </a:r>
            <a:r>
              <a:rPr lang="en-US" sz="4000" baseline="30000" dirty="0">
                <a:latin typeface="Times New Roman" panose="02020603050405020304" pitchFamily="18" charset="0"/>
                <a:cs typeface="Times New Roman" panose="02020603050405020304" pitchFamily="18" charset="0"/>
              </a:rPr>
              <a:t>st</a:t>
            </a:r>
            <a:r>
              <a:rPr lang="en-US" sz="4000" dirty="0">
                <a:latin typeface="Times New Roman" panose="02020603050405020304" pitchFamily="18" charset="0"/>
                <a:cs typeface="Times New Roman" panose="02020603050405020304" pitchFamily="18" charset="0"/>
              </a:rPr>
              <a:t> Constituent Assembly</a:t>
            </a:r>
          </a:p>
        </p:txBody>
      </p:sp>
      <p:sp>
        <p:nvSpPr>
          <p:cNvPr id="3" name="Content Placeholder 2">
            <a:extLst>
              <a:ext uri="{FF2B5EF4-FFF2-40B4-BE49-F238E27FC236}">
                <a16:creationId xmlns:a16="http://schemas.microsoft.com/office/drawing/2014/main" id="{820C8A88-714C-4B9B-94EB-0975A122F985}"/>
              </a:ext>
            </a:extLst>
          </p:cNvPr>
          <p:cNvSpPr>
            <a:spLocks noGrp="1"/>
          </p:cNvSpPr>
          <p:nvPr>
            <p:ph idx="1"/>
          </p:nvPr>
        </p:nvSpPr>
        <p:spPr/>
        <p:txBody>
          <a:bodyPr>
            <a:normAutofit fontScale="92500" lnSpcReduction="20000"/>
          </a:bodyPr>
          <a:lstStyle/>
          <a:p>
            <a:pPr algn="just">
              <a:lnSpc>
                <a:spcPct val="150000"/>
              </a:lnSpc>
            </a:pPr>
            <a:r>
              <a:rPr lang="en-US" sz="2400" dirty="0">
                <a:latin typeface="Times New Roman" panose="02020603050405020304" pitchFamily="18" charset="0"/>
                <a:cs typeface="Times New Roman" panose="02020603050405020304" pitchFamily="18" charset="0"/>
              </a:rPr>
              <a:t>In His Speech On 11</a:t>
            </a:r>
            <a:r>
              <a:rPr lang="en-US" sz="2400" baseline="30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August 1947, Quaid-I-Azam Muhammad Ali Jinnah said</a:t>
            </a:r>
          </a:p>
          <a:p>
            <a:pPr algn="just">
              <a:lnSpc>
                <a:spcPct val="150000"/>
              </a:lnSpc>
            </a:pPr>
            <a:r>
              <a:rPr lang="en-US" sz="2400" dirty="0">
                <a:latin typeface="Times New Roman" panose="02020603050405020304" pitchFamily="18" charset="0"/>
                <a:cs typeface="Times New Roman" panose="02020603050405020304" pitchFamily="18" charset="0"/>
              </a:rPr>
              <a:t>“You are free to go to your temples, You are free to go to your mosques or any other place of worship in this State of Pakistan. You may belong to any religion, caste or creed that has nothing to do with the business of the State… we are starting with this fundamental principle that we are all citizens and equal citizens of one State”.</a:t>
            </a:r>
          </a:p>
          <a:p>
            <a:pPr algn="just">
              <a:lnSpc>
                <a:spcPct val="150000"/>
              </a:lnSpc>
            </a:pPr>
            <a:r>
              <a:rPr lang="en-US" sz="2400" dirty="0">
                <a:latin typeface="Times New Roman" panose="02020603050405020304" pitchFamily="18" charset="0"/>
                <a:cs typeface="Times New Roman" panose="02020603050405020304" pitchFamily="18" charset="0"/>
              </a:rPr>
              <a:t>“The constitution of Pakistan has yet to be framed by the constituent assembly. I don't know what the ultimate shape of this constitution is going to be but I am sure that it will be a democratic type, embodying the essential principles of Islam in any case Pakistan is not going to be Theocratic State to be ruled by priests with the divine vision. We have many non Muslims they enjoy the same rights and privileges as any other citizens”. (11</a:t>
            </a:r>
            <a:r>
              <a:rPr lang="en-US" sz="2400" baseline="30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August 1947) </a:t>
            </a:r>
          </a:p>
        </p:txBody>
      </p:sp>
    </p:spTree>
    <p:extLst>
      <p:ext uri="{BB962C8B-B14F-4D97-AF65-F5344CB8AC3E}">
        <p14:creationId xmlns:p14="http://schemas.microsoft.com/office/powerpoint/2010/main" val="2408435575"/>
      </p:ext>
    </p:extLst>
  </p:cSld>
  <p:clrMapOvr>
    <a:masterClrMapping/>
  </p:clrMapOvr>
  <mc:AlternateContent xmlns:mc="http://schemas.openxmlformats.org/markup-compatibility/2006" xmlns:p14="http://schemas.microsoft.com/office/powerpoint/2010/main">
    <mc:Choice Requires="p14">
      <p:transition spd="slow" p14:dur="2000" advTm="217934"/>
    </mc:Choice>
    <mc:Fallback xmlns="">
      <p:transition spd="slow" advTm="21793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3658C-4CEE-44B0-B709-CE8457803E4A}"/>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Islamic Socialism and Pakistan</a:t>
            </a:r>
          </a:p>
        </p:txBody>
      </p:sp>
      <p:sp>
        <p:nvSpPr>
          <p:cNvPr id="3" name="Content Placeholder 2">
            <a:extLst>
              <a:ext uri="{FF2B5EF4-FFF2-40B4-BE49-F238E27FC236}">
                <a16:creationId xmlns:a16="http://schemas.microsoft.com/office/drawing/2014/main" id="{E0F4D755-B04F-4087-ACB5-E8AF37788463}"/>
              </a:ext>
            </a:extLst>
          </p:cNvPr>
          <p:cNvSpPr>
            <a:spLocks noGrp="1"/>
          </p:cNvSpPr>
          <p:nvPr>
            <p:ph idx="1"/>
          </p:nvPr>
        </p:nvSpPr>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This Idea belong to Middle Eastern Politics of “Fundamentalist Circles” of Sayed Qutab and Mustafa Al Sibayi (1949)</a:t>
            </a:r>
          </a:p>
          <a:p>
            <a:pPr>
              <a:lnSpc>
                <a:spcPct val="150000"/>
              </a:lnSpc>
            </a:pPr>
            <a:r>
              <a:rPr lang="en-US" sz="2400" dirty="0">
                <a:latin typeface="Times New Roman" panose="02020603050405020304" pitchFamily="18" charset="0"/>
                <a:cs typeface="Times New Roman" panose="02020603050405020304" pitchFamily="18" charset="0"/>
              </a:rPr>
              <a:t>Quaid mentioned it as an Ideal in Chittagong on 26 March 1948</a:t>
            </a:r>
          </a:p>
          <a:p>
            <a:pPr>
              <a:lnSpc>
                <a:spcPct val="150000"/>
              </a:lnSpc>
            </a:pPr>
            <a:r>
              <a:rPr lang="en-US" sz="2400" dirty="0">
                <a:latin typeface="Times New Roman" panose="02020603050405020304" pitchFamily="18" charset="0"/>
                <a:cs typeface="Times New Roman" panose="02020603050405020304" pitchFamily="18" charset="0"/>
              </a:rPr>
              <a:t>Liaquat Ali Khan in Lahore on 3</a:t>
            </a:r>
            <a:r>
              <a:rPr lang="en-US" sz="2400" baseline="30000" dirty="0">
                <a:latin typeface="Times New Roman" panose="02020603050405020304" pitchFamily="18" charset="0"/>
                <a:cs typeface="Times New Roman" panose="02020603050405020304" pitchFamily="18" charset="0"/>
              </a:rPr>
              <a:t>rd</a:t>
            </a:r>
            <a:r>
              <a:rPr lang="en-US" sz="2400" dirty="0">
                <a:latin typeface="Times New Roman" panose="02020603050405020304" pitchFamily="18" charset="0"/>
                <a:cs typeface="Times New Roman" panose="02020603050405020304" pitchFamily="18" charset="0"/>
              </a:rPr>
              <a:t> September 1949 projected it as State Ideology “ For us there is one ‘ism’ that is ‘Islamic Socialism’.</a:t>
            </a:r>
          </a:p>
          <a:p>
            <a:pPr>
              <a:lnSpc>
                <a:spcPct val="150000"/>
              </a:lnSpc>
            </a:pPr>
            <a:r>
              <a:rPr lang="en-US" sz="2400" dirty="0">
                <a:latin typeface="Times New Roman" panose="02020603050405020304" pitchFamily="18" charset="0"/>
                <a:cs typeface="Times New Roman" panose="02020603050405020304" pitchFamily="18" charset="0"/>
              </a:rPr>
              <a:t>Fatima Jinnah in February 1951 said that ‘Islamic Socialism did not allow any class struggle’</a:t>
            </a:r>
          </a:p>
        </p:txBody>
      </p:sp>
    </p:spTree>
    <p:extLst>
      <p:ext uri="{BB962C8B-B14F-4D97-AF65-F5344CB8AC3E}">
        <p14:creationId xmlns:p14="http://schemas.microsoft.com/office/powerpoint/2010/main" val="74812520"/>
      </p:ext>
    </p:extLst>
  </p:cSld>
  <p:clrMapOvr>
    <a:masterClrMapping/>
  </p:clrMapOvr>
  <mc:AlternateContent xmlns:mc="http://schemas.openxmlformats.org/markup-compatibility/2006" xmlns:p14="http://schemas.microsoft.com/office/powerpoint/2010/main">
    <mc:Choice Requires="p14">
      <p:transition spd="slow" p14:dur="2000" advTm="334405"/>
    </mc:Choice>
    <mc:Fallback xmlns="">
      <p:transition spd="slow" advTm="33440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C6541-816D-4F44-8417-9828808D4B78}"/>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Islamic Socialism and Pakistan</a:t>
            </a:r>
            <a:endParaRPr lang="en-US" sz="4000" dirty="0"/>
          </a:p>
        </p:txBody>
      </p:sp>
      <p:sp>
        <p:nvSpPr>
          <p:cNvPr id="3" name="Content Placeholder 2">
            <a:extLst>
              <a:ext uri="{FF2B5EF4-FFF2-40B4-BE49-F238E27FC236}">
                <a16:creationId xmlns:a16="http://schemas.microsoft.com/office/drawing/2014/main" id="{124EC0AA-C5A6-44D8-94F9-99DD3751A1E8}"/>
              </a:ext>
            </a:extLst>
          </p:cNvPr>
          <p:cNvSpPr>
            <a:spLocks noGrp="1"/>
          </p:cNvSpPr>
          <p:nvPr>
            <p:ph idx="1"/>
          </p:nvPr>
        </p:nvSpPr>
        <p:spPr/>
        <p:txBody>
          <a:bodyPr>
            <a:normAutofit fontScale="92500" lnSpcReduction="20000"/>
          </a:bodyPr>
          <a:lstStyle/>
          <a:p>
            <a:pPr algn="just">
              <a:lnSpc>
                <a:spcPct val="150000"/>
              </a:lnSpc>
            </a:pPr>
            <a:r>
              <a:rPr lang="en-US" sz="2400" dirty="0">
                <a:latin typeface="Times New Roman" panose="02020603050405020304" pitchFamily="18" charset="0"/>
                <a:cs typeface="Times New Roman" panose="02020603050405020304" pitchFamily="18" charset="0"/>
              </a:rPr>
              <a:t>There are two question arises:</a:t>
            </a:r>
          </a:p>
          <a:p>
            <a:pPr algn="just">
              <a:lnSpc>
                <a:spcPct val="150000"/>
              </a:lnSpc>
            </a:pPr>
            <a:r>
              <a:rPr lang="en-US" sz="2400" dirty="0">
                <a:latin typeface="Times New Roman" panose="02020603050405020304" pitchFamily="18" charset="0"/>
                <a:cs typeface="Times New Roman" panose="02020603050405020304" pitchFamily="18" charset="0"/>
              </a:rPr>
              <a:t>How it is possible for leaders to differ on the need for an Islamic state, but we agree on Islamic socialism? </a:t>
            </a:r>
          </a:p>
          <a:p>
            <a:pPr algn="just">
              <a:lnSpc>
                <a:spcPct val="150000"/>
              </a:lnSpc>
            </a:pPr>
            <a:r>
              <a:rPr lang="en-US" sz="2400" dirty="0">
                <a:latin typeface="Times New Roman" panose="02020603050405020304" pitchFamily="18" charset="0"/>
                <a:cs typeface="Times New Roman" panose="02020603050405020304" pitchFamily="18" charset="0"/>
              </a:rPr>
              <a:t>Secondly, when there was a consensus among the founding generations, why was it never implemented? </a:t>
            </a:r>
          </a:p>
          <a:p>
            <a:pPr algn="just">
              <a:lnSpc>
                <a:spcPct val="150000"/>
              </a:lnSpc>
            </a:pPr>
            <a:r>
              <a:rPr lang="en-US" sz="2400" dirty="0">
                <a:latin typeface="Times New Roman" panose="02020603050405020304" pitchFamily="18" charset="0"/>
                <a:cs typeface="Times New Roman" panose="02020603050405020304" pitchFamily="18" charset="0"/>
              </a:rPr>
              <a:t>In the late 1960’s Z. A Bhutto (PPP) and Mulana Abdul Hamid Khan Bhashani (National Awami Party) raised the Slogans of Islamic Social against the movement to overthrow General Ayub Khan.</a:t>
            </a:r>
          </a:p>
          <a:p>
            <a:pPr algn="just">
              <a:lnSpc>
                <a:spcPct val="150000"/>
              </a:lnSpc>
            </a:pPr>
            <a:r>
              <a:rPr lang="en-US" sz="2400" dirty="0">
                <a:latin typeface="Times New Roman" panose="02020603050405020304" pitchFamily="18" charset="0"/>
                <a:cs typeface="Times New Roman" panose="02020603050405020304" pitchFamily="18" charset="0"/>
              </a:rPr>
              <a:t> In 1970, 122 Ulama issued a decree that the word Socialism is ‘</a:t>
            </a:r>
            <a:r>
              <a:rPr lang="en-US" sz="2400" i="1" dirty="0">
                <a:latin typeface="Times New Roman" panose="02020603050405020304" pitchFamily="18" charset="0"/>
                <a:cs typeface="Times New Roman" panose="02020603050405020304" pitchFamily="18" charset="0"/>
              </a:rPr>
              <a:t>Haram’ </a:t>
            </a:r>
            <a:r>
              <a:rPr lang="en-US" sz="2400" dirty="0">
                <a:latin typeface="Times New Roman" panose="02020603050405020304" pitchFamily="18" charset="0"/>
                <a:cs typeface="Times New Roman" panose="02020603050405020304" pitchFamily="18" charset="0"/>
              </a:rPr>
              <a:t>and contradictory to Islam.</a:t>
            </a:r>
            <a:endParaRPr lang="en-US"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5317986"/>
      </p:ext>
    </p:extLst>
  </p:cSld>
  <p:clrMapOvr>
    <a:masterClrMapping/>
  </p:clrMapOvr>
  <mc:AlternateContent xmlns:mc="http://schemas.openxmlformats.org/markup-compatibility/2006" xmlns:p14="http://schemas.microsoft.com/office/powerpoint/2010/main">
    <mc:Choice Requires="p14">
      <p:transition spd="slow" p14:dur="2000" advTm="179279"/>
    </mc:Choice>
    <mc:Fallback xmlns="">
      <p:transition spd="slow" advTm="17927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0ECD5-306C-4F95-9B5E-C6FE7C0B0654}"/>
              </a:ext>
            </a:extLst>
          </p:cNvPr>
          <p:cNvSpPr>
            <a:spLocks noGrp="1"/>
          </p:cNvSpPr>
          <p:nvPr>
            <p:ph type="title"/>
          </p:nvPr>
        </p:nvSpPr>
        <p:spPr/>
        <p:txBody>
          <a:bodyPr>
            <a:normAutofit fontScale="90000"/>
          </a:bodyPr>
          <a:lstStyle/>
          <a:p>
            <a:r>
              <a:rPr lang="en-US" sz="4000" dirty="0">
                <a:latin typeface="Times New Roman" panose="02020603050405020304" pitchFamily="18" charset="0"/>
                <a:cs typeface="Times New Roman" panose="02020603050405020304" pitchFamily="18" charset="0"/>
              </a:rPr>
              <a:t>Islamization and Enlightened Moderation </a:t>
            </a:r>
          </a:p>
        </p:txBody>
      </p:sp>
      <p:sp>
        <p:nvSpPr>
          <p:cNvPr id="3" name="Content Placeholder 2">
            <a:extLst>
              <a:ext uri="{FF2B5EF4-FFF2-40B4-BE49-F238E27FC236}">
                <a16:creationId xmlns:a16="http://schemas.microsoft.com/office/drawing/2014/main" id="{48BE6C24-4303-4629-BD81-A7F1A0D17DBA}"/>
              </a:ext>
            </a:extLst>
          </p:cNvPr>
          <p:cNvSpPr>
            <a:spLocks noGrp="1"/>
          </p:cNvSpPr>
          <p:nvPr>
            <p:ph idx="1"/>
          </p:nvPr>
        </p:nvSpPr>
        <p:spPr/>
        <p:txBody>
          <a:bodyPr>
            <a:normAutofit fontScale="92500"/>
          </a:bodyPr>
          <a:lstStyle/>
          <a:p>
            <a:pPr algn="just">
              <a:lnSpc>
                <a:spcPct val="150000"/>
              </a:lnSpc>
            </a:pPr>
            <a:r>
              <a:rPr lang="en-US" sz="2400" dirty="0">
                <a:latin typeface="Times New Roman" panose="02020603050405020304" pitchFamily="18" charset="0"/>
                <a:cs typeface="Times New Roman" panose="02020603050405020304" pitchFamily="18" charset="0"/>
              </a:rPr>
              <a:t>Pakistan National Alliance movement off 1970s to implement Nizam-</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-Mustafa.</a:t>
            </a:r>
          </a:p>
          <a:p>
            <a:pPr algn="just">
              <a:lnSpc>
                <a:spcPct val="150000"/>
              </a:lnSpc>
            </a:pPr>
            <a:r>
              <a:rPr lang="en-US" sz="2400" dirty="0">
                <a:latin typeface="Times New Roman" panose="02020603050405020304" pitchFamily="18" charset="0"/>
                <a:cs typeface="Times New Roman" panose="02020603050405020304" pitchFamily="18" charset="0"/>
              </a:rPr>
              <a:t>General Zia UL Haq staged stage a coup de ta in 1977 and the </a:t>
            </a:r>
            <a:r>
              <a:rPr lang="en-US" sz="2400">
                <a:latin typeface="Times New Roman" panose="02020603050405020304" pitchFamily="18" charset="0"/>
                <a:cs typeface="Times New Roman" panose="02020603050405020304" pitchFamily="18" charset="0"/>
              </a:rPr>
              <a:t>slogan of </a:t>
            </a:r>
            <a:r>
              <a:rPr lang="en-US" sz="2400" dirty="0">
                <a:latin typeface="Times New Roman" panose="02020603050405020304" pitchFamily="18" charset="0"/>
                <a:cs typeface="Times New Roman" panose="02020603050405020304" pitchFamily="18" charset="0"/>
              </a:rPr>
              <a:t>Pakistan National Alliance became the ideological base of his regime.</a:t>
            </a:r>
          </a:p>
          <a:p>
            <a:pPr algn="just">
              <a:lnSpc>
                <a:spcPct val="150000"/>
              </a:lnSpc>
            </a:pPr>
            <a:r>
              <a:rPr lang="en-US" sz="2400" dirty="0">
                <a:latin typeface="Times New Roman" panose="02020603050405020304" pitchFamily="18" charset="0"/>
                <a:cs typeface="Times New Roman" panose="02020603050405020304" pitchFamily="18" charset="0"/>
              </a:rPr>
              <a:t>Enlightened moderation was general Musharraf idea to get away from General Zia-Ul-Haq Islamization process that put Pakistan on the top list of religious violence in the shape sectarianism, Afghan Jihad and organization like Lashkar, TTP and other banned outfits. </a:t>
            </a:r>
          </a:p>
          <a:p>
            <a:pPr algn="just">
              <a:lnSpc>
                <a:spcPct val="150000"/>
              </a:lnSpc>
            </a:pPr>
            <a:r>
              <a:rPr lang="en-US" sz="2400" dirty="0">
                <a:latin typeface="Times New Roman" panose="02020603050405020304" pitchFamily="18" charset="0"/>
                <a:cs typeface="Times New Roman" panose="02020603050405020304" pitchFamily="18" charset="0"/>
              </a:rPr>
              <a:t>Musharraf wanted present the softer image of Islam by increasing women quota in parliament and other services of the State.  </a:t>
            </a:r>
          </a:p>
        </p:txBody>
      </p:sp>
    </p:spTree>
    <p:extLst>
      <p:ext uri="{BB962C8B-B14F-4D97-AF65-F5344CB8AC3E}">
        <p14:creationId xmlns:p14="http://schemas.microsoft.com/office/powerpoint/2010/main" val="787232440"/>
      </p:ext>
    </p:extLst>
  </p:cSld>
  <p:clrMapOvr>
    <a:masterClrMapping/>
  </p:clrMapOvr>
  <mc:AlternateContent xmlns:mc="http://schemas.openxmlformats.org/markup-compatibility/2006" xmlns:p14="http://schemas.microsoft.com/office/powerpoint/2010/main">
    <mc:Choice Requires="p14">
      <p:transition spd="slow" p14:dur="2000" advTm="342515"/>
    </mc:Choice>
    <mc:Fallback xmlns="">
      <p:transition spd="slow" advTm="342515"/>
    </mc:Fallback>
  </mc:AlternateContent>
</p:sld>
</file>

<file path=ppt/theme/theme1.xml><?xml version="1.0" encoding="utf-8"?>
<a:theme xmlns:a="http://schemas.openxmlformats.org/drawingml/2006/main" name="Floral Pattern by Slidesgo">
  <a:themeElements>
    <a:clrScheme name="Simple Light">
      <a:dk1>
        <a:srgbClr val="F8F5F1"/>
      </a:dk1>
      <a:lt1>
        <a:srgbClr val="324055"/>
      </a:lt1>
      <a:dk2>
        <a:srgbClr val="09537E"/>
      </a:dk2>
      <a:lt2>
        <a:srgbClr val="7A99A1"/>
      </a:lt2>
      <a:accent1>
        <a:srgbClr val="349390"/>
      </a:accent1>
      <a:accent2>
        <a:srgbClr val="1F847F"/>
      </a:accent2>
      <a:accent3>
        <a:srgbClr val="F8B687"/>
      </a:accent3>
      <a:accent4>
        <a:srgbClr val="EF9E67"/>
      </a:accent4>
      <a:accent5>
        <a:srgbClr val="EB6352"/>
      </a:accent5>
      <a:accent6>
        <a:srgbClr val="E2473B"/>
      </a:accent6>
      <a:hlink>
        <a:srgbClr val="3240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Floral Pattern by Slidesgo</Template>
  <TotalTime>265</TotalTime>
  <Words>863</Words>
  <Application>Microsoft Office PowerPoint</Application>
  <PresentationFormat>Widescreen</PresentationFormat>
  <Paragraphs>43</Paragraphs>
  <Slides>9</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9</vt:i4>
      </vt:variant>
    </vt:vector>
  </HeadingPairs>
  <TitlesOfParts>
    <vt:vector size="21" baseType="lpstr">
      <vt:lpstr>Amatic SC</vt:lpstr>
      <vt:lpstr>Arial</vt:lpstr>
      <vt:lpstr>Bahiana</vt:lpstr>
      <vt:lpstr>Didact Gothic</vt:lpstr>
      <vt:lpstr>Fira Sans Extra Condensed Medium</vt:lpstr>
      <vt:lpstr>Muli</vt:lpstr>
      <vt:lpstr>Proxima Nova</vt:lpstr>
      <vt:lpstr>Proxima Nova Semibold</vt:lpstr>
      <vt:lpstr>Roboto Slab</vt:lpstr>
      <vt:lpstr>Times New Roman</vt:lpstr>
      <vt:lpstr>Floral Pattern by Slidesgo</vt:lpstr>
      <vt:lpstr>Slidesgo Final Pages</vt:lpstr>
      <vt:lpstr>Ideology of Pakistan </vt:lpstr>
      <vt:lpstr>Defining Ideology </vt:lpstr>
      <vt:lpstr>Defining Ideology </vt:lpstr>
      <vt:lpstr>Islamic Ideology </vt:lpstr>
      <vt:lpstr>Ideology of Pakistan</vt:lpstr>
      <vt:lpstr>Quaid speech to the 1st Constituent Assembly</vt:lpstr>
      <vt:lpstr>Islamic Socialism and Pakistan</vt:lpstr>
      <vt:lpstr>Islamic Socialism and Pakistan</vt:lpstr>
      <vt:lpstr>Islamization and Enlightened Moderation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Ideology of Pakistan</dc:title>
  <dc:creator>Sara Gurchani</dc:creator>
  <cp:lastModifiedBy>Sara Gurchani</cp:lastModifiedBy>
  <cp:revision>47</cp:revision>
  <dcterms:created xsi:type="dcterms:W3CDTF">2020-05-03T17:48:17Z</dcterms:created>
  <dcterms:modified xsi:type="dcterms:W3CDTF">2022-01-13T09:59:14Z</dcterms:modified>
</cp:coreProperties>
</file>