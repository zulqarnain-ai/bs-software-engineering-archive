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comment1.xml" ContentType="application/vnd.openxmlformats-officedocument.presentationml.comments+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8"/>
  </p:notesMasterIdLst>
  <p:sldIdLst>
    <p:sldId id="256" r:id="rId2"/>
    <p:sldId id="257" r:id="rId3"/>
    <p:sldId id="258" r:id="rId4"/>
    <p:sldId id="259" r:id="rId5"/>
    <p:sldId id="260" r:id="rId6"/>
    <p:sldId id="261" r:id="rId7"/>
    <p:sldId id="284" r:id="rId8"/>
    <p:sldId id="285" r:id="rId9"/>
    <p:sldId id="266" r:id="rId10"/>
    <p:sldId id="267" r:id="rId11"/>
    <p:sldId id="268" r:id="rId12"/>
    <p:sldId id="269" r:id="rId13"/>
    <p:sldId id="287" r:id="rId14"/>
    <p:sldId id="289" r:id="rId15"/>
    <p:sldId id="290" r:id="rId16"/>
    <p:sldId id="291" r:id="rId17"/>
    <p:sldId id="292" r:id="rId18"/>
    <p:sldId id="276" r:id="rId19"/>
    <p:sldId id="293" r:id="rId20"/>
    <p:sldId id="294" r:id="rId21"/>
    <p:sldId id="279" r:id="rId22"/>
    <p:sldId id="297" r:id="rId23"/>
    <p:sldId id="299" r:id="rId24"/>
    <p:sldId id="300" r:id="rId25"/>
    <p:sldId id="298" r:id="rId26"/>
    <p:sldId id="301"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Y PC" initials="MP" lastIdx="1" clrIdx="0">
    <p:extLst>
      <p:ext uri="{19B8F6BF-5375-455C-9EA6-DF929625EA0E}">
        <p15:presenceInfo xmlns:p15="http://schemas.microsoft.com/office/powerpoint/2012/main" userId="MY PC"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3070" autoAdjust="0"/>
  </p:normalViewPr>
  <p:slideViewPr>
    <p:cSldViewPr snapToGrid="0">
      <p:cViewPr varScale="1">
        <p:scale>
          <a:sx n="49" d="100"/>
          <a:sy n="49" d="100"/>
        </p:scale>
        <p:origin x="1312"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2-09-19T12:54:03.054" idx="1">
    <p:pos x="10" y="10"/>
    <p:text/>
    <p:extLst>
      <p:ext uri="{C676402C-5697-4E1C-873F-D02D1690AC5C}">
        <p15:threadingInfo xmlns:p15="http://schemas.microsoft.com/office/powerpoint/2012/main" timeZoneBias="-30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D5ACA5-D32E-4AF2-BE62-C2495DECB40F}" type="datetimeFigureOut">
              <a:rPr lang="en-US" smtClean="0"/>
              <a:t>2/16/2023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97A74F-A1C3-4668-A012-1929C1124F7A}" type="slidenum">
              <a:rPr lang="en-US" smtClean="0"/>
              <a:t>‹#›</a:t>
            </a:fld>
            <a:endParaRPr lang="en-US"/>
          </a:p>
        </p:txBody>
      </p:sp>
    </p:spTree>
    <p:extLst>
      <p:ext uri="{BB962C8B-B14F-4D97-AF65-F5344CB8AC3E}">
        <p14:creationId xmlns:p14="http://schemas.microsoft.com/office/powerpoint/2010/main" val="14752774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597A74F-A1C3-4668-A012-1929C1124F7A}" type="slidenum">
              <a:rPr lang="en-US" smtClean="0"/>
              <a:t>1</a:t>
            </a:fld>
            <a:endParaRPr lang="en-US"/>
          </a:p>
        </p:txBody>
      </p:sp>
    </p:spTree>
    <p:extLst>
      <p:ext uri="{BB962C8B-B14F-4D97-AF65-F5344CB8AC3E}">
        <p14:creationId xmlns:p14="http://schemas.microsoft.com/office/powerpoint/2010/main" val="17715133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597A74F-A1C3-4668-A012-1929C1124F7A}" type="slidenum">
              <a:rPr lang="en-US" smtClean="0"/>
              <a:t>5</a:t>
            </a:fld>
            <a:endParaRPr lang="en-US"/>
          </a:p>
        </p:txBody>
      </p:sp>
    </p:spTree>
    <p:extLst>
      <p:ext uri="{BB962C8B-B14F-4D97-AF65-F5344CB8AC3E}">
        <p14:creationId xmlns:p14="http://schemas.microsoft.com/office/powerpoint/2010/main" val="4562362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Agile Core principles :</a:t>
            </a:r>
          </a:p>
          <a:p>
            <a:r>
              <a:rPr lang="en-US" sz="1200" b="0" i="0" kern="1200" dirty="0">
                <a:solidFill>
                  <a:schemeClr val="tx1"/>
                </a:solidFill>
                <a:effectLst/>
                <a:latin typeface="+mn-lt"/>
                <a:ea typeface="+mn-ea"/>
                <a:cs typeface="+mn-cs"/>
              </a:rPr>
              <a:t>individuals and interactions over processes and tools;</a:t>
            </a:r>
          </a:p>
          <a:p>
            <a:r>
              <a:rPr lang="en-US" sz="1200" b="0" i="0" kern="1200" dirty="0">
                <a:solidFill>
                  <a:schemeClr val="tx1"/>
                </a:solidFill>
                <a:effectLst/>
                <a:latin typeface="+mn-lt"/>
                <a:ea typeface="+mn-ea"/>
                <a:cs typeface="+mn-cs"/>
              </a:rPr>
              <a:t>working software over comprehensive documentation;</a:t>
            </a:r>
          </a:p>
          <a:p>
            <a:r>
              <a:rPr lang="en-US" sz="1200" b="0" i="0" kern="1200" dirty="0">
                <a:solidFill>
                  <a:schemeClr val="tx1"/>
                </a:solidFill>
                <a:effectLst/>
                <a:latin typeface="+mn-lt"/>
                <a:ea typeface="+mn-ea"/>
                <a:cs typeface="+mn-cs"/>
              </a:rPr>
              <a:t>customer collaboration over contract negotiation; and.</a:t>
            </a:r>
          </a:p>
          <a:p>
            <a:r>
              <a:rPr lang="en-US" sz="1200" b="0" i="0" kern="1200" dirty="0">
                <a:solidFill>
                  <a:schemeClr val="tx1"/>
                </a:solidFill>
                <a:effectLst/>
                <a:latin typeface="+mn-lt"/>
                <a:ea typeface="+mn-ea"/>
                <a:cs typeface="+mn-cs"/>
              </a:rPr>
              <a:t>responding to change over following a plan.</a:t>
            </a:r>
          </a:p>
          <a:p>
            <a:endParaRPr lang="en-US" dirty="0"/>
          </a:p>
        </p:txBody>
      </p:sp>
      <p:sp>
        <p:nvSpPr>
          <p:cNvPr id="4" name="Slide Number Placeholder 3"/>
          <p:cNvSpPr>
            <a:spLocks noGrp="1"/>
          </p:cNvSpPr>
          <p:nvPr>
            <p:ph type="sldNum" sz="quarter" idx="10"/>
          </p:nvPr>
        </p:nvSpPr>
        <p:spPr/>
        <p:txBody>
          <a:bodyPr/>
          <a:lstStyle/>
          <a:p>
            <a:fld id="{8597A74F-A1C3-4668-A012-1929C1124F7A}" type="slidenum">
              <a:rPr lang="en-US" smtClean="0"/>
              <a:t>22</a:t>
            </a:fld>
            <a:endParaRPr lang="en-US"/>
          </a:p>
        </p:txBody>
      </p:sp>
    </p:spTree>
    <p:extLst>
      <p:ext uri="{BB962C8B-B14F-4D97-AF65-F5344CB8AC3E}">
        <p14:creationId xmlns:p14="http://schemas.microsoft.com/office/powerpoint/2010/main" val="64589034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C35A0BBB-6A93-4EAF-A830-32EACCE2B11B}" type="datetime1">
              <a:rPr lang="en-US" smtClean="0"/>
              <a:t>2/16/2023</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29991EE6-4969-4C15-AA4F-249D764823C9}" type="slidenum">
              <a:rPr lang="en-US" smtClean="0"/>
              <a:t>‹#›</a:t>
            </a:fld>
            <a:endParaRPr lang="en-US"/>
          </a:p>
        </p:txBody>
      </p:sp>
    </p:spTree>
    <p:extLst>
      <p:ext uri="{BB962C8B-B14F-4D97-AF65-F5344CB8AC3E}">
        <p14:creationId xmlns:p14="http://schemas.microsoft.com/office/powerpoint/2010/main" val="30135942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48AFACB-8E70-4849-AD42-0AF9A573D16F}" type="datetime1">
              <a:rPr lang="en-US" smtClean="0"/>
              <a:t>2/16/2023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991EE6-4969-4C15-AA4F-249D764823C9}" type="slidenum">
              <a:rPr lang="en-US" smtClean="0"/>
              <a:t>‹#›</a:t>
            </a:fld>
            <a:endParaRPr lang="en-US"/>
          </a:p>
        </p:txBody>
      </p:sp>
    </p:spTree>
    <p:extLst>
      <p:ext uri="{BB962C8B-B14F-4D97-AF65-F5344CB8AC3E}">
        <p14:creationId xmlns:p14="http://schemas.microsoft.com/office/powerpoint/2010/main" val="36285161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85DB253-9B46-485A-9C15-5908DA1CA64E}" type="datetime1">
              <a:rPr lang="en-US" smtClean="0"/>
              <a:t>2/16/2023</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29991EE6-4969-4C15-AA4F-249D764823C9}" type="slidenum">
              <a:rPr lang="en-US" smtClean="0"/>
              <a:t>‹#›</a:t>
            </a:fld>
            <a:endParaRPr lang="en-US"/>
          </a:p>
        </p:txBody>
      </p:sp>
    </p:spTree>
    <p:extLst>
      <p:ext uri="{BB962C8B-B14F-4D97-AF65-F5344CB8AC3E}">
        <p14:creationId xmlns:p14="http://schemas.microsoft.com/office/powerpoint/2010/main" val="7347668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DF8718A-08CE-48E7-B62C-26C9D1204EAB}" type="datetime1">
              <a:rPr lang="en-US" smtClean="0"/>
              <a:t>2/16/2023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991EE6-4969-4C15-AA4F-249D764823C9}" type="slidenum">
              <a:rPr lang="en-US" smtClean="0"/>
              <a:t>‹#›</a:t>
            </a:fld>
            <a:endParaRPr lang="en-US"/>
          </a:p>
        </p:txBody>
      </p:sp>
    </p:spTree>
    <p:extLst>
      <p:ext uri="{BB962C8B-B14F-4D97-AF65-F5344CB8AC3E}">
        <p14:creationId xmlns:p14="http://schemas.microsoft.com/office/powerpoint/2010/main" val="2957628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35F2963-C5B7-47AB-B0BB-00B2B46DE32A}" type="datetime1">
              <a:rPr lang="en-US" smtClean="0"/>
              <a:t>2/16/2023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9991EE6-4969-4C15-AA4F-249D764823C9}" type="slidenum">
              <a:rPr lang="en-US" smtClean="0"/>
              <a:t>‹#›</a:t>
            </a:fld>
            <a:endParaRPr lang="en-US"/>
          </a:p>
        </p:txBody>
      </p:sp>
    </p:spTree>
    <p:extLst>
      <p:ext uri="{BB962C8B-B14F-4D97-AF65-F5344CB8AC3E}">
        <p14:creationId xmlns:p14="http://schemas.microsoft.com/office/powerpoint/2010/main" val="21161958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16FDA1C-1B1A-4D6B-A103-66DBB03F70C4}" type="datetime1">
              <a:rPr lang="en-US" smtClean="0"/>
              <a:t>2/16/2023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9991EE6-4969-4C15-AA4F-249D764823C9}" type="slidenum">
              <a:rPr lang="en-US" smtClean="0"/>
              <a:t>‹#›</a:t>
            </a:fld>
            <a:endParaRPr lang="en-US"/>
          </a:p>
        </p:txBody>
      </p:sp>
    </p:spTree>
    <p:extLst>
      <p:ext uri="{BB962C8B-B14F-4D97-AF65-F5344CB8AC3E}">
        <p14:creationId xmlns:p14="http://schemas.microsoft.com/office/powerpoint/2010/main" val="2688414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F695083-451D-48E8-9725-E6D5671E35B0}" type="datetime1">
              <a:rPr lang="en-US" smtClean="0"/>
              <a:t>2/16/2023</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29991EE6-4969-4C15-AA4F-249D764823C9}" type="slidenum">
              <a:rPr lang="en-US" smtClean="0"/>
              <a:t>‹#›</a:t>
            </a:fld>
            <a:endParaRPr lang="en-US"/>
          </a:p>
        </p:txBody>
      </p:sp>
    </p:spTree>
    <p:extLst>
      <p:ext uri="{BB962C8B-B14F-4D97-AF65-F5344CB8AC3E}">
        <p14:creationId xmlns:p14="http://schemas.microsoft.com/office/powerpoint/2010/main" val="40659254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3B69905-0663-493C-878A-0A76D89DB9E8}" type="datetime1">
              <a:rPr lang="en-US" smtClean="0"/>
              <a:t>2/16/2023</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29991EE6-4969-4C15-AA4F-249D764823C9}" type="slidenum">
              <a:rPr lang="en-US" smtClean="0"/>
              <a:t>‹#›</a:t>
            </a:fld>
            <a:endParaRPr lang="en-US"/>
          </a:p>
        </p:txBody>
      </p:sp>
    </p:spTree>
    <p:extLst>
      <p:ext uri="{BB962C8B-B14F-4D97-AF65-F5344CB8AC3E}">
        <p14:creationId xmlns:p14="http://schemas.microsoft.com/office/powerpoint/2010/main" val="25704850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9E1F47F-0B7F-44A6-8D24-ECAA45C4A497}" type="datetime1">
              <a:rPr lang="en-US" smtClean="0"/>
              <a:t>2/16/2023</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29991EE6-4969-4C15-AA4F-249D764823C9}" type="slidenum">
              <a:rPr lang="en-US" smtClean="0"/>
              <a:t>‹#›</a:t>
            </a:fld>
            <a:endParaRPr lang="en-US"/>
          </a:p>
        </p:txBody>
      </p:sp>
    </p:spTree>
    <p:extLst>
      <p:ext uri="{BB962C8B-B14F-4D97-AF65-F5344CB8AC3E}">
        <p14:creationId xmlns:p14="http://schemas.microsoft.com/office/powerpoint/2010/main" val="1932003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007B423-F271-4BC7-B375-F03938D53493}" type="datetime1">
              <a:rPr lang="en-US" smtClean="0"/>
              <a:t>2/16/2023</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29991EE6-4969-4C15-AA4F-249D764823C9}" type="slidenum">
              <a:rPr lang="en-US" smtClean="0"/>
              <a:t>‹#›</a:t>
            </a:fld>
            <a:endParaRPr lang="en-US"/>
          </a:p>
        </p:txBody>
      </p:sp>
    </p:spTree>
    <p:extLst>
      <p:ext uri="{BB962C8B-B14F-4D97-AF65-F5344CB8AC3E}">
        <p14:creationId xmlns:p14="http://schemas.microsoft.com/office/powerpoint/2010/main" val="15497604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9E48475-97A6-4BC8-B32E-DD38E48B2E45}" type="datetime1">
              <a:rPr lang="en-US" smtClean="0"/>
              <a:t>2/16/2023</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29991EE6-4969-4C15-AA4F-249D764823C9}" type="slidenum">
              <a:rPr lang="en-US" smtClean="0"/>
              <a:t>‹#›</a:t>
            </a:fld>
            <a:endParaRPr lang="en-US"/>
          </a:p>
        </p:txBody>
      </p:sp>
    </p:spTree>
    <p:extLst>
      <p:ext uri="{BB962C8B-B14F-4D97-AF65-F5344CB8AC3E}">
        <p14:creationId xmlns:p14="http://schemas.microsoft.com/office/powerpoint/2010/main" val="37517975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3B86433-1CEC-49EA-A5E0-03437F913A92}" type="datetime1">
              <a:rPr lang="en-US" smtClean="0"/>
              <a:t>2/16/2023</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29991EE6-4969-4C15-AA4F-249D764823C9}" type="slidenum">
              <a:rPr lang="en-US" smtClean="0"/>
              <a:t>‹#›</a:t>
            </a:fld>
            <a:endParaRPr lang="en-US"/>
          </a:p>
        </p:txBody>
      </p:sp>
    </p:spTree>
    <p:extLst>
      <p:ext uri="{BB962C8B-B14F-4D97-AF65-F5344CB8AC3E}">
        <p14:creationId xmlns:p14="http://schemas.microsoft.com/office/powerpoint/2010/main" val="13012314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546D16D-AD94-469F-9CF3-0889453E0437}" type="datetime1">
              <a:rPr lang="en-US" smtClean="0"/>
              <a:t>2/16/2023</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29991EE6-4969-4C15-AA4F-249D764823C9}" type="slidenum">
              <a:rPr lang="en-US" smtClean="0"/>
              <a:t>‹#›</a:t>
            </a:fld>
            <a:endParaRPr lang="en-US"/>
          </a:p>
        </p:txBody>
      </p:sp>
    </p:spTree>
    <p:extLst>
      <p:ext uri="{BB962C8B-B14F-4D97-AF65-F5344CB8AC3E}">
        <p14:creationId xmlns:p14="http://schemas.microsoft.com/office/powerpoint/2010/main" val="8889839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42D499B3-5869-423E-A9F4-32FE99F0F1FC}" type="datetime1">
              <a:rPr lang="en-US" smtClean="0"/>
              <a:t>2/16/2023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9991EE6-4969-4C15-AA4F-249D764823C9}" type="slidenum">
              <a:rPr lang="en-US" smtClean="0"/>
              <a:t>‹#›</a:t>
            </a:fld>
            <a:endParaRPr lang="en-US"/>
          </a:p>
        </p:txBody>
      </p:sp>
    </p:spTree>
    <p:extLst>
      <p:ext uri="{BB962C8B-B14F-4D97-AF65-F5344CB8AC3E}">
        <p14:creationId xmlns:p14="http://schemas.microsoft.com/office/powerpoint/2010/main" val="9817753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AF470894-1018-4E0D-BBF9-4BCB59F4151B}" type="datetime1">
              <a:rPr lang="en-US" smtClean="0"/>
              <a:t>2/16/2023</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29991EE6-4969-4C15-AA4F-249D764823C9}" type="slidenum">
              <a:rPr lang="en-US" smtClean="0"/>
              <a:t>‹#›</a:t>
            </a:fld>
            <a:endParaRPr lang="en-US"/>
          </a:p>
        </p:txBody>
      </p:sp>
    </p:spTree>
    <p:extLst>
      <p:ext uri="{BB962C8B-B14F-4D97-AF65-F5344CB8AC3E}">
        <p14:creationId xmlns:p14="http://schemas.microsoft.com/office/powerpoint/2010/main" val="18135539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BBC86676-D6DD-4947-AB27-C711EA187F85}" type="datetime1">
              <a:rPr lang="en-US" smtClean="0"/>
              <a:t>2/16/2023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991EE6-4969-4C15-AA4F-249D764823C9}" type="slidenum">
              <a:rPr lang="en-US" smtClean="0"/>
              <a:t>‹#›</a:t>
            </a:fld>
            <a:endParaRPr lang="en-US"/>
          </a:p>
        </p:txBody>
      </p:sp>
    </p:spTree>
    <p:extLst>
      <p:ext uri="{BB962C8B-B14F-4D97-AF65-F5344CB8AC3E}">
        <p14:creationId xmlns:p14="http://schemas.microsoft.com/office/powerpoint/2010/main" val="21884427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39F79D52-9BED-482A-8856-6FED4B1E5CAE}" type="datetime1">
              <a:rPr lang="en-US" smtClean="0"/>
              <a:t>2/16/2023</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29991EE6-4969-4C15-AA4F-249D764823C9}" type="slidenum">
              <a:rPr lang="en-US" smtClean="0"/>
              <a:t>‹#›</a:t>
            </a:fld>
            <a:endParaRPr lang="en-US"/>
          </a:p>
        </p:txBody>
      </p:sp>
    </p:spTree>
    <p:extLst>
      <p:ext uri="{BB962C8B-B14F-4D97-AF65-F5344CB8AC3E}">
        <p14:creationId xmlns:p14="http://schemas.microsoft.com/office/powerpoint/2010/main" val="5966884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50925DCA-648E-4586-83A6-785E25B01F41}" type="datetime1">
              <a:rPr lang="en-US" smtClean="0"/>
              <a:t>2/16/2023</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29991EE6-4969-4C15-AA4F-249D764823C9}" type="slidenum">
              <a:rPr lang="en-US" smtClean="0"/>
              <a:t>‹#›</a:t>
            </a:fld>
            <a:endParaRPr lang="en-US"/>
          </a:p>
        </p:txBody>
      </p:sp>
    </p:spTree>
    <p:extLst>
      <p:ext uri="{BB962C8B-B14F-4D97-AF65-F5344CB8AC3E}">
        <p14:creationId xmlns:p14="http://schemas.microsoft.com/office/powerpoint/2010/main" val="172145903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hf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jpe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image" Target="../media/image17.jpe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21.jpe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image" Target="../media/image20.jpeg"/><Relationship Id="rId2"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Introduction to Software Development Aspects</a:t>
            </a:r>
          </a:p>
        </p:txBody>
      </p:sp>
      <p:sp>
        <p:nvSpPr>
          <p:cNvPr id="3" name="Subtitle 2"/>
          <p:cNvSpPr>
            <a:spLocks noGrp="1"/>
          </p:cNvSpPr>
          <p:nvPr>
            <p:ph type="subTitle" idx="1"/>
          </p:nvPr>
        </p:nvSpPr>
        <p:spPr/>
        <p:txBody>
          <a:bodyPr/>
          <a:lstStyle/>
          <a:p>
            <a:r>
              <a:rPr lang="en-US" dirty="0"/>
              <a:t>Chapter2-Software Engineering by Ian </a:t>
            </a:r>
            <a:r>
              <a:rPr lang="en-US" dirty="0" err="1"/>
              <a:t>Sommerville</a:t>
            </a:r>
            <a:endParaRPr lang="en-US" dirty="0"/>
          </a:p>
        </p:txBody>
      </p:sp>
      <p:sp>
        <p:nvSpPr>
          <p:cNvPr id="4" name="Slide Number Placeholder 3"/>
          <p:cNvSpPr>
            <a:spLocks noGrp="1"/>
          </p:cNvSpPr>
          <p:nvPr>
            <p:ph type="sldNum" sz="quarter" idx="12"/>
          </p:nvPr>
        </p:nvSpPr>
        <p:spPr/>
        <p:txBody>
          <a:bodyPr/>
          <a:lstStyle/>
          <a:p>
            <a:fld id="{29991EE6-4969-4C15-AA4F-249D764823C9}" type="slidenum">
              <a:rPr lang="en-US" smtClean="0"/>
              <a:t>1</a:t>
            </a:fld>
            <a:endParaRPr lang="en-US"/>
          </a:p>
        </p:txBody>
      </p:sp>
    </p:spTree>
    <p:extLst>
      <p:ext uri="{BB962C8B-B14F-4D97-AF65-F5344CB8AC3E}">
        <p14:creationId xmlns:p14="http://schemas.microsoft.com/office/powerpoint/2010/main" val="6718863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3425" y="679572"/>
            <a:ext cx="7633742" cy="1492132"/>
          </a:xfrm>
        </p:spPr>
        <p:txBody>
          <a:bodyPr/>
          <a:lstStyle/>
          <a:p>
            <a:r>
              <a:rPr lang="en-US" dirty="0"/>
              <a:t>Software Engineering</a:t>
            </a:r>
          </a:p>
        </p:txBody>
      </p:sp>
      <p:sp>
        <p:nvSpPr>
          <p:cNvPr id="3" name="Content Placeholder 2"/>
          <p:cNvSpPr>
            <a:spLocks noGrp="1"/>
          </p:cNvSpPr>
          <p:nvPr>
            <p:ph idx="1"/>
          </p:nvPr>
        </p:nvSpPr>
        <p:spPr>
          <a:xfrm>
            <a:off x="528047" y="1719263"/>
            <a:ext cx="10662692" cy="3829050"/>
          </a:xfrm>
        </p:spPr>
        <p:txBody>
          <a:bodyPr>
            <a:noAutofit/>
          </a:bodyPr>
          <a:lstStyle/>
          <a:p>
            <a:pPr>
              <a:buNone/>
            </a:pPr>
            <a:endParaRPr lang="en-US" dirty="0"/>
          </a:p>
          <a:p>
            <a:pPr>
              <a:buNone/>
            </a:pPr>
            <a:endParaRPr lang="en-US" dirty="0"/>
          </a:p>
          <a:p>
            <a:pPr>
              <a:buNone/>
            </a:pPr>
            <a:endParaRPr lang="en-US" dirty="0"/>
          </a:p>
          <a:p>
            <a:pPr>
              <a:buNone/>
            </a:pPr>
            <a:r>
              <a:rPr lang="en-US" b="1" dirty="0"/>
              <a:t>      </a:t>
            </a:r>
            <a:r>
              <a:rPr lang="en-US" sz="3200" b="1" dirty="0">
                <a:latin typeface="Times New Roman" panose="02020603050405020304" pitchFamily="18" charset="0"/>
                <a:cs typeface="Times New Roman" panose="02020603050405020304" pitchFamily="18" charset="0"/>
              </a:rPr>
              <a:t>Software engineering is an engineering discipline that is concerned with all aspects of software production from the early stages of system specification to maintaining the system after it has gone into use</a:t>
            </a:r>
            <a:r>
              <a:rPr lang="en-US" b="1" dirty="0"/>
              <a:t>. </a:t>
            </a:r>
          </a:p>
          <a:p>
            <a:pPr>
              <a:buNone/>
            </a:pPr>
            <a:r>
              <a:rPr lang="en-US" dirty="0"/>
              <a:t>   </a:t>
            </a:r>
          </a:p>
        </p:txBody>
      </p:sp>
      <p:sp>
        <p:nvSpPr>
          <p:cNvPr id="4" name="Slide Number Placeholder 3"/>
          <p:cNvSpPr>
            <a:spLocks noGrp="1"/>
          </p:cNvSpPr>
          <p:nvPr>
            <p:ph type="sldNum" sz="quarter" idx="12"/>
          </p:nvPr>
        </p:nvSpPr>
        <p:spPr/>
        <p:txBody>
          <a:bodyPr/>
          <a:lstStyle/>
          <a:p>
            <a:fld id="{29991EE6-4969-4C15-AA4F-249D764823C9}" type="slidenum">
              <a:rPr lang="en-US" smtClean="0"/>
              <a:t>2</a:t>
            </a:fld>
            <a:endParaRPr lang="en-US"/>
          </a:p>
        </p:txBody>
      </p:sp>
    </p:spTree>
    <p:extLst>
      <p:ext uri="{BB962C8B-B14F-4D97-AF65-F5344CB8AC3E}">
        <p14:creationId xmlns:p14="http://schemas.microsoft.com/office/powerpoint/2010/main" val="28075654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Characteristics of A GOOD SOFTWARE</a:t>
            </a:r>
          </a:p>
        </p:txBody>
      </p:sp>
      <p:pic>
        <p:nvPicPr>
          <p:cNvPr id="1026" name="Picture 2"/>
          <p:cNvPicPr>
            <a:picLocks noGrp="1" noChangeAspect="1" noChangeArrowheads="1"/>
          </p:cNvPicPr>
          <p:nvPr>
            <p:ph idx="1"/>
          </p:nvPr>
        </p:nvPicPr>
        <p:blipFill>
          <a:blip r:embed="rId2"/>
          <a:stretch>
            <a:fillRect/>
          </a:stretch>
        </p:blipFill>
        <p:spPr bwMode="auto">
          <a:xfrm>
            <a:off x="2279737" y="2374899"/>
            <a:ext cx="7372716" cy="34163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29991EE6-4969-4C15-AA4F-249D764823C9}" type="slidenum">
              <a:rPr lang="en-US" smtClean="0"/>
              <a:t>3</a:t>
            </a:fld>
            <a:endParaRPr lang="en-US"/>
          </a:p>
        </p:txBody>
      </p:sp>
    </p:spTree>
    <p:extLst>
      <p:ext uri="{BB962C8B-B14F-4D97-AF65-F5344CB8AC3E}">
        <p14:creationId xmlns:p14="http://schemas.microsoft.com/office/powerpoint/2010/main" val="11681663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19350" y="679572"/>
            <a:ext cx="7162800" cy="1367041"/>
          </a:xfrm>
          <a:prstGeom prst="rect">
            <a:avLst/>
          </a:prstGeom>
        </p:spPr>
        <p:txBody>
          <a:bodyPr vert="horz" wrap="square" lIns="0" tIns="12700" rIns="0" bIns="0" rtlCol="0" anchor="ctr">
            <a:spAutoFit/>
          </a:bodyPr>
          <a:lstStyle/>
          <a:p>
            <a:pPr marL="2251075" marR="5080" indent="-2239010">
              <a:lnSpc>
                <a:spcPct val="100000"/>
              </a:lnSpc>
              <a:spcBef>
                <a:spcPts val="100"/>
              </a:spcBef>
            </a:pPr>
            <a:r>
              <a:rPr spc="-5" dirty="0"/>
              <a:t>The Software</a:t>
            </a:r>
            <a:r>
              <a:rPr spc="-80" dirty="0"/>
              <a:t> </a:t>
            </a:r>
            <a:r>
              <a:rPr dirty="0"/>
              <a:t>Development  </a:t>
            </a:r>
            <a:r>
              <a:rPr spc="-5" dirty="0"/>
              <a:t>Process</a:t>
            </a:r>
          </a:p>
        </p:txBody>
      </p:sp>
      <p:sp>
        <p:nvSpPr>
          <p:cNvPr id="3" name="object 3"/>
          <p:cNvSpPr txBox="1"/>
          <p:nvPr/>
        </p:nvSpPr>
        <p:spPr>
          <a:xfrm>
            <a:off x="2061344" y="3219451"/>
            <a:ext cx="9015095" cy="2167260"/>
          </a:xfrm>
          <a:prstGeom prst="rect">
            <a:avLst/>
          </a:prstGeom>
        </p:spPr>
        <p:txBody>
          <a:bodyPr vert="horz" wrap="square" lIns="0" tIns="12700" rIns="0" bIns="0" rtlCol="0">
            <a:spAutoFit/>
          </a:bodyPr>
          <a:lstStyle/>
          <a:p>
            <a:pPr marL="174625" marR="36195" indent="-162560">
              <a:spcBef>
                <a:spcPts val="100"/>
              </a:spcBef>
            </a:pPr>
            <a:r>
              <a:rPr sz="2400" i="1" dirty="0">
                <a:latin typeface="Times New Roman"/>
                <a:cs typeface="Times New Roman"/>
              </a:rPr>
              <a:t>"</a:t>
            </a:r>
            <a:r>
              <a:rPr sz="3200" i="1" dirty="0">
                <a:latin typeface="Times New Roman"/>
                <a:cs typeface="Times New Roman"/>
              </a:rPr>
              <a:t>It is better not to </a:t>
            </a:r>
            <a:r>
              <a:rPr sz="3200" i="1" spc="-5" dirty="0">
                <a:latin typeface="Times New Roman"/>
                <a:cs typeface="Times New Roman"/>
              </a:rPr>
              <a:t>proceed </a:t>
            </a:r>
            <a:r>
              <a:rPr sz="3200" i="1" dirty="0">
                <a:latin typeface="Times New Roman"/>
                <a:cs typeface="Times New Roman"/>
              </a:rPr>
              <a:t>at all, than</a:t>
            </a:r>
            <a:r>
              <a:rPr sz="3200" i="1" spc="-60" dirty="0">
                <a:latin typeface="Times New Roman"/>
                <a:cs typeface="Times New Roman"/>
              </a:rPr>
              <a:t> </a:t>
            </a:r>
            <a:r>
              <a:rPr sz="3200" i="1" dirty="0">
                <a:latin typeface="Times New Roman"/>
                <a:cs typeface="Times New Roman"/>
              </a:rPr>
              <a:t>to  </a:t>
            </a:r>
            <a:r>
              <a:rPr sz="3200" i="1" spc="-5" dirty="0">
                <a:latin typeface="Times New Roman"/>
                <a:cs typeface="Times New Roman"/>
              </a:rPr>
              <a:t>proceed without </a:t>
            </a:r>
            <a:r>
              <a:rPr sz="3200" i="1" dirty="0">
                <a:latin typeface="Times New Roman"/>
                <a:cs typeface="Times New Roman"/>
              </a:rPr>
              <a:t>method."</a:t>
            </a:r>
            <a:r>
              <a:rPr sz="3200" i="1" spc="30" dirty="0">
                <a:latin typeface="Times New Roman"/>
                <a:cs typeface="Times New Roman"/>
              </a:rPr>
              <a:t> </a:t>
            </a:r>
            <a:r>
              <a:rPr sz="3200" spc="-5" dirty="0">
                <a:latin typeface="Times New Roman"/>
                <a:cs typeface="Times New Roman"/>
              </a:rPr>
              <a:t>--Descartes</a:t>
            </a:r>
            <a:endParaRPr sz="3200" dirty="0">
              <a:latin typeface="Times New Roman"/>
              <a:cs typeface="Times New Roman"/>
            </a:endParaRPr>
          </a:p>
          <a:p>
            <a:pPr>
              <a:spcBef>
                <a:spcPts val="30"/>
              </a:spcBef>
            </a:pPr>
            <a:endParaRPr sz="2800" dirty="0">
              <a:latin typeface="Times New Roman"/>
              <a:cs typeface="Times New Roman"/>
            </a:endParaRPr>
          </a:p>
          <a:p>
            <a:pPr marR="11430" algn="r"/>
            <a:r>
              <a:rPr sz="2400" i="1" dirty="0">
                <a:latin typeface="Times New Roman"/>
                <a:cs typeface="Times New Roman"/>
              </a:rPr>
              <a:t>"Stop the life cycle--I </a:t>
            </a:r>
            <a:r>
              <a:rPr sz="2400" i="1" spc="-5" dirty="0">
                <a:latin typeface="Times New Roman"/>
                <a:cs typeface="Times New Roman"/>
              </a:rPr>
              <a:t>want </a:t>
            </a:r>
            <a:r>
              <a:rPr sz="2400" i="1" dirty="0">
                <a:latin typeface="Times New Roman"/>
                <a:cs typeface="Times New Roman"/>
              </a:rPr>
              <a:t>to get</a:t>
            </a:r>
            <a:r>
              <a:rPr sz="2400" i="1" spc="-85" dirty="0">
                <a:latin typeface="Times New Roman"/>
                <a:cs typeface="Times New Roman"/>
              </a:rPr>
              <a:t> </a:t>
            </a:r>
            <a:r>
              <a:rPr sz="2400" i="1" dirty="0">
                <a:latin typeface="Times New Roman"/>
                <a:cs typeface="Times New Roman"/>
              </a:rPr>
              <a:t>off"</a:t>
            </a:r>
            <a:endParaRPr sz="2400" dirty="0">
              <a:latin typeface="Times New Roman"/>
              <a:cs typeface="Times New Roman"/>
            </a:endParaRPr>
          </a:p>
          <a:p>
            <a:pPr marR="5080" algn="r"/>
            <a:r>
              <a:rPr sz="2400" dirty="0">
                <a:latin typeface="Times New Roman"/>
                <a:cs typeface="Times New Roman"/>
              </a:rPr>
              <a:t>-- Barry</a:t>
            </a:r>
            <a:r>
              <a:rPr sz="2400" spc="-80" dirty="0">
                <a:latin typeface="Times New Roman"/>
                <a:cs typeface="Times New Roman"/>
              </a:rPr>
              <a:t> </a:t>
            </a:r>
            <a:r>
              <a:rPr sz="2400" spc="-5" dirty="0">
                <a:latin typeface="Times New Roman"/>
                <a:cs typeface="Times New Roman"/>
              </a:rPr>
              <a:t>Boehm</a:t>
            </a:r>
            <a:endParaRPr sz="2400" dirty="0">
              <a:latin typeface="Times New Roman"/>
              <a:cs typeface="Times New Roman"/>
            </a:endParaRPr>
          </a:p>
        </p:txBody>
      </p:sp>
      <p:sp>
        <p:nvSpPr>
          <p:cNvPr id="4" name="Slide Number Placeholder 3"/>
          <p:cNvSpPr>
            <a:spLocks noGrp="1"/>
          </p:cNvSpPr>
          <p:nvPr>
            <p:ph type="sldNum" sz="quarter" idx="12"/>
          </p:nvPr>
        </p:nvSpPr>
        <p:spPr/>
        <p:txBody>
          <a:bodyPr/>
          <a:lstStyle/>
          <a:p>
            <a:fld id="{29991EE6-4969-4C15-AA4F-249D764823C9}" type="slidenum">
              <a:rPr lang="en-US" smtClean="0"/>
              <a:t>4</a:t>
            </a:fld>
            <a:endParaRPr lang="en-US"/>
          </a:p>
        </p:txBody>
      </p:sp>
    </p:spTree>
    <p:extLst>
      <p:ext uri="{BB962C8B-B14F-4D97-AF65-F5344CB8AC3E}">
        <p14:creationId xmlns:p14="http://schemas.microsoft.com/office/powerpoint/2010/main" val="19635102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705600" y="2243086"/>
            <a:ext cx="3086100" cy="3410508"/>
          </a:xfrm>
          <a:prstGeom prst="rect">
            <a:avLst/>
          </a:prstGeom>
          <a:blipFill>
            <a:blip r:embed="rId3"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2351253" y="800577"/>
            <a:ext cx="7280275" cy="1000760"/>
          </a:xfrm>
          <a:prstGeom prst="rect">
            <a:avLst/>
          </a:prstGeom>
        </p:spPr>
        <p:txBody>
          <a:bodyPr vert="horz" wrap="square" lIns="0" tIns="12700" rIns="0" bIns="0" rtlCol="0" anchor="ctr">
            <a:spAutoFit/>
          </a:bodyPr>
          <a:lstStyle/>
          <a:p>
            <a:pPr marL="398145" marR="5080" indent="-386080">
              <a:lnSpc>
                <a:spcPct val="100000"/>
              </a:lnSpc>
              <a:spcBef>
                <a:spcPts val="100"/>
              </a:spcBef>
            </a:pPr>
            <a:r>
              <a:rPr sz="3200" dirty="0"/>
              <a:t>A </a:t>
            </a:r>
            <a:r>
              <a:rPr sz="3200" spc="-5" dirty="0"/>
              <a:t>Software Development </a:t>
            </a:r>
            <a:r>
              <a:rPr sz="3200" dirty="0"/>
              <a:t>Process </a:t>
            </a:r>
            <a:r>
              <a:rPr sz="3200" spc="-5" dirty="0"/>
              <a:t>Organizes  the Activities </a:t>
            </a:r>
            <a:r>
              <a:rPr sz="3200" dirty="0"/>
              <a:t>of </a:t>
            </a:r>
            <a:r>
              <a:rPr sz="3200" spc="-5" dirty="0"/>
              <a:t>Software </a:t>
            </a:r>
            <a:r>
              <a:rPr sz="3200" dirty="0"/>
              <a:t>Development</a:t>
            </a:r>
          </a:p>
        </p:txBody>
      </p:sp>
      <p:sp>
        <p:nvSpPr>
          <p:cNvPr id="4" name="object 4"/>
          <p:cNvSpPr/>
          <p:nvPr/>
        </p:nvSpPr>
        <p:spPr>
          <a:xfrm>
            <a:off x="2160910" y="2096803"/>
            <a:ext cx="3488690" cy="3810000"/>
          </a:xfrm>
          <a:custGeom>
            <a:avLst/>
            <a:gdLst/>
            <a:ahLst/>
            <a:cxnLst/>
            <a:rect l="l" t="t" r="r" b="b"/>
            <a:pathLst>
              <a:path w="3488690" h="3810000">
                <a:moveTo>
                  <a:pt x="1744980" y="3810000"/>
                </a:moveTo>
                <a:lnTo>
                  <a:pt x="0" y="3810000"/>
                </a:lnTo>
                <a:lnTo>
                  <a:pt x="0" y="0"/>
                </a:lnTo>
                <a:lnTo>
                  <a:pt x="3488690" y="0"/>
                </a:lnTo>
                <a:lnTo>
                  <a:pt x="3488690" y="3810000"/>
                </a:lnTo>
                <a:lnTo>
                  <a:pt x="1744980" y="3810000"/>
                </a:lnTo>
                <a:close/>
              </a:path>
            </a:pathLst>
          </a:custGeom>
          <a:ln w="9344">
            <a:solidFill>
              <a:srgbClr val="000000"/>
            </a:solidFill>
          </a:ln>
        </p:spPr>
        <p:txBody>
          <a:bodyPr wrap="square" lIns="0" tIns="0" rIns="0" bIns="0" rtlCol="0"/>
          <a:lstStyle/>
          <a:p>
            <a:endParaRPr/>
          </a:p>
        </p:txBody>
      </p:sp>
      <p:sp>
        <p:nvSpPr>
          <p:cNvPr id="5" name="object 5"/>
          <p:cNvSpPr txBox="1"/>
          <p:nvPr/>
        </p:nvSpPr>
        <p:spPr>
          <a:xfrm rot="19740000">
            <a:off x="3593340" y="3922223"/>
            <a:ext cx="739668" cy="254000"/>
          </a:xfrm>
          <a:prstGeom prst="rect">
            <a:avLst/>
          </a:prstGeom>
        </p:spPr>
        <p:txBody>
          <a:bodyPr vert="horz" wrap="square" lIns="0" tIns="0" rIns="0" bIns="0" rtlCol="0">
            <a:spAutoFit/>
          </a:bodyPr>
          <a:lstStyle/>
          <a:p>
            <a:pPr>
              <a:lnSpc>
                <a:spcPts val="2000"/>
              </a:lnSpc>
            </a:pPr>
            <a:r>
              <a:rPr sz="2000" spc="-25" dirty="0">
                <a:latin typeface="Times New Roman"/>
                <a:cs typeface="Times New Roman"/>
              </a:rPr>
              <a:t>Gat</a:t>
            </a:r>
            <a:r>
              <a:rPr sz="3000" spc="-37" baseline="1388" dirty="0">
                <a:latin typeface="Times New Roman"/>
                <a:cs typeface="Times New Roman"/>
              </a:rPr>
              <a:t>her</a:t>
            </a:r>
            <a:endParaRPr sz="3000" baseline="1388" dirty="0">
              <a:latin typeface="Times New Roman"/>
              <a:cs typeface="Times New Roman"/>
            </a:endParaRPr>
          </a:p>
        </p:txBody>
      </p:sp>
      <p:sp>
        <p:nvSpPr>
          <p:cNvPr id="6" name="object 6"/>
          <p:cNvSpPr txBox="1"/>
          <p:nvPr/>
        </p:nvSpPr>
        <p:spPr>
          <a:xfrm rot="19740000">
            <a:off x="2314054" y="4651572"/>
            <a:ext cx="1436774" cy="254000"/>
          </a:xfrm>
          <a:prstGeom prst="rect">
            <a:avLst/>
          </a:prstGeom>
        </p:spPr>
        <p:txBody>
          <a:bodyPr vert="horz" wrap="square" lIns="0" tIns="0" rIns="0" bIns="0" rtlCol="0">
            <a:spAutoFit/>
          </a:bodyPr>
          <a:lstStyle/>
          <a:p>
            <a:pPr>
              <a:lnSpc>
                <a:spcPts val="2000"/>
              </a:lnSpc>
            </a:pPr>
            <a:r>
              <a:rPr sz="2000" spc="-25" dirty="0">
                <a:latin typeface="Times New Roman"/>
                <a:cs typeface="Times New Roman"/>
              </a:rPr>
              <a:t>Req</a:t>
            </a:r>
            <a:r>
              <a:rPr sz="3000" spc="-37" baseline="1388" dirty="0">
                <a:latin typeface="Times New Roman"/>
                <a:cs typeface="Times New Roman"/>
              </a:rPr>
              <a:t>uirem</a:t>
            </a:r>
            <a:r>
              <a:rPr sz="3000" spc="-37" baseline="2777" dirty="0">
                <a:latin typeface="Times New Roman"/>
                <a:cs typeface="Times New Roman"/>
              </a:rPr>
              <a:t>ents</a:t>
            </a:r>
            <a:endParaRPr sz="3000" baseline="2777" dirty="0">
              <a:latin typeface="Times New Roman"/>
              <a:cs typeface="Times New Roman"/>
            </a:endParaRPr>
          </a:p>
        </p:txBody>
      </p:sp>
      <p:sp>
        <p:nvSpPr>
          <p:cNvPr id="7" name="object 7"/>
          <p:cNvSpPr txBox="1"/>
          <p:nvPr/>
        </p:nvSpPr>
        <p:spPr>
          <a:xfrm rot="20640000">
            <a:off x="2435624" y="4024631"/>
            <a:ext cx="767767" cy="254000"/>
          </a:xfrm>
          <a:prstGeom prst="rect">
            <a:avLst/>
          </a:prstGeom>
        </p:spPr>
        <p:txBody>
          <a:bodyPr vert="horz" wrap="square" lIns="0" tIns="0" rIns="0" bIns="0" rtlCol="0">
            <a:spAutoFit/>
          </a:bodyPr>
          <a:lstStyle/>
          <a:p>
            <a:pPr>
              <a:lnSpc>
                <a:spcPts val="2000"/>
              </a:lnSpc>
            </a:pPr>
            <a:r>
              <a:rPr sz="2000" spc="-25" dirty="0">
                <a:latin typeface="Times New Roman"/>
                <a:cs typeface="Times New Roman"/>
              </a:rPr>
              <a:t>De</a:t>
            </a:r>
            <a:r>
              <a:rPr sz="3000" spc="-37" baseline="1388" dirty="0">
                <a:latin typeface="Times New Roman"/>
                <a:cs typeface="Times New Roman"/>
              </a:rPr>
              <a:t>sign</a:t>
            </a:r>
            <a:endParaRPr sz="3000" baseline="1388" dirty="0">
              <a:latin typeface="Times New Roman"/>
              <a:cs typeface="Times New Roman"/>
            </a:endParaRPr>
          </a:p>
        </p:txBody>
      </p:sp>
      <p:sp>
        <p:nvSpPr>
          <p:cNvPr id="8" name="object 8"/>
          <p:cNvSpPr txBox="1"/>
          <p:nvPr/>
        </p:nvSpPr>
        <p:spPr>
          <a:xfrm rot="720000">
            <a:off x="4764603" y="2267580"/>
            <a:ext cx="792984" cy="254000"/>
          </a:xfrm>
          <a:prstGeom prst="rect">
            <a:avLst/>
          </a:prstGeom>
        </p:spPr>
        <p:txBody>
          <a:bodyPr vert="horz" wrap="square" lIns="0" tIns="0" rIns="0" bIns="0" rtlCol="0">
            <a:spAutoFit/>
          </a:bodyPr>
          <a:lstStyle/>
          <a:p>
            <a:pPr>
              <a:lnSpc>
                <a:spcPts val="2000"/>
              </a:lnSpc>
            </a:pPr>
            <a:r>
              <a:rPr sz="3000" spc="-44" baseline="1388" dirty="0">
                <a:latin typeface="Times New Roman"/>
                <a:cs typeface="Times New Roman"/>
              </a:rPr>
              <a:t>Sys</a:t>
            </a:r>
            <a:r>
              <a:rPr sz="2000" spc="-30" dirty="0">
                <a:latin typeface="Times New Roman"/>
                <a:cs typeface="Times New Roman"/>
              </a:rPr>
              <a:t>tem</a:t>
            </a:r>
            <a:endParaRPr sz="2000" dirty="0">
              <a:latin typeface="Times New Roman"/>
              <a:cs typeface="Times New Roman"/>
            </a:endParaRPr>
          </a:p>
        </p:txBody>
      </p:sp>
      <p:sp>
        <p:nvSpPr>
          <p:cNvPr id="9" name="object 9"/>
          <p:cNvSpPr txBox="1"/>
          <p:nvPr/>
        </p:nvSpPr>
        <p:spPr>
          <a:xfrm rot="720000">
            <a:off x="4767710" y="2839795"/>
            <a:ext cx="508648" cy="254000"/>
          </a:xfrm>
          <a:prstGeom prst="rect">
            <a:avLst/>
          </a:prstGeom>
        </p:spPr>
        <p:txBody>
          <a:bodyPr vert="horz" wrap="square" lIns="0" tIns="0" rIns="0" bIns="0" rtlCol="0">
            <a:spAutoFit/>
          </a:bodyPr>
          <a:lstStyle/>
          <a:p>
            <a:pPr>
              <a:lnSpc>
                <a:spcPts val="2000"/>
              </a:lnSpc>
            </a:pPr>
            <a:r>
              <a:rPr sz="3000" spc="-44" baseline="1388" dirty="0">
                <a:latin typeface="Times New Roman"/>
                <a:cs typeface="Times New Roman"/>
              </a:rPr>
              <a:t>T</a:t>
            </a:r>
            <a:r>
              <a:rPr sz="2000" spc="-30" dirty="0">
                <a:latin typeface="Times New Roman"/>
                <a:cs typeface="Times New Roman"/>
              </a:rPr>
              <a:t>est</a:t>
            </a:r>
            <a:endParaRPr sz="2000" dirty="0">
              <a:latin typeface="Times New Roman"/>
              <a:cs typeface="Times New Roman"/>
            </a:endParaRPr>
          </a:p>
        </p:txBody>
      </p:sp>
      <p:sp>
        <p:nvSpPr>
          <p:cNvPr id="10" name="object 10"/>
          <p:cNvSpPr txBox="1"/>
          <p:nvPr/>
        </p:nvSpPr>
        <p:spPr>
          <a:xfrm rot="20940000">
            <a:off x="4416751" y="3253865"/>
            <a:ext cx="520799" cy="254000"/>
          </a:xfrm>
          <a:prstGeom prst="rect">
            <a:avLst/>
          </a:prstGeom>
        </p:spPr>
        <p:txBody>
          <a:bodyPr vert="horz" wrap="square" lIns="0" tIns="0" rIns="0" bIns="0" rtlCol="0">
            <a:spAutoFit/>
          </a:bodyPr>
          <a:lstStyle/>
          <a:p>
            <a:pPr>
              <a:lnSpc>
                <a:spcPts val="2000"/>
              </a:lnSpc>
            </a:pPr>
            <a:r>
              <a:rPr sz="2000" spc="-20" dirty="0">
                <a:latin typeface="Times New Roman"/>
                <a:cs typeface="Times New Roman"/>
              </a:rPr>
              <a:t>U</a:t>
            </a:r>
            <a:r>
              <a:rPr sz="2000" spc="-10" dirty="0">
                <a:latin typeface="Times New Roman"/>
                <a:cs typeface="Times New Roman"/>
              </a:rPr>
              <a:t>n</a:t>
            </a:r>
            <a:r>
              <a:rPr sz="2000" spc="-35" dirty="0">
                <a:latin typeface="Times New Roman"/>
                <a:cs typeface="Times New Roman"/>
              </a:rPr>
              <a:t>i</a:t>
            </a:r>
            <a:r>
              <a:rPr sz="3000" baseline="1388" dirty="0">
                <a:latin typeface="Times New Roman"/>
                <a:cs typeface="Times New Roman"/>
              </a:rPr>
              <a:t>t</a:t>
            </a:r>
          </a:p>
        </p:txBody>
      </p:sp>
      <p:sp>
        <p:nvSpPr>
          <p:cNvPr id="11" name="object 11"/>
          <p:cNvSpPr txBox="1"/>
          <p:nvPr/>
        </p:nvSpPr>
        <p:spPr>
          <a:xfrm rot="20940000">
            <a:off x="4837334" y="3675921"/>
            <a:ext cx="508098" cy="254000"/>
          </a:xfrm>
          <a:prstGeom prst="rect">
            <a:avLst/>
          </a:prstGeom>
        </p:spPr>
        <p:txBody>
          <a:bodyPr vert="horz" wrap="square" lIns="0" tIns="0" rIns="0" bIns="0" rtlCol="0">
            <a:spAutoFit/>
          </a:bodyPr>
          <a:lstStyle/>
          <a:p>
            <a:pPr>
              <a:lnSpc>
                <a:spcPts val="2000"/>
              </a:lnSpc>
            </a:pPr>
            <a:r>
              <a:rPr sz="2000" spc="-30" dirty="0">
                <a:latin typeface="Times New Roman"/>
                <a:cs typeface="Times New Roman"/>
              </a:rPr>
              <a:t>T</a:t>
            </a:r>
            <a:r>
              <a:rPr sz="2000" spc="-20" dirty="0">
                <a:latin typeface="Times New Roman"/>
                <a:cs typeface="Times New Roman"/>
              </a:rPr>
              <a:t>e</a:t>
            </a:r>
            <a:r>
              <a:rPr sz="2000" spc="-15" dirty="0">
                <a:latin typeface="Times New Roman"/>
                <a:cs typeface="Times New Roman"/>
              </a:rPr>
              <a:t>s</a:t>
            </a:r>
            <a:r>
              <a:rPr sz="2000" dirty="0">
                <a:latin typeface="Times New Roman"/>
                <a:cs typeface="Times New Roman"/>
              </a:rPr>
              <a:t>t</a:t>
            </a:r>
          </a:p>
        </p:txBody>
      </p:sp>
      <p:sp>
        <p:nvSpPr>
          <p:cNvPr id="12" name="object 12"/>
          <p:cNvSpPr txBox="1"/>
          <p:nvPr/>
        </p:nvSpPr>
        <p:spPr>
          <a:xfrm rot="2580000">
            <a:off x="4475061" y="4351751"/>
            <a:ext cx="1126294" cy="254000"/>
          </a:xfrm>
          <a:prstGeom prst="rect">
            <a:avLst/>
          </a:prstGeom>
        </p:spPr>
        <p:txBody>
          <a:bodyPr vert="horz" wrap="square" lIns="0" tIns="0" rIns="0" bIns="0" rtlCol="0">
            <a:spAutoFit/>
          </a:bodyPr>
          <a:lstStyle/>
          <a:p>
            <a:pPr>
              <a:lnSpc>
                <a:spcPts val="2000"/>
              </a:lnSpc>
            </a:pPr>
            <a:r>
              <a:rPr sz="2000" dirty="0">
                <a:latin typeface="Times New Roman"/>
                <a:cs typeface="Times New Roman"/>
              </a:rPr>
              <a:t>I</a:t>
            </a:r>
            <a:r>
              <a:rPr sz="2000" spc="-25" dirty="0">
                <a:latin typeface="Times New Roman"/>
                <a:cs typeface="Times New Roman"/>
              </a:rPr>
              <a:t>m</a:t>
            </a:r>
            <a:r>
              <a:rPr sz="2000" spc="5" dirty="0">
                <a:latin typeface="Times New Roman"/>
                <a:cs typeface="Times New Roman"/>
              </a:rPr>
              <a:t>p</a:t>
            </a:r>
            <a:r>
              <a:rPr sz="2000" spc="-15" dirty="0">
                <a:latin typeface="Times New Roman"/>
                <a:cs typeface="Times New Roman"/>
              </a:rPr>
              <a:t>l</a:t>
            </a:r>
            <a:r>
              <a:rPr sz="2000" spc="-5" dirty="0">
                <a:latin typeface="Times New Roman"/>
                <a:cs typeface="Times New Roman"/>
              </a:rPr>
              <a:t>e</a:t>
            </a:r>
            <a:r>
              <a:rPr sz="2000" spc="-40" dirty="0">
                <a:latin typeface="Times New Roman"/>
                <a:cs typeface="Times New Roman"/>
              </a:rPr>
              <a:t>m</a:t>
            </a:r>
            <a:r>
              <a:rPr sz="2000" spc="-5" dirty="0">
                <a:latin typeface="Times New Roman"/>
                <a:cs typeface="Times New Roman"/>
              </a:rPr>
              <a:t>e</a:t>
            </a:r>
            <a:r>
              <a:rPr sz="2000" spc="5" dirty="0">
                <a:latin typeface="Times New Roman"/>
                <a:cs typeface="Times New Roman"/>
              </a:rPr>
              <a:t>n</a:t>
            </a:r>
            <a:r>
              <a:rPr sz="2000" dirty="0">
                <a:latin typeface="Times New Roman"/>
                <a:cs typeface="Times New Roman"/>
              </a:rPr>
              <a:t>t</a:t>
            </a:r>
          </a:p>
        </p:txBody>
      </p:sp>
      <p:sp>
        <p:nvSpPr>
          <p:cNvPr id="13" name="object 13"/>
          <p:cNvSpPr txBox="1"/>
          <p:nvPr/>
        </p:nvSpPr>
        <p:spPr>
          <a:xfrm rot="1860000">
            <a:off x="2565429" y="5456660"/>
            <a:ext cx="847321" cy="254000"/>
          </a:xfrm>
          <a:prstGeom prst="rect">
            <a:avLst/>
          </a:prstGeom>
        </p:spPr>
        <p:txBody>
          <a:bodyPr vert="horz" wrap="square" lIns="0" tIns="0" rIns="0" bIns="0" rtlCol="0">
            <a:spAutoFit/>
          </a:bodyPr>
          <a:lstStyle/>
          <a:p>
            <a:pPr>
              <a:lnSpc>
                <a:spcPts val="2000"/>
              </a:lnSpc>
            </a:pPr>
            <a:r>
              <a:rPr sz="2000" spc="-10" dirty="0">
                <a:latin typeface="Times New Roman"/>
                <a:cs typeface="Times New Roman"/>
              </a:rPr>
              <a:t>R</a:t>
            </a:r>
            <a:r>
              <a:rPr sz="2000" spc="-20" dirty="0">
                <a:latin typeface="Times New Roman"/>
                <a:cs typeface="Times New Roman"/>
              </a:rPr>
              <a:t>e</a:t>
            </a:r>
            <a:r>
              <a:rPr sz="2000" spc="5" dirty="0">
                <a:latin typeface="Times New Roman"/>
                <a:cs typeface="Times New Roman"/>
              </a:rPr>
              <a:t>w</a:t>
            </a:r>
            <a:r>
              <a:rPr sz="2000" spc="-5" dirty="0">
                <a:latin typeface="Times New Roman"/>
                <a:cs typeface="Times New Roman"/>
              </a:rPr>
              <a:t>o</a:t>
            </a:r>
            <a:r>
              <a:rPr sz="2000" dirty="0">
                <a:latin typeface="Times New Roman"/>
                <a:cs typeface="Times New Roman"/>
              </a:rPr>
              <a:t>rk</a:t>
            </a:r>
          </a:p>
        </p:txBody>
      </p:sp>
      <p:sp>
        <p:nvSpPr>
          <p:cNvPr id="14" name="object 14"/>
          <p:cNvSpPr txBox="1"/>
          <p:nvPr/>
        </p:nvSpPr>
        <p:spPr>
          <a:xfrm rot="19680000">
            <a:off x="3831368" y="4767972"/>
            <a:ext cx="805628" cy="254000"/>
          </a:xfrm>
          <a:prstGeom prst="rect">
            <a:avLst/>
          </a:prstGeom>
        </p:spPr>
        <p:txBody>
          <a:bodyPr vert="horz" wrap="square" lIns="0" tIns="0" rIns="0" bIns="0" rtlCol="0">
            <a:spAutoFit/>
          </a:bodyPr>
          <a:lstStyle/>
          <a:p>
            <a:pPr>
              <a:lnSpc>
                <a:spcPts val="2000"/>
              </a:lnSpc>
            </a:pPr>
            <a:r>
              <a:rPr sz="2000" spc="-25" dirty="0">
                <a:latin typeface="Times New Roman"/>
                <a:cs typeface="Times New Roman"/>
              </a:rPr>
              <a:t>C</a:t>
            </a:r>
            <a:r>
              <a:rPr sz="2000" spc="5" dirty="0">
                <a:latin typeface="Times New Roman"/>
                <a:cs typeface="Times New Roman"/>
              </a:rPr>
              <a:t>o</a:t>
            </a:r>
            <a:r>
              <a:rPr sz="2000" spc="-10" dirty="0">
                <a:latin typeface="Times New Roman"/>
                <a:cs typeface="Times New Roman"/>
              </a:rPr>
              <a:t>r</a:t>
            </a:r>
            <a:r>
              <a:rPr sz="2000" dirty="0">
                <a:latin typeface="Times New Roman"/>
                <a:cs typeface="Times New Roman"/>
              </a:rPr>
              <a:t>r</a:t>
            </a:r>
            <a:r>
              <a:rPr sz="2000" spc="-15" dirty="0">
                <a:latin typeface="Times New Roman"/>
                <a:cs typeface="Times New Roman"/>
              </a:rPr>
              <a:t>e</a:t>
            </a:r>
            <a:r>
              <a:rPr sz="2000" spc="-5" dirty="0">
                <a:latin typeface="Times New Roman"/>
                <a:cs typeface="Times New Roman"/>
              </a:rPr>
              <a:t>c</a:t>
            </a:r>
            <a:r>
              <a:rPr sz="2000" dirty="0">
                <a:latin typeface="Times New Roman"/>
                <a:cs typeface="Times New Roman"/>
              </a:rPr>
              <a:t>t</a:t>
            </a:r>
          </a:p>
        </p:txBody>
      </p:sp>
      <p:sp>
        <p:nvSpPr>
          <p:cNvPr id="15" name="object 15"/>
          <p:cNvSpPr txBox="1"/>
          <p:nvPr/>
        </p:nvSpPr>
        <p:spPr>
          <a:xfrm rot="19680000">
            <a:off x="3958093" y="5128099"/>
            <a:ext cx="952693" cy="254000"/>
          </a:xfrm>
          <a:prstGeom prst="rect">
            <a:avLst/>
          </a:prstGeom>
        </p:spPr>
        <p:txBody>
          <a:bodyPr vert="horz" wrap="square" lIns="0" tIns="0" rIns="0" bIns="0" rtlCol="0">
            <a:spAutoFit/>
          </a:bodyPr>
          <a:lstStyle/>
          <a:p>
            <a:pPr>
              <a:lnSpc>
                <a:spcPts val="2000"/>
              </a:lnSpc>
            </a:pPr>
            <a:r>
              <a:rPr sz="2000" spc="-20" dirty="0">
                <a:latin typeface="Times New Roman"/>
                <a:cs typeface="Times New Roman"/>
              </a:rPr>
              <a:t>M</a:t>
            </a:r>
            <a:r>
              <a:rPr sz="2000" spc="-10" dirty="0">
                <a:latin typeface="Times New Roman"/>
                <a:cs typeface="Times New Roman"/>
              </a:rPr>
              <a:t>is</a:t>
            </a:r>
            <a:r>
              <a:rPr sz="2000" spc="-15" dirty="0">
                <a:latin typeface="Times New Roman"/>
                <a:cs typeface="Times New Roman"/>
              </a:rPr>
              <a:t>t</a:t>
            </a:r>
            <a:r>
              <a:rPr sz="2000" spc="-5" dirty="0">
                <a:latin typeface="Times New Roman"/>
                <a:cs typeface="Times New Roman"/>
              </a:rPr>
              <a:t>ak</a:t>
            </a:r>
            <a:r>
              <a:rPr sz="2000" spc="-15" dirty="0">
                <a:latin typeface="Times New Roman"/>
                <a:cs typeface="Times New Roman"/>
              </a:rPr>
              <a:t>e</a:t>
            </a:r>
            <a:r>
              <a:rPr sz="2000" dirty="0">
                <a:latin typeface="Times New Roman"/>
                <a:cs typeface="Times New Roman"/>
              </a:rPr>
              <a:t>s</a:t>
            </a:r>
          </a:p>
        </p:txBody>
      </p:sp>
      <p:sp>
        <p:nvSpPr>
          <p:cNvPr id="16" name="object 16"/>
          <p:cNvSpPr txBox="1"/>
          <p:nvPr/>
        </p:nvSpPr>
        <p:spPr>
          <a:xfrm rot="20280000">
            <a:off x="2526446" y="2385531"/>
            <a:ext cx="816483" cy="254000"/>
          </a:xfrm>
          <a:prstGeom prst="rect">
            <a:avLst/>
          </a:prstGeom>
        </p:spPr>
        <p:txBody>
          <a:bodyPr vert="horz" wrap="square" lIns="0" tIns="0" rIns="0" bIns="0" rtlCol="0">
            <a:spAutoFit/>
          </a:bodyPr>
          <a:lstStyle/>
          <a:p>
            <a:pPr>
              <a:lnSpc>
                <a:spcPts val="2000"/>
              </a:lnSpc>
            </a:pPr>
            <a:r>
              <a:rPr sz="2000" spc="-15" dirty="0">
                <a:latin typeface="Times New Roman"/>
                <a:cs typeface="Times New Roman"/>
              </a:rPr>
              <a:t>R</a:t>
            </a:r>
            <a:r>
              <a:rPr sz="2000" spc="-10" dirty="0">
                <a:latin typeface="Times New Roman"/>
                <a:cs typeface="Times New Roman"/>
              </a:rPr>
              <a:t>e</a:t>
            </a:r>
            <a:r>
              <a:rPr sz="2000" spc="10" dirty="0">
                <a:latin typeface="Times New Roman"/>
                <a:cs typeface="Times New Roman"/>
              </a:rPr>
              <a:t>v</a:t>
            </a:r>
            <a:r>
              <a:rPr sz="2000" spc="-10" dirty="0">
                <a:latin typeface="Times New Roman"/>
                <a:cs typeface="Times New Roman"/>
              </a:rPr>
              <a:t>ie</a:t>
            </a:r>
            <a:r>
              <a:rPr sz="2000" dirty="0">
                <a:latin typeface="Times New Roman"/>
                <a:cs typeface="Times New Roman"/>
              </a:rPr>
              <a:t>w</a:t>
            </a:r>
            <a:endParaRPr sz="2000">
              <a:latin typeface="Times New Roman"/>
              <a:cs typeface="Times New Roman"/>
            </a:endParaRPr>
          </a:p>
        </p:txBody>
      </p:sp>
      <p:sp>
        <p:nvSpPr>
          <p:cNvPr id="17" name="object 17"/>
          <p:cNvSpPr txBox="1"/>
          <p:nvPr/>
        </p:nvSpPr>
        <p:spPr>
          <a:xfrm rot="1620000">
            <a:off x="3232591" y="3308414"/>
            <a:ext cx="711712" cy="254000"/>
          </a:xfrm>
          <a:prstGeom prst="rect">
            <a:avLst/>
          </a:prstGeom>
        </p:spPr>
        <p:txBody>
          <a:bodyPr vert="horz" wrap="square" lIns="0" tIns="0" rIns="0" bIns="0" rtlCol="0">
            <a:spAutoFit/>
          </a:bodyPr>
          <a:lstStyle/>
          <a:p>
            <a:pPr>
              <a:lnSpc>
                <a:spcPts val="2000"/>
              </a:lnSpc>
            </a:pPr>
            <a:r>
              <a:rPr sz="3000" spc="-15" baseline="1388" dirty="0">
                <a:latin typeface="Times New Roman"/>
                <a:cs typeface="Times New Roman"/>
              </a:rPr>
              <a:t>C</a:t>
            </a:r>
            <a:r>
              <a:rPr sz="2000" spc="-15" dirty="0">
                <a:latin typeface="Times New Roman"/>
                <a:cs typeface="Times New Roman"/>
              </a:rPr>
              <a:t>r</a:t>
            </a:r>
            <a:r>
              <a:rPr sz="2000" spc="-10" dirty="0">
                <a:latin typeface="Times New Roman"/>
                <a:cs typeface="Times New Roman"/>
              </a:rPr>
              <a:t>e</a:t>
            </a:r>
            <a:r>
              <a:rPr sz="2000" spc="-15" dirty="0">
                <a:latin typeface="Times New Roman"/>
                <a:cs typeface="Times New Roman"/>
              </a:rPr>
              <a:t>at</a:t>
            </a:r>
            <a:r>
              <a:rPr sz="2000" dirty="0">
                <a:latin typeface="Times New Roman"/>
                <a:cs typeface="Times New Roman"/>
              </a:rPr>
              <a:t>e</a:t>
            </a:r>
          </a:p>
        </p:txBody>
      </p:sp>
      <p:sp>
        <p:nvSpPr>
          <p:cNvPr id="18" name="object 18"/>
          <p:cNvSpPr txBox="1"/>
          <p:nvPr/>
        </p:nvSpPr>
        <p:spPr>
          <a:xfrm rot="1620000">
            <a:off x="2194835" y="3266267"/>
            <a:ext cx="1023260" cy="254000"/>
          </a:xfrm>
          <a:prstGeom prst="rect">
            <a:avLst/>
          </a:prstGeom>
        </p:spPr>
        <p:txBody>
          <a:bodyPr vert="horz" wrap="square" lIns="0" tIns="0" rIns="0" bIns="0" rtlCol="0">
            <a:spAutoFit/>
          </a:bodyPr>
          <a:lstStyle/>
          <a:p>
            <a:pPr>
              <a:lnSpc>
                <a:spcPts val="2000"/>
              </a:lnSpc>
            </a:pPr>
            <a:r>
              <a:rPr sz="3000" spc="-22" baseline="1388" dirty="0">
                <a:latin typeface="Times New Roman"/>
                <a:cs typeface="Times New Roman"/>
              </a:rPr>
              <a:t>Pr</a:t>
            </a:r>
            <a:r>
              <a:rPr sz="2000" spc="-15" dirty="0">
                <a:latin typeface="Times New Roman"/>
                <a:cs typeface="Times New Roman"/>
              </a:rPr>
              <a:t>ototype</a:t>
            </a:r>
            <a:endParaRPr sz="2000" dirty="0">
              <a:latin typeface="Times New Roman"/>
              <a:cs typeface="Times New Roman"/>
            </a:endParaRPr>
          </a:p>
        </p:txBody>
      </p:sp>
      <p:sp>
        <p:nvSpPr>
          <p:cNvPr id="19" name="object 19"/>
          <p:cNvSpPr txBox="1"/>
          <p:nvPr/>
        </p:nvSpPr>
        <p:spPr>
          <a:xfrm rot="1380000">
            <a:off x="3667949" y="2444793"/>
            <a:ext cx="858232" cy="254000"/>
          </a:xfrm>
          <a:prstGeom prst="rect">
            <a:avLst/>
          </a:prstGeom>
        </p:spPr>
        <p:txBody>
          <a:bodyPr vert="horz" wrap="square" lIns="0" tIns="0" rIns="0" bIns="0" rtlCol="0">
            <a:spAutoFit/>
          </a:bodyPr>
          <a:lstStyle/>
          <a:p>
            <a:pPr>
              <a:lnSpc>
                <a:spcPts val="2000"/>
              </a:lnSpc>
            </a:pPr>
            <a:r>
              <a:rPr sz="2000" spc="-15" dirty="0">
                <a:latin typeface="Times New Roman"/>
                <a:cs typeface="Times New Roman"/>
              </a:rPr>
              <a:t>M</a:t>
            </a:r>
            <a:r>
              <a:rPr sz="2000" spc="-5" dirty="0">
                <a:latin typeface="Times New Roman"/>
                <a:cs typeface="Times New Roman"/>
              </a:rPr>
              <a:t>a</a:t>
            </a:r>
            <a:r>
              <a:rPr sz="2000" spc="-10" dirty="0">
                <a:latin typeface="Times New Roman"/>
                <a:cs typeface="Times New Roman"/>
              </a:rPr>
              <a:t>n</a:t>
            </a:r>
            <a:r>
              <a:rPr sz="2000" spc="-5" dirty="0">
                <a:latin typeface="Times New Roman"/>
                <a:cs typeface="Times New Roman"/>
              </a:rPr>
              <a:t>ag</a:t>
            </a:r>
            <a:r>
              <a:rPr sz="2000" dirty="0">
                <a:latin typeface="Times New Roman"/>
                <a:cs typeface="Times New Roman"/>
              </a:rPr>
              <a:t>e</a:t>
            </a:r>
          </a:p>
        </p:txBody>
      </p:sp>
      <p:sp>
        <p:nvSpPr>
          <p:cNvPr id="20" name="object 20"/>
          <p:cNvSpPr txBox="1"/>
          <p:nvPr/>
        </p:nvSpPr>
        <p:spPr>
          <a:xfrm rot="1380000">
            <a:off x="3719657" y="2808452"/>
            <a:ext cx="620184" cy="254000"/>
          </a:xfrm>
          <a:prstGeom prst="rect">
            <a:avLst/>
          </a:prstGeom>
        </p:spPr>
        <p:txBody>
          <a:bodyPr vert="horz" wrap="square" lIns="0" tIns="0" rIns="0" bIns="0" rtlCol="0">
            <a:spAutoFit/>
          </a:bodyPr>
          <a:lstStyle/>
          <a:p>
            <a:pPr>
              <a:lnSpc>
                <a:spcPts val="2000"/>
              </a:lnSpc>
            </a:pPr>
            <a:r>
              <a:rPr sz="2000" spc="-20" dirty="0">
                <a:latin typeface="Times New Roman"/>
                <a:cs typeface="Times New Roman"/>
              </a:rPr>
              <a:t>Ri</a:t>
            </a:r>
            <a:r>
              <a:rPr sz="2000" spc="-10" dirty="0">
                <a:latin typeface="Times New Roman"/>
                <a:cs typeface="Times New Roman"/>
              </a:rPr>
              <a:t>s</a:t>
            </a:r>
            <a:r>
              <a:rPr sz="2000" dirty="0">
                <a:latin typeface="Times New Roman"/>
                <a:cs typeface="Times New Roman"/>
              </a:rPr>
              <a:t>ks</a:t>
            </a:r>
            <a:endParaRPr sz="2000">
              <a:latin typeface="Times New Roman"/>
              <a:cs typeface="Times New Roman"/>
            </a:endParaRPr>
          </a:p>
        </p:txBody>
      </p:sp>
      <p:sp>
        <p:nvSpPr>
          <p:cNvPr id="21" name="object 21"/>
          <p:cNvSpPr txBox="1"/>
          <p:nvPr/>
        </p:nvSpPr>
        <p:spPr>
          <a:xfrm rot="18780000">
            <a:off x="3115541" y="4931484"/>
            <a:ext cx="943517" cy="254000"/>
          </a:xfrm>
          <a:prstGeom prst="rect">
            <a:avLst/>
          </a:prstGeom>
        </p:spPr>
        <p:txBody>
          <a:bodyPr vert="horz" wrap="square" lIns="0" tIns="0" rIns="0" bIns="0" rtlCol="0">
            <a:spAutoFit/>
          </a:bodyPr>
          <a:lstStyle/>
          <a:p>
            <a:pPr>
              <a:lnSpc>
                <a:spcPts val="2000"/>
              </a:lnSpc>
            </a:pPr>
            <a:r>
              <a:rPr sz="2000" spc="-25" dirty="0">
                <a:latin typeface="Times New Roman"/>
                <a:cs typeface="Times New Roman"/>
              </a:rPr>
              <a:t>I</a:t>
            </a:r>
            <a:r>
              <a:rPr sz="2000" spc="-20" dirty="0">
                <a:latin typeface="Times New Roman"/>
                <a:cs typeface="Times New Roman"/>
              </a:rPr>
              <a:t>n</a:t>
            </a:r>
            <a:r>
              <a:rPr sz="3000" spc="-67" baseline="1388" dirty="0">
                <a:latin typeface="Times New Roman"/>
                <a:cs typeface="Times New Roman"/>
              </a:rPr>
              <a:t>t</a:t>
            </a:r>
            <a:r>
              <a:rPr sz="3000" spc="-44" baseline="1388" dirty="0">
                <a:latin typeface="Times New Roman"/>
                <a:cs typeface="Times New Roman"/>
              </a:rPr>
              <a:t>e</a:t>
            </a:r>
            <a:r>
              <a:rPr sz="3000" spc="-52" baseline="1388" dirty="0">
                <a:latin typeface="Times New Roman"/>
                <a:cs typeface="Times New Roman"/>
              </a:rPr>
              <a:t>g</a:t>
            </a:r>
            <a:r>
              <a:rPr sz="3000" spc="-37" baseline="1388" dirty="0">
                <a:latin typeface="Times New Roman"/>
                <a:cs typeface="Times New Roman"/>
              </a:rPr>
              <a:t>r</a:t>
            </a:r>
            <a:r>
              <a:rPr sz="3000" spc="-44" baseline="1388" dirty="0">
                <a:latin typeface="Times New Roman"/>
                <a:cs typeface="Times New Roman"/>
              </a:rPr>
              <a:t>a</a:t>
            </a:r>
            <a:r>
              <a:rPr sz="3000" spc="-52" baseline="2777" dirty="0">
                <a:latin typeface="Times New Roman"/>
                <a:cs typeface="Times New Roman"/>
              </a:rPr>
              <a:t>t</a:t>
            </a:r>
            <a:r>
              <a:rPr sz="3000" baseline="2777" dirty="0">
                <a:latin typeface="Times New Roman"/>
                <a:cs typeface="Times New Roman"/>
              </a:rPr>
              <a:t>e</a:t>
            </a:r>
          </a:p>
        </p:txBody>
      </p:sp>
      <p:sp>
        <p:nvSpPr>
          <p:cNvPr id="22" name="object 22"/>
          <p:cNvSpPr txBox="1"/>
          <p:nvPr/>
        </p:nvSpPr>
        <p:spPr>
          <a:xfrm>
            <a:off x="2376944" y="5874991"/>
            <a:ext cx="3172460" cy="939800"/>
          </a:xfrm>
          <a:prstGeom prst="rect">
            <a:avLst/>
          </a:prstGeom>
        </p:spPr>
        <p:txBody>
          <a:bodyPr vert="horz" wrap="square" lIns="0" tIns="12700" rIns="0" bIns="0" rtlCol="0">
            <a:spAutoFit/>
          </a:bodyPr>
          <a:lstStyle/>
          <a:p>
            <a:pPr marL="12065" marR="5080" algn="ctr">
              <a:spcBef>
                <a:spcPts val="100"/>
              </a:spcBef>
            </a:pPr>
            <a:r>
              <a:rPr sz="2000" dirty="0">
                <a:latin typeface="Times New Roman"/>
                <a:cs typeface="Times New Roman"/>
              </a:rPr>
              <a:t>Developing </a:t>
            </a:r>
            <a:r>
              <a:rPr sz="2000" spc="-5" dirty="0">
                <a:latin typeface="Times New Roman"/>
                <a:cs typeface="Times New Roman"/>
              </a:rPr>
              <a:t>software </a:t>
            </a:r>
            <a:r>
              <a:rPr sz="2000" dirty="0">
                <a:latin typeface="Times New Roman"/>
                <a:cs typeface="Times New Roman"/>
              </a:rPr>
              <a:t>without</a:t>
            </a:r>
            <a:r>
              <a:rPr sz="2000" spc="-60" dirty="0">
                <a:latin typeface="Times New Roman"/>
                <a:cs typeface="Times New Roman"/>
              </a:rPr>
              <a:t> </a:t>
            </a:r>
            <a:r>
              <a:rPr sz="2000" dirty="0">
                <a:latin typeface="Times New Roman"/>
                <a:cs typeface="Times New Roman"/>
              </a:rPr>
              <a:t>a  defined </a:t>
            </a:r>
            <a:r>
              <a:rPr sz="2000" spc="-5" dirty="0">
                <a:latin typeface="Times New Roman"/>
                <a:cs typeface="Times New Roman"/>
              </a:rPr>
              <a:t>process is chaotic </a:t>
            </a:r>
            <a:r>
              <a:rPr sz="2000" dirty="0">
                <a:latin typeface="Times New Roman"/>
                <a:cs typeface="Times New Roman"/>
              </a:rPr>
              <a:t>and  </a:t>
            </a:r>
            <a:r>
              <a:rPr sz="2000" spc="-5" dirty="0">
                <a:latin typeface="Times New Roman"/>
                <a:cs typeface="Times New Roman"/>
              </a:rPr>
              <a:t>inefficient</a:t>
            </a:r>
            <a:endParaRPr sz="2000" dirty="0">
              <a:latin typeface="Times New Roman"/>
              <a:cs typeface="Times New Roman"/>
            </a:endParaRPr>
          </a:p>
        </p:txBody>
      </p:sp>
      <p:sp>
        <p:nvSpPr>
          <p:cNvPr id="23" name="object 23"/>
          <p:cNvSpPr txBox="1"/>
          <p:nvPr/>
        </p:nvSpPr>
        <p:spPr>
          <a:xfrm>
            <a:off x="6471026" y="5804504"/>
            <a:ext cx="4112072" cy="936154"/>
          </a:xfrm>
          <a:prstGeom prst="rect">
            <a:avLst/>
          </a:prstGeom>
        </p:spPr>
        <p:txBody>
          <a:bodyPr vert="horz" wrap="square" lIns="0" tIns="12700" rIns="0" bIns="0" rtlCol="0">
            <a:spAutoFit/>
          </a:bodyPr>
          <a:lstStyle/>
          <a:p>
            <a:pPr marL="12700" marR="5080" indent="635" algn="ctr">
              <a:spcBef>
                <a:spcPts val="100"/>
              </a:spcBef>
            </a:pPr>
            <a:r>
              <a:rPr sz="2000" spc="-5" dirty="0">
                <a:latin typeface="Times New Roman"/>
                <a:cs typeface="Times New Roman"/>
              </a:rPr>
              <a:t>Following </a:t>
            </a:r>
            <a:r>
              <a:rPr sz="2000" dirty="0">
                <a:latin typeface="Times New Roman"/>
                <a:cs typeface="Times New Roman"/>
              </a:rPr>
              <a:t>a </a:t>
            </a:r>
            <a:r>
              <a:rPr sz="2000" spc="-5" dirty="0">
                <a:latin typeface="Times New Roman"/>
                <a:cs typeface="Times New Roman"/>
              </a:rPr>
              <a:t>defined </a:t>
            </a:r>
            <a:r>
              <a:rPr sz="2000" dirty="0">
                <a:latin typeface="Times New Roman"/>
                <a:cs typeface="Times New Roman"/>
              </a:rPr>
              <a:t>process  </a:t>
            </a:r>
            <a:r>
              <a:rPr sz="2000" spc="-5" dirty="0">
                <a:latin typeface="Times New Roman"/>
                <a:cs typeface="Times New Roman"/>
              </a:rPr>
              <a:t>makes software development  more </a:t>
            </a:r>
            <a:r>
              <a:rPr sz="2000" dirty="0">
                <a:latin typeface="Times New Roman"/>
                <a:cs typeface="Times New Roman"/>
              </a:rPr>
              <a:t>orderly, </a:t>
            </a:r>
            <a:r>
              <a:rPr sz="2000" spc="-5" dirty="0">
                <a:latin typeface="Times New Roman"/>
                <a:cs typeface="Times New Roman"/>
              </a:rPr>
              <a:t>predictable</a:t>
            </a:r>
            <a:r>
              <a:rPr sz="2000" spc="-30" dirty="0">
                <a:latin typeface="Times New Roman"/>
                <a:cs typeface="Times New Roman"/>
              </a:rPr>
              <a:t> </a:t>
            </a:r>
            <a:r>
              <a:rPr sz="2000" spc="-5" dirty="0">
                <a:latin typeface="Times New Roman"/>
                <a:cs typeface="Times New Roman"/>
              </a:rPr>
              <a:t>and  repeatable</a:t>
            </a:r>
            <a:endParaRPr sz="2000" dirty="0">
              <a:latin typeface="Times New Roman"/>
              <a:cs typeface="Times New Roman"/>
            </a:endParaRPr>
          </a:p>
        </p:txBody>
      </p:sp>
      <p:sp>
        <p:nvSpPr>
          <p:cNvPr id="24" name="object 24"/>
          <p:cNvSpPr txBox="1"/>
          <p:nvPr/>
        </p:nvSpPr>
        <p:spPr>
          <a:xfrm>
            <a:off x="6471026" y="1870340"/>
            <a:ext cx="3488690" cy="3865161"/>
          </a:xfrm>
          <a:prstGeom prst="rect">
            <a:avLst/>
          </a:prstGeom>
          <a:ln w="9344">
            <a:solidFill>
              <a:srgbClr val="000000"/>
            </a:solidFill>
          </a:ln>
        </p:spPr>
        <p:txBody>
          <a:bodyPr vert="horz" wrap="square" lIns="0" tIns="0" rIns="0" bIns="0" rtlCol="0">
            <a:spAutoFit/>
          </a:bodyPr>
          <a:lstStyle/>
          <a:p>
            <a:pPr>
              <a:lnSpc>
                <a:spcPct val="100000"/>
              </a:lnSpc>
            </a:pPr>
            <a:endParaRPr sz="2600" dirty="0">
              <a:latin typeface="Times New Roman"/>
              <a:cs typeface="Times New Roman"/>
            </a:endParaRPr>
          </a:p>
          <a:p>
            <a:pPr>
              <a:lnSpc>
                <a:spcPct val="100000"/>
              </a:lnSpc>
            </a:pPr>
            <a:endParaRPr sz="2600" dirty="0">
              <a:latin typeface="Times New Roman"/>
              <a:cs typeface="Times New Roman"/>
            </a:endParaRPr>
          </a:p>
          <a:p>
            <a:pPr>
              <a:lnSpc>
                <a:spcPct val="100000"/>
              </a:lnSpc>
            </a:pPr>
            <a:endParaRPr sz="2600" dirty="0">
              <a:latin typeface="Times New Roman"/>
              <a:cs typeface="Times New Roman"/>
            </a:endParaRPr>
          </a:p>
          <a:p>
            <a:pPr>
              <a:lnSpc>
                <a:spcPct val="100000"/>
              </a:lnSpc>
            </a:pPr>
            <a:endParaRPr sz="2600" dirty="0">
              <a:latin typeface="Times New Roman"/>
              <a:cs typeface="Times New Roman"/>
            </a:endParaRPr>
          </a:p>
          <a:p>
            <a:pPr>
              <a:lnSpc>
                <a:spcPct val="100000"/>
              </a:lnSpc>
            </a:pPr>
            <a:endParaRPr sz="2600" dirty="0">
              <a:latin typeface="Times New Roman"/>
              <a:cs typeface="Times New Roman"/>
            </a:endParaRPr>
          </a:p>
          <a:p>
            <a:pPr>
              <a:lnSpc>
                <a:spcPct val="100000"/>
              </a:lnSpc>
            </a:pPr>
            <a:endParaRPr sz="2600" dirty="0">
              <a:latin typeface="Times New Roman"/>
              <a:cs typeface="Times New Roman"/>
            </a:endParaRPr>
          </a:p>
          <a:p>
            <a:pPr>
              <a:lnSpc>
                <a:spcPct val="100000"/>
              </a:lnSpc>
            </a:pPr>
            <a:endParaRPr sz="2600" dirty="0">
              <a:latin typeface="Times New Roman"/>
              <a:cs typeface="Times New Roman"/>
            </a:endParaRPr>
          </a:p>
          <a:p>
            <a:pPr>
              <a:lnSpc>
                <a:spcPct val="100000"/>
              </a:lnSpc>
            </a:pPr>
            <a:endParaRPr sz="2600" dirty="0">
              <a:latin typeface="Times New Roman"/>
              <a:cs typeface="Times New Roman"/>
            </a:endParaRPr>
          </a:p>
          <a:p>
            <a:pPr marL="683895">
              <a:spcBef>
                <a:spcPts val="2250"/>
              </a:spcBef>
              <a:tabLst>
                <a:tab pos="912494" algn="l"/>
                <a:tab pos="1141095" algn="l"/>
                <a:tab pos="2436495" algn="l"/>
                <a:tab pos="2665095" algn="l"/>
                <a:tab pos="2893695" algn="l"/>
              </a:tabLst>
            </a:pPr>
            <a:r>
              <a:rPr sz="2400" dirty="0">
                <a:latin typeface="Times New Roman"/>
                <a:cs typeface="Times New Roman"/>
              </a:rPr>
              <a:t>.	.	.	.	.	.</a:t>
            </a:r>
          </a:p>
        </p:txBody>
      </p:sp>
      <p:sp>
        <p:nvSpPr>
          <p:cNvPr id="25" name="Slide Number Placeholder 24"/>
          <p:cNvSpPr>
            <a:spLocks noGrp="1"/>
          </p:cNvSpPr>
          <p:nvPr>
            <p:ph type="sldNum" sz="quarter" idx="12"/>
          </p:nvPr>
        </p:nvSpPr>
        <p:spPr/>
        <p:txBody>
          <a:bodyPr/>
          <a:lstStyle/>
          <a:p>
            <a:fld id="{29991EE6-4969-4C15-AA4F-249D764823C9}" type="slidenum">
              <a:rPr lang="en-US" smtClean="0"/>
              <a:t>5</a:t>
            </a:fld>
            <a:endParaRPr lang="en-US"/>
          </a:p>
        </p:txBody>
      </p:sp>
    </p:spTree>
    <p:extLst>
      <p:ext uri="{BB962C8B-B14F-4D97-AF65-F5344CB8AC3E}">
        <p14:creationId xmlns:p14="http://schemas.microsoft.com/office/powerpoint/2010/main" val="12110318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bject 12"/>
          <p:cNvSpPr txBox="1">
            <a:spLocks noGrp="1"/>
          </p:cNvSpPr>
          <p:nvPr>
            <p:ph type="title"/>
          </p:nvPr>
        </p:nvSpPr>
        <p:spPr>
          <a:xfrm>
            <a:off x="2462213" y="2938105"/>
            <a:ext cx="7417068" cy="1121461"/>
          </a:xfrm>
          <a:prstGeom prst="rect">
            <a:avLst/>
          </a:prstGeom>
        </p:spPr>
        <p:txBody>
          <a:bodyPr vert="horz" wrap="square" lIns="0" tIns="13335" rIns="0" bIns="0" rtlCol="0" anchor="ctr">
            <a:spAutoFit/>
          </a:bodyPr>
          <a:lstStyle/>
          <a:p>
            <a:pPr marL="287020" marR="5080" indent="-274955">
              <a:lnSpc>
                <a:spcPct val="100000"/>
              </a:lnSpc>
              <a:spcBef>
                <a:spcPts val="105"/>
              </a:spcBef>
              <a:buClr>
                <a:srgbClr val="313131"/>
              </a:buClr>
              <a:buSzPct val="73076"/>
              <a:tabLst>
                <a:tab pos="287655" algn="l"/>
              </a:tabLst>
            </a:pPr>
            <a:r>
              <a:rPr dirty="0">
                <a:solidFill>
                  <a:schemeClr val="tx1"/>
                </a:solidFill>
                <a:latin typeface="Calibri" pitchFamily="34" charset="0"/>
                <a:cs typeface="Calibri" pitchFamily="34" charset="0"/>
              </a:rPr>
              <a:t>A series of steps </a:t>
            </a:r>
            <a:r>
              <a:rPr spc="-5" dirty="0">
                <a:solidFill>
                  <a:schemeClr val="tx1"/>
                </a:solidFill>
                <a:latin typeface="Calibri" pitchFamily="34" charset="0"/>
                <a:cs typeface="Calibri" pitchFamily="34" charset="0"/>
              </a:rPr>
              <a:t>taken to produce </a:t>
            </a:r>
            <a:r>
              <a:rPr spc="-270" dirty="0">
                <a:solidFill>
                  <a:schemeClr val="tx1"/>
                </a:solidFill>
                <a:latin typeface="Calibri" pitchFamily="34" charset="0"/>
                <a:cs typeface="Calibri" pitchFamily="34" charset="0"/>
              </a:rPr>
              <a:t>an  </a:t>
            </a:r>
            <a:r>
              <a:rPr spc="-5" dirty="0">
                <a:solidFill>
                  <a:schemeClr val="tx1"/>
                </a:solidFill>
                <a:latin typeface="Calibri" pitchFamily="34" charset="0"/>
                <a:cs typeface="Calibri" pitchFamily="34" charset="0"/>
              </a:rPr>
              <a:t>intended</a:t>
            </a:r>
            <a:r>
              <a:rPr spc="-35" dirty="0">
                <a:solidFill>
                  <a:schemeClr val="tx1"/>
                </a:solidFill>
                <a:latin typeface="Calibri" pitchFamily="34" charset="0"/>
                <a:cs typeface="Calibri" pitchFamily="34" charset="0"/>
              </a:rPr>
              <a:t> </a:t>
            </a:r>
            <a:r>
              <a:rPr dirty="0">
                <a:solidFill>
                  <a:schemeClr val="tx1"/>
                </a:solidFill>
                <a:latin typeface="Calibri" pitchFamily="34" charset="0"/>
                <a:cs typeface="Calibri" pitchFamily="34" charset="0"/>
              </a:rPr>
              <a:t>output</a:t>
            </a:r>
          </a:p>
        </p:txBody>
      </p:sp>
      <p:sp>
        <p:nvSpPr>
          <p:cNvPr id="13" name="Slide Number Placeholder 12"/>
          <p:cNvSpPr>
            <a:spLocks noGrp="1"/>
          </p:cNvSpPr>
          <p:nvPr>
            <p:ph type="sldNum" sz="quarter" idx="12"/>
          </p:nvPr>
        </p:nvSpPr>
        <p:spPr/>
        <p:txBody>
          <a:bodyPr/>
          <a:lstStyle/>
          <a:p>
            <a:fld id="{29991EE6-4969-4C15-AA4F-249D764823C9}" type="slidenum">
              <a:rPr lang="en-US" smtClean="0"/>
              <a:t>6</a:t>
            </a:fld>
            <a:endParaRPr lang="en-US"/>
          </a:p>
        </p:txBody>
      </p:sp>
      <p:sp>
        <p:nvSpPr>
          <p:cNvPr id="14" name="TextBox 13"/>
          <p:cNvSpPr txBox="1"/>
          <p:nvPr/>
        </p:nvSpPr>
        <p:spPr>
          <a:xfrm>
            <a:off x="3243263" y="878750"/>
            <a:ext cx="6536005" cy="769441"/>
          </a:xfrm>
          <a:prstGeom prst="rect">
            <a:avLst/>
          </a:prstGeom>
          <a:noFill/>
        </p:spPr>
        <p:txBody>
          <a:bodyPr wrap="square" rtlCol="0">
            <a:spAutoFit/>
          </a:bodyPr>
          <a:lstStyle/>
          <a:p>
            <a:r>
              <a:rPr lang="en-US" sz="4400" dirty="0">
                <a:solidFill>
                  <a:schemeClr val="bg1"/>
                </a:solidFill>
              </a:rPr>
              <a:t>What is a Process</a:t>
            </a:r>
          </a:p>
        </p:txBody>
      </p:sp>
    </p:spTree>
    <p:extLst>
      <p:ext uri="{BB962C8B-B14F-4D97-AF65-F5344CB8AC3E}">
        <p14:creationId xmlns:p14="http://schemas.microsoft.com/office/powerpoint/2010/main" val="29522179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are Process so Important</a:t>
            </a:r>
          </a:p>
        </p:txBody>
      </p:sp>
      <p:sp>
        <p:nvSpPr>
          <p:cNvPr id="3" name="Content Placeholder 2"/>
          <p:cNvSpPr>
            <a:spLocks noGrp="1"/>
          </p:cNvSpPr>
          <p:nvPr>
            <p:ph idx="1"/>
          </p:nvPr>
        </p:nvSpPr>
        <p:spPr/>
        <p:txBody>
          <a:bodyPr/>
          <a:lstStyle/>
          <a:p>
            <a:pPr marL="469265" marR="5080" indent="-457200">
              <a:spcBef>
                <a:spcPts val="105"/>
              </a:spcBef>
              <a:buClr>
                <a:srgbClr val="313131"/>
              </a:buClr>
              <a:buSzPct val="73076"/>
              <a:buFont typeface="Wingdings" panose="05000000000000000000" pitchFamily="2" charset="2"/>
              <a:buChar char="Ø"/>
              <a:tabLst>
                <a:tab pos="287655" algn="l"/>
              </a:tabLst>
            </a:pPr>
            <a:r>
              <a:rPr lang="en-US" sz="2800" spc="-5" dirty="0">
                <a:latin typeface="Calibri" pitchFamily="34" charset="0"/>
                <a:cs typeface="Calibri" pitchFamily="34" charset="0"/>
              </a:rPr>
              <a:t>Impose consistency and </a:t>
            </a:r>
            <a:r>
              <a:rPr lang="en-US" sz="2800" dirty="0">
                <a:latin typeface="Calibri" pitchFamily="34" charset="0"/>
                <a:cs typeface="Calibri" pitchFamily="34" charset="0"/>
              </a:rPr>
              <a:t>structure on a set </a:t>
            </a:r>
            <a:r>
              <a:rPr lang="en-US" sz="2800" spc="-260" dirty="0">
                <a:latin typeface="Calibri" pitchFamily="34" charset="0"/>
                <a:cs typeface="Calibri" pitchFamily="34" charset="0"/>
              </a:rPr>
              <a:t>of  </a:t>
            </a:r>
            <a:r>
              <a:rPr lang="en-US" sz="2800" spc="-5" dirty="0">
                <a:latin typeface="Calibri" pitchFamily="34" charset="0"/>
                <a:cs typeface="Calibri" pitchFamily="34" charset="0"/>
              </a:rPr>
              <a:t>activities</a:t>
            </a:r>
            <a:endParaRPr lang="en-US" sz="2800" dirty="0">
              <a:latin typeface="Calibri" pitchFamily="34" charset="0"/>
              <a:cs typeface="Calibri" pitchFamily="34" charset="0"/>
            </a:endParaRPr>
          </a:p>
          <a:p>
            <a:pPr marL="469265" marR="311785" indent="-457200">
              <a:spcBef>
                <a:spcPts val="595"/>
              </a:spcBef>
              <a:buClr>
                <a:srgbClr val="313131"/>
              </a:buClr>
              <a:buSzPct val="73076"/>
              <a:buFont typeface="Wingdings" panose="05000000000000000000" pitchFamily="2" charset="2"/>
              <a:buChar char="Ø"/>
              <a:tabLst>
                <a:tab pos="287655" algn="l"/>
              </a:tabLst>
            </a:pPr>
            <a:r>
              <a:rPr lang="en-US" sz="2800" dirty="0">
                <a:latin typeface="Calibri" pitchFamily="34" charset="0"/>
                <a:cs typeface="Calibri" pitchFamily="34" charset="0"/>
              </a:rPr>
              <a:t>Guide </a:t>
            </a:r>
            <a:r>
              <a:rPr lang="en-US" sz="2800" spc="-5" dirty="0">
                <a:latin typeface="Calibri" pitchFamily="34" charset="0"/>
                <a:cs typeface="Calibri" pitchFamily="34" charset="0"/>
              </a:rPr>
              <a:t>us to understand, control, </a:t>
            </a:r>
            <a:r>
              <a:rPr lang="en-US" sz="2800" spc="-65" dirty="0">
                <a:latin typeface="Calibri" pitchFamily="34" charset="0"/>
                <a:cs typeface="Calibri" pitchFamily="34" charset="0"/>
              </a:rPr>
              <a:t>examine,  </a:t>
            </a:r>
            <a:r>
              <a:rPr lang="en-US" sz="2800" dirty="0">
                <a:latin typeface="Calibri" pitchFamily="34" charset="0"/>
                <a:cs typeface="Calibri" pitchFamily="34" charset="0"/>
              </a:rPr>
              <a:t>and </a:t>
            </a:r>
            <a:r>
              <a:rPr lang="en-US" sz="2800" spc="-5" dirty="0">
                <a:latin typeface="Calibri" pitchFamily="34" charset="0"/>
                <a:cs typeface="Calibri" pitchFamily="34" charset="0"/>
              </a:rPr>
              <a:t>improve </a:t>
            </a:r>
            <a:r>
              <a:rPr lang="en-US" sz="2800" dirty="0">
                <a:latin typeface="Calibri" pitchFamily="34" charset="0"/>
                <a:cs typeface="Calibri" pitchFamily="34" charset="0"/>
              </a:rPr>
              <a:t>the</a:t>
            </a:r>
            <a:r>
              <a:rPr lang="en-US" sz="2800" spc="-45" dirty="0">
                <a:latin typeface="Calibri" pitchFamily="34" charset="0"/>
                <a:cs typeface="Calibri" pitchFamily="34" charset="0"/>
              </a:rPr>
              <a:t> </a:t>
            </a:r>
            <a:r>
              <a:rPr lang="en-US" sz="2800" spc="-5" dirty="0">
                <a:latin typeface="Calibri" pitchFamily="34" charset="0"/>
                <a:cs typeface="Calibri" pitchFamily="34" charset="0"/>
              </a:rPr>
              <a:t>activities</a:t>
            </a:r>
            <a:endParaRPr lang="en-US" sz="2800" dirty="0">
              <a:latin typeface="Calibri" pitchFamily="34" charset="0"/>
              <a:cs typeface="Calibri" pitchFamily="34" charset="0"/>
            </a:endParaRPr>
          </a:p>
          <a:p>
            <a:pPr marL="469265" marR="471170" indent="-457200">
              <a:spcBef>
                <a:spcPts val="605"/>
              </a:spcBef>
              <a:buClr>
                <a:srgbClr val="313131"/>
              </a:buClr>
              <a:buSzPct val="73076"/>
              <a:buFont typeface="Wingdings" panose="05000000000000000000" pitchFamily="2" charset="2"/>
              <a:buChar char="Ø"/>
              <a:tabLst>
                <a:tab pos="287655" algn="l"/>
              </a:tabLst>
            </a:pPr>
            <a:r>
              <a:rPr lang="en-US" sz="2800" dirty="0">
                <a:latin typeface="Calibri" pitchFamily="34" charset="0"/>
                <a:cs typeface="Calibri" pitchFamily="34" charset="0"/>
              </a:rPr>
              <a:t>Enable </a:t>
            </a:r>
            <a:r>
              <a:rPr lang="en-US" sz="2800" spc="-5" dirty="0">
                <a:latin typeface="Calibri" pitchFamily="34" charset="0"/>
                <a:cs typeface="Calibri" pitchFamily="34" charset="0"/>
              </a:rPr>
              <a:t>us to capture our experiences </a:t>
            </a:r>
            <a:r>
              <a:rPr lang="en-US" sz="2800" spc="-170" dirty="0">
                <a:latin typeface="Calibri" pitchFamily="34" charset="0"/>
                <a:cs typeface="Calibri" pitchFamily="34" charset="0"/>
              </a:rPr>
              <a:t>and  </a:t>
            </a:r>
            <a:r>
              <a:rPr lang="en-US" sz="2800" spc="-5" dirty="0">
                <a:latin typeface="Calibri" pitchFamily="34" charset="0"/>
                <a:cs typeface="Calibri" pitchFamily="34" charset="0"/>
              </a:rPr>
              <a:t>pass them</a:t>
            </a:r>
            <a:r>
              <a:rPr lang="en-US" sz="2800" spc="-20" dirty="0">
                <a:latin typeface="Calibri" pitchFamily="34" charset="0"/>
                <a:cs typeface="Calibri" pitchFamily="34" charset="0"/>
              </a:rPr>
              <a:t> </a:t>
            </a:r>
            <a:r>
              <a:rPr lang="en-US" sz="2800" spc="-5" dirty="0">
                <a:latin typeface="Calibri" pitchFamily="34" charset="0"/>
                <a:cs typeface="Calibri" pitchFamily="34" charset="0"/>
              </a:rPr>
              <a:t>along</a:t>
            </a:r>
            <a:endParaRPr lang="en-US" sz="2800" dirty="0">
              <a:latin typeface="Calibri" pitchFamily="34" charset="0"/>
              <a:cs typeface="Calibri" pitchFamily="34" charset="0"/>
            </a:endParaRPr>
          </a:p>
          <a:p>
            <a:pPr marL="0" indent="0">
              <a:buNone/>
            </a:pPr>
            <a:endParaRPr lang="en-US" dirty="0"/>
          </a:p>
        </p:txBody>
      </p:sp>
      <p:sp>
        <p:nvSpPr>
          <p:cNvPr id="4" name="Slide Number Placeholder 3"/>
          <p:cNvSpPr>
            <a:spLocks noGrp="1"/>
          </p:cNvSpPr>
          <p:nvPr>
            <p:ph type="sldNum" sz="quarter" idx="12"/>
          </p:nvPr>
        </p:nvSpPr>
        <p:spPr/>
        <p:txBody>
          <a:bodyPr/>
          <a:lstStyle/>
          <a:p>
            <a:fld id="{29991EE6-4969-4C15-AA4F-249D764823C9}" type="slidenum">
              <a:rPr lang="en-US" smtClean="0"/>
              <a:t>7</a:t>
            </a:fld>
            <a:endParaRPr lang="en-US"/>
          </a:p>
        </p:txBody>
      </p:sp>
    </p:spTree>
    <p:extLst>
      <p:ext uri="{BB962C8B-B14F-4D97-AF65-F5344CB8AC3E}">
        <p14:creationId xmlns:p14="http://schemas.microsoft.com/office/powerpoint/2010/main" val="24277051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Common Processes</a:t>
            </a:r>
          </a:p>
        </p:txBody>
      </p:sp>
      <p:sp>
        <p:nvSpPr>
          <p:cNvPr id="3" name="Content Placeholder 2"/>
          <p:cNvSpPr>
            <a:spLocks noGrp="1"/>
          </p:cNvSpPr>
          <p:nvPr>
            <p:ph idx="1"/>
          </p:nvPr>
        </p:nvSpPr>
        <p:spPr/>
        <p:txBody>
          <a:bodyPr/>
          <a:lstStyle/>
          <a:p>
            <a:pPr marL="287020" indent="-274955">
              <a:spcBef>
                <a:spcPts val="700"/>
              </a:spcBef>
              <a:buClr>
                <a:srgbClr val="313131"/>
              </a:buClr>
              <a:buSzPct val="73076"/>
              <a:buFont typeface="Wingdings" pitchFamily="2" charset="2"/>
              <a:buChar char="§"/>
              <a:tabLst>
                <a:tab pos="287655" algn="l"/>
              </a:tabLst>
            </a:pPr>
            <a:r>
              <a:rPr lang="en-US" sz="2400" spc="-20" dirty="0">
                <a:latin typeface="Times New Roman" panose="02020603050405020304" pitchFamily="18" charset="0"/>
                <a:cs typeface="Times New Roman" panose="02020603050405020304" pitchFamily="18" charset="0"/>
              </a:rPr>
              <a:t>Waterfall</a:t>
            </a:r>
            <a:endParaRPr lang="en-US" sz="2400" dirty="0">
              <a:latin typeface="Times New Roman" panose="02020603050405020304" pitchFamily="18" charset="0"/>
              <a:cs typeface="Times New Roman" panose="02020603050405020304" pitchFamily="18" charset="0"/>
            </a:endParaRPr>
          </a:p>
          <a:p>
            <a:pPr marL="287020" indent="-274955">
              <a:spcBef>
                <a:spcPts val="600"/>
              </a:spcBef>
              <a:buClr>
                <a:srgbClr val="313131"/>
              </a:buClr>
              <a:buSzPct val="73076"/>
              <a:buFont typeface="Wingdings" pitchFamily="2" charset="2"/>
              <a:buChar char="§"/>
              <a:tabLst>
                <a:tab pos="287655" algn="l"/>
              </a:tabLst>
            </a:pPr>
            <a:r>
              <a:rPr lang="en-US" sz="2400" spc="-15" dirty="0">
                <a:latin typeface="Times New Roman" panose="02020603050405020304" pitchFamily="18" charset="0"/>
                <a:cs typeface="Times New Roman" panose="02020603050405020304" pitchFamily="18" charset="0"/>
              </a:rPr>
              <a:t>Prototyping</a:t>
            </a:r>
            <a:endParaRPr lang="en-US" sz="2400" dirty="0">
              <a:latin typeface="Times New Roman" panose="02020603050405020304" pitchFamily="18" charset="0"/>
              <a:cs typeface="Times New Roman" panose="02020603050405020304" pitchFamily="18" charset="0"/>
            </a:endParaRPr>
          </a:p>
          <a:p>
            <a:pPr marL="287020" indent="-274955">
              <a:spcBef>
                <a:spcPts val="600"/>
              </a:spcBef>
              <a:buClr>
                <a:srgbClr val="313131"/>
              </a:buClr>
              <a:buSzPct val="73076"/>
              <a:buFont typeface="Wingdings" pitchFamily="2" charset="2"/>
              <a:buChar char="§"/>
              <a:tabLst>
                <a:tab pos="287655" algn="l"/>
              </a:tabLst>
            </a:pPr>
            <a:r>
              <a:rPr lang="en-US" sz="2400" spc="-5" dirty="0">
                <a:latin typeface="Times New Roman" panose="02020603050405020304" pitchFamily="18" charset="0"/>
                <a:cs typeface="Times New Roman" panose="02020603050405020304" pitchFamily="18" charset="0"/>
              </a:rPr>
              <a:t>V-Model</a:t>
            </a:r>
            <a:endParaRPr lang="en-US" sz="2400" dirty="0">
              <a:latin typeface="Times New Roman" panose="02020603050405020304" pitchFamily="18" charset="0"/>
              <a:cs typeface="Times New Roman" panose="02020603050405020304" pitchFamily="18" charset="0"/>
            </a:endParaRPr>
          </a:p>
          <a:p>
            <a:pPr marL="287020" indent="-274955">
              <a:spcBef>
                <a:spcPts val="600"/>
              </a:spcBef>
              <a:buClr>
                <a:srgbClr val="313131"/>
              </a:buClr>
              <a:buSzPct val="73076"/>
              <a:buFont typeface="Wingdings" pitchFamily="2" charset="2"/>
              <a:buChar char="§"/>
              <a:tabLst>
                <a:tab pos="287655" algn="l"/>
              </a:tabLst>
            </a:pPr>
            <a:r>
              <a:rPr lang="en-US" sz="2400" spc="-5" dirty="0">
                <a:latin typeface="Times New Roman" panose="02020603050405020304" pitchFamily="18" charset="0"/>
                <a:cs typeface="Times New Roman" panose="02020603050405020304" pitchFamily="18" charset="0"/>
              </a:rPr>
              <a:t>Incremental</a:t>
            </a:r>
            <a:endParaRPr lang="en-US" sz="2400" dirty="0">
              <a:latin typeface="Times New Roman" panose="02020603050405020304" pitchFamily="18" charset="0"/>
              <a:cs typeface="Times New Roman" panose="02020603050405020304" pitchFamily="18" charset="0"/>
            </a:endParaRPr>
          </a:p>
          <a:p>
            <a:pPr marL="287020" indent="-274955">
              <a:spcBef>
                <a:spcPts val="600"/>
              </a:spcBef>
              <a:buClr>
                <a:srgbClr val="313131"/>
              </a:buClr>
              <a:buSzPct val="73076"/>
              <a:buFont typeface="Wingdings" pitchFamily="2" charset="2"/>
              <a:buChar char="§"/>
              <a:tabLst>
                <a:tab pos="287655" algn="l"/>
              </a:tabLst>
            </a:pPr>
            <a:r>
              <a:rPr lang="en-US" sz="2400" spc="-5" dirty="0">
                <a:latin typeface="Times New Roman" panose="02020603050405020304" pitchFamily="18" charset="0"/>
                <a:cs typeface="Times New Roman" panose="02020603050405020304" pitchFamily="18" charset="0"/>
              </a:rPr>
              <a:t>Iterative</a:t>
            </a:r>
            <a:endParaRPr lang="en-US" sz="2400" dirty="0">
              <a:latin typeface="Times New Roman" panose="02020603050405020304" pitchFamily="18" charset="0"/>
              <a:cs typeface="Times New Roman" panose="02020603050405020304" pitchFamily="18" charset="0"/>
            </a:endParaRPr>
          </a:p>
          <a:p>
            <a:pPr marL="287020" indent="-274955">
              <a:spcBef>
                <a:spcPts val="600"/>
              </a:spcBef>
              <a:buClr>
                <a:srgbClr val="313131"/>
              </a:buClr>
              <a:buSzPct val="73076"/>
              <a:buFont typeface="Wingdings" pitchFamily="2" charset="2"/>
              <a:buChar char="§"/>
              <a:tabLst>
                <a:tab pos="287655" algn="l"/>
              </a:tabLst>
            </a:pPr>
            <a:r>
              <a:rPr lang="en-US" sz="2400" spc="-5" dirty="0">
                <a:latin typeface="Times New Roman" panose="02020603050405020304" pitchFamily="18" charset="0"/>
                <a:cs typeface="Times New Roman" panose="02020603050405020304" pitchFamily="18" charset="0"/>
              </a:rPr>
              <a:t>Spiral</a:t>
            </a:r>
            <a:endParaRPr lang="en-US" sz="2400" dirty="0">
              <a:latin typeface="Times New Roman" panose="02020603050405020304" pitchFamily="18" charset="0"/>
              <a:cs typeface="Times New Roman" panose="02020603050405020304" pitchFamily="18" charset="0"/>
            </a:endParaRPr>
          </a:p>
          <a:p>
            <a:pPr marL="287020" indent="-274955">
              <a:spcBef>
                <a:spcPts val="600"/>
              </a:spcBef>
              <a:buClr>
                <a:srgbClr val="313131"/>
              </a:buClr>
              <a:buSzPct val="73076"/>
              <a:buFont typeface="Wingdings" pitchFamily="2" charset="2"/>
              <a:buChar char="§"/>
              <a:tabLst>
                <a:tab pos="287655" algn="l"/>
              </a:tabLst>
            </a:pPr>
            <a:r>
              <a:rPr lang="en-US" sz="2400" dirty="0">
                <a:latin typeface="Times New Roman" panose="02020603050405020304" pitchFamily="18" charset="0"/>
                <a:cs typeface="Times New Roman" panose="02020603050405020304" pitchFamily="18" charset="0"/>
              </a:rPr>
              <a:t>Agile</a:t>
            </a:r>
            <a:r>
              <a:rPr lang="en-US" sz="2400" spc="-45" dirty="0">
                <a:latin typeface="Times New Roman" panose="02020603050405020304" pitchFamily="18" charset="0"/>
                <a:cs typeface="Times New Roman" panose="02020603050405020304" pitchFamily="18" charset="0"/>
              </a:rPr>
              <a:t> </a:t>
            </a:r>
            <a:r>
              <a:rPr lang="en-US" sz="2400" spc="-50" dirty="0">
                <a:latin typeface="Times New Roman" panose="02020603050405020304" pitchFamily="18" charset="0"/>
                <a:cs typeface="Times New Roman" panose="02020603050405020304" pitchFamily="18" charset="0"/>
              </a:rPr>
              <a:t>Development</a:t>
            </a:r>
            <a:endParaRPr lang="en-US" sz="2400" dirty="0">
              <a:latin typeface="Times New Roman" panose="02020603050405020304" pitchFamily="18" charset="0"/>
              <a:cs typeface="Times New Roman" panose="02020603050405020304" pitchFamily="18" charset="0"/>
            </a:endParaRPr>
          </a:p>
          <a:p>
            <a:endParaRPr lang="en-US" dirty="0"/>
          </a:p>
        </p:txBody>
      </p:sp>
      <p:sp>
        <p:nvSpPr>
          <p:cNvPr id="4" name="Slide Number Placeholder 3"/>
          <p:cNvSpPr>
            <a:spLocks noGrp="1"/>
          </p:cNvSpPr>
          <p:nvPr>
            <p:ph type="sldNum" sz="quarter" idx="12"/>
          </p:nvPr>
        </p:nvSpPr>
        <p:spPr/>
        <p:txBody>
          <a:bodyPr/>
          <a:lstStyle/>
          <a:p>
            <a:fld id="{29991EE6-4969-4C15-AA4F-249D764823C9}" type="slidenum">
              <a:rPr lang="en-US" smtClean="0"/>
              <a:t>8</a:t>
            </a:fld>
            <a:endParaRPr lang="en-US"/>
          </a:p>
        </p:txBody>
      </p:sp>
    </p:spTree>
    <p:extLst>
      <p:ext uri="{BB962C8B-B14F-4D97-AF65-F5344CB8AC3E}">
        <p14:creationId xmlns:p14="http://schemas.microsoft.com/office/powerpoint/2010/main" val="1483457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Waterfall Model</a:t>
            </a:r>
          </a:p>
        </p:txBody>
      </p:sp>
      <p:sp>
        <p:nvSpPr>
          <p:cNvPr id="3" name="Content Placeholder 2"/>
          <p:cNvSpPr>
            <a:spLocks noGrp="1"/>
          </p:cNvSpPr>
          <p:nvPr>
            <p:ph idx="1"/>
          </p:nvPr>
        </p:nvSpPr>
        <p:spPr>
          <a:xfrm>
            <a:off x="1154954" y="2603500"/>
            <a:ext cx="10598896" cy="34163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 The waterfall model is a breakdown of project activities into linear sequential phases, where each phase depends on the deliverables of the previous one and corresponds to a specialization of tasks.</a:t>
            </a:r>
          </a:p>
          <a:p>
            <a:pPr marL="0" indent="0">
              <a:buNone/>
            </a:pPr>
            <a:r>
              <a:rPr lang="en-US" sz="2400" dirty="0">
                <a:latin typeface="Times New Roman" panose="02020603050405020304" pitchFamily="18" charset="0"/>
                <a:cs typeface="Times New Roman" panose="02020603050405020304" pitchFamily="18" charset="0"/>
              </a:rPr>
              <a:t>This takes the fundamental process activities of specification, development, validation, and evolution and represents them as separate process phases such as requirements specification, software design, implementation, testing, and so on.</a:t>
            </a:r>
          </a:p>
        </p:txBody>
      </p:sp>
      <p:sp>
        <p:nvSpPr>
          <p:cNvPr id="4" name="Slide Number Placeholder 3"/>
          <p:cNvSpPr>
            <a:spLocks noGrp="1"/>
          </p:cNvSpPr>
          <p:nvPr>
            <p:ph type="sldNum" sz="quarter" idx="12"/>
          </p:nvPr>
        </p:nvSpPr>
        <p:spPr/>
        <p:txBody>
          <a:bodyPr/>
          <a:lstStyle/>
          <a:p>
            <a:fld id="{29991EE6-4969-4C15-AA4F-249D764823C9}" type="slidenum">
              <a:rPr lang="en-US" smtClean="0"/>
              <a:t>9</a:t>
            </a:fld>
            <a:endParaRPr lang="en-US"/>
          </a:p>
        </p:txBody>
      </p:sp>
    </p:spTree>
    <p:extLst>
      <p:ext uri="{BB962C8B-B14F-4D97-AF65-F5344CB8AC3E}">
        <p14:creationId xmlns:p14="http://schemas.microsoft.com/office/powerpoint/2010/main" val="28549904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Waterfall Model</a:t>
            </a:r>
          </a:p>
        </p:txBody>
      </p:sp>
      <p:sp>
        <p:nvSpPr>
          <p:cNvPr id="4" name="Slide Number Placeholder 3"/>
          <p:cNvSpPr>
            <a:spLocks noGrp="1"/>
          </p:cNvSpPr>
          <p:nvPr>
            <p:ph type="sldNum" sz="quarter" idx="12"/>
          </p:nvPr>
        </p:nvSpPr>
        <p:spPr/>
        <p:txBody>
          <a:bodyPr/>
          <a:lstStyle/>
          <a:p>
            <a:fld id="{29991EE6-4969-4C15-AA4F-249D764823C9}" type="slidenum">
              <a:rPr lang="en-US" smtClean="0"/>
              <a:t>10</a:t>
            </a:fld>
            <a:endParaRPr lang="en-US"/>
          </a:p>
        </p:txBody>
      </p:sp>
      <p:pic>
        <p:nvPicPr>
          <p:cNvPr id="5" name="Picture 4"/>
          <p:cNvPicPr>
            <a:picLocks noChangeAspect="1"/>
          </p:cNvPicPr>
          <p:nvPr/>
        </p:nvPicPr>
        <p:blipFill>
          <a:blip r:embed="rId2"/>
          <a:stretch>
            <a:fillRect/>
          </a:stretch>
        </p:blipFill>
        <p:spPr>
          <a:xfrm>
            <a:off x="2319337" y="2824162"/>
            <a:ext cx="6943725" cy="3228975"/>
          </a:xfrm>
          <a:prstGeom prst="rect">
            <a:avLst/>
          </a:prstGeom>
        </p:spPr>
      </p:pic>
    </p:spTree>
    <p:extLst>
      <p:ext uri="{BB962C8B-B14F-4D97-AF65-F5344CB8AC3E}">
        <p14:creationId xmlns:p14="http://schemas.microsoft.com/office/powerpoint/2010/main" val="41498856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62758" y="793868"/>
            <a:ext cx="7633742" cy="1492132"/>
          </a:xfrm>
        </p:spPr>
        <p:txBody>
          <a:bodyPr/>
          <a:lstStyle/>
          <a:p>
            <a:r>
              <a:rPr lang="en-US" dirty="0"/>
              <a:t>When Waterfall Model is USED</a:t>
            </a:r>
          </a:p>
        </p:txBody>
      </p:sp>
      <p:sp>
        <p:nvSpPr>
          <p:cNvPr id="5" name="Content Placeholder 2"/>
          <p:cNvSpPr txBox="1">
            <a:spLocks/>
          </p:cNvSpPr>
          <p:nvPr/>
        </p:nvSpPr>
        <p:spPr>
          <a:xfrm>
            <a:off x="2462758" y="2286003"/>
            <a:ext cx="7633742" cy="3593591"/>
          </a:xfrm>
          <a:prstGeom prst="rect">
            <a:avLst/>
          </a:prstGeom>
        </p:spPr>
        <p:txBody>
          <a:bodyPr/>
          <a:lstStyle>
            <a:lvl1pPr marL="228600" indent="-228600" algn="l" defTabSz="6858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6858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6858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6858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6858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6858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6858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6858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6858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a:lstStyle>
          <a:p>
            <a:r>
              <a:rPr lang="en-US" sz="3200" dirty="0">
                <a:latin typeface="Calibri" pitchFamily="34" charset="0"/>
                <a:cs typeface="Calibri" pitchFamily="34" charset="0"/>
              </a:rPr>
              <a:t>     Small scale Project</a:t>
            </a:r>
          </a:p>
          <a:p>
            <a:r>
              <a:rPr lang="en-US" sz="3200" dirty="0">
                <a:latin typeface="Calibri" pitchFamily="34" charset="0"/>
                <a:cs typeface="Calibri" pitchFamily="34" charset="0"/>
              </a:rPr>
              <a:t>    Clearly defined requirements</a:t>
            </a:r>
          </a:p>
          <a:p>
            <a:r>
              <a:rPr lang="en-US" sz="3200" dirty="0">
                <a:latin typeface="Calibri" pitchFamily="34" charset="0"/>
                <a:cs typeface="Calibri" pitchFamily="34" charset="0"/>
              </a:rPr>
              <a:t>    Technology Understood</a:t>
            </a:r>
          </a:p>
        </p:txBody>
      </p:sp>
      <p:sp>
        <p:nvSpPr>
          <p:cNvPr id="3" name="Slide Number Placeholder 2"/>
          <p:cNvSpPr>
            <a:spLocks noGrp="1"/>
          </p:cNvSpPr>
          <p:nvPr>
            <p:ph type="sldNum" sz="quarter" idx="12"/>
          </p:nvPr>
        </p:nvSpPr>
        <p:spPr/>
        <p:txBody>
          <a:bodyPr/>
          <a:lstStyle/>
          <a:p>
            <a:fld id="{29991EE6-4969-4C15-AA4F-249D764823C9}" type="slidenum">
              <a:rPr lang="en-US" smtClean="0"/>
              <a:t>11</a:t>
            </a:fld>
            <a:endParaRPr lang="en-US"/>
          </a:p>
        </p:txBody>
      </p:sp>
    </p:spTree>
    <p:extLst>
      <p:ext uri="{BB962C8B-B14F-4D97-AF65-F5344CB8AC3E}">
        <p14:creationId xmlns:p14="http://schemas.microsoft.com/office/powerpoint/2010/main" val="20200378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bject 11"/>
          <p:cNvSpPr txBox="1">
            <a:spLocks noGrp="1"/>
          </p:cNvSpPr>
          <p:nvPr>
            <p:ph type="title"/>
          </p:nvPr>
        </p:nvSpPr>
        <p:spPr>
          <a:xfrm>
            <a:off x="2286000" y="1349261"/>
            <a:ext cx="7543800" cy="766877"/>
          </a:xfrm>
          <a:prstGeom prst="rect">
            <a:avLst/>
          </a:prstGeom>
        </p:spPr>
        <p:txBody>
          <a:bodyPr vert="horz" wrap="square" lIns="0" tIns="88900" rIns="0" bIns="0" rtlCol="0" anchor="ctr">
            <a:spAutoFit/>
          </a:bodyPr>
          <a:lstStyle/>
          <a:p>
            <a:pPr marL="287020" indent="-274955">
              <a:lnSpc>
                <a:spcPct val="100000"/>
              </a:lnSpc>
              <a:spcBef>
                <a:spcPts val="700"/>
              </a:spcBef>
              <a:buClr>
                <a:srgbClr val="313131"/>
              </a:buClr>
              <a:buSzPct val="73076"/>
              <a:tabLst>
                <a:tab pos="287655" algn="l"/>
              </a:tabLst>
            </a:pPr>
            <a:r>
              <a:rPr lang="en-US" dirty="0"/>
              <a:t>Prototyping Model</a:t>
            </a:r>
            <a:endParaRPr dirty="0"/>
          </a:p>
        </p:txBody>
      </p:sp>
      <p:sp>
        <p:nvSpPr>
          <p:cNvPr id="12" name="object 12"/>
          <p:cNvSpPr txBox="1"/>
          <p:nvPr/>
        </p:nvSpPr>
        <p:spPr>
          <a:xfrm>
            <a:off x="1847850" y="2581275"/>
            <a:ext cx="6655434" cy="1847301"/>
          </a:xfrm>
          <a:prstGeom prst="rect">
            <a:avLst/>
          </a:prstGeom>
        </p:spPr>
        <p:txBody>
          <a:bodyPr vert="horz" wrap="square" lIns="0" tIns="13335" rIns="0" bIns="0" rtlCol="0">
            <a:spAutoFit/>
          </a:bodyPr>
          <a:lstStyle/>
          <a:p>
            <a:pPr marL="647700" indent="-342900">
              <a:spcBef>
                <a:spcPts val="105"/>
              </a:spcBef>
              <a:buClr>
                <a:srgbClr val="4E8542"/>
              </a:buClr>
              <a:buSzPct val="78260"/>
              <a:buFont typeface="Wingdings" panose="05000000000000000000" pitchFamily="2" charset="2"/>
              <a:buChar char="Ø"/>
              <a:tabLst>
                <a:tab pos="534670" algn="l"/>
              </a:tabLst>
            </a:pPr>
            <a:r>
              <a:rPr sz="2300" dirty="0">
                <a:solidFill>
                  <a:srgbClr val="6C6C6C"/>
                </a:solidFill>
                <a:latin typeface="Trebuchet MS"/>
                <a:cs typeface="Trebuchet MS"/>
              </a:rPr>
              <a:t>developers </a:t>
            </a:r>
            <a:r>
              <a:rPr sz="2300" spc="-5" dirty="0">
                <a:solidFill>
                  <a:srgbClr val="6C6C6C"/>
                </a:solidFill>
                <a:latin typeface="Trebuchet MS"/>
                <a:cs typeface="Trebuchet MS"/>
              </a:rPr>
              <a:t>assess </a:t>
            </a:r>
            <a:r>
              <a:rPr sz="2300" dirty="0">
                <a:solidFill>
                  <a:srgbClr val="6C6C6C"/>
                </a:solidFill>
                <a:latin typeface="Trebuchet MS"/>
                <a:cs typeface="Trebuchet MS"/>
              </a:rPr>
              <a:t>alternative </a:t>
            </a:r>
            <a:r>
              <a:rPr sz="2300" spc="-5" dirty="0">
                <a:solidFill>
                  <a:srgbClr val="6C6C6C"/>
                </a:solidFill>
                <a:latin typeface="Trebuchet MS"/>
                <a:cs typeface="Trebuchet MS"/>
              </a:rPr>
              <a:t>design</a:t>
            </a:r>
            <a:r>
              <a:rPr sz="2300" spc="-130" dirty="0">
                <a:solidFill>
                  <a:srgbClr val="6C6C6C"/>
                </a:solidFill>
                <a:latin typeface="Trebuchet MS"/>
                <a:cs typeface="Trebuchet MS"/>
              </a:rPr>
              <a:t> </a:t>
            </a:r>
            <a:r>
              <a:rPr sz="2300" spc="-25" dirty="0">
                <a:solidFill>
                  <a:srgbClr val="6C6C6C"/>
                </a:solidFill>
                <a:latin typeface="Trebuchet MS"/>
                <a:cs typeface="Trebuchet MS"/>
              </a:rPr>
              <a:t>strategies</a:t>
            </a:r>
            <a:endParaRPr sz="2300" dirty="0">
              <a:latin typeface="Trebuchet MS"/>
              <a:cs typeface="Trebuchet MS"/>
            </a:endParaRPr>
          </a:p>
          <a:p>
            <a:pPr marL="876935" indent="-342900">
              <a:buFont typeface="Wingdings" panose="05000000000000000000" pitchFamily="2" charset="2"/>
              <a:buChar char="Ø"/>
            </a:pPr>
            <a:r>
              <a:rPr sz="2300" dirty="0">
                <a:solidFill>
                  <a:srgbClr val="6C6C6C"/>
                </a:solidFill>
                <a:latin typeface="Trebuchet MS"/>
                <a:cs typeface="Trebuchet MS"/>
              </a:rPr>
              <a:t>(design</a:t>
            </a:r>
            <a:r>
              <a:rPr sz="2300" spc="-40" dirty="0">
                <a:solidFill>
                  <a:srgbClr val="6C6C6C"/>
                </a:solidFill>
                <a:latin typeface="Trebuchet MS"/>
                <a:cs typeface="Trebuchet MS"/>
              </a:rPr>
              <a:t> </a:t>
            </a:r>
            <a:r>
              <a:rPr sz="2300" spc="-5" dirty="0">
                <a:solidFill>
                  <a:srgbClr val="6C6C6C"/>
                </a:solidFill>
                <a:latin typeface="Trebuchet MS"/>
                <a:cs typeface="Trebuchet MS"/>
              </a:rPr>
              <a:t>prototype)</a:t>
            </a:r>
            <a:endParaRPr sz="2300" dirty="0">
              <a:latin typeface="Trebuchet MS"/>
              <a:cs typeface="Trebuchet MS"/>
            </a:endParaRPr>
          </a:p>
          <a:p>
            <a:pPr marL="648335" marR="115570" indent="-342900">
              <a:spcBef>
                <a:spcPts val="490"/>
              </a:spcBef>
              <a:buClr>
                <a:srgbClr val="4E8542"/>
              </a:buClr>
              <a:buSzPct val="78260"/>
              <a:buFont typeface="Wingdings" panose="05000000000000000000" pitchFamily="2" charset="2"/>
              <a:buChar char="Ø"/>
              <a:tabLst>
                <a:tab pos="534670" algn="l"/>
              </a:tabLst>
            </a:pPr>
            <a:r>
              <a:rPr sz="2300" dirty="0">
                <a:solidFill>
                  <a:srgbClr val="6C6C6C"/>
                </a:solidFill>
                <a:latin typeface="Trebuchet MS"/>
                <a:cs typeface="Trebuchet MS"/>
              </a:rPr>
              <a:t>users understand </a:t>
            </a:r>
            <a:r>
              <a:rPr sz="2300" spc="-5" dirty="0">
                <a:solidFill>
                  <a:srgbClr val="6C6C6C"/>
                </a:solidFill>
                <a:latin typeface="Trebuchet MS"/>
                <a:cs typeface="Trebuchet MS"/>
              </a:rPr>
              <a:t>what the </a:t>
            </a:r>
            <a:r>
              <a:rPr sz="2300" dirty="0">
                <a:solidFill>
                  <a:srgbClr val="6C6C6C"/>
                </a:solidFill>
                <a:latin typeface="Trebuchet MS"/>
                <a:cs typeface="Trebuchet MS"/>
              </a:rPr>
              <a:t>system will </a:t>
            </a:r>
            <a:r>
              <a:rPr sz="2300" spc="-5" dirty="0">
                <a:solidFill>
                  <a:srgbClr val="6C6C6C"/>
                </a:solidFill>
                <a:latin typeface="Trebuchet MS"/>
                <a:cs typeface="Trebuchet MS"/>
              </a:rPr>
              <a:t>be </a:t>
            </a:r>
            <a:r>
              <a:rPr sz="2300" spc="-70" dirty="0">
                <a:solidFill>
                  <a:srgbClr val="6C6C6C"/>
                </a:solidFill>
                <a:latin typeface="Trebuchet MS"/>
                <a:cs typeface="Trebuchet MS"/>
              </a:rPr>
              <a:t>like  </a:t>
            </a:r>
            <a:r>
              <a:rPr sz="2300" dirty="0">
                <a:solidFill>
                  <a:srgbClr val="6C6C6C"/>
                </a:solidFill>
                <a:latin typeface="Trebuchet MS"/>
                <a:cs typeface="Trebuchet MS"/>
              </a:rPr>
              <a:t>(user interface</a:t>
            </a:r>
            <a:r>
              <a:rPr sz="2300" spc="-65" dirty="0">
                <a:solidFill>
                  <a:srgbClr val="6C6C6C"/>
                </a:solidFill>
                <a:latin typeface="Trebuchet MS"/>
                <a:cs typeface="Trebuchet MS"/>
              </a:rPr>
              <a:t> </a:t>
            </a:r>
            <a:r>
              <a:rPr sz="2300" spc="-5" dirty="0">
                <a:solidFill>
                  <a:srgbClr val="6C6C6C"/>
                </a:solidFill>
                <a:latin typeface="Trebuchet MS"/>
                <a:cs typeface="Trebuchet MS"/>
              </a:rPr>
              <a:t>prototype)</a:t>
            </a:r>
            <a:endParaRPr sz="2300" dirty="0">
              <a:latin typeface="Trebuchet MS"/>
              <a:cs typeface="Trebuchet MS"/>
            </a:endParaRPr>
          </a:p>
        </p:txBody>
      </p:sp>
      <p:sp>
        <p:nvSpPr>
          <p:cNvPr id="2" name="Slide Number Placeholder 1"/>
          <p:cNvSpPr>
            <a:spLocks noGrp="1"/>
          </p:cNvSpPr>
          <p:nvPr>
            <p:ph type="sldNum" sz="quarter" idx="12"/>
          </p:nvPr>
        </p:nvSpPr>
        <p:spPr/>
        <p:txBody>
          <a:bodyPr/>
          <a:lstStyle/>
          <a:p>
            <a:fld id="{29991EE6-4969-4C15-AA4F-249D764823C9}" type="slidenum">
              <a:rPr lang="en-US" smtClean="0"/>
              <a:t>12</a:t>
            </a:fld>
            <a:endParaRPr lang="en-US"/>
          </a:p>
        </p:txBody>
      </p:sp>
    </p:spTree>
    <p:extLst>
      <p:ext uri="{BB962C8B-B14F-4D97-AF65-F5344CB8AC3E}">
        <p14:creationId xmlns:p14="http://schemas.microsoft.com/office/powerpoint/2010/main" val="2653028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Typical Representation of Prototype model</a:t>
            </a:r>
          </a:p>
        </p:txBody>
      </p:sp>
      <p:sp>
        <p:nvSpPr>
          <p:cNvPr id="4" name="Slide Number Placeholder 3"/>
          <p:cNvSpPr>
            <a:spLocks noGrp="1"/>
          </p:cNvSpPr>
          <p:nvPr>
            <p:ph type="sldNum" sz="quarter" idx="12"/>
          </p:nvPr>
        </p:nvSpPr>
        <p:spPr/>
        <p:txBody>
          <a:bodyPr/>
          <a:lstStyle/>
          <a:p>
            <a:fld id="{29991EE6-4969-4C15-AA4F-249D764823C9}" type="slidenum">
              <a:rPr lang="en-US" smtClean="0"/>
              <a:t>13</a:t>
            </a:fld>
            <a:endParaRPr lang="en-US"/>
          </a:p>
        </p:txBody>
      </p:sp>
      <p:sp>
        <p:nvSpPr>
          <p:cNvPr id="5" name="object 22"/>
          <p:cNvSpPr>
            <a:spLocks noGrp="1"/>
          </p:cNvSpPr>
          <p:nvPr>
            <p:ph idx="1"/>
          </p:nvPr>
        </p:nvSpPr>
        <p:spPr>
          <a:prstGeom prst="rect">
            <a:avLst/>
          </a:prstGeom>
          <a:blipFill>
            <a:blip r:embed="rId2" cstate="print"/>
            <a:stretch>
              <a:fillRect/>
            </a:stretch>
          </a:blipFill>
        </p:spPr>
        <p:txBody>
          <a:bodyPr wrap="square" lIns="0" tIns="0" rIns="0" bIns="0" rtlCol="0"/>
          <a:lstStyle/>
          <a:p>
            <a:endParaRPr lang="en-US" dirty="0"/>
          </a:p>
        </p:txBody>
      </p:sp>
    </p:spTree>
    <p:extLst>
      <p:ext uri="{BB962C8B-B14F-4D97-AF65-F5344CB8AC3E}">
        <p14:creationId xmlns:p14="http://schemas.microsoft.com/office/powerpoint/2010/main" val="28937371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 Model</a:t>
            </a:r>
          </a:p>
        </p:txBody>
      </p:sp>
      <p:sp>
        <p:nvSpPr>
          <p:cNvPr id="3" name="Content Placeholder 2"/>
          <p:cNvSpPr>
            <a:spLocks noGrp="1"/>
          </p:cNvSpPr>
          <p:nvPr>
            <p:ph idx="1"/>
          </p:nvPr>
        </p:nvSpPr>
        <p:spPr/>
        <p:txBody>
          <a:bodyPr/>
          <a:lstStyle/>
          <a:p>
            <a:pPr marL="287020" indent="-274955">
              <a:spcBef>
                <a:spcPts val="700"/>
              </a:spcBef>
              <a:buClr>
                <a:srgbClr val="313131"/>
              </a:buClr>
              <a:buSzPct val="73076"/>
              <a:buFont typeface="Arial"/>
              <a:buChar char=""/>
              <a:tabLst>
                <a:tab pos="287655" algn="l"/>
              </a:tabLst>
            </a:pPr>
            <a:r>
              <a:rPr lang="en-US" dirty="0">
                <a:latin typeface="Trebuchet MS"/>
                <a:cs typeface="Trebuchet MS"/>
              </a:rPr>
              <a:t>A </a:t>
            </a:r>
            <a:r>
              <a:rPr lang="en-US" spc="-5" dirty="0">
                <a:latin typeface="Trebuchet MS"/>
                <a:cs typeface="Trebuchet MS"/>
              </a:rPr>
              <a:t>variation </a:t>
            </a:r>
            <a:r>
              <a:rPr lang="en-US" dirty="0">
                <a:latin typeface="Trebuchet MS"/>
                <a:cs typeface="Trebuchet MS"/>
              </a:rPr>
              <a:t>of </a:t>
            </a:r>
            <a:r>
              <a:rPr lang="en-US" spc="-5" dirty="0">
                <a:latin typeface="Trebuchet MS"/>
                <a:cs typeface="Trebuchet MS"/>
              </a:rPr>
              <a:t>the waterfall</a:t>
            </a:r>
            <a:r>
              <a:rPr lang="en-US" spc="-185" dirty="0">
                <a:latin typeface="Trebuchet MS"/>
                <a:cs typeface="Trebuchet MS"/>
              </a:rPr>
              <a:t> </a:t>
            </a:r>
            <a:r>
              <a:rPr lang="en-US" spc="-5" dirty="0">
                <a:latin typeface="Trebuchet MS"/>
                <a:cs typeface="Trebuchet MS"/>
              </a:rPr>
              <a:t>model</a:t>
            </a:r>
            <a:endParaRPr lang="en-US" dirty="0">
              <a:latin typeface="Trebuchet MS"/>
              <a:cs typeface="Trebuchet MS"/>
            </a:endParaRPr>
          </a:p>
          <a:p>
            <a:pPr marL="287020" indent="-274955">
              <a:spcBef>
                <a:spcPts val="600"/>
              </a:spcBef>
              <a:buClr>
                <a:srgbClr val="313131"/>
              </a:buClr>
              <a:buSzPct val="73076"/>
              <a:buFont typeface="Arial"/>
              <a:buChar char=""/>
              <a:tabLst>
                <a:tab pos="287655" algn="l"/>
              </a:tabLst>
            </a:pPr>
            <a:r>
              <a:rPr lang="en-US" spc="-5" dirty="0">
                <a:latin typeface="Trebuchet MS"/>
                <a:cs typeface="Trebuchet MS"/>
              </a:rPr>
              <a:t>Uses </a:t>
            </a:r>
            <a:r>
              <a:rPr lang="en-US" dirty="0">
                <a:latin typeface="Trebuchet MS"/>
                <a:cs typeface="Trebuchet MS"/>
              </a:rPr>
              <a:t>unit </a:t>
            </a:r>
            <a:r>
              <a:rPr lang="en-US" spc="-5" dirty="0">
                <a:latin typeface="Trebuchet MS"/>
                <a:cs typeface="Trebuchet MS"/>
              </a:rPr>
              <a:t>testing to verify procedural</a:t>
            </a:r>
            <a:r>
              <a:rPr lang="en-US" spc="-65" dirty="0">
                <a:latin typeface="Trebuchet MS"/>
                <a:cs typeface="Trebuchet MS"/>
              </a:rPr>
              <a:t> </a:t>
            </a:r>
            <a:r>
              <a:rPr lang="en-US" spc="-5" dirty="0">
                <a:latin typeface="Trebuchet MS"/>
                <a:cs typeface="Trebuchet MS"/>
              </a:rPr>
              <a:t>design</a:t>
            </a:r>
            <a:endParaRPr lang="en-US" dirty="0">
              <a:latin typeface="Trebuchet MS"/>
              <a:cs typeface="Trebuchet MS"/>
            </a:endParaRPr>
          </a:p>
          <a:p>
            <a:pPr marL="287020" marR="1811655" indent="-274955">
              <a:spcBef>
                <a:spcPts val="600"/>
              </a:spcBef>
              <a:buClr>
                <a:srgbClr val="313131"/>
              </a:buClr>
              <a:buSzPct val="73076"/>
              <a:buFont typeface="Arial"/>
              <a:buChar char=""/>
              <a:tabLst>
                <a:tab pos="287655" algn="l"/>
              </a:tabLst>
            </a:pPr>
            <a:r>
              <a:rPr lang="en-US" spc="-5" dirty="0">
                <a:latin typeface="Trebuchet MS"/>
                <a:cs typeface="Trebuchet MS"/>
              </a:rPr>
              <a:t>Uses integration testing </a:t>
            </a:r>
            <a:r>
              <a:rPr lang="en-US" dirty="0">
                <a:latin typeface="Trebuchet MS"/>
                <a:cs typeface="Trebuchet MS"/>
              </a:rPr>
              <a:t>to </a:t>
            </a:r>
            <a:r>
              <a:rPr lang="en-US" spc="-95" dirty="0">
                <a:latin typeface="Trebuchet MS"/>
                <a:cs typeface="Trebuchet MS"/>
              </a:rPr>
              <a:t>verify  </a:t>
            </a:r>
            <a:r>
              <a:rPr lang="en-US" spc="-5" dirty="0">
                <a:latin typeface="Trebuchet MS"/>
                <a:cs typeface="Trebuchet MS"/>
              </a:rPr>
              <a:t>architectural (system)</a:t>
            </a:r>
            <a:r>
              <a:rPr lang="en-US" spc="-75" dirty="0">
                <a:latin typeface="Trebuchet MS"/>
                <a:cs typeface="Trebuchet MS"/>
              </a:rPr>
              <a:t> </a:t>
            </a:r>
            <a:r>
              <a:rPr lang="en-US" spc="-5" dirty="0">
                <a:latin typeface="Trebuchet MS"/>
                <a:cs typeface="Trebuchet MS"/>
              </a:rPr>
              <a:t>design</a:t>
            </a:r>
            <a:endParaRPr lang="en-US" dirty="0">
              <a:latin typeface="Trebuchet MS"/>
              <a:cs typeface="Trebuchet MS"/>
            </a:endParaRPr>
          </a:p>
          <a:p>
            <a:pPr marL="287020" marR="818515" indent="-274955">
              <a:spcBef>
                <a:spcPts val="600"/>
              </a:spcBef>
              <a:buClr>
                <a:srgbClr val="313131"/>
              </a:buClr>
              <a:buSzPct val="73076"/>
              <a:buFont typeface="Arial"/>
              <a:buChar char=""/>
              <a:tabLst>
                <a:tab pos="287655" algn="l"/>
              </a:tabLst>
            </a:pPr>
            <a:r>
              <a:rPr lang="en-US" spc="-5" dirty="0">
                <a:latin typeface="Trebuchet MS"/>
                <a:cs typeface="Trebuchet MS"/>
              </a:rPr>
              <a:t>Uses acceptance testing to </a:t>
            </a:r>
            <a:r>
              <a:rPr lang="en-US" dirty="0">
                <a:latin typeface="Trebuchet MS"/>
                <a:cs typeface="Trebuchet MS"/>
              </a:rPr>
              <a:t>validate </a:t>
            </a:r>
            <a:r>
              <a:rPr lang="en-US" spc="-175" dirty="0">
                <a:latin typeface="Trebuchet MS"/>
                <a:cs typeface="Trebuchet MS"/>
              </a:rPr>
              <a:t>the  </a:t>
            </a:r>
            <a:r>
              <a:rPr lang="en-US" spc="-5" dirty="0">
                <a:latin typeface="Trebuchet MS"/>
                <a:cs typeface="Trebuchet MS"/>
              </a:rPr>
              <a:t>requirements</a:t>
            </a:r>
            <a:endParaRPr lang="en-US" dirty="0">
              <a:latin typeface="Trebuchet MS"/>
              <a:cs typeface="Trebuchet MS"/>
            </a:endParaRPr>
          </a:p>
          <a:p>
            <a:pPr marL="287020" marR="5080" indent="-274955">
              <a:spcBef>
                <a:spcPts val="600"/>
              </a:spcBef>
              <a:buClr>
                <a:srgbClr val="313131"/>
              </a:buClr>
              <a:buSzPct val="73076"/>
              <a:buFont typeface="Arial"/>
              <a:buChar char=""/>
              <a:tabLst>
                <a:tab pos="287655" algn="l"/>
              </a:tabLst>
            </a:pPr>
            <a:r>
              <a:rPr lang="en-US" spc="-5" dirty="0">
                <a:latin typeface="Trebuchet MS"/>
                <a:cs typeface="Trebuchet MS"/>
              </a:rPr>
              <a:t>If problems are </a:t>
            </a:r>
            <a:r>
              <a:rPr lang="en-US" dirty="0">
                <a:latin typeface="Trebuchet MS"/>
                <a:cs typeface="Trebuchet MS"/>
              </a:rPr>
              <a:t>found </a:t>
            </a:r>
            <a:r>
              <a:rPr lang="en-US" spc="-5" dirty="0">
                <a:latin typeface="Trebuchet MS"/>
                <a:cs typeface="Trebuchet MS"/>
              </a:rPr>
              <a:t>during verification </a:t>
            </a:r>
            <a:r>
              <a:rPr lang="en-US" spc="-165" dirty="0">
                <a:latin typeface="Trebuchet MS"/>
                <a:cs typeface="Trebuchet MS"/>
              </a:rPr>
              <a:t>and  </a:t>
            </a:r>
            <a:r>
              <a:rPr lang="en-US" dirty="0">
                <a:latin typeface="Trebuchet MS"/>
                <a:cs typeface="Trebuchet MS"/>
              </a:rPr>
              <a:t>validation, </a:t>
            </a:r>
            <a:r>
              <a:rPr lang="en-US" spc="-5" dirty="0">
                <a:latin typeface="Trebuchet MS"/>
                <a:cs typeface="Trebuchet MS"/>
              </a:rPr>
              <a:t>the </a:t>
            </a:r>
            <a:r>
              <a:rPr lang="en-US" dirty="0">
                <a:latin typeface="Trebuchet MS"/>
                <a:cs typeface="Trebuchet MS"/>
              </a:rPr>
              <a:t>left side of </a:t>
            </a:r>
            <a:r>
              <a:rPr lang="en-US" spc="-5" dirty="0">
                <a:latin typeface="Trebuchet MS"/>
                <a:cs typeface="Trebuchet MS"/>
              </a:rPr>
              <a:t>the </a:t>
            </a:r>
            <a:r>
              <a:rPr lang="en-US" dirty="0">
                <a:latin typeface="Trebuchet MS"/>
                <a:cs typeface="Trebuchet MS"/>
              </a:rPr>
              <a:t>V </a:t>
            </a:r>
            <a:r>
              <a:rPr lang="en-US" spc="-5" dirty="0">
                <a:latin typeface="Trebuchet MS"/>
                <a:cs typeface="Trebuchet MS"/>
              </a:rPr>
              <a:t>can be re-  executed before testing on the </a:t>
            </a:r>
            <a:r>
              <a:rPr lang="en-US" dirty="0">
                <a:latin typeface="Trebuchet MS"/>
                <a:cs typeface="Trebuchet MS"/>
              </a:rPr>
              <a:t>right side </a:t>
            </a:r>
            <a:r>
              <a:rPr lang="en-US" spc="-5" dirty="0">
                <a:latin typeface="Trebuchet MS"/>
                <a:cs typeface="Trebuchet MS"/>
              </a:rPr>
              <a:t>is  re-enacted</a:t>
            </a:r>
            <a:endParaRPr lang="en-US" dirty="0">
              <a:latin typeface="Trebuchet MS"/>
              <a:cs typeface="Trebuchet MS"/>
            </a:endParaRPr>
          </a:p>
          <a:p>
            <a:pPr marL="0" indent="0">
              <a:buNone/>
            </a:pPr>
            <a:endParaRPr lang="en-US" dirty="0"/>
          </a:p>
        </p:txBody>
      </p:sp>
      <p:sp>
        <p:nvSpPr>
          <p:cNvPr id="4" name="Slide Number Placeholder 3"/>
          <p:cNvSpPr>
            <a:spLocks noGrp="1"/>
          </p:cNvSpPr>
          <p:nvPr>
            <p:ph type="sldNum" sz="quarter" idx="12"/>
          </p:nvPr>
        </p:nvSpPr>
        <p:spPr/>
        <p:txBody>
          <a:bodyPr/>
          <a:lstStyle/>
          <a:p>
            <a:fld id="{29991EE6-4969-4C15-AA4F-249D764823C9}" type="slidenum">
              <a:rPr lang="en-US" smtClean="0"/>
              <a:t>14</a:t>
            </a:fld>
            <a:endParaRPr lang="en-US"/>
          </a:p>
        </p:txBody>
      </p:sp>
    </p:spTree>
    <p:extLst>
      <p:ext uri="{BB962C8B-B14F-4D97-AF65-F5344CB8AC3E}">
        <p14:creationId xmlns:p14="http://schemas.microsoft.com/office/powerpoint/2010/main" val="25941631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Representation of V Model</a:t>
            </a:r>
          </a:p>
        </p:txBody>
      </p:sp>
      <p:sp>
        <p:nvSpPr>
          <p:cNvPr id="4" name="Slide Number Placeholder 3"/>
          <p:cNvSpPr>
            <a:spLocks noGrp="1"/>
          </p:cNvSpPr>
          <p:nvPr>
            <p:ph type="sldNum" sz="quarter" idx="12"/>
          </p:nvPr>
        </p:nvSpPr>
        <p:spPr/>
        <p:txBody>
          <a:bodyPr/>
          <a:lstStyle/>
          <a:p>
            <a:fld id="{29991EE6-4969-4C15-AA4F-249D764823C9}" type="slidenum">
              <a:rPr lang="en-US" smtClean="0"/>
              <a:t>15</a:t>
            </a:fld>
            <a:endParaRPr lang="en-US"/>
          </a:p>
        </p:txBody>
      </p:sp>
      <p:sp>
        <p:nvSpPr>
          <p:cNvPr id="5" name="object 19"/>
          <p:cNvSpPr>
            <a:spLocks noGrp="1"/>
          </p:cNvSpPr>
          <p:nvPr>
            <p:ph idx="1"/>
          </p:nvPr>
        </p:nvSpPr>
        <p:spPr>
          <a:prstGeom prst="rect">
            <a:avLst/>
          </a:prstGeom>
          <a:blipFill>
            <a:blip r:embed="rId2" cstate="print"/>
            <a:stretch>
              <a:fillRect/>
            </a:stretch>
          </a:blipFill>
        </p:spPr>
        <p:txBody>
          <a:bodyPr wrap="square" lIns="0" tIns="0" rIns="0" bIns="0" rtlCol="0"/>
          <a:lstStyle/>
          <a:p>
            <a:endParaRPr lang="en-US"/>
          </a:p>
        </p:txBody>
      </p:sp>
    </p:spTree>
    <p:extLst>
      <p:ext uri="{BB962C8B-B14F-4D97-AF65-F5344CB8AC3E}">
        <p14:creationId xmlns:p14="http://schemas.microsoft.com/office/powerpoint/2010/main" val="30240272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When to use V Model</a:t>
            </a:r>
          </a:p>
        </p:txBody>
      </p:sp>
      <p:sp>
        <p:nvSpPr>
          <p:cNvPr id="3" name="Content Placeholder 2"/>
          <p:cNvSpPr>
            <a:spLocks noGrp="1"/>
          </p:cNvSpPr>
          <p:nvPr>
            <p:ph idx="1"/>
          </p:nvPr>
        </p:nvSpPr>
        <p:spPr/>
        <p:txBody>
          <a:bodyPr/>
          <a:lstStyle/>
          <a:p>
            <a:pPr marL="287020" marR="5080" indent="-274955">
              <a:spcBef>
                <a:spcPts val="105"/>
              </a:spcBef>
              <a:buClr>
                <a:srgbClr val="313131"/>
              </a:buClr>
              <a:buSzPct val="73076"/>
              <a:buFont typeface="Arial"/>
              <a:buChar char=""/>
              <a:tabLst>
                <a:tab pos="287655" algn="l"/>
              </a:tabLst>
            </a:pPr>
            <a:r>
              <a:rPr lang="en-US" dirty="0">
                <a:latin typeface="Trebuchet MS"/>
                <a:cs typeface="Trebuchet MS"/>
              </a:rPr>
              <a:t>The </a:t>
            </a:r>
            <a:r>
              <a:rPr lang="en-US" spc="-5" dirty="0">
                <a:latin typeface="Trebuchet MS"/>
                <a:cs typeface="Trebuchet MS"/>
              </a:rPr>
              <a:t>V-shaped model </a:t>
            </a:r>
            <a:r>
              <a:rPr lang="en-US" dirty="0">
                <a:latin typeface="Trebuchet MS"/>
                <a:cs typeface="Trebuchet MS"/>
              </a:rPr>
              <a:t>should </a:t>
            </a:r>
            <a:r>
              <a:rPr lang="en-US" spc="-5" dirty="0">
                <a:latin typeface="Trebuchet MS"/>
                <a:cs typeface="Trebuchet MS"/>
              </a:rPr>
              <a:t>be </a:t>
            </a:r>
            <a:r>
              <a:rPr lang="en-US" dirty="0">
                <a:latin typeface="Trebuchet MS"/>
                <a:cs typeface="Trebuchet MS"/>
              </a:rPr>
              <a:t>used </a:t>
            </a:r>
            <a:r>
              <a:rPr lang="en-US" spc="-5" dirty="0">
                <a:latin typeface="Trebuchet MS"/>
                <a:cs typeface="Trebuchet MS"/>
              </a:rPr>
              <a:t>for </a:t>
            </a:r>
            <a:r>
              <a:rPr lang="en-US" spc="-105" dirty="0">
                <a:latin typeface="Trebuchet MS"/>
                <a:cs typeface="Trebuchet MS"/>
              </a:rPr>
              <a:t>small  </a:t>
            </a:r>
            <a:r>
              <a:rPr lang="en-US" spc="-5" dirty="0">
                <a:latin typeface="Trebuchet MS"/>
                <a:cs typeface="Trebuchet MS"/>
              </a:rPr>
              <a:t>to medium </a:t>
            </a:r>
            <a:r>
              <a:rPr lang="en-US" dirty="0">
                <a:latin typeface="Trebuchet MS"/>
                <a:cs typeface="Trebuchet MS"/>
              </a:rPr>
              <a:t>sized </a:t>
            </a:r>
            <a:r>
              <a:rPr lang="en-US" spc="-5" dirty="0">
                <a:latin typeface="Trebuchet MS"/>
                <a:cs typeface="Trebuchet MS"/>
              </a:rPr>
              <a:t>projects where  requirements are clearly defined and</a:t>
            </a:r>
            <a:r>
              <a:rPr lang="en-US" spc="-45" dirty="0">
                <a:latin typeface="Trebuchet MS"/>
                <a:cs typeface="Trebuchet MS"/>
              </a:rPr>
              <a:t> </a:t>
            </a:r>
            <a:r>
              <a:rPr lang="en-US" dirty="0">
                <a:latin typeface="Trebuchet MS"/>
                <a:cs typeface="Trebuchet MS"/>
              </a:rPr>
              <a:t>fixed.</a:t>
            </a:r>
          </a:p>
          <a:p>
            <a:pPr marL="287020" marR="86995" indent="-274955" algn="just">
              <a:spcBef>
                <a:spcPts val="600"/>
              </a:spcBef>
              <a:buClr>
                <a:srgbClr val="313131"/>
              </a:buClr>
              <a:buSzPct val="73076"/>
              <a:buFont typeface="Arial"/>
              <a:buChar char=""/>
              <a:tabLst>
                <a:tab pos="287655" algn="l"/>
              </a:tabLst>
            </a:pPr>
            <a:r>
              <a:rPr lang="en-US" dirty="0">
                <a:latin typeface="Trebuchet MS"/>
                <a:cs typeface="Trebuchet MS"/>
              </a:rPr>
              <a:t>The V-Shaped </a:t>
            </a:r>
            <a:r>
              <a:rPr lang="en-US" spc="-5" dirty="0">
                <a:latin typeface="Trebuchet MS"/>
                <a:cs typeface="Trebuchet MS"/>
              </a:rPr>
              <a:t>model </a:t>
            </a:r>
            <a:r>
              <a:rPr lang="en-US" dirty="0">
                <a:latin typeface="Trebuchet MS"/>
                <a:cs typeface="Trebuchet MS"/>
              </a:rPr>
              <a:t>should be </a:t>
            </a:r>
            <a:r>
              <a:rPr lang="en-US" spc="-5" dirty="0">
                <a:latin typeface="Trebuchet MS"/>
                <a:cs typeface="Trebuchet MS"/>
              </a:rPr>
              <a:t>chosen when  ample technical resources are available with  needed technical</a:t>
            </a:r>
            <a:r>
              <a:rPr lang="en-US" spc="-35" dirty="0">
                <a:latin typeface="Trebuchet MS"/>
                <a:cs typeface="Trebuchet MS"/>
              </a:rPr>
              <a:t> </a:t>
            </a:r>
            <a:r>
              <a:rPr lang="en-US" spc="-5" dirty="0">
                <a:latin typeface="Trebuchet MS"/>
                <a:cs typeface="Trebuchet MS"/>
              </a:rPr>
              <a:t>expertise.</a:t>
            </a:r>
            <a:endParaRPr lang="en-US" dirty="0">
              <a:latin typeface="Trebuchet MS"/>
              <a:cs typeface="Trebuchet MS"/>
            </a:endParaRPr>
          </a:p>
          <a:p>
            <a:endParaRPr lang="en-US" dirty="0"/>
          </a:p>
        </p:txBody>
      </p:sp>
      <p:sp>
        <p:nvSpPr>
          <p:cNvPr id="4" name="Slide Number Placeholder 3"/>
          <p:cNvSpPr>
            <a:spLocks noGrp="1"/>
          </p:cNvSpPr>
          <p:nvPr>
            <p:ph type="sldNum" sz="quarter" idx="12"/>
          </p:nvPr>
        </p:nvSpPr>
        <p:spPr/>
        <p:txBody>
          <a:bodyPr/>
          <a:lstStyle/>
          <a:p>
            <a:fld id="{29991EE6-4969-4C15-AA4F-249D764823C9}" type="slidenum">
              <a:rPr lang="en-US" smtClean="0"/>
              <a:t>16</a:t>
            </a:fld>
            <a:endParaRPr lang="en-US"/>
          </a:p>
        </p:txBody>
      </p:sp>
    </p:spTree>
    <p:extLst>
      <p:ext uri="{BB962C8B-B14F-4D97-AF65-F5344CB8AC3E}">
        <p14:creationId xmlns:p14="http://schemas.microsoft.com/office/powerpoint/2010/main" val="16667279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Incremental Model</a:t>
            </a:r>
          </a:p>
        </p:txBody>
      </p:sp>
      <p:sp>
        <p:nvSpPr>
          <p:cNvPr id="3" name="Content Placeholder 2"/>
          <p:cNvSpPr>
            <a:spLocks noGrp="1"/>
          </p:cNvSpPr>
          <p:nvPr>
            <p:ph idx="1"/>
          </p:nvPr>
        </p:nvSpPr>
        <p:spPr/>
        <p:txBody>
          <a:bodyPr>
            <a:normAutofit/>
          </a:bodyPr>
          <a:lstStyle/>
          <a:p>
            <a:pPr marL="0" indent="0">
              <a:buNone/>
            </a:pPr>
            <a:r>
              <a:rPr lang="en-US" sz="2400" dirty="0"/>
              <a:t>Incremental development is based on the idea of developing an initial implementation, exposing this to user comment and evolving it through several versions until an adequate system has been developed</a:t>
            </a:r>
          </a:p>
        </p:txBody>
      </p:sp>
      <p:sp>
        <p:nvSpPr>
          <p:cNvPr id="4" name="Slide Number Placeholder 3"/>
          <p:cNvSpPr>
            <a:spLocks noGrp="1"/>
          </p:cNvSpPr>
          <p:nvPr>
            <p:ph type="sldNum" sz="quarter" idx="12"/>
          </p:nvPr>
        </p:nvSpPr>
        <p:spPr/>
        <p:txBody>
          <a:bodyPr/>
          <a:lstStyle/>
          <a:p>
            <a:fld id="{29991EE6-4969-4C15-AA4F-249D764823C9}" type="slidenum">
              <a:rPr lang="en-US" smtClean="0"/>
              <a:t>17</a:t>
            </a:fld>
            <a:endParaRPr lang="en-US"/>
          </a:p>
        </p:txBody>
      </p:sp>
    </p:spTree>
    <p:extLst>
      <p:ext uri="{BB962C8B-B14F-4D97-AF65-F5344CB8AC3E}">
        <p14:creationId xmlns:p14="http://schemas.microsoft.com/office/powerpoint/2010/main" val="35301611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514600" y="533400"/>
            <a:ext cx="7004050" cy="321310"/>
            <a:chOff x="533615" y="530987"/>
            <a:chExt cx="7004050" cy="321310"/>
          </a:xfrm>
        </p:grpSpPr>
        <p:sp>
          <p:nvSpPr>
            <p:cNvPr id="3" name="object 3"/>
            <p:cNvSpPr/>
            <p:nvPr/>
          </p:nvSpPr>
          <p:spPr>
            <a:xfrm>
              <a:off x="534504" y="531876"/>
              <a:ext cx="7001929" cy="319150"/>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2849752" y="627380"/>
              <a:ext cx="4361180" cy="114300"/>
            </a:xfrm>
            <a:custGeom>
              <a:avLst/>
              <a:gdLst/>
              <a:ahLst/>
              <a:cxnLst/>
              <a:rect l="l" t="t" r="r" b="b"/>
              <a:pathLst>
                <a:path w="4361180" h="114300">
                  <a:moveTo>
                    <a:pt x="4324096" y="0"/>
                  </a:moveTo>
                  <a:lnTo>
                    <a:pt x="4287012" y="114046"/>
                  </a:lnTo>
                  <a:lnTo>
                    <a:pt x="4361180" y="114046"/>
                  </a:lnTo>
                  <a:lnTo>
                    <a:pt x="4324096" y="0"/>
                  </a:lnTo>
                  <a:close/>
                </a:path>
                <a:path w="4361180" h="114300">
                  <a:moveTo>
                    <a:pt x="37084" y="0"/>
                  </a:moveTo>
                  <a:lnTo>
                    <a:pt x="0" y="114046"/>
                  </a:lnTo>
                  <a:lnTo>
                    <a:pt x="74168" y="114046"/>
                  </a:lnTo>
                  <a:lnTo>
                    <a:pt x="37084" y="0"/>
                  </a:lnTo>
                  <a:close/>
                </a:path>
              </a:pathLst>
            </a:custGeom>
            <a:ln w="3175">
              <a:solidFill>
                <a:srgbClr val="121212"/>
              </a:solidFill>
            </a:ln>
          </p:spPr>
          <p:txBody>
            <a:bodyPr wrap="square" lIns="0" tIns="0" rIns="0" bIns="0" rtlCol="0"/>
            <a:lstStyle/>
            <a:p>
              <a:endParaRPr/>
            </a:p>
          </p:txBody>
        </p:sp>
        <p:sp>
          <p:nvSpPr>
            <p:cNvPr id="5" name="object 5"/>
            <p:cNvSpPr/>
            <p:nvPr/>
          </p:nvSpPr>
          <p:spPr>
            <a:xfrm>
              <a:off x="1097394" y="582930"/>
              <a:ext cx="95694" cy="103123"/>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5538851" y="582803"/>
              <a:ext cx="91186" cy="89915"/>
            </a:xfrm>
            <a:prstGeom prst="rect">
              <a:avLst/>
            </a:prstGeom>
            <a:blipFill>
              <a:blip r:embed="rId4" cstate="print"/>
              <a:stretch>
                <a:fillRect/>
              </a:stretch>
            </a:blipFill>
          </p:spPr>
          <p:txBody>
            <a:bodyPr wrap="square" lIns="0" tIns="0" rIns="0" bIns="0" rtlCol="0"/>
            <a:lstStyle/>
            <a:p>
              <a:endParaRPr/>
            </a:p>
          </p:txBody>
        </p:sp>
        <p:sp>
          <p:nvSpPr>
            <p:cNvPr id="7" name="object 7"/>
            <p:cNvSpPr/>
            <p:nvPr/>
          </p:nvSpPr>
          <p:spPr>
            <a:xfrm>
              <a:off x="1352422" y="582803"/>
              <a:ext cx="91185" cy="89915"/>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590473" y="582803"/>
              <a:ext cx="91071" cy="89915"/>
            </a:xfrm>
            <a:prstGeom prst="rect">
              <a:avLst/>
            </a:prstGeom>
            <a:blipFill>
              <a:blip r:embed="rId5" cstate="print"/>
              <a:stretch>
                <a:fillRect/>
              </a:stretch>
            </a:blipFill>
          </p:spPr>
          <p:txBody>
            <a:bodyPr wrap="square" lIns="0" tIns="0" rIns="0" bIns="0" rtlCol="0"/>
            <a:lstStyle/>
            <a:p>
              <a:endParaRPr/>
            </a:p>
          </p:txBody>
        </p:sp>
        <p:sp>
          <p:nvSpPr>
            <p:cNvPr id="9" name="object 9"/>
            <p:cNvSpPr/>
            <p:nvPr/>
          </p:nvSpPr>
          <p:spPr>
            <a:xfrm>
              <a:off x="4166234" y="579628"/>
              <a:ext cx="157606" cy="223647"/>
            </a:xfrm>
            <a:prstGeom prst="rect">
              <a:avLst/>
            </a:prstGeom>
            <a:blipFill>
              <a:blip r:embed="rId6" cstate="print"/>
              <a:stretch>
                <a:fillRect/>
              </a:stretch>
            </a:blipFill>
          </p:spPr>
          <p:txBody>
            <a:bodyPr wrap="square" lIns="0" tIns="0" rIns="0" bIns="0" rtlCol="0"/>
            <a:lstStyle/>
            <a:p>
              <a:endParaRPr/>
            </a:p>
          </p:txBody>
        </p:sp>
        <p:sp>
          <p:nvSpPr>
            <p:cNvPr id="10" name="object 10"/>
            <p:cNvSpPr/>
            <p:nvPr/>
          </p:nvSpPr>
          <p:spPr>
            <a:xfrm>
              <a:off x="3439286" y="579628"/>
              <a:ext cx="157606" cy="223647"/>
            </a:xfrm>
            <a:prstGeom prst="rect">
              <a:avLst/>
            </a:prstGeom>
            <a:blipFill>
              <a:blip r:embed="rId6" cstate="print"/>
              <a:stretch>
                <a:fillRect/>
              </a:stretch>
            </a:blipFill>
          </p:spPr>
          <p:txBody>
            <a:bodyPr wrap="square" lIns="0" tIns="0" rIns="0" bIns="0" rtlCol="0"/>
            <a:lstStyle/>
            <a:p>
              <a:endParaRPr/>
            </a:p>
          </p:txBody>
        </p:sp>
        <p:sp>
          <p:nvSpPr>
            <p:cNvPr id="11" name="object 11"/>
            <p:cNvSpPr/>
            <p:nvPr/>
          </p:nvSpPr>
          <p:spPr>
            <a:xfrm>
              <a:off x="534504" y="531876"/>
              <a:ext cx="7002145" cy="319405"/>
            </a:xfrm>
            <a:custGeom>
              <a:avLst/>
              <a:gdLst/>
              <a:ahLst/>
              <a:cxnLst/>
              <a:rect l="l" t="t" r="r" b="b"/>
              <a:pathLst>
                <a:path w="7002145" h="319405">
                  <a:moveTo>
                    <a:pt x="6807746" y="5461"/>
                  </a:moveTo>
                  <a:lnTo>
                    <a:pt x="6862483" y="5461"/>
                  </a:lnTo>
                  <a:lnTo>
                    <a:pt x="6862483" y="265302"/>
                  </a:lnTo>
                  <a:lnTo>
                    <a:pt x="7001929" y="265302"/>
                  </a:lnTo>
                  <a:lnTo>
                    <a:pt x="7001929" y="313944"/>
                  </a:lnTo>
                  <a:lnTo>
                    <a:pt x="6807746" y="313944"/>
                  </a:lnTo>
                  <a:lnTo>
                    <a:pt x="6807746" y="5461"/>
                  </a:lnTo>
                  <a:close/>
                </a:path>
                <a:path w="7002145" h="319405">
                  <a:moveTo>
                    <a:pt x="6285014" y="5461"/>
                  </a:moveTo>
                  <a:lnTo>
                    <a:pt x="6540538" y="5461"/>
                  </a:lnTo>
                  <a:lnTo>
                    <a:pt x="6540538" y="54101"/>
                  </a:lnTo>
                  <a:lnTo>
                    <a:pt x="6437922" y="54101"/>
                  </a:lnTo>
                  <a:lnTo>
                    <a:pt x="6437922" y="313944"/>
                  </a:lnTo>
                  <a:lnTo>
                    <a:pt x="6383185" y="313944"/>
                  </a:lnTo>
                  <a:lnTo>
                    <a:pt x="6383185" y="54101"/>
                  </a:lnTo>
                  <a:lnTo>
                    <a:pt x="6285014" y="54101"/>
                  </a:lnTo>
                  <a:lnTo>
                    <a:pt x="6285014" y="5461"/>
                  </a:lnTo>
                  <a:close/>
                </a:path>
                <a:path w="7002145" h="319405">
                  <a:moveTo>
                    <a:pt x="6024410" y="5461"/>
                  </a:moveTo>
                  <a:lnTo>
                    <a:pt x="6050699" y="5461"/>
                  </a:lnTo>
                  <a:lnTo>
                    <a:pt x="6196368" y="191643"/>
                  </a:lnTo>
                  <a:lnTo>
                    <a:pt x="6196368" y="5461"/>
                  </a:lnTo>
                  <a:lnTo>
                    <a:pt x="6249073" y="5461"/>
                  </a:lnTo>
                  <a:lnTo>
                    <a:pt x="6249073" y="318135"/>
                  </a:lnTo>
                  <a:lnTo>
                    <a:pt x="6226721" y="318135"/>
                  </a:lnTo>
                  <a:lnTo>
                    <a:pt x="6076988" y="122936"/>
                  </a:lnTo>
                  <a:lnTo>
                    <a:pt x="6076988" y="314198"/>
                  </a:lnTo>
                  <a:lnTo>
                    <a:pt x="6024410" y="314198"/>
                  </a:lnTo>
                  <a:lnTo>
                    <a:pt x="6024410" y="5461"/>
                  </a:lnTo>
                  <a:close/>
                </a:path>
                <a:path w="7002145" h="319405">
                  <a:moveTo>
                    <a:pt x="5779046" y="5461"/>
                  </a:moveTo>
                  <a:lnTo>
                    <a:pt x="5975896" y="5461"/>
                  </a:lnTo>
                  <a:lnTo>
                    <a:pt x="5975896" y="54101"/>
                  </a:lnTo>
                  <a:lnTo>
                    <a:pt x="5833783" y="54101"/>
                  </a:lnTo>
                  <a:lnTo>
                    <a:pt x="5833783" y="126364"/>
                  </a:lnTo>
                  <a:lnTo>
                    <a:pt x="5935637" y="126364"/>
                  </a:lnTo>
                  <a:lnTo>
                    <a:pt x="5935637" y="172847"/>
                  </a:lnTo>
                  <a:lnTo>
                    <a:pt x="5833783" y="172847"/>
                  </a:lnTo>
                  <a:lnTo>
                    <a:pt x="5833783" y="265302"/>
                  </a:lnTo>
                  <a:lnTo>
                    <a:pt x="5973610" y="265302"/>
                  </a:lnTo>
                  <a:lnTo>
                    <a:pt x="5973610" y="313944"/>
                  </a:lnTo>
                  <a:lnTo>
                    <a:pt x="5779046" y="313944"/>
                  </a:lnTo>
                  <a:lnTo>
                    <a:pt x="5779046" y="5461"/>
                  </a:lnTo>
                  <a:close/>
                </a:path>
                <a:path w="7002145" h="319405">
                  <a:moveTo>
                    <a:pt x="5492153" y="5461"/>
                  </a:moveTo>
                  <a:lnTo>
                    <a:pt x="5521236" y="5461"/>
                  </a:lnTo>
                  <a:lnTo>
                    <a:pt x="5588038" y="213233"/>
                  </a:lnTo>
                  <a:lnTo>
                    <a:pt x="5653316" y="5461"/>
                  </a:lnTo>
                  <a:lnTo>
                    <a:pt x="5682145" y="5461"/>
                  </a:lnTo>
                  <a:lnTo>
                    <a:pt x="5745137" y="314198"/>
                  </a:lnTo>
                  <a:lnTo>
                    <a:pt x="5692051" y="314198"/>
                  </a:lnTo>
                  <a:lnTo>
                    <a:pt x="5660047" y="147827"/>
                  </a:lnTo>
                  <a:lnTo>
                    <a:pt x="5597944" y="318135"/>
                  </a:lnTo>
                  <a:lnTo>
                    <a:pt x="5578386" y="318135"/>
                  </a:lnTo>
                  <a:lnTo>
                    <a:pt x="5516156" y="147827"/>
                  </a:lnTo>
                  <a:lnTo>
                    <a:pt x="5482882" y="314198"/>
                  </a:lnTo>
                  <a:lnTo>
                    <a:pt x="5430050" y="314198"/>
                  </a:lnTo>
                  <a:lnTo>
                    <a:pt x="5492153" y="5461"/>
                  </a:lnTo>
                  <a:close/>
                </a:path>
                <a:path w="7002145" h="319405">
                  <a:moveTo>
                    <a:pt x="5212118" y="5461"/>
                  </a:moveTo>
                  <a:lnTo>
                    <a:pt x="5408968" y="5461"/>
                  </a:lnTo>
                  <a:lnTo>
                    <a:pt x="5408968" y="54101"/>
                  </a:lnTo>
                  <a:lnTo>
                    <a:pt x="5266855" y="54101"/>
                  </a:lnTo>
                  <a:lnTo>
                    <a:pt x="5266855" y="126364"/>
                  </a:lnTo>
                  <a:lnTo>
                    <a:pt x="5368709" y="126364"/>
                  </a:lnTo>
                  <a:lnTo>
                    <a:pt x="5368709" y="172847"/>
                  </a:lnTo>
                  <a:lnTo>
                    <a:pt x="5266855" y="172847"/>
                  </a:lnTo>
                  <a:lnTo>
                    <a:pt x="5266855" y="265302"/>
                  </a:lnTo>
                  <a:lnTo>
                    <a:pt x="5406682" y="265302"/>
                  </a:lnTo>
                  <a:lnTo>
                    <a:pt x="5406682" y="313944"/>
                  </a:lnTo>
                  <a:lnTo>
                    <a:pt x="5212118" y="313944"/>
                  </a:lnTo>
                  <a:lnTo>
                    <a:pt x="5212118" y="5461"/>
                  </a:lnTo>
                  <a:close/>
                </a:path>
                <a:path w="7002145" h="319405">
                  <a:moveTo>
                    <a:pt x="4396778" y="5461"/>
                  </a:moveTo>
                  <a:lnTo>
                    <a:pt x="4423067" y="5461"/>
                  </a:lnTo>
                  <a:lnTo>
                    <a:pt x="4568736" y="191643"/>
                  </a:lnTo>
                  <a:lnTo>
                    <a:pt x="4568736" y="5461"/>
                  </a:lnTo>
                  <a:lnTo>
                    <a:pt x="4621441" y="5461"/>
                  </a:lnTo>
                  <a:lnTo>
                    <a:pt x="4621441" y="318135"/>
                  </a:lnTo>
                  <a:lnTo>
                    <a:pt x="4599089" y="318135"/>
                  </a:lnTo>
                  <a:lnTo>
                    <a:pt x="4449356" y="122936"/>
                  </a:lnTo>
                  <a:lnTo>
                    <a:pt x="4449356" y="314198"/>
                  </a:lnTo>
                  <a:lnTo>
                    <a:pt x="4396778" y="314198"/>
                  </a:lnTo>
                  <a:lnTo>
                    <a:pt x="4396778" y="5461"/>
                  </a:lnTo>
                  <a:close/>
                </a:path>
                <a:path w="7002145" h="319405">
                  <a:moveTo>
                    <a:pt x="4277398" y="5461"/>
                  </a:moveTo>
                  <a:lnTo>
                    <a:pt x="4332135" y="5461"/>
                  </a:lnTo>
                  <a:lnTo>
                    <a:pt x="4332135" y="313944"/>
                  </a:lnTo>
                  <a:lnTo>
                    <a:pt x="4277398" y="313944"/>
                  </a:lnTo>
                  <a:lnTo>
                    <a:pt x="4277398" y="5461"/>
                  </a:lnTo>
                  <a:close/>
                </a:path>
                <a:path w="7002145" h="319405">
                  <a:moveTo>
                    <a:pt x="3893858" y="5461"/>
                  </a:moveTo>
                  <a:lnTo>
                    <a:pt x="4097058" y="5461"/>
                  </a:lnTo>
                  <a:lnTo>
                    <a:pt x="4097058" y="54101"/>
                  </a:lnTo>
                  <a:lnTo>
                    <a:pt x="3948595" y="54101"/>
                  </a:lnTo>
                  <a:lnTo>
                    <a:pt x="3948595" y="126364"/>
                  </a:lnTo>
                  <a:lnTo>
                    <a:pt x="4057053" y="126364"/>
                  </a:lnTo>
                  <a:lnTo>
                    <a:pt x="4057053" y="172847"/>
                  </a:lnTo>
                  <a:lnTo>
                    <a:pt x="3948595" y="172847"/>
                  </a:lnTo>
                  <a:lnTo>
                    <a:pt x="3948595" y="313944"/>
                  </a:lnTo>
                  <a:lnTo>
                    <a:pt x="3893858" y="313944"/>
                  </a:lnTo>
                  <a:lnTo>
                    <a:pt x="3893858" y="5461"/>
                  </a:lnTo>
                  <a:close/>
                </a:path>
                <a:path w="7002145" h="319405">
                  <a:moveTo>
                    <a:pt x="3166910" y="5461"/>
                  </a:moveTo>
                  <a:lnTo>
                    <a:pt x="3193199" y="5461"/>
                  </a:lnTo>
                  <a:lnTo>
                    <a:pt x="3338868" y="191643"/>
                  </a:lnTo>
                  <a:lnTo>
                    <a:pt x="3338868" y="5461"/>
                  </a:lnTo>
                  <a:lnTo>
                    <a:pt x="3391573" y="5461"/>
                  </a:lnTo>
                  <a:lnTo>
                    <a:pt x="3391573" y="318135"/>
                  </a:lnTo>
                  <a:lnTo>
                    <a:pt x="3369221" y="318135"/>
                  </a:lnTo>
                  <a:lnTo>
                    <a:pt x="3219488" y="122936"/>
                  </a:lnTo>
                  <a:lnTo>
                    <a:pt x="3219488" y="314198"/>
                  </a:lnTo>
                  <a:lnTo>
                    <a:pt x="3166910" y="314198"/>
                  </a:lnTo>
                  <a:lnTo>
                    <a:pt x="3166910" y="5461"/>
                  </a:lnTo>
                  <a:close/>
                </a:path>
                <a:path w="7002145" h="319405">
                  <a:moveTo>
                    <a:pt x="2744254" y="5461"/>
                  </a:moveTo>
                  <a:lnTo>
                    <a:pt x="2798991" y="5461"/>
                  </a:lnTo>
                  <a:lnTo>
                    <a:pt x="2798991" y="313944"/>
                  </a:lnTo>
                  <a:lnTo>
                    <a:pt x="2744254" y="313944"/>
                  </a:lnTo>
                  <a:lnTo>
                    <a:pt x="2744254" y="5461"/>
                  </a:lnTo>
                  <a:close/>
                </a:path>
                <a:path w="7002145" h="319405">
                  <a:moveTo>
                    <a:pt x="2452154" y="5461"/>
                  </a:moveTo>
                  <a:lnTo>
                    <a:pt x="2707678" y="5461"/>
                  </a:lnTo>
                  <a:lnTo>
                    <a:pt x="2707678" y="54101"/>
                  </a:lnTo>
                  <a:lnTo>
                    <a:pt x="2605062" y="54101"/>
                  </a:lnTo>
                  <a:lnTo>
                    <a:pt x="2605062" y="313944"/>
                  </a:lnTo>
                  <a:lnTo>
                    <a:pt x="2550325" y="313944"/>
                  </a:lnTo>
                  <a:lnTo>
                    <a:pt x="2550325" y="54101"/>
                  </a:lnTo>
                  <a:lnTo>
                    <a:pt x="2452154" y="54101"/>
                  </a:lnTo>
                  <a:lnTo>
                    <a:pt x="2452154" y="5461"/>
                  </a:lnTo>
                  <a:close/>
                </a:path>
                <a:path w="7002145" h="319405">
                  <a:moveTo>
                    <a:pt x="1998002" y="5461"/>
                  </a:moveTo>
                  <a:lnTo>
                    <a:pt x="2253526" y="5461"/>
                  </a:lnTo>
                  <a:lnTo>
                    <a:pt x="2253526" y="54101"/>
                  </a:lnTo>
                  <a:lnTo>
                    <a:pt x="2150910" y="54101"/>
                  </a:lnTo>
                  <a:lnTo>
                    <a:pt x="2150910" y="313944"/>
                  </a:lnTo>
                  <a:lnTo>
                    <a:pt x="2096173" y="313944"/>
                  </a:lnTo>
                  <a:lnTo>
                    <a:pt x="2096173" y="54101"/>
                  </a:lnTo>
                  <a:lnTo>
                    <a:pt x="1998002" y="54101"/>
                  </a:lnTo>
                  <a:lnTo>
                    <a:pt x="1998002" y="5461"/>
                  </a:lnTo>
                  <a:close/>
                </a:path>
                <a:path w="7002145" h="319405">
                  <a:moveTo>
                    <a:pt x="1737398" y="5461"/>
                  </a:moveTo>
                  <a:lnTo>
                    <a:pt x="1763687" y="5461"/>
                  </a:lnTo>
                  <a:lnTo>
                    <a:pt x="1909356" y="191643"/>
                  </a:lnTo>
                  <a:lnTo>
                    <a:pt x="1909356" y="5461"/>
                  </a:lnTo>
                  <a:lnTo>
                    <a:pt x="1962061" y="5461"/>
                  </a:lnTo>
                  <a:lnTo>
                    <a:pt x="1962061" y="318135"/>
                  </a:lnTo>
                  <a:lnTo>
                    <a:pt x="1939709" y="318135"/>
                  </a:lnTo>
                  <a:lnTo>
                    <a:pt x="1789976" y="122936"/>
                  </a:lnTo>
                  <a:lnTo>
                    <a:pt x="1789976" y="314198"/>
                  </a:lnTo>
                  <a:lnTo>
                    <a:pt x="1737398" y="314198"/>
                  </a:lnTo>
                  <a:lnTo>
                    <a:pt x="1737398" y="5461"/>
                  </a:lnTo>
                  <a:close/>
                </a:path>
                <a:path w="7002145" h="319405">
                  <a:moveTo>
                    <a:pt x="1492034" y="5461"/>
                  </a:moveTo>
                  <a:lnTo>
                    <a:pt x="1688884" y="5461"/>
                  </a:lnTo>
                  <a:lnTo>
                    <a:pt x="1688884" y="54101"/>
                  </a:lnTo>
                  <a:lnTo>
                    <a:pt x="1546771" y="54101"/>
                  </a:lnTo>
                  <a:lnTo>
                    <a:pt x="1546771" y="126364"/>
                  </a:lnTo>
                  <a:lnTo>
                    <a:pt x="1648625" y="126364"/>
                  </a:lnTo>
                  <a:lnTo>
                    <a:pt x="1648625" y="172847"/>
                  </a:lnTo>
                  <a:lnTo>
                    <a:pt x="1546771" y="172847"/>
                  </a:lnTo>
                  <a:lnTo>
                    <a:pt x="1546771" y="265302"/>
                  </a:lnTo>
                  <a:lnTo>
                    <a:pt x="1686598" y="265302"/>
                  </a:lnTo>
                  <a:lnTo>
                    <a:pt x="1686598" y="313944"/>
                  </a:lnTo>
                  <a:lnTo>
                    <a:pt x="1492034" y="313944"/>
                  </a:lnTo>
                  <a:lnTo>
                    <a:pt x="1492034" y="5461"/>
                  </a:lnTo>
                  <a:close/>
                </a:path>
                <a:path w="7002145" h="319405">
                  <a:moveTo>
                    <a:pt x="1025690" y="5461"/>
                  </a:moveTo>
                  <a:lnTo>
                    <a:pt x="1222540" y="5461"/>
                  </a:lnTo>
                  <a:lnTo>
                    <a:pt x="1222540" y="54101"/>
                  </a:lnTo>
                  <a:lnTo>
                    <a:pt x="1080427" y="54101"/>
                  </a:lnTo>
                  <a:lnTo>
                    <a:pt x="1080427" y="126364"/>
                  </a:lnTo>
                  <a:lnTo>
                    <a:pt x="1182281" y="126364"/>
                  </a:lnTo>
                  <a:lnTo>
                    <a:pt x="1182281" y="172847"/>
                  </a:lnTo>
                  <a:lnTo>
                    <a:pt x="1080427" y="172847"/>
                  </a:lnTo>
                  <a:lnTo>
                    <a:pt x="1080427" y="265302"/>
                  </a:lnTo>
                  <a:lnTo>
                    <a:pt x="1220254" y="265302"/>
                  </a:lnTo>
                  <a:lnTo>
                    <a:pt x="1220254" y="313944"/>
                  </a:lnTo>
                  <a:lnTo>
                    <a:pt x="1025690" y="313944"/>
                  </a:lnTo>
                  <a:lnTo>
                    <a:pt x="1025690" y="5461"/>
                  </a:lnTo>
                  <a:close/>
                </a:path>
                <a:path w="7002145" h="319405">
                  <a:moveTo>
                    <a:pt x="263652" y="5461"/>
                  </a:moveTo>
                  <a:lnTo>
                    <a:pt x="460565" y="5461"/>
                  </a:lnTo>
                  <a:lnTo>
                    <a:pt x="460565" y="54101"/>
                  </a:lnTo>
                  <a:lnTo>
                    <a:pt x="318414" y="54101"/>
                  </a:lnTo>
                  <a:lnTo>
                    <a:pt x="318414" y="126364"/>
                  </a:lnTo>
                  <a:lnTo>
                    <a:pt x="420331" y="126364"/>
                  </a:lnTo>
                  <a:lnTo>
                    <a:pt x="420331" y="172847"/>
                  </a:lnTo>
                  <a:lnTo>
                    <a:pt x="318414" y="172847"/>
                  </a:lnTo>
                  <a:lnTo>
                    <a:pt x="318414" y="265302"/>
                  </a:lnTo>
                  <a:lnTo>
                    <a:pt x="458241" y="265302"/>
                  </a:lnTo>
                  <a:lnTo>
                    <a:pt x="458241" y="313944"/>
                  </a:lnTo>
                  <a:lnTo>
                    <a:pt x="263652" y="313944"/>
                  </a:lnTo>
                  <a:lnTo>
                    <a:pt x="263652" y="5461"/>
                  </a:lnTo>
                  <a:close/>
                </a:path>
                <a:path w="7002145" h="319405">
                  <a:moveTo>
                    <a:pt x="573036" y="3301"/>
                  </a:moveTo>
                  <a:lnTo>
                    <a:pt x="636293" y="8921"/>
                  </a:lnTo>
                  <a:lnTo>
                    <a:pt x="679919" y="25781"/>
                  </a:lnTo>
                  <a:lnTo>
                    <a:pt x="705265" y="54435"/>
                  </a:lnTo>
                  <a:lnTo>
                    <a:pt x="713714" y="95758"/>
                  </a:lnTo>
                  <a:lnTo>
                    <a:pt x="705896" y="142190"/>
                  </a:lnTo>
                  <a:lnTo>
                    <a:pt x="682442" y="175371"/>
                  </a:lnTo>
                  <a:lnTo>
                    <a:pt x="643350" y="195288"/>
                  </a:lnTo>
                  <a:lnTo>
                    <a:pt x="588619" y="201929"/>
                  </a:lnTo>
                  <a:lnTo>
                    <a:pt x="582447" y="201929"/>
                  </a:lnTo>
                  <a:lnTo>
                    <a:pt x="574166" y="201422"/>
                  </a:lnTo>
                  <a:lnTo>
                    <a:pt x="563778" y="200406"/>
                  </a:lnTo>
                  <a:lnTo>
                    <a:pt x="563778" y="313944"/>
                  </a:lnTo>
                  <a:lnTo>
                    <a:pt x="509016" y="313944"/>
                  </a:lnTo>
                  <a:lnTo>
                    <a:pt x="509016" y="5587"/>
                  </a:lnTo>
                  <a:lnTo>
                    <a:pt x="533554" y="4587"/>
                  </a:lnTo>
                  <a:lnTo>
                    <a:pt x="552403" y="3873"/>
                  </a:lnTo>
                  <a:lnTo>
                    <a:pt x="565564" y="3444"/>
                  </a:lnTo>
                  <a:lnTo>
                    <a:pt x="573036" y="3301"/>
                  </a:lnTo>
                  <a:close/>
                </a:path>
                <a:path w="7002145" h="319405">
                  <a:moveTo>
                    <a:pt x="5033937" y="2286"/>
                  </a:moveTo>
                  <a:lnTo>
                    <a:pt x="5085350" y="7975"/>
                  </a:lnTo>
                  <a:lnTo>
                    <a:pt x="5122059" y="25034"/>
                  </a:lnTo>
                  <a:lnTo>
                    <a:pt x="5144075" y="53453"/>
                  </a:lnTo>
                  <a:lnTo>
                    <a:pt x="5151412" y="93218"/>
                  </a:lnTo>
                  <a:lnTo>
                    <a:pt x="5150409" y="106624"/>
                  </a:lnTo>
                  <a:lnTo>
                    <a:pt x="5135283" y="143128"/>
                  </a:lnTo>
                  <a:lnTo>
                    <a:pt x="5106154" y="169507"/>
                  </a:lnTo>
                  <a:lnTo>
                    <a:pt x="5094389" y="175006"/>
                  </a:lnTo>
                  <a:lnTo>
                    <a:pt x="5185575" y="313944"/>
                  </a:lnTo>
                  <a:lnTo>
                    <a:pt x="5122329" y="313944"/>
                  </a:lnTo>
                  <a:lnTo>
                    <a:pt x="5040033" y="186562"/>
                  </a:lnTo>
                  <a:lnTo>
                    <a:pt x="5033220" y="186396"/>
                  </a:lnTo>
                  <a:lnTo>
                    <a:pt x="5025158" y="186086"/>
                  </a:lnTo>
                  <a:lnTo>
                    <a:pt x="5015833" y="185634"/>
                  </a:lnTo>
                  <a:lnTo>
                    <a:pt x="5005235" y="185038"/>
                  </a:lnTo>
                  <a:lnTo>
                    <a:pt x="5005235" y="313944"/>
                  </a:lnTo>
                  <a:lnTo>
                    <a:pt x="4948466" y="313944"/>
                  </a:lnTo>
                  <a:lnTo>
                    <a:pt x="4948466" y="5461"/>
                  </a:lnTo>
                  <a:lnTo>
                    <a:pt x="4952397" y="5363"/>
                  </a:lnTo>
                  <a:lnTo>
                    <a:pt x="4959626" y="5064"/>
                  </a:lnTo>
                  <a:lnTo>
                    <a:pt x="4970165" y="4550"/>
                  </a:lnTo>
                  <a:lnTo>
                    <a:pt x="4984026" y="3810"/>
                  </a:lnTo>
                  <a:lnTo>
                    <a:pt x="4998718" y="3143"/>
                  </a:lnTo>
                  <a:lnTo>
                    <a:pt x="5011934" y="2666"/>
                  </a:lnTo>
                  <a:lnTo>
                    <a:pt x="5023673" y="2381"/>
                  </a:lnTo>
                  <a:lnTo>
                    <a:pt x="5033937" y="2286"/>
                  </a:lnTo>
                  <a:close/>
                </a:path>
                <a:path w="7002145" h="319405">
                  <a:moveTo>
                    <a:pt x="847509" y="2286"/>
                  </a:moveTo>
                  <a:lnTo>
                    <a:pt x="898922" y="7975"/>
                  </a:lnTo>
                  <a:lnTo>
                    <a:pt x="935631" y="25034"/>
                  </a:lnTo>
                  <a:lnTo>
                    <a:pt x="957647" y="53453"/>
                  </a:lnTo>
                  <a:lnTo>
                    <a:pt x="964984" y="93218"/>
                  </a:lnTo>
                  <a:lnTo>
                    <a:pt x="963981" y="106624"/>
                  </a:lnTo>
                  <a:lnTo>
                    <a:pt x="948855" y="143128"/>
                  </a:lnTo>
                  <a:lnTo>
                    <a:pt x="919726" y="169507"/>
                  </a:lnTo>
                  <a:lnTo>
                    <a:pt x="907961" y="175006"/>
                  </a:lnTo>
                  <a:lnTo>
                    <a:pt x="999147" y="313944"/>
                  </a:lnTo>
                  <a:lnTo>
                    <a:pt x="935901" y="313944"/>
                  </a:lnTo>
                  <a:lnTo>
                    <a:pt x="853605" y="186562"/>
                  </a:lnTo>
                  <a:lnTo>
                    <a:pt x="846792" y="186396"/>
                  </a:lnTo>
                  <a:lnTo>
                    <a:pt x="838730" y="186086"/>
                  </a:lnTo>
                  <a:lnTo>
                    <a:pt x="829405" y="185634"/>
                  </a:lnTo>
                  <a:lnTo>
                    <a:pt x="818807" y="185038"/>
                  </a:lnTo>
                  <a:lnTo>
                    <a:pt x="818807" y="313944"/>
                  </a:lnTo>
                  <a:lnTo>
                    <a:pt x="762038" y="313944"/>
                  </a:lnTo>
                  <a:lnTo>
                    <a:pt x="762038" y="5461"/>
                  </a:lnTo>
                  <a:lnTo>
                    <a:pt x="765969" y="5363"/>
                  </a:lnTo>
                  <a:lnTo>
                    <a:pt x="773198" y="5064"/>
                  </a:lnTo>
                  <a:lnTo>
                    <a:pt x="783737" y="4550"/>
                  </a:lnTo>
                  <a:lnTo>
                    <a:pt x="797598" y="3810"/>
                  </a:lnTo>
                  <a:lnTo>
                    <a:pt x="812290" y="3143"/>
                  </a:lnTo>
                  <a:lnTo>
                    <a:pt x="825506" y="2666"/>
                  </a:lnTo>
                  <a:lnTo>
                    <a:pt x="837245" y="2381"/>
                  </a:lnTo>
                  <a:lnTo>
                    <a:pt x="847509" y="2286"/>
                  </a:lnTo>
                  <a:close/>
                </a:path>
                <a:path w="7002145" h="319405">
                  <a:moveTo>
                    <a:pt x="85509" y="2286"/>
                  </a:moveTo>
                  <a:lnTo>
                    <a:pt x="136915" y="7975"/>
                  </a:lnTo>
                  <a:lnTo>
                    <a:pt x="173634" y="25034"/>
                  </a:lnTo>
                  <a:lnTo>
                    <a:pt x="195665" y="53453"/>
                  </a:lnTo>
                  <a:lnTo>
                    <a:pt x="203009" y="93218"/>
                  </a:lnTo>
                  <a:lnTo>
                    <a:pt x="201997" y="106624"/>
                  </a:lnTo>
                  <a:lnTo>
                    <a:pt x="186804" y="143128"/>
                  </a:lnTo>
                  <a:lnTo>
                    <a:pt x="157738" y="169507"/>
                  </a:lnTo>
                  <a:lnTo>
                    <a:pt x="145948" y="175006"/>
                  </a:lnTo>
                  <a:lnTo>
                    <a:pt x="237134" y="313944"/>
                  </a:lnTo>
                  <a:lnTo>
                    <a:pt x="173951" y="313944"/>
                  </a:lnTo>
                  <a:lnTo>
                    <a:pt x="91605" y="186562"/>
                  </a:lnTo>
                  <a:lnTo>
                    <a:pt x="84775" y="186396"/>
                  </a:lnTo>
                  <a:lnTo>
                    <a:pt x="76707" y="186086"/>
                  </a:lnTo>
                  <a:lnTo>
                    <a:pt x="67402" y="185634"/>
                  </a:lnTo>
                  <a:lnTo>
                    <a:pt x="56857" y="185038"/>
                  </a:lnTo>
                  <a:lnTo>
                    <a:pt x="56857" y="313944"/>
                  </a:lnTo>
                  <a:lnTo>
                    <a:pt x="0" y="313944"/>
                  </a:lnTo>
                  <a:lnTo>
                    <a:pt x="0" y="5461"/>
                  </a:lnTo>
                  <a:lnTo>
                    <a:pt x="3967" y="5363"/>
                  </a:lnTo>
                  <a:lnTo>
                    <a:pt x="11222" y="5064"/>
                  </a:lnTo>
                  <a:lnTo>
                    <a:pt x="21765" y="4550"/>
                  </a:lnTo>
                  <a:lnTo>
                    <a:pt x="35598" y="3810"/>
                  </a:lnTo>
                  <a:lnTo>
                    <a:pt x="50326" y="3143"/>
                  </a:lnTo>
                  <a:lnTo>
                    <a:pt x="63553" y="2666"/>
                  </a:lnTo>
                  <a:lnTo>
                    <a:pt x="75281" y="2381"/>
                  </a:lnTo>
                  <a:lnTo>
                    <a:pt x="85509" y="2286"/>
                  </a:lnTo>
                  <a:close/>
                </a:path>
                <a:path w="7002145" h="319405">
                  <a:moveTo>
                    <a:pt x="6627406" y="1270"/>
                  </a:moveTo>
                  <a:lnTo>
                    <a:pt x="6651409" y="1270"/>
                  </a:lnTo>
                  <a:lnTo>
                    <a:pt x="6775361" y="313944"/>
                  </a:lnTo>
                  <a:lnTo>
                    <a:pt x="6714909" y="313944"/>
                  </a:lnTo>
                  <a:lnTo>
                    <a:pt x="6692430" y="251460"/>
                  </a:lnTo>
                  <a:lnTo>
                    <a:pt x="6586766" y="251460"/>
                  </a:lnTo>
                  <a:lnTo>
                    <a:pt x="6565303" y="313944"/>
                  </a:lnTo>
                  <a:lnTo>
                    <a:pt x="6504343" y="313944"/>
                  </a:lnTo>
                  <a:lnTo>
                    <a:pt x="6627406" y="1270"/>
                  </a:lnTo>
                  <a:close/>
                </a:path>
                <a:path w="7002145" h="319405">
                  <a:moveTo>
                    <a:pt x="2340394" y="1270"/>
                  </a:moveTo>
                  <a:lnTo>
                    <a:pt x="2364397" y="1270"/>
                  </a:lnTo>
                  <a:lnTo>
                    <a:pt x="2488349" y="313944"/>
                  </a:lnTo>
                  <a:lnTo>
                    <a:pt x="2427897" y="313944"/>
                  </a:lnTo>
                  <a:lnTo>
                    <a:pt x="2405418" y="251460"/>
                  </a:lnTo>
                  <a:lnTo>
                    <a:pt x="2299754" y="251460"/>
                  </a:lnTo>
                  <a:lnTo>
                    <a:pt x="2278291" y="313944"/>
                  </a:lnTo>
                  <a:lnTo>
                    <a:pt x="2217331" y="313944"/>
                  </a:lnTo>
                  <a:lnTo>
                    <a:pt x="2340394" y="1270"/>
                  </a:lnTo>
                  <a:close/>
                </a:path>
                <a:path w="7002145" h="319405">
                  <a:moveTo>
                    <a:pt x="4811306" y="126"/>
                  </a:moveTo>
                  <a:lnTo>
                    <a:pt x="4836547" y="1484"/>
                  </a:lnTo>
                  <a:lnTo>
                    <a:pt x="4859121" y="5556"/>
                  </a:lnTo>
                  <a:lnTo>
                    <a:pt x="4879028" y="12342"/>
                  </a:lnTo>
                  <a:lnTo>
                    <a:pt x="4896269" y="21844"/>
                  </a:lnTo>
                  <a:lnTo>
                    <a:pt x="4873663" y="67183"/>
                  </a:lnTo>
                  <a:lnTo>
                    <a:pt x="4863116" y="59108"/>
                  </a:lnTo>
                  <a:lnTo>
                    <a:pt x="4849771" y="53355"/>
                  </a:lnTo>
                  <a:lnTo>
                    <a:pt x="4833640" y="49912"/>
                  </a:lnTo>
                  <a:lnTo>
                    <a:pt x="4814735" y="48768"/>
                  </a:lnTo>
                  <a:lnTo>
                    <a:pt x="4796351" y="50792"/>
                  </a:lnTo>
                  <a:lnTo>
                    <a:pt x="4751489" y="81152"/>
                  </a:lnTo>
                  <a:lnTo>
                    <a:pt x="4733026" y="117760"/>
                  </a:lnTo>
                  <a:lnTo>
                    <a:pt x="4726851" y="162940"/>
                  </a:lnTo>
                  <a:lnTo>
                    <a:pt x="4728279" y="186422"/>
                  </a:lnTo>
                  <a:lnTo>
                    <a:pt x="4739709" y="225716"/>
                  </a:lnTo>
                  <a:lnTo>
                    <a:pt x="4776381" y="263271"/>
                  </a:lnTo>
                  <a:lnTo>
                    <a:pt x="4810671" y="270510"/>
                  </a:lnTo>
                  <a:lnTo>
                    <a:pt x="4831294" y="268577"/>
                  </a:lnTo>
                  <a:lnTo>
                    <a:pt x="4849548" y="262763"/>
                  </a:lnTo>
                  <a:lnTo>
                    <a:pt x="4865445" y="253043"/>
                  </a:lnTo>
                  <a:lnTo>
                    <a:pt x="4878997" y="239395"/>
                  </a:lnTo>
                  <a:lnTo>
                    <a:pt x="4904397" y="283590"/>
                  </a:lnTo>
                  <a:lnTo>
                    <a:pt x="4885702" y="299166"/>
                  </a:lnTo>
                  <a:lnTo>
                    <a:pt x="4863137" y="310276"/>
                  </a:lnTo>
                  <a:lnTo>
                    <a:pt x="4836692" y="316934"/>
                  </a:lnTo>
                  <a:lnTo>
                    <a:pt x="4806353" y="319150"/>
                  </a:lnTo>
                  <a:lnTo>
                    <a:pt x="4775779" y="316503"/>
                  </a:lnTo>
                  <a:lnTo>
                    <a:pt x="4725539" y="295255"/>
                  </a:lnTo>
                  <a:lnTo>
                    <a:pt x="4690227" y="253434"/>
                  </a:lnTo>
                  <a:lnTo>
                    <a:pt x="4672320" y="195470"/>
                  </a:lnTo>
                  <a:lnTo>
                    <a:pt x="4670082" y="160654"/>
                  </a:lnTo>
                  <a:lnTo>
                    <a:pt x="4672558" y="127845"/>
                  </a:lnTo>
                  <a:lnTo>
                    <a:pt x="4692370" y="70608"/>
                  </a:lnTo>
                  <a:lnTo>
                    <a:pt x="4730974" y="26058"/>
                  </a:lnTo>
                  <a:lnTo>
                    <a:pt x="4781750" y="3008"/>
                  </a:lnTo>
                  <a:lnTo>
                    <a:pt x="4811306" y="126"/>
                  </a:lnTo>
                  <a:close/>
                </a:path>
                <a:path w="7002145" h="319405">
                  <a:moveTo>
                    <a:pt x="1350429" y="126"/>
                  </a:moveTo>
                  <a:lnTo>
                    <a:pt x="1375408" y="1387"/>
                  </a:lnTo>
                  <a:lnTo>
                    <a:pt x="1396815" y="5159"/>
                  </a:lnTo>
                  <a:lnTo>
                    <a:pt x="1414651" y="11431"/>
                  </a:lnTo>
                  <a:lnTo>
                    <a:pt x="1428915" y="20193"/>
                  </a:lnTo>
                  <a:lnTo>
                    <a:pt x="1412278" y="67310"/>
                  </a:lnTo>
                  <a:lnTo>
                    <a:pt x="1397683" y="58308"/>
                  </a:lnTo>
                  <a:lnTo>
                    <a:pt x="1382671" y="51879"/>
                  </a:lnTo>
                  <a:lnTo>
                    <a:pt x="1367254" y="48021"/>
                  </a:lnTo>
                  <a:lnTo>
                    <a:pt x="1351445" y="46736"/>
                  </a:lnTo>
                  <a:lnTo>
                    <a:pt x="1342539" y="47357"/>
                  </a:lnTo>
                  <a:lnTo>
                    <a:pt x="1312339" y="75057"/>
                  </a:lnTo>
                  <a:lnTo>
                    <a:pt x="1311694" y="82676"/>
                  </a:lnTo>
                  <a:lnTo>
                    <a:pt x="1315361" y="96113"/>
                  </a:lnTo>
                  <a:lnTo>
                    <a:pt x="1326362" y="109775"/>
                  </a:lnTo>
                  <a:lnTo>
                    <a:pt x="1344698" y="123699"/>
                  </a:lnTo>
                  <a:lnTo>
                    <a:pt x="1370368" y="137922"/>
                  </a:lnTo>
                  <a:lnTo>
                    <a:pt x="1384800" y="145321"/>
                  </a:lnTo>
                  <a:lnTo>
                    <a:pt x="1397053" y="152447"/>
                  </a:lnTo>
                  <a:lnTo>
                    <a:pt x="1427152" y="179546"/>
                  </a:lnTo>
                  <a:lnTo>
                    <a:pt x="1442579" y="223081"/>
                  </a:lnTo>
                  <a:lnTo>
                    <a:pt x="1443012" y="233299"/>
                  </a:lnTo>
                  <a:lnTo>
                    <a:pt x="1441176" y="251229"/>
                  </a:lnTo>
                  <a:lnTo>
                    <a:pt x="1413548" y="295021"/>
                  </a:lnTo>
                  <a:lnTo>
                    <a:pt x="1378861" y="313134"/>
                  </a:lnTo>
                  <a:lnTo>
                    <a:pt x="1334173" y="319150"/>
                  </a:lnTo>
                  <a:lnTo>
                    <a:pt x="1313150" y="317767"/>
                  </a:lnTo>
                  <a:lnTo>
                    <a:pt x="1293152" y="313610"/>
                  </a:lnTo>
                  <a:lnTo>
                    <a:pt x="1274201" y="306667"/>
                  </a:lnTo>
                  <a:lnTo>
                    <a:pt x="1256322" y="296925"/>
                  </a:lnTo>
                  <a:lnTo>
                    <a:pt x="1276515" y="247776"/>
                  </a:lnTo>
                  <a:lnTo>
                    <a:pt x="1292656" y="257758"/>
                  </a:lnTo>
                  <a:lnTo>
                    <a:pt x="1308677" y="264858"/>
                  </a:lnTo>
                  <a:lnTo>
                    <a:pt x="1324556" y="269101"/>
                  </a:lnTo>
                  <a:lnTo>
                    <a:pt x="1340269" y="270510"/>
                  </a:lnTo>
                  <a:lnTo>
                    <a:pt x="1361364" y="268412"/>
                  </a:lnTo>
                  <a:lnTo>
                    <a:pt x="1376448" y="262112"/>
                  </a:lnTo>
                  <a:lnTo>
                    <a:pt x="1385506" y="251596"/>
                  </a:lnTo>
                  <a:lnTo>
                    <a:pt x="1388529" y="236854"/>
                  </a:lnTo>
                  <a:lnTo>
                    <a:pt x="1387814" y="229044"/>
                  </a:lnTo>
                  <a:lnTo>
                    <a:pt x="1359779" y="191595"/>
                  </a:lnTo>
                  <a:lnTo>
                    <a:pt x="1314023" y="166149"/>
                  </a:lnTo>
                  <a:lnTo>
                    <a:pt x="1300613" y="158448"/>
                  </a:lnTo>
                  <a:lnTo>
                    <a:pt x="1271593" y="132810"/>
                  </a:lnTo>
                  <a:lnTo>
                    <a:pt x="1257363" y="92517"/>
                  </a:lnTo>
                  <a:lnTo>
                    <a:pt x="1256957" y="83185"/>
                  </a:lnTo>
                  <a:lnTo>
                    <a:pt x="1258580" y="66039"/>
                  </a:lnTo>
                  <a:lnTo>
                    <a:pt x="1283119" y="23749"/>
                  </a:lnTo>
                  <a:lnTo>
                    <a:pt x="1330803" y="1603"/>
                  </a:lnTo>
                  <a:lnTo>
                    <a:pt x="1350429" y="126"/>
                  </a:lnTo>
                  <a:close/>
                </a:path>
                <a:path w="7002145" h="319405">
                  <a:moveTo>
                    <a:pt x="3708438" y="0"/>
                  </a:moveTo>
                  <a:lnTo>
                    <a:pt x="3767207" y="10302"/>
                  </a:lnTo>
                  <a:lnTo>
                    <a:pt x="3810165" y="41275"/>
                  </a:lnTo>
                  <a:lnTo>
                    <a:pt x="3836565" y="90805"/>
                  </a:lnTo>
                  <a:lnTo>
                    <a:pt x="3845344" y="157099"/>
                  </a:lnTo>
                  <a:lnTo>
                    <a:pt x="3843056" y="192434"/>
                  </a:lnTo>
                  <a:lnTo>
                    <a:pt x="3824716" y="251628"/>
                  </a:lnTo>
                  <a:lnTo>
                    <a:pt x="3788329" y="294558"/>
                  </a:lnTo>
                  <a:lnTo>
                    <a:pt x="3736132" y="316414"/>
                  </a:lnTo>
                  <a:lnTo>
                    <a:pt x="3704247" y="319150"/>
                  </a:lnTo>
                  <a:lnTo>
                    <a:pt x="3675005" y="316456"/>
                  </a:lnTo>
                  <a:lnTo>
                    <a:pt x="3627380" y="294826"/>
                  </a:lnTo>
                  <a:lnTo>
                    <a:pt x="3594495" y="252128"/>
                  </a:lnTo>
                  <a:lnTo>
                    <a:pt x="3577921" y="192744"/>
                  </a:lnTo>
                  <a:lnTo>
                    <a:pt x="3575850" y="157099"/>
                  </a:lnTo>
                  <a:lnTo>
                    <a:pt x="3578092" y="125406"/>
                  </a:lnTo>
                  <a:lnTo>
                    <a:pt x="3596102" y="69641"/>
                  </a:lnTo>
                  <a:lnTo>
                    <a:pt x="3631517" y="25610"/>
                  </a:lnTo>
                  <a:lnTo>
                    <a:pt x="3679765" y="2837"/>
                  </a:lnTo>
                  <a:lnTo>
                    <a:pt x="3708438" y="0"/>
                  </a:lnTo>
                  <a:close/>
                </a:path>
                <a:path w="7002145" h="319405">
                  <a:moveTo>
                    <a:pt x="2981490" y="0"/>
                  </a:moveTo>
                  <a:lnTo>
                    <a:pt x="3040259" y="10302"/>
                  </a:lnTo>
                  <a:lnTo>
                    <a:pt x="3083217" y="41275"/>
                  </a:lnTo>
                  <a:lnTo>
                    <a:pt x="3109617" y="90805"/>
                  </a:lnTo>
                  <a:lnTo>
                    <a:pt x="3118396" y="157099"/>
                  </a:lnTo>
                  <a:lnTo>
                    <a:pt x="3116108" y="192434"/>
                  </a:lnTo>
                  <a:lnTo>
                    <a:pt x="3097768" y="251628"/>
                  </a:lnTo>
                  <a:lnTo>
                    <a:pt x="3061381" y="294558"/>
                  </a:lnTo>
                  <a:lnTo>
                    <a:pt x="3009184" y="316414"/>
                  </a:lnTo>
                  <a:lnTo>
                    <a:pt x="2977299" y="319150"/>
                  </a:lnTo>
                  <a:lnTo>
                    <a:pt x="2948057" y="316456"/>
                  </a:lnTo>
                  <a:lnTo>
                    <a:pt x="2900432" y="294826"/>
                  </a:lnTo>
                  <a:lnTo>
                    <a:pt x="2867547" y="252128"/>
                  </a:lnTo>
                  <a:lnTo>
                    <a:pt x="2850973" y="192744"/>
                  </a:lnTo>
                  <a:lnTo>
                    <a:pt x="2848902" y="157099"/>
                  </a:lnTo>
                  <a:lnTo>
                    <a:pt x="2851144" y="125406"/>
                  </a:lnTo>
                  <a:lnTo>
                    <a:pt x="2869154" y="69641"/>
                  </a:lnTo>
                  <a:lnTo>
                    <a:pt x="2904569" y="25610"/>
                  </a:lnTo>
                  <a:lnTo>
                    <a:pt x="2952817" y="2837"/>
                  </a:lnTo>
                  <a:lnTo>
                    <a:pt x="2981490" y="0"/>
                  </a:lnTo>
                  <a:close/>
                </a:path>
              </a:pathLst>
            </a:custGeom>
            <a:ln w="3175">
              <a:solidFill>
                <a:srgbClr val="121212"/>
              </a:solidFill>
            </a:ln>
          </p:spPr>
          <p:txBody>
            <a:bodyPr wrap="square" lIns="0" tIns="0" rIns="0" bIns="0" rtlCol="0"/>
            <a:lstStyle/>
            <a:p>
              <a:endParaRPr/>
            </a:p>
          </p:txBody>
        </p:sp>
      </p:grpSp>
      <p:grpSp>
        <p:nvGrpSpPr>
          <p:cNvPr id="12" name="object 12"/>
          <p:cNvGrpSpPr/>
          <p:nvPr/>
        </p:nvGrpSpPr>
        <p:grpSpPr>
          <a:xfrm>
            <a:off x="2590800" y="1066800"/>
            <a:ext cx="3246120" cy="321310"/>
            <a:chOff x="533615" y="1049147"/>
            <a:chExt cx="3246120" cy="321310"/>
          </a:xfrm>
        </p:grpSpPr>
        <p:sp>
          <p:nvSpPr>
            <p:cNvPr id="13" name="object 13"/>
            <p:cNvSpPr/>
            <p:nvPr/>
          </p:nvSpPr>
          <p:spPr>
            <a:xfrm>
              <a:off x="534504" y="1050036"/>
              <a:ext cx="3243745" cy="319150"/>
            </a:xfrm>
            <a:prstGeom prst="rect">
              <a:avLst/>
            </a:prstGeom>
            <a:blipFill>
              <a:blip r:embed="rId7" cstate="print"/>
              <a:stretch>
                <a:fillRect/>
              </a:stretch>
            </a:blipFill>
          </p:spPr>
          <p:txBody>
            <a:bodyPr wrap="square" lIns="0" tIns="0" rIns="0" bIns="0" rtlCol="0"/>
            <a:lstStyle/>
            <a:p>
              <a:endParaRPr/>
            </a:p>
          </p:txBody>
        </p:sp>
        <p:sp>
          <p:nvSpPr>
            <p:cNvPr id="14" name="object 14"/>
            <p:cNvSpPr/>
            <p:nvPr/>
          </p:nvSpPr>
          <p:spPr>
            <a:xfrm>
              <a:off x="3115182" y="1101090"/>
              <a:ext cx="118871" cy="215137"/>
            </a:xfrm>
            <a:prstGeom prst="rect">
              <a:avLst/>
            </a:prstGeom>
            <a:blipFill>
              <a:blip r:embed="rId8" cstate="print"/>
              <a:stretch>
                <a:fillRect/>
              </a:stretch>
            </a:blipFill>
          </p:spPr>
          <p:txBody>
            <a:bodyPr wrap="square" lIns="0" tIns="0" rIns="0" bIns="0" rtlCol="0"/>
            <a:lstStyle/>
            <a:p>
              <a:endParaRPr/>
            </a:p>
          </p:txBody>
        </p:sp>
        <p:sp>
          <p:nvSpPr>
            <p:cNvPr id="15" name="object 15"/>
            <p:cNvSpPr/>
            <p:nvPr/>
          </p:nvSpPr>
          <p:spPr>
            <a:xfrm>
              <a:off x="588378" y="1101090"/>
              <a:ext cx="95694" cy="103124"/>
            </a:xfrm>
            <a:prstGeom prst="rect">
              <a:avLst/>
            </a:prstGeom>
            <a:blipFill>
              <a:blip r:embed="rId9" cstate="print"/>
              <a:stretch>
                <a:fillRect/>
              </a:stretch>
            </a:blipFill>
          </p:spPr>
          <p:txBody>
            <a:bodyPr wrap="square" lIns="0" tIns="0" rIns="0" bIns="0" rtlCol="0"/>
            <a:lstStyle/>
            <a:p>
              <a:endParaRPr/>
            </a:p>
          </p:txBody>
        </p:sp>
        <p:sp>
          <p:nvSpPr>
            <p:cNvPr id="16" name="object 16"/>
            <p:cNvSpPr/>
            <p:nvPr/>
          </p:nvSpPr>
          <p:spPr>
            <a:xfrm>
              <a:off x="843457" y="1100963"/>
              <a:ext cx="91071" cy="89915"/>
            </a:xfrm>
            <a:prstGeom prst="rect">
              <a:avLst/>
            </a:prstGeom>
            <a:blipFill>
              <a:blip r:embed="rId5" cstate="print"/>
              <a:stretch>
                <a:fillRect/>
              </a:stretch>
            </a:blipFill>
          </p:spPr>
          <p:txBody>
            <a:bodyPr wrap="square" lIns="0" tIns="0" rIns="0" bIns="0" rtlCol="0"/>
            <a:lstStyle/>
            <a:p>
              <a:endParaRPr/>
            </a:p>
          </p:txBody>
        </p:sp>
        <p:sp>
          <p:nvSpPr>
            <p:cNvPr id="17" name="object 17"/>
            <p:cNvSpPr/>
            <p:nvPr/>
          </p:nvSpPr>
          <p:spPr>
            <a:xfrm>
              <a:off x="2799207" y="1097788"/>
              <a:ext cx="157606" cy="223647"/>
            </a:xfrm>
            <a:prstGeom prst="rect">
              <a:avLst/>
            </a:prstGeom>
            <a:blipFill>
              <a:blip r:embed="rId10" cstate="print"/>
              <a:stretch>
                <a:fillRect/>
              </a:stretch>
            </a:blipFill>
          </p:spPr>
          <p:txBody>
            <a:bodyPr wrap="square" lIns="0" tIns="0" rIns="0" bIns="0" rtlCol="0"/>
            <a:lstStyle/>
            <a:p>
              <a:endParaRPr/>
            </a:p>
          </p:txBody>
        </p:sp>
        <p:sp>
          <p:nvSpPr>
            <p:cNvPr id="18" name="object 18"/>
            <p:cNvSpPr/>
            <p:nvPr/>
          </p:nvSpPr>
          <p:spPr>
            <a:xfrm>
              <a:off x="1092377" y="1097788"/>
              <a:ext cx="157606" cy="223647"/>
            </a:xfrm>
            <a:prstGeom prst="rect">
              <a:avLst/>
            </a:prstGeom>
            <a:blipFill>
              <a:blip r:embed="rId11" cstate="print"/>
              <a:stretch>
                <a:fillRect/>
              </a:stretch>
            </a:blipFill>
          </p:spPr>
          <p:txBody>
            <a:bodyPr wrap="square" lIns="0" tIns="0" rIns="0" bIns="0" rtlCol="0"/>
            <a:lstStyle/>
            <a:p>
              <a:endParaRPr/>
            </a:p>
          </p:txBody>
        </p:sp>
        <p:sp>
          <p:nvSpPr>
            <p:cNvPr id="19" name="object 19"/>
            <p:cNvSpPr/>
            <p:nvPr/>
          </p:nvSpPr>
          <p:spPr>
            <a:xfrm>
              <a:off x="534504" y="1050036"/>
              <a:ext cx="3244215" cy="319405"/>
            </a:xfrm>
            <a:custGeom>
              <a:avLst/>
              <a:gdLst/>
              <a:ahLst/>
              <a:cxnLst/>
              <a:rect l="l" t="t" r="r" b="b"/>
              <a:pathLst>
                <a:path w="3244215" h="319405">
                  <a:moveTo>
                    <a:pt x="3049562" y="5461"/>
                  </a:moveTo>
                  <a:lnTo>
                    <a:pt x="3104299" y="5461"/>
                  </a:lnTo>
                  <a:lnTo>
                    <a:pt x="3104299" y="265302"/>
                  </a:lnTo>
                  <a:lnTo>
                    <a:pt x="3243745" y="265302"/>
                  </a:lnTo>
                  <a:lnTo>
                    <a:pt x="3243745" y="313943"/>
                  </a:lnTo>
                  <a:lnTo>
                    <a:pt x="3049562" y="313943"/>
                  </a:lnTo>
                  <a:lnTo>
                    <a:pt x="3049562" y="5461"/>
                  </a:lnTo>
                  <a:close/>
                </a:path>
                <a:path w="3244215" h="319405">
                  <a:moveTo>
                    <a:pt x="2804198" y="5461"/>
                  </a:moveTo>
                  <a:lnTo>
                    <a:pt x="3001048" y="5461"/>
                  </a:lnTo>
                  <a:lnTo>
                    <a:pt x="3001048" y="54101"/>
                  </a:lnTo>
                  <a:lnTo>
                    <a:pt x="2858935" y="54101"/>
                  </a:lnTo>
                  <a:lnTo>
                    <a:pt x="2858935" y="126364"/>
                  </a:lnTo>
                  <a:lnTo>
                    <a:pt x="2960789" y="126364"/>
                  </a:lnTo>
                  <a:lnTo>
                    <a:pt x="2960789" y="172847"/>
                  </a:lnTo>
                  <a:lnTo>
                    <a:pt x="2858935" y="172847"/>
                  </a:lnTo>
                  <a:lnTo>
                    <a:pt x="2858935" y="265302"/>
                  </a:lnTo>
                  <a:lnTo>
                    <a:pt x="2998762" y="265302"/>
                  </a:lnTo>
                  <a:lnTo>
                    <a:pt x="2998762" y="313943"/>
                  </a:lnTo>
                  <a:lnTo>
                    <a:pt x="2804198" y="313943"/>
                  </a:lnTo>
                  <a:lnTo>
                    <a:pt x="2804198" y="5461"/>
                  </a:lnTo>
                  <a:close/>
                </a:path>
                <a:path w="3244215" h="319405">
                  <a:moveTo>
                    <a:pt x="1936661" y="5461"/>
                  </a:moveTo>
                  <a:lnTo>
                    <a:pt x="1965744" y="5461"/>
                  </a:lnTo>
                  <a:lnTo>
                    <a:pt x="2032546" y="213233"/>
                  </a:lnTo>
                  <a:lnTo>
                    <a:pt x="2097824" y="5461"/>
                  </a:lnTo>
                  <a:lnTo>
                    <a:pt x="2126653" y="5461"/>
                  </a:lnTo>
                  <a:lnTo>
                    <a:pt x="2189645" y="314198"/>
                  </a:lnTo>
                  <a:lnTo>
                    <a:pt x="2136559" y="314198"/>
                  </a:lnTo>
                  <a:lnTo>
                    <a:pt x="2104555" y="147827"/>
                  </a:lnTo>
                  <a:lnTo>
                    <a:pt x="2042452" y="318135"/>
                  </a:lnTo>
                  <a:lnTo>
                    <a:pt x="2022894" y="318135"/>
                  </a:lnTo>
                  <a:lnTo>
                    <a:pt x="1960664" y="147827"/>
                  </a:lnTo>
                  <a:lnTo>
                    <a:pt x="1927390" y="314198"/>
                  </a:lnTo>
                  <a:lnTo>
                    <a:pt x="1874558" y="314198"/>
                  </a:lnTo>
                  <a:lnTo>
                    <a:pt x="1936661" y="5461"/>
                  </a:lnTo>
                  <a:close/>
                </a:path>
                <a:path w="3244215" h="319405">
                  <a:moveTo>
                    <a:pt x="1083602" y="5461"/>
                  </a:moveTo>
                  <a:lnTo>
                    <a:pt x="1280452" y="5461"/>
                  </a:lnTo>
                  <a:lnTo>
                    <a:pt x="1280452" y="54101"/>
                  </a:lnTo>
                  <a:lnTo>
                    <a:pt x="1138339" y="54101"/>
                  </a:lnTo>
                  <a:lnTo>
                    <a:pt x="1138339" y="126364"/>
                  </a:lnTo>
                  <a:lnTo>
                    <a:pt x="1240193" y="126364"/>
                  </a:lnTo>
                  <a:lnTo>
                    <a:pt x="1240193" y="172847"/>
                  </a:lnTo>
                  <a:lnTo>
                    <a:pt x="1138339" y="172847"/>
                  </a:lnTo>
                  <a:lnTo>
                    <a:pt x="1138339" y="265302"/>
                  </a:lnTo>
                  <a:lnTo>
                    <a:pt x="1278166" y="265302"/>
                  </a:lnTo>
                  <a:lnTo>
                    <a:pt x="1278166" y="313943"/>
                  </a:lnTo>
                  <a:lnTo>
                    <a:pt x="1083602" y="313943"/>
                  </a:lnTo>
                  <a:lnTo>
                    <a:pt x="1083602" y="5461"/>
                  </a:lnTo>
                  <a:close/>
                </a:path>
                <a:path w="3244215" h="319405">
                  <a:moveTo>
                    <a:pt x="2609126" y="3301"/>
                  </a:moveTo>
                  <a:lnTo>
                    <a:pt x="2669546" y="13192"/>
                  </a:lnTo>
                  <a:lnTo>
                    <a:pt x="2716060" y="42799"/>
                  </a:lnTo>
                  <a:lnTo>
                    <a:pt x="2745666" y="88709"/>
                  </a:lnTo>
                  <a:lnTo>
                    <a:pt x="2755557" y="147574"/>
                  </a:lnTo>
                  <a:lnTo>
                    <a:pt x="2751102" y="198394"/>
                  </a:lnTo>
                  <a:lnTo>
                    <a:pt x="2737739" y="239982"/>
                  </a:lnTo>
                  <a:lnTo>
                    <a:pt x="2715472" y="272335"/>
                  </a:lnTo>
                  <a:lnTo>
                    <a:pt x="2684305" y="295449"/>
                  </a:lnTo>
                  <a:lnTo>
                    <a:pt x="2644241" y="309319"/>
                  </a:lnTo>
                  <a:lnTo>
                    <a:pt x="2595283" y="313943"/>
                  </a:lnTo>
                  <a:lnTo>
                    <a:pt x="2526830" y="313943"/>
                  </a:lnTo>
                  <a:lnTo>
                    <a:pt x="2526830" y="5587"/>
                  </a:lnTo>
                  <a:lnTo>
                    <a:pt x="2556548" y="4587"/>
                  </a:lnTo>
                  <a:lnTo>
                    <a:pt x="2580170" y="3873"/>
                  </a:lnTo>
                  <a:lnTo>
                    <a:pt x="2597696" y="3444"/>
                  </a:lnTo>
                  <a:lnTo>
                    <a:pt x="2609126" y="3301"/>
                  </a:lnTo>
                  <a:close/>
                </a:path>
                <a:path w="3244215" h="319405">
                  <a:moveTo>
                    <a:pt x="64020" y="3301"/>
                  </a:moveTo>
                  <a:lnTo>
                    <a:pt x="127277" y="8921"/>
                  </a:lnTo>
                  <a:lnTo>
                    <a:pt x="170903" y="25780"/>
                  </a:lnTo>
                  <a:lnTo>
                    <a:pt x="196249" y="54435"/>
                  </a:lnTo>
                  <a:lnTo>
                    <a:pt x="204698" y="95758"/>
                  </a:lnTo>
                  <a:lnTo>
                    <a:pt x="196880" y="142190"/>
                  </a:lnTo>
                  <a:lnTo>
                    <a:pt x="173426" y="175371"/>
                  </a:lnTo>
                  <a:lnTo>
                    <a:pt x="134334" y="195288"/>
                  </a:lnTo>
                  <a:lnTo>
                    <a:pt x="79603" y="201929"/>
                  </a:lnTo>
                  <a:lnTo>
                    <a:pt x="73431" y="201929"/>
                  </a:lnTo>
                  <a:lnTo>
                    <a:pt x="65150" y="201422"/>
                  </a:lnTo>
                  <a:lnTo>
                    <a:pt x="54762" y="200405"/>
                  </a:lnTo>
                  <a:lnTo>
                    <a:pt x="54762" y="313943"/>
                  </a:lnTo>
                  <a:lnTo>
                    <a:pt x="0" y="313943"/>
                  </a:lnTo>
                  <a:lnTo>
                    <a:pt x="0" y="5587"/>
                  </a:lnTo>
                  <a:lnTo>
                    <a:pt x="24538" y="4587"/>
                  </a:lnTo>
                  <a:lnTo>
                    <a:pt x="43387" y="3873"/>
                  </a:lnTo>
                  <a:lnTo>
                    <a:pt x="56548" y="3444"/>
                  </a:lnTo>
                  <a:lnTo>
                    <a:pt x="64020" y="3301"/>
                  </a:lnTo>
                  <a:close/>
                </a:path>
                <a:path w="3244215" h="319405">
                  <a:moveTo>
                    <a:pt x="338493" y="2286"/>
                  </a:moveTo>
                  <a:lnTo>
                    <a:pt x="389899" y="7975"/>
                  </a:lnTo>
                  <a:lnTo>
                    <a:pt x="426618" y="25034"/>
                  </a:lnTo>
                  <a:lnTo>
                    <a:pt x="448649" y="53453"/>
                  </a:lnTo>
                  <a:lnTo>
                    <a:pt x="455993" y="93217"/>
                  </a:lnTo>
                  <a:lnTo>
                    <a:pt x="454981" y="106624"/>
                  </a:lnTo>
                  <a:lnTo>
                    <a:pt x="439788" y="143128"/>
                  </a:lnTo>
                  <a:lnTo>
                    <a:pt x="410722" y="169507"/>
                  </a:lnTo>
                  <a:lnTo>
                    <a:pt x="398932" y="175005"/>
                  </a:lnTo>
                  <a:lnTo>
                    <a:pt x="490118" y="313943"/>
                  </a:lnTo>
                  <a:lnTo>
                    <a:pt x="426935" y="313943"/>
                  </a:lnTo>
                  <a:lnTo>
                    <a:pt x="344589" y="186562"/>
                  </a:lnTo>
                  <a:lnTo>
                    <a:pt x="337759" y="186396"/>
                  </a:lnTo>
                  <a:lnTo>
                    <a:pt x="329691" y="186086"/>
                  </a:lnTo>
                  <a:lnTo>
                    <a:pt x="320386" y="185634"/>
                  </a:lnTo>
                  <a:lnTo>
                    <a:pt x="309841" y="185038"/>
                  </a:lnTo>
                  <a:lnTo>
                    <a:pt x="309841" y="313943"/>
                  </a:lnTo>
                  <a:lnTo>
                    <a:pt x="252983" y="313943"/>
                  </a:lnTo>
                  <a:lnTo>
                    <a:pt x="252983" y="5461"/>
                  </a:lnTo>
                  <a:lnTo>
                    <a:pt x="256951" y="5363"/>
                  </a:lnTo>
                  <a:lnTo>
                    <a:pt x="264206" y="5064"/>
                  </a:lnTo>
                  <a:lnTo>
                    <a:pt x="274749" y="4550"/>
                  </a:lnTo>
                  <a:lnTo>
                    <a:pt x="288582" y="3810"/>
                  </a:lnTo>
                  <a:lnTo>
                    <a:pt x="303310" y="3143"/>
                  </a:lnTo>
                  <a:lnTo>
                    <a:pt x="316537" y="2666"/>
                  </a:lnTo>
                  <a:lnTo>
                    <a:pt x="328265" y="2381"/>
                  </a:lnTo>
                  <a:lnTo>
                    <a:pt x="338493" y="2286"/>
                  </a:lnTo>
                  <a:close/>
                </a:path>
                <a:path w="3244215" h="319405">
                  <a:moveTo>
                    <a:pt x="1629321" y="126"/>
                  </a:moveTo>
                  <a:lnTo>
                    <a:pt x="1654300" y="1387"/>
                  </a:lnTo>
                  <a:lnTo>
                    <a:pt x="1675707" y="5159"/>
                  </a:lnTo>
                  <a:lnTo>
                    <a:pt x="1693543" y="11431"/>
                  </a:lnTo>
                  <a:lnTo>
                    <a:pt x="1707807" y="20192"/>
                  </a:lnTo>
                  <a:lnTo>
                    <a:pt x="1691170" y="67310"/>
                  </a:lnTo>
                  <a:lnTo>
                    <a:pt x="1676575" y="58308"/>
                  </a:lnTo>
                  <a:lnTo>
                    <a:pt x="1661563" y="51879"/>
                  </a:lnTo>
                  <a:lnTo>
                    <a:pt x="1646146" y="48021"/>
                  </a:lnTo>
                  <a:lnTo>
                    <a:pt x="1630337" y="46736"/>
                  </a:lnTo>
                  <a:lnTo>
                    <a:pt x="1621431" y="47357"/>
                  </a:lnTo>
                  <a:lnTo>
                    <a:pt x="1591231" y="75057"/>
                  </a:lnTo>
                  <a:lnTo>
                    <a:pt x="1590586" y="82676"/>
                  </a:lnTo>
                  <a:lnTo>
                    <a:pt x="1594253" y="96113"/>
                  </a:lnTo>
                  <a:lnTo>
                    <a:pt x="1605254" y="109775"/>
                  </a:lnTo>
                  <a:lnTo>
                    <a:pt x="1623590" y="123699"/>
                  </a:lnTo>
                  <a:lnTo>
                    <a:pt x="1649260" y="137922"/>
                  </a:lnTo>
                  <a:lnTo>
                    <a:pt x="1663692" y="145321"/>
                  </a:lnTo>
                  <a:lnTo>
                    <a:pt x="1675945" y="152447"/>
                  </a:lnTo>
                  <a:lnTo>
                    <a:pt x="1706044" y="179546"/>
                  </a:lnTo>
                  <a:lnTo>
                    <a:pt x="1721471" y="223081"/>
                  </a:lnTo>
                  <a:lnTo>
                    <a:pt x="1721904" y="233299"/>
                  </a:lnTo>
                  <a:lnTo>
                    <a:pt x="1720068" y="251229"/>
                  </a:lnTo>
                  <a:lnTo>
                    <a:pt x="1692440" y="295021"/>
                  </a:lnTo>
                  <a:lnTo>
                    <a:pt x="1657753" y="313134"/>
                  </a:lnTo>
                  <a:lnTo>
                    <a:pt x="1613065" y="319150"/>
                  </a:lnTo>
                  <a:lnTo>
                    <a:pt x="1592042" y="317767"/>
                  </a:lnTo>
                  <a:lnTo>
                    <a:pt x="1572044" y="313610"/>
                  </a:lnTo>
                  <a:lnTo>
                    <a:pt x="1553093" y="306667"/>
                  </a:lnTo>
                  <a:lnTo>
                    <a:pt x="1535214" y="296925"/>
                  </a:lnTo>
                  <a:lnTo>
                    <a:pt x="1555407" y="247776"/>
                  </a:lnTo>
                  <a:lnTo>
                    <a:pt x="1571548" y="257758"/>
                  </a:lnTo>
                  <a:lnTo>
                    <a:pt x="1587569" y="264858"/>
                  </a:lnTo>
                  <a:lnTo>
                    <a:pt x="1603448" y="269101"/>
                  </a:lnTo>
                  <a:lnTo>
                    <a:pt x="1619161" y="270510"/>
                  </a:lnTo>
                  <a:lnTo>
                    <a:pt x="1640256" y="268412"/>
                  </a:lnTo>
                  <a:lnTo>
                    <a:pt x="1655340" y="262112"/>
                  </a:lnTo>
                  <a:lnTo>
                    <a:pt x="1664398" y="251596"/>
                  </a:lnTo>
                  <a:lnTo>
                    <a:pt x="1667421" y="236854"/>
                  </a:lnTo>
                  <a:lnTo>
                    <a:pt x="1666706" y="229044"/>
                  </a:lnTo>
                  <a:lnTo>
                    <a:pt x="1638671" y="191595"/>
                  </a:lnTo>
                  <a:lnTo>
                    <a:pt x="1592915" y="166149"/>
                  </a:lnTo>
                  <a:lnTo>
                    <a:pt x="1579505" y="158448"/>
                  </a:lnTo>
                  <a:lnTo>
                    <a:pt x="1550485" y="132810"/>
                  </a:lnTo>
                  <a:lnTo>
                    <a:pt x="1536255" y="92517"/>
                  </a:lnTo>
                  <a:lnTo>
                    <a:pt x="1535849" y="83185"/>
                  </a:lnTo>
                  <a:lnTo>
                    <a:pt x="1537472" y="66039"/>
                  </a:lnTo>
                  <a:lnTo>
                    <a:pt x="1562011" y="23749"/>
                  </a:lnTo>
                  <a:lnTo>
                    <a:pt x="1609695" y="1603"/>
                  </a:lnTo>
                  <a:lnTo>
                    <a:pt x="1629321" y="126"/>
                  </a:lnTo>
                  <a:close/>
                </a:path>
                <a:path w="3244215" h="319405">
                  <a:moveTo>
                    <a:pt x="1408341" y="126"/>
                  </a:moveTo>
                  <a:lnTo>
                    <a:pt x="1433320" y="1387"/>
                  </a:lnTo>
                  <a:lnTo>
                    <a:pt x="1454727" y="5159"/>
                  </a:lnTo>
                  <a:lnTo>
                    <a:pt x="1472563" y="11431"/>
                  </a:lnTo>
                  <a:lnTo>
                    <a:pt x="1486827" y="20192"/>
                  </a:lnTo>
                  <a:lnTo>
                    <a:pt x="1470190" y="67310"/>
                  </a:lnTo>
                  <a:lnTo>
                    <a:pt x="1455595" y="58308"/>
                  </a:lnTo>
                  <a:lnTo>
                    <a:pt x="1440583" y="51879"/>
                  </a:lnTo>
                  <a:lnTo>
                    <a:pt x="1425166" y="48021"/>
                  </a:lnTo>
                  <a:lnTo>
                    <a:pt x="1409357" y="46736"/>
                  </a:lnTo>
                  <a:lnTo>
                    <a:pt x="1400451" y="47357"/>
                  </a:lnTo>
                  <a:lnTo>
                    <a:pt x="1370251" y="75057"/>
                  </a:lnTo>
                  <a:lnTo>
                    <a:pt x="1369606" y="82676"/>
                  </a:lnTo>
                  <a:lnTo>
                    <a:pt x="1373273" y="96113"/>
                  </a:lnTo>
                  <a:lnTo>
                    <a:pt x="1384274" y="109775"/>
                  </a:lnTo>
                  <a:lnTo>
                    <a:pt x="1402610" y="123699"/>
                  </a:lnTo>
                  <a:lnTo>
                    <a:pt x="1428280" y="137922"/>
                  </a:lnTo>
                  <a:lnTo>
                    <a:pt x="1442712" y="145321"/>
                  </a:lnTo>
                  <a:lnTo>
                    <a:pt x="1454965" y="152447"/>
                  </a:lnTo>
                  <a:lnTo>
                    <a:pt x="1485064" y="179546"/>
                  </a:lnTo>
                  <a:lnTo>
                    <a:pt x="1500491" y="223081"/>
                  </a:lnTo>
                  <a:lnTo>
                    <a:pt x="1500924" y="233299"/>
                  </a:lnTo>
                  <a:lnTo>
                    <a:pt x="1499088" y="251229"/>
                  </a:lnTo>
                  <a:lnTo>
                    <a:pt x="1471460" y="295021"/>
                  </a:lnTo>
                  <a:lnTo>
                    <a:pt x="1436773" y="313134"/>
                  </a:lnTo>
                  <a:lnTo>
                    <a:pt x="1392085" y="319150"/>
                  </a:lnTo>
                  <a:lnTo>
                    <a:pt x="1371062" y="317767"/>
                  </a:lnTo>
                  <a:lnTo>
                    <a:pt x="1351064" y="313610"/>
                  </a:lnTo>
                  <a:lnTo>
                    <a:pt x="1332113" y="306667"/>
                  </a:lnTo>
                  <a:lnTo>
                    <a:pt x="1314234" y="296925"/>
                  </a:lnTo>
                  <a:lnTo>
                    <a:pt x="1334427" y="247776"/>
                  </a:lnTo>
                  <a:lnTo>
                    <a:pt x="1350568" y="257758"/>
                  </a:lnTo>
                  <a:lnTo>
                    <a:pt x="1366589" y="264858"/>
                  </a:lnTo>
                  <a:lnTo>
                    <a:pt x="1382468" y="269101"/>
                  </a:lnTo>
                  <a:lnTo>
                    <a:pt x="1398181" y="270510"/>
                  </a:lnTo>
                  <a:lnTo>
                    <a:pt x="1419276" y="268412"/>
                  </a:lnTo>
                  <a:lnTo>
                    <a:pt x="1434360" y="262112"/>
                  </a:lnTo>
                  <a:lnTo>
                    <a:pt x="1443418" y="251596"/>
                  </a:lnTo>
                  <a:lnTo>
                    <a:pt x="1446441" y="236854"/>
                  </a:lnTo>
                  <a:lnTo>
                    <a:pt x="1445726" y="229044"/>
                  </a:lnTo>
                  <a:lnTo>
                    <a:pt x="1417691" y="191595"/>
                  </a:lnTo>
                  <a:lnTo>
                    <a:pt x="1371935" y="166149"/>
                  </a:lnTo>
                  <a:lnTo>
                    <a:pt x="1358525" y="158448"/>
                  </a:lnTo>
                  <a:lnTo>
                    <a:pt x="1329505" y="132810"/>
                  </a:lnTo>
                  <a:lnTo>
                    <a:pt x="1315275" y="92517"/>
                  </a:lnTo>
                  <a:lnTo>
                    <a:pt x="1314869" y="83185"/>
                  </a:lnTo>
                  <a:lnTo>
                    <a:pt x="1316492" y="66039"/>
                  </a:lnTo>
                  <a:lnTo>
                    <a:pt x="1341031" y="23749"/>
                  </a:lnTo>
                  <a:lnTo>
                    <a:pt x="1388715" y="1603"/>
                  </a:lnTo>
                  <a:lnTo>
                    <a:pt x="1408341" y="126"/>
                  </a:lnTo>
                  <a:close/>
                </a:path>
                <a:path w="3244215" h="319405">
                  <a:moveTo>
                    <a:pt x="946442" y="126"/>
                  </a:moveTo>
                  <a:lnTo>
                    <a:pt x="971683" y="1484"/>
                  </a:lnTo>
                  <a:lnTo>
                    <a:pt x="994257" y="5556"/>
                  </a:lnTo>
                  <a:lnTo>
                    <a:pt x="1014164" y="12342"/>
                  </a:lnTo>
                  <a:lnTo>
                    <a:pt x="1031405" y="21843"/>
                  </a:lnTo>
                  <a:lnTo>
                    <a:pt x="1008799" y="67183"/>
                  </a:lnTo>
                  <a:lnTo>
                    <a:pt x="998252" y="59108"/>
                  </a:lnTo>
                  <a:lnTo>
                    <a:pt x="984907" y="53355"/>
                  </a:lnTo>
                  <a:lnTo>
                    <a:pt x="968776" y="49912"/>
                  </a:lnTo>
                  <a:lnTo>
                    <a:pt x="949871" y="48767"/>
                  </a:lnTo>
                  <a:lnTo>
                    <a:pt x="931487" y="50792"/>
                  </a:lnTo>
                  <a:lnTo>
                    <a:pt x="886625" y="81152"/>
                  </a:lnTo>
                  <a:lnTo>
                    <a:pt x="868162" y="117760"/>
                  </a:lnTo>
                  <a:lnTo>
                    <a:pt x="861987" y="162940"/>
                  </a:lnTo>
                  <a:lnTo>
                    <a:pt x="863415" y="186422"/>
                  </a:lnTo>
                  <a:lnTo>
                    <a:pt x="874845" y="225716"/>
                  </a:lnTo>
                  <a:lnTo>
                    <a:pt x="911517" y="263271"/>
                  </a:lnTo>
                  <a:lnTo>
                    <a:pt x="945807" y="270510"/>
                  </a:lnTo>
                  <a:lnTo>
                    <a:pt x="966430" y="268577"/>
                  </a:lnTo>
                  <a:lnTo>
                    <a:pt x="984684" y="262763"/>
                  </a:lnTo>
                  <a:lnTo>
                    <a:pt x="1000581" y="253043"/>
                  </a:lnTo>
                  <a:lnTo>
                    <a:pt x="1014133" y="239394"/>
                  </a:lnTo>
                  <a:lnTo>
                    <a:pt x="1039533" y="283590"/>
                  </a:lnTo>
                  <a:lnTo>
                    <a:pt x="1020838" y="299166"/>
                  </a:lnTo>
                  <a:lnTo>
                    <a:pt x="998273" y="310276"/>
                  </a:lnTo>
                  <a:lnTo>
                    <a:pt x="971828" y="316934"/>
                  </a:lnTo>
                  <a:lnTo>
                    <a:pt x="941489" y="319150"/>
                  </a:lnTo>
                  <a:lnTo>
                    <a:pt x="910915" y="316503"/>
                  </a:lnTo>
                  <a:lnTo>
                    <a:pt x="860675" y="295255"/>
                  </a:lnTo>
                  <a:lnTo>
                    <a:pt x="825363" y="253434"/>
                  </a:lnTo>
                  <a:lnTo>
                    <a:pt x="807456" y="195470"/>
                  </a:lnTo>
                  <a:lnTo>
                    <a:pt x="805218" y="160654"/>
                  </a:lnTo>
                  <a:lnTo>
                    <a:pt x="807694" y="127845"/>
                  </a:lnTo>
                  <a:lnTo>
                    <a:pt x="827506" y="70608"/>
                  </a:lnTo>
                  <a:lnTo>
                    <a:pt x="866110" y="26058"/>
                  </a:lnTo>
                  <a:lnTo>
                    <a:pt x="916886" y="3008"/>
                  </a:lnTo>
                  <a:lnTo>
                    <a:pt x="946442" y="126"/>
                  </a:lnTo>
                  <a:close/>
                </a:path>
                <a:path w="3244215" h="319405">
                  <a:moveTo>
                    <a:pt x="2341410" y="0"/>
                  </a:moveTo>
                  <a:lnTo>
                    <a:pt x="2400179" y="10302"/>
                  </a:lnTo>
                  <a:lnTo>
                    <a:pt x="2443137" y="41275"/>
                  </a:lnTo>
                  <a:lnTo>
                    <a:pt x="2469537" y="90804"/>
                  </a:lnTo>
                  <a:lnTo>
                    <a:pt x="2478316" y="157099"/>
                  </a:lnTo>
                  <a:lnTo>
                    <a:pt x="2476028" y="192434"/>
                  </a:lnTo>
                  <a:lnTo>
                    <a:pt x="2457688" y="251628"/>
                  </a:lnTo>
                  <a:lnTo>
                    <a:pt x="2421301" y="294558"/>
                  </a:lnTo>
                  <a:lnTo>
                    <a:pt x="2369104" y="316414"/>
                  </a:lnTo>
                  <a:lnTo>
                    <a:pt x="2337219" y="319150"/>
                  </a:lnTo>
                  <a:lnTo>
                    <a:pt x="2307977" y="316456"/>
                  </a:lnTo>
                  <a:lnTo>
                    <a:pt x="2260352" y="294826"/>
                  </a:lnTo>
                  <a:lnTo>
                    <a:pt x="2227467" y="252128"/>
                  </a:lnTo>
                  <a:lnTo>
                    <a:pt x="2210893" y="192744"/>
                  </a:lnTo>
                  <a:lnTo>
                    <a:pt x="2208822" y="157099"/>
                  </a:lnTo>
                  <a:lnTo>
                    <a:pt x="2211064" y="125406"/>
                  </a:lnTo>
                  <a:lnTo>
                    <a:pt x="2229074" y="69641"/>
                  </a:lnTo>
                  <a:lnTo>
                    <a:pt x="2264489" y="25610"/>
                  </a:lnTo>
                  <a:lnTo>
                    <a:pt x="2312737" y="2837"/>
                  </a:lnTo>
                  <a:lnTo>
                    <a:pt x="2341410" y="0"/>
                  </a:lnTo>
                  <a:close/>
                </a:path>
                <a:path w="3244215" h="319405">
                  <a:moveTo>
                    <a:pt x="634568" y="0"/>
                  </a:moveTo>
                  <a:lnTo>
                    <a:pt x="693270" y="10302"/>
                  </a:lnTo>
                  <a:lnTo>
                    <a:pt x="736257" y="41275"/>
                  </a:lnTo>
                  <a:lnTo>
                    <a:pt x="762657" y="90804"/>
                  </a:lnTo>
                  <a:lnTo>
                    <a:pt x="771436" y="157099"/>
                  </a:lnTo>
                  <a:lnTo>
                    <a:pt x="769147" y="192434"/>
                  </a:lnTo>
                  <a:lnTo>
                    <a:pt x="750797" y="251628"/>
                  </a:lnTo>
                  <a:lnTo>
                    <a:pt x="714405" y="294558"/>
                  </a:lnTo>
                  <a:lnTo>
                    <a:pt x="662232" y="316414"/>
                  </a:lnTo>
                  <a:lnTo>
                    <a:pt x="630364" y="319150"/>
                  </a:lnTo>
                  <a:lnTo>
                    <a:pt x="601105" y="316456"/>
                  </a:lnTo>
                  <a:lnTo>
                    <a:pt x="553456" y="294826"/>
                  </a:lnTo>
                  <a:lnTo>
                    <a:pt x="520554" y="252128"/>
                  </a:lnTo>
                  <a:lnTo>
                    <a:pt x="503975" y="192744"/>
                  </a:lnTo>
                  <a:lnTo>
                    <a:pt x="501903" y="157099"/>
                  </a:lnTo>
                  <a:lnTo>
                    <a:pt x="504161" y="125406"/>
                  </a:lnTo>
                  <a:lnTo>
                    <a:pt x="522215" y="69641"/>
                  </a:lnTo>
                  <a:lnTo>
                    <a:pt x="557590" y="25610"/>
                  </a:lnTo>
                  <a:lnTo>
                    <a:pt x="605872" y="2837"/>
                  </a:lnTo>
                  <a:lnTo>
                    <a:pt x="634568" y="0"/>
                  </a:lnTo>
                  <a:close/>
                </a:path>
              </a:pathLst>
            </a:custGeom>
            <a:ln w="3175">
              <a:solidFill>
                <a:srgbClr val="121212"/>
              </a:solidFill>
            </a:ln>
          </p:spPr>
          <p:txBody>
            <a:bodyPr wrap="square" lIns="0" tIns="0" rIns="0" bIns="0" rtlCol="0"/>
            <a:lstStyle/>
            <a:p>
              <a:endParaRPr/>
            </a:p>
          </p:txBody>
        </p:sp>
      </p:grpSp>
      <p:sp>
        <p:nvSpPr>
          <p:cNvPr id="20" name="object 20"/>
          <p:cNvSpPr/>
          <p:nvPr/>
        </p:nvSpPr>
        <p:spPr>
          <a:xfrm>
            <a:off x="2084069" y="1600200"/>
            <a:ext cx="6983730" cy="1116874"/>
          </a:xfrm>
          <a:prstGeom prst="rect">
            <a:avLst/>
          </a:prstGeom>
          <a:blipFill>
            <a:blip r:embed="rId12" cstate="print"/>
            <a:stretch>
              <a:fillRect/>
            </a:stretch>
          </a:blipFill>
        </p:spPr>
        <p:txBody>
          <a:bodyPr wrap="square" lIns="0" tIns="0" rIns="0" bIns="0" rtlCol="0"/>
          <a:lstStyle/>
          <a:p>
            <a:endParaRPr/>
          </a:p>
        </p:txBody>
      </p:sp>
      <p:sp>
        <p:nvSpPr>
          <p:cNvPr id="21" name="object 21"/>
          <p:cNvSpPr/>
          <p:nvPr/>
        </p:nvSpPr>
        <p:spPr>
          <a:xfrm>
            <a:off x="1934769" y="3444241"/>
            <a:ext cx="7099982" cy="3111817"/>
          </a:xfrm>
          <a:prstGeom prst="rect">
            <a:avLst/>
          </a:prstGeom>
          <a:blipFill>
            <a:blip r:embed="rId13" cstate="print"/>
            <a:stretch>
              <a:fillRect/>
            </a:stretch>
          </a:blipFill>
        </p:spPr>
        <p:txBody>
          <a:bodyPr wrap="square" lIns="0" tIns="0" rIns="0" bIns="0" rtlCol="0"/>
          <a:lstStyle/>
          <a:p>
            <a:endParaRPr/>
          </a:p>
        </p:txBody>
      </p:sp>
      <p:sp>
        <p:nvSpPr>
          <p:cNvPr id="22" name="Slide Number Placeholder 21"/>
          <p:cNvSpPr>
            <a:spLocks noGrp="1"/>
          </p:cNvSpPr>
          <p:nvPr>
            <p:ph type="sldNum" sz="quarter" idx="12"/>
          </p:nvPr>
        </p:nvSpPr>
        <p:spPr/>
        <p:txBody>
          <a:bodyPr/>
          <a:lstStyle/>
          <a:p>
            <a:fld id="{29991EE6-4969-4C15-AA4F-249D764823C9}" type="slidenum">
              <a:rPr lang="en-US" smtClean="0"/>
              <a:t>18</a:t>
            </a:fld>
            <a:endParaRPr lang="en-US"/>
          </a:p>
        </p:txBody>
      </p:sp>
    </p:spTree>
    <p:extLst>
      <p:ext uri="{BB962C8B-B14F-4D97-AF65-F5344CB8AC3E}">
        <p14:creationId xmlns:p14="http://schemas.microsoft.com/office/powerpoint/2010/main" val="33839973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When to use Incremental Model</a:t>
            </a:r>
          </a:p>
        </p:txBody>
      </p:sp>
      <p:sp>
        <p:nvSpPr>
          <p:cNvPr id="3" name="Content Placeholder 2"/>
          <p:cNvSpPr>
            <a:spLocks noGrp="1"/>
          </p:cNvSpPr>
          <p:nvPr>
            <p:ph idx="1"/>
          </p:nvPr>
        </p:nvSpPr>
        <p:spPr/>
        <p:txBody>
          <a:bodyPr/>
          <a:lstStyle/>
          <a:p>
            <a:pPr marL="287020" marR="418465" indent="-274955">
              <a:spcBef>
                <a:spcPts val="105"/>
              </a:spcBef>
              <a:buClr>
                <a:srgbClr val="313131"/>
              </a:buClr>
              <a:buSzPct val="73076"/>
              <a:buFont typeface="Arial"/>
              <a:buChar char=""/>
              <a:tabLst>
                <a:tab pos="287655" algn="l"/>
              </a:tabLst>
            </a:pPr>
            <a:r>
              <a:rPr lang="en-US" spc="-15" dirty="0">
                <a:latin typeface="Trebuchet MS"/>
                <a:cs typeface="Trebuchet MS"/>
              </a:rPr>
              <a:t>Requirements </a:t>
            </a:r>
            <a:r>
              <a:rPr lang="en-US" dirty="0">
                <a:latin typeface="Trebuchet MS"/>
                <a:cs typeface="Trebuchet MS"/>
              </a:rPr>
              <a:t>of </a:t>
            </a:r>
            <a:r>
              <a:rPr lang="en-US" spc="-5" dirty="0">
                <a:latin typeface="Trebuchet MS"/>
                <a:cs typeface="Trebuchet MS"/>
              </a:rPr>
              <a:t>the complete </a:t>
            </a:r>
            <a:r>
              <a:rPr lang="en-US" dirty="0">
                <a:latin typeface="Trebuchet MS"/>
                <a:cs typeface="Trebuchet MS"/>
              </a:rPr>
              <a:t>system </a:t>
            </a:r>
            <a:r>
              <a:rPr lang="en-US" spc="-175" dirty="0">
                <a:latin typeface="Trebuchet MS"/>
                <a:cs typeface="Trebuchet MS"/>
              </a:rPr>
              <a:t>are  </a:t>
            </a:r>
            <a:r>
              <a:rPr lang="en-US" spc="-5" dirty="0">
                <a:latin typeface="Trebuchet MS"/>
                <a:cs typeface="Trebuchet MS"/>
              </a:rPr>
              <a:t>clearly defined and</a:t>
            </a:r>
            <a:r>
              <a:rPr lang="en-US" spc="-25" dirty="0">
                <a:latin typeface="Trebuchet MS"/>
                <a:cs typeface="Trebuchet MS"/>
              </a:rPr>
              <a:t> </a:t>
            </a:r>
            <a:r>
              <a:rPr lang="en-US" spc="-5" dirty="0">
                <a:latin typeface="Trebuchet MS"/>
                <a:cs typeface="Trebuchet MS"/>
              </a:rPr>
              <a:t>understood.</a:t>
            </a:r>
            <a:endParaRPr lang="en-US" dirty="0">
              <a:latin typeface="Trebuchet MS"/>
              <a:cs typeface="Trebuchet MS"/>
            </a:endParaRPr>
          </a:p>
          <a:p>
            <a:pPr marL="287020" marR="5080" indent="-274955">
              <a:spcBef>
                <a:spcPts val="595"/>
              </a:spcBef>
              <a:buClr>
                <a:srgbClr val="313131"/>
              </a:buClr>
              <a:buSzPct val="73076"/>
              <a:buFont typeface="Arial"/>
              <a:buChar char=""/>
              <a:tabLst>
                <a:tab pos="287655" algn="l"/>
              </a:tabLst>
            </a:pPr>
            <a:r>
              <a:rPr lang="en-US" spc="-5" dirty="0">
                <a:latin typeface="Trebuchet MS"/>
                <a:cs typeface="Trebuchet MS"/>
              </a:rPr>
              <a:t>Major </a:t>
            </a:r>
            <a:r>
              <a:rPr lang="en-US" dirty="0">
                <a:latin typeface="Trebuchet MS"/>
                <a:cs typeface="Trebuchet MS"/>
              </a:rPr>
              <a:t>requirements </a:t>
            </a:r>
            <a:r>
              <a:rPr lang="en-US" spc="-5" dirty="0">
                <a:latin typeface="Trebuchet MS"/>
                <a:cs typeface="Trebuchet MS"/>
              </a:rPr>
              <a:t>must be defined;  </a:t>
            </a:r>
            <a:r>
              <a:rPr lang="en-US" spc="-55" dirty="0">
                <a:latin typeface="Trebuchet MS"/>
                <a:cs typeface="Trebuchet MS"/>
              </a:rPr>
              <a:t>however, </a:t>
            </a:r>
            <a:r>
              <a:rPr lang="en-US" dirty="0">
                <a:latin typeface="Trebuchet MS"/>
                <a:cs typeface="Trebuchet MS"/>
              </a:rPr>
              <a:t>some </a:t>
            </a:r>
            <a:r>
              <a:rPr lang="en-US" spc="-5" dirty="0">
                <a:latin typeface="Trebuchet MS"/>
                <a:cs typeface="Trebuchet MS"/>
              </a:rPr>
              <a:t>details </a:t>
            </a:r>
            <a:r>
              <a:rPr lang="en-US" dirty="0">
                <a:latin typeface="Trebuchet MS"/>
                <a:cs typeface="Trebuchet MS"/>
              </a:rPr>
              <a:t>can </a:t>
            </a:r>
            <a:r>
              <a:rPr lang="en-US" spc="-5" dirty="0">
                <a:latin typeface="Trebuchet MS"/>
                <a:cs typeface="Trebuchet MS"/>
              </a:rPr>
              <a:t>evolve with</a:t>
            </a:r>
            <a:r>
              <a:rPr lang="en-US" spc="20" dirty="0">
                <a:latin typeface="Trebuchet MS"/>
                <a:cs typeface="Trebuchet MS"/>
              </a:rPr>
              <a:t> </a:t>
            </a:r>
            <a:r>
              <a:rPr lang="en-US" spc="-5" dirty="0">
                <a:latin typeface="Trebuchet MS"/>
                <a:cs typeface="Trebuchet MS"/>
              </a:rPr>
              <a:t>time.</a:t>
            </a:r>
            <a:endParaRPr lang="en-US" dirty="0">
              <a:latin typeface="Trebuchet MS"/>
              <a:cs typeface="Trebuchet MS"/>
            </a:endParaRPr>
          </a:p>
          <a:p>
            <a:pPr marL="287020" marR="824230" indent="-274955">
              <a:spcBef>
                <a:spcPts val="605"/>
              </a:spcBef>
              <a:buClr>
                <a:srgbClr val="313131"/>
              </a:buClr>
              <a:buSzPct val="73076"/>
              <a:buFont typeface="Arial"/>
              <a:buChar char=""/>
              <a:tabLst>
                <a:tab pos="287655" algn="l"/>
              </a:tabLst>
            </a:pPr>
            <a:r>
              <a:rPr lang="en-US" dirty="0">
                <a:latin typeface="Trebuchet MS"/>
                <a:cs typeface="Trebuchet MS"/>
              </a:rPr>
              <a:t>There </a:t>
            </a:r>
            <a:r>
              <a:rPr lang="en-US" spc="-5" dirty="0">
                <a:latin typeface="Trebuchet MS"/>
                <a:cs typeface="Trebuchet MS"/>
              </a:rPr>
              <a:t>is </a:t>
            </a:r>
            <a:r>
              <a:rPr lang="en-US" dirty="0">
                <a:latin typeface="Trebuchet MS"/>
                <a:cs typeface="Trebuchet MS"/>
              </a:rPr>
              <a:t>a </a:t>
            </a:r>
            <a:r>
              <a:rPr lang="en-US" spc="-5" dirty="0">
                <a:latin typeface="Trebuchet MS"/>
                <a:cs typeface="Trebuchet MS"/>
              </a:rPr>
              <a:t>need to </a:t>
            </a:r>
            <a:r>
              <a:rPr lang="en-US" dirty="0">
                <a:latin typeface="Trebuchet MS"/>
                <a:cs typeface="Trebuchet MS"/>
              </a:rPr>
              <a:t>get a </a:t>
            </a:r>
            <a:r>
              <a:rPr lang="en-US" spc="-5" dirty="0">
                <a:latin typeface="Trebuchet MS"/>
                <a:cs typeface="Trebuchet MS"/>
              </a:rPr>
              <a:t>product to </a:t>
            </a:r>
            <a:r>
              <a:rPr lang="en-US" spc="-170" dirty="0">
                <a:latin typeface="Trebuchet MS"/>
                <a:cs typeface="Trebuchet MS"/>
              </a:rPr>
              <a:t>the  </a:t>
            </a:r>
            <a:r>
              <a:rPr lang="en-US" spc="-5" dirty="0">
                <a:latin typeface="Trebuchet MS"/>
                <a:cs typeface="Trebuchet MS"/>
              </a:rPr>
              <a:t>market</a:t>
            </a:r>
            <a:r>
              <a:rPr lang="en-US" spc="-10" dirty="0">
                <a:latin typeface="Trebuchet MS"/>
                <a:cs typeface="Trebuchet MS"/>
              </a:rPr>
              <a:t> </a:t>
            </a:r>
            <a:r>
              <a:rPr lang="en-US" spc="-60" dirty="0">
                <a:latin typeface="Trebuchet MS"/>
                <a:cs typeface="Trebuchet MS"/>
              </a:rPr>
              <a:t>early.</a:t>
            </a:r>
            <a:endParaRPr lang="en-US" dirty="0">
              <a:latin typeface="Trebuchet MS"/>
              <a:cs typeface="Trebuchet MS"/>
            </a:endParaRPr>
          </a:p>
          <a:p>
            <a:pPr marL="287020" indent="-274955">
              <a:spcBef>
                <a:spcPts val="600"/>
              </a:spcBef>
              <a:buClr>
                <a:srgbClr val="313131"/>
              </a:buClr>
              <a:buSzPct val="73076"/>
              <a:buFont typeface="Arial"/>
              <a:buChar char=""/>
              <a:tabLst>
                <a:tab pos="287655" algn="l"/>
              </a:tabLst>
            </a:pPr>
            <a:r>
              <a:rPr lang="en-US" dirty="0">
                <a:latin typeface="Trebuchet MS"/>
                <a:cs typeface="Trebuchet MS"/>
              </a:rPr>
              <a:t>A new </a:t>
            </a:r>
            <a:r>
              <a:rPr lang="en-US" spc="-5" dirty="0">
                <a:latin typeface="Trebuchet MS"/>
                <a:cs typeface="Trebuchet MS"/>
              </a:rPr>
              <a:t>technology is being</a:t>
            </a:r>
            <a:r>
              <a:rPr lang="en-US" spc="-185" dirty="0">
                <a:latin typeface="Trebuchet MS"/>
                <a:cs typeface="Trebuchet MS"/>
              </a:rPr>
              <a:t> </a:t>
            </a:r>
            <a:r>
              <a:rPr lang="en-US" spc="-5" dirty="0">
                <a:latin typeface="Trebuchet MS"/>
                <a:cs typeface="Trebuchet MS"/>
              </a:rPr>
              <a:t>used</a:t>
            </a:r>
            <a:endParaRPr lang="en-US" dirty="0">
              <a:latin typeface="Trebuchet MS"/>
              <a:cs typeface="Trebuchet MS"/>
            </a:endParaRPr>
          </a:p>
          <a:p>
            <a:pPr marL="287020" marR="820419" indent="-274955">
              <a:spcBef>
                <a:spcPts val="600"/>
              </a:spcBef>
              <a:buClr>
                <a:srgbClr val="313131"/>
              </a:buClr>
              <a:buSzPct val="73076"/>
              <a:buFont typeface="Arial"/>
              <a:buChar char=""/>
              <a:tabLst>
                <a:tab pos="287655" algn="l"/>
              </a:tabLst>
            </a:pPr>
            <a:r>
              <a:rPr lang="en-US" spc="-20" dirty="0">
                <a:latin typeface="Trebuchet MS"/>
                <a:cs typeface="Trebuchet MS"/>
              </a:rPr>
              <a:t>Resources </a:t>
            </a:r>
            <a:r>
              <a:rPr lang="en-US" spc="-5" dirty="0">
                <a:latin typeface="Trebuchet MS"/>
                <a:cs typeface="Trebuchet MS"/>
              </a:rPr>
              <a:t>with needed </a:t>
            </a:r>
            <a:r>
              <a:rPr lang="en-US" dirty="0">
                <a:latin typeface="Trebuchet MS"/>
                <a:cs typeface="Trebuchet MS"/>
              </a:rPr>
              <a:t>skill set </a:t>
            </a:r>
            <a:r>
              <a:rPr lang="en-US" spc="-5" dirty="0">
                <a:latin typeface="Trebuchet MS"/>
                <a:cs typeface="Trebuchet MS"/>
              </a:rPr>
              <a:t>are </a:t>
            </a:r>
            <a:r>
              <a:rPr lang="en-US" spc="-175" dirty="0">
                <a:latin typeface="Trebuchet MS"/>
                <a:cs typeface="Trebuchet MS"/>
              </a:rPr>
              <a:t>not  </a:t>
            </a:r>
            <a:r>
              <a:rPr lang="en-US" spc="-5" dirty="0">
                <a:latin typeface="Trebuchet MS"/>
                <a:cs typeface="Trebuchet MS"/>
              </a:rPr>
              <a:t>available</a:t>
            </a:r>
            <a:endParaRPr lang="en-US" dirty="0">
              <a:latin typeface="Trebuchet MS"/>
              <a:cs typeface="Trebuchet MS"/>
            </a:endParaRPr>
          </a:p>
          <a:p>
            <a:pPr marL="287020" indent="-274955">
              <a:spcBef>
                <a:spcPts val="600"/>
              </a:spcBef>
              <a:buClr>
                <a:srgbClr val="313131"/>
              </a:buClr>
              <a:buSzPct val="73076"/>
              <a:buFont typeface="Arial"/>
              <a:buChar char=""/>
              <a:tabLst>
                <a:tab pos="287655" algn="l"/>
              </a:tabLst>
            </a:pPr>
            <a:r>
              <a:rPr lang="en-US" dirty="0">
                <a:latin typeface="Trebuchet MS"/>
                <a:cs typeface="Trebuchet MS"/>
              </a:rPr>
              <a:t>There </a:t>
            </a:r>
            <a:r>
              <a:rPr lang="en-US" spc="-5" dirty="0">
                <a:latin typeface="Trebuchet MS"/>
                <a:cs typeface="Trebuchet MS"/>
              </a:rPr>
              <a:t>are </a:t>
            </a:r>
            <a:r>
              <a:rPr lang="en-US" dirty="0">
                <a:latin typeface="Trebuchet MS"/>
                <a:cs typeface="Trebuchet MS"/>
              </a:rPr>
              <a:t>some high risk </a:t>
            </a:r>
            <a:r>
              <a:rPr lang="en-US" spc="-5" dirty="0">
                <a:latin typeface="Trebuchet MS"/>
                <a:cs typeface="Trebuchet MS"/>
              </a:rPr>
              <a:t>features </a:t>
            </a:r>
            <a:r>
              <a:rPr lang="en-US" dirty="0">
                <a:latin typeface="Trebuchet MS"/>
                <a:cs typeface="Trebuchet MS"/>
              </a:rPr>
              <a:t>and</a:t>
            </a:r>
            <a:r>
              <a:rPr lang="en-US" spc="-75" dirty="0">
                <a:latin typeface="Trebuchet MS"/>
                <a:cs typeface="Trebuchet MS"/>
              </a:rPr>
              <a:t> </a:t>
            </a:r>
            <a:r>
              <a:rPr lang="en-US" spc="-45" dirty="0">
                <a:latin typeface="Trebuchet MS"/>
                <a:cs typeface="Trebuchet MS"/>
              </a:rPr>
              <a:t>goals</a:t>
            </a:r>
            <a:endParaRPr lang="en-US" dirty="0"/>
          </a:p>
        </p:txBody>
      </p:sp>
      <p:sp>
        <p:nvSpPr>
          <p:cNvPr id="4" name="Slide Number Placeholder 3"/>
          <p:cNvSpPr>
            <a:spLocks noGrp="1"/>
          </p:cNvSpPr>
          <p:nvPr>
            <p:ph type="sldNum" sz="quarter" idx="12"/>
          </p:nvPr>
        </p:nvSpPr>
        <p:spPr/>
        <p:txBody>
          <a:bodyPr/>
          <a:lstStyle/>
          <a:p>
            <a:fld id="{29991EE6-4969-4C15-AA4F-249D764823C9}" type="slidenum">
              <a:rPr lang="en-US" smtClean="0"/>
              <a:t>19</a:t>
            </a:fld>
            <a:endParaRPr lang="en-US"/>
          </a:p>
        </p:txBody>
      </p:sp>
    </p:spTree>
    <p:extLst>
      <p:ext uri="{BB962C8B-B14F-4D97-AF65-F5344CB8AC3E}">
        <p14:creationId xmlns:p14="http://schemas.microsoft.com/office/powerpoint/2010/main" val="2236238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Iterative Model</a:t>
            </a:r>
          </a:p>
        </p:txBody>
      </p:sp>
      <p:sp>
        <p:nvSpPr>
          <p:cNvPr id="3" name="Content Placeholder 2"/>
          <p:cNvSpPr>
            <a:spLocks noGrp="1"/>
          </p:cNvSpPr>
          <p:nvPr>
            <p:ph idx="1"/>
          </p:nvPr>
        </p:nvSpPr>
        <p:spPr/>
        <p:txBody>
          <a:bodyPr/>
          <a:lstStyle/>
          <a:p>
            <a:pPr marL="287020" marR="1457960" indent="-274955">
              <a:spcBef>
                <a:spcPts val="105"/>
              </a:spcBef>
              <a:buClr>
                <a:srgbClr val="313131"/>
              </a:buClr>
              <a:buSzPct val="73076"/>
              <a:buFont typeface="Arial"/>
              <a:buChar char=""/>
              <a:tabLst>
                <a:tab pos="287655" algn="l"/>
              </a:tabLst>
            </a:pPr>
            <a:r>
              <a:rPr lang="en-US" spc="-5" dirty="0">
                <a:latin typeface="Trebuchet MS"/>
                <a:cs typeface="Trebuchet MS"/>
              </a:rPr>
              <a:t>no </a:t>
            </a:r>
            <a:r>
              <a:rPr lang="en-US" dirty="0">
                <a:latin typeface="Trebuchet MS"/>
                <a:cs typeface="Trebuchet MS"/>
              </a:rPr>
              <a:t>start </a:t>
            </a:r>
            <a:r>
              <a:rPr lang="en-US" spc="-5" dirty="0">
                <a:latin typeface="Trebuchet MS"/>
                <a:cs typeface="Trebuchet MS"/>
              </a:rPr>
              <a:t>with </a:t>
            </a:r>
            <a:r>
              <a:rPr lang="en-US" dirty="0">
                <a:latin typeface="Trebuchet MS"/>
                <a:cs typeface="Trebuchet MS"/>
              </a:rPr>
              <a:t>a full </a:t>
            </a:r>
            <a:r>
              <a:rPr lang="en-US" spc="-5" dirty="0">
                <a:latin typeface="Trebuchet MS"/>
                <a:cs typeface="Trebuchet MS"/>
              </a:rPr>
              <a:t>specification </a:t>
            </a:r>
            <a:r>
              <a:rPr lang="en-US" spc="-270" dirty="0">
                <a:latin typeface="Trebuchet MS"/>
                <a:cs typeface="Trebuchet MS"/>
              </a:rPr>
              <a:t>of  </a:t>
            </a:r>
            <a:r>
              <a:rPr lang="en-US" spc="-5" dirty="0">
                <a:latin typeface="Trebuchet MS"/>
                <a:cs typeface="Trebuchet MS"/>
              </a:rPr>
              <a:t>requirements.</a:t>
            </a:r>
            <a:endParaRPr lang="en-US" dirty="0">
              <a:latin typeface="Trebuchet MS"/>
              <a:cs typeface="Trebuchet MS"/>
            </a:endParaRPr>
          </a:p>
          <a:p>
            <a:pPr marL="287020" marR="708660" indent="-274955">
              <a:spcBef>
                <a:spcPts val="595"/>
              </a:spcBef>
              <a:buClr>
                <a:srgbClr val="313131"/>
              </a:buClr>
              <a:buSzPct val="73076"/>
              <a:buFont typeface="Arial"/>
              <a:buChar char=""/>
              <a:tabLst>
                <a:tab pos="287655" algn="l"/>
              </a:tabLst>
            </a:pPr>
            <a:r>
              <a:rPr lang="en-US" spc="-5" dirty="0">
                <a:latin typeface="Trebuchet MS"/>
                <a:cs typeface="Trebuchet MS"/>
              </a:rPr>
              <a:t>development begins by </a:t>
            </a:r>
            <a:r>
              <a:rPr lang="en-US" dirty="0">
                <a:latin typeface="Trebuchet MS"/>
                <a:cs typeface="Trebuchet MS"/>
              </a:rPr>
              <a:t>specifying </a:t>
            </a:r>
            <a:r>
              <a:rPr lang="en-US" spc="-5" dirty="0">
                <a:latin typeface="Trebuchet MS"/>
                <a:cs typeface="Trebuchet MS"/>
              </a:rPr>
              <a:t>and  implementing </a:t>
            </a:r>
            <a:r>
              <a:rPr lang="en-US" dirty="0">
                <a:latin typeface="Trebuchet MS"/>
                <a:cs typeface="Trebuchet MS"/>
              </a:rPr>
              <a:t>just </a:t>
            </a:r>
            <a:r>
              <a:rPr lang="en-US" spc="-5" dirty="0">
                <a:latin typeface="Trebuchet MS"/>
                <a:cs typeface="Trebuchet MS"/>
              </a:rPr>
              <a:t>part </a:t>
            </a:r>
            <a:r>
              <a:rPr lang="en-US" dirty="0">
                <a:latin typeface="Trebuchet MS"/>
                <a:cs typeface="Trebuchet MS"/>
              </a:rPr>
              <a:t>of </a:t>
            </a:r>
            <a:r>
              <a:rPr lang="en-US" spc="-5" dirty="0">
                <a:latin typeface="Trebuchet MS"/>
                <a:cs typeface="Trebuchet MS"/>
              </a:rPr>
              <a:t>the software,  which can then be reviewed in order to  identify </a:t>
            </a:r>
            <a:r>
              <a:rPr lang="en-US" dirty="0">
                <a:latin typeface="Trebuchet MS"/>
                <a:cs typeface="Trebuchet MS"/>
              </a:rPr>
              <a:t>further</a:t>
            </a:r>
            <a:r>
              <a:rPr lang="en-US" spc="-20" dirty="0">
                <a:latin typeface="Trebuchet MS"/>
                <a:cs typeface="Trebuchet MS"/>
              </a:rPr>
              <a:t> </a:t>
            </a:r>
            <a:r>
              <a:rPr lang="en-US" spc="-5" dirty="0">
                <a:latin typeface="Trebuchet MS"/>
                <a:cs typeface="Trebuchet MS"/>
              </a:rPr>
              <a:t>requirements.</a:t>
            </a:r>
            <a:endParaRPr lang="en-US" dirty="0">
              <a:latin typeface="Trebuchet MS"/>
              <a:cs typeface="Trebuchet MS"/>
            </a:endParaRPr>
          </a:p>
          <a:p>
            <a:pPr marL="287020" marR="5080" indent="-274955">
              <a:spcBef>
                <a:spcPts val="605"/>
              </a:spcBef>
              <a:buClr>
                <a:srgbClr val="313131"/>
              </a:buClr>
              <a:buSzPct val="73076"/>
              <a:buFont typeface="Arial"/>
              <a:buChar char=""/>
              <a:tabLst>
                <a:tab pos="287655" algn="l"/>
              </a:tabLst>
            </a:pPr>
            <a:r>
              <a:rPr lang="en-US" spc="-5" dirty="0">
                <a:latin typeface="Trebuchet MS"/>
                <a:cs typeface="Trebuchet MS"/>
              </a:rPr>
              <a:t>process is then repeated, producing </a:t>
            </a:r>
            <a:r>
              <a:rPr lang="en-US" dirty="0">
                <a:latin typeface="Trebuchet MS"/>
                <a:cs typeface="Trebuchet MS"/>
              </a:rPr>
              <a:t>a </a:t>
            </a:r>
            <a:r>
              <a:rPr lang="en-US" spc="-5" dirty="0">
                <a:latin typeface="Trebuchet MS"/>
                <a:cs typeface="Trebuchet MS"/>
              </a:rPr>
              <a:t>new  version </a:t>
            </a:r>
            <a:r>
              <a:rPr lang="en-US" dirty="0">
                <a:latin typeface="Trebuchet MS"/>
                <a:cs typeface="Trebuchet MS"/>
              </a:rPr>
              <a:t>of </a:t>
            </a:r>
            <a:r>
              <a:rPr lang="en-US" spc="-5" dirty="0">
                <a:latin typeface="Trebuchet MS"/>
                <a:cs typeface="Trebuchet MS"/>
              </a:rPr>
              <a:t>the software </a:t>
            </a:r>
            <a:r>
              <a:rPr lang="en-US" dirty="0">
                <a:latin typeface="Trebuchet MS"/>
                <a:cs typeface="Trebuchet MS"/>
              </a:rPr>
              <a:t>for </a:t>
            </a:r>
            <a:r>
              <a:rPr lang="en-US" spc="-5" dirty="0">
                <a:latin typeface="Trebuchet MS"/>
                <a:cs typeface="Trebuchet MS"/>
              </a:rPr>
              <a:t>each cycle of the  model.</a:t>
            </a:r>
            <a:endParaRPr lang="en-US" dirty="0">
              <a:latin typeface="Trebuchet MS"/>
              <a:cs typeface="Trebuchet MS"/>
            </a:endParaRPr>
          </a:p>
          <a:p>
            <a:endParaRPr lang="en-US" dirty="0"/>
          </a:p>
        </p:txBody>
      </p:sp>
      <p:sp>
        <p:nvSpPr>
          <p:cNvPr id="4" name="Slide Number Placeholder 3"/>
          <p:cNvSpPr>
            <a:spLocks noGrp="1"/>
          </p:cNvSpPr>
          <p:nvPr>
            <p:ph type="sldNum" sz="quarter" idx="12"/>
          </p:nvPr>
        </p:nvSpPr>
        <p:spPr/>
        <p:txBody>
          <a:bodyPr/>
          <a:lstStyle/>
          <a:p>
            <a:fld id="{29991EE6-4969-4C15-AA4F-249D764823C9}" type="slidenum">
              <a:rPr lang="en-US" smtClean="0"/>
              <a:t>20</a:t>
            </a:fld>
            <a:endParaRPr lang="en-US"/>
          </a:p>
        </p:txBody>
      </p:sp>
    </p:spTree>
    <p:extLst>
      <p:ext uri="{BB962C8B-B14F-4D97-AF65-F5344CB8AC3E}">
        <p14:creationId xmlns:p14="http://schemas.microsoft.com/office/powerpoint/2010/main" val="24141381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057615" y="530987"/>
            <a:ext cx="6252210" cy="321310"/>
            <a:chOff x="533615" y="530987"/>
            <a:chExt cx="6252210" cy="321310"/>
          </a:xfrm>
        </p:grpSpPr>
        <p:sp>
          <p:nvSpPr>
            <p:cNvPr id="3" name="object 3"/>
            <p:cNvSpPr/>
            <p:nvPr/>
          </p:nvSpPr>
          <p:spPr>
            <a:xfrm>
              <a:off x="534504" y="531876"/>
              <a:ext cx="6250216" cy="319150"/>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2849752" y="627380"/>
              <a:ext cx="2995930" cy="114300"/>
            </a:xfrm>
            <a:custGeom>
              <a:avLst/>
              <a:gdLst/>
              <a:ahLst/>
              <a:cxnLst/>
              <a:rect l="l" t="t" r="r" b="b"/>
              <a:pathLst>
                <a:path w="2995929" h="114300">
                  <a:moveTo>
                    <a:pt x="2958592" y="0"/>
                  </a:moveTo>
                  <a:lnTo>
                    <a:pt x="2921508" y="114046"/>
                  </a:lnTo>
                  <a:lnTo>
                    <a:pt x="2995676" y="114046"/>
                  </a:lnTo>
                  <a:lnTo>
                    <a:pt x="2958592" y="0"/>
                  </a:lnTo>
                  <a:close/>
                </a:path>
                <a:path w="2995929" h="114300">
                  <a:moveTo>
                    <a:pt x="37084" y="0"/>
                  </a:moveTo>
                  <a:lnTo>
                    <a:pt x="0" y="114046"/>
                  </a:lnTo>
                  <a:lnTo>
                    <a:pt x="74168" y="114046"/>
                  </a:lnTo>
                  <a:lnTo>
                    <a:pt x="37084" y="0"/>
                  </a:lnTo>
                  <a:close/>
                </a:path>
              </a:pathLst>
            </a:custGeom>
            <a:ln w="3175">
              <a:solidFill>
                <a:srgbClr val="121212"/>
              </a:solidFill>
            </a:ln>
          </p:spPr>
          <p:txBody>
            <a:bodyPr wrap="square" lIns="0" tIns="0" rIns="0" bIns="0" rtlCol="0"/>
            <a:lstStyle/>
            <a:p>
              <a:endParaRPr/>
            </a:p>
          </p:txBody>
        </p:sp>
        <p:sp>
          <p:nvSpPr>
            <p:cNvPr id="5" name="object 5"/>
            <p:cNvSpPr/>
            <p:nvPr/>
          </p:nvSpPr>
          <p:spPr>
            <a:xfrm>
              <a:off x="1097394" y="582930"/>
              <a:ext cx="95694" cy="103123"/>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5496178" y="582803"/>
              <a:ext cx="91186" cy="89915"/>
            </a:xfrm>
            <a:prstGeom prst="rect">
              <a:avLst/>
            </a:prstGeom>
            <a:blipFill>
              <a:blip r:embed="rId4" cstate="print"/>
              <a:stretch>
                <a:fillRect/>
              </a:stretch>
            </a:blipFill>
          </p:spPr>
          <p:txBody>
            <a:bodyPr wrap="square" lIns="0" tIns="0" rIns="0" bIns="0" rtlCol="0"/>
            <a:lstStyle/>
            <a:p>
              <a:endParaRPr/>
            </a:p>
          </p:txBody>
        </p:sp>
        <p:sp>
          <p:nvSpPr>
            <p:cNvPr id="7" name="object 7"/>
            <p:cNvSpPr/>
            <p:nvPr/>
          </p:nvSpPr>
          <p:spPr>
            <a:xfrm>
              <a:off x="1352422" y="582803"/>
              <a:ext cx="91185" cy="89915"/>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590473" y="582803"/>
              <a:ext cx="91071" cy="89915"/>
            </a:xfrm>
            <a:prstGeom prst="rect">
              <a:avLst/>
            </a:prstGeom>
            <a:blipFill>
              <a:blip r:embed="rId5" cstate="print"/>
              <a:stretch>
                <a:fillRect/>
              </a:stretch>
            </a:blipFill>
          </p:spPr>
          <p:txBody>
            <a:bodyPr wrap="square" lIns="0" tIns="0" rIns="0" bIns="0" rtlCol="0"/>
            <a:lstStyle/>
            <a:p>
              <a:endParaRPr/>
            </a:p>
          </p:txBody>
        </p:sp>
        <p:sp>
          <p:nvSpPr>
            <p:cNvPr id="9" name="object 9"/>
            <p:cNvSpPr/>
            <p:nvPr/>
          </p:nvSpPr>
          <p:spPr>
            <a:xfrm>
              <a:off x="4166234" y="579628"/>
              <a:ext cx="157606" cy="223647"/>
            </a:xfrm>
            <a:prstGeom prst="rect">
              <a:avLst/>
            </a:prstGeom>
            <a:blipFill>
              <a:blip r:embed="rId6" cstate="print"/>
              <a:stretch>
                <a:fillRect/>
              </a:stretch>
            </a:blipFill>
          </p:spPr>
          <p:txBody>
            <a:bodyPr wrap="square" lIns="0" tIns="0" rIns="0" bIns="0" rtlCol="0"/>
            <a:lstStyle/>
            <a:p>
              <a:endParaRPr/>
            </a:p>
          </p:txBody>
        </p:sp>
        <p:sp>
          <p:nvSpPr>
            <p:cNvPr id="10" name="object 10"/>
            <p:cNvSpPr/>
            <p:nvPr/>
          </p:nvSpPr>
          <p:spPr>
            <a:xfrm>
              <a:off x="3439286" y="579628"/>
              <a:ext cx="157606" cy="223647"/>
            </a:xfrm>
            <a:prstGeom prst="rect">
              <a:avLst/>
            </a:prstGeom>
            <a:blipFill>
              <a:blip r:embed="rId6" cstate="print"/>
              <a:stretch>
                <a:fillRect/>
              </a:stretch>
            </a:blipFill>
          </p:spPr>
          <p:txBody>
            <a:bodyPr wrap="square" lIns="0" tIns="0" rIns="0" bIns="0" rtlCol="0"/>
            <a:lstStyle/>
            <a:p>
              <a:endParaRPr/>
            </a:p>
          </p:txBody>
        </p:sp>
        <p:sp>
          <p:nvSpPr>
            <p:cNvPr id="11" name="object 11"/>
            <p:cNvSpPr/>
            <p:nvPr/>
          </p:nvSpPr>
          <p:spPr>
            <a:xfrm>
              <a:off x="534504" y="531876"/>
              <a:ext cx="6250305" cy="319405"/>
            </a:xfrm>
            <a:custGeom>
              <a:avLst/>
              <a:gdLst/>
              <a:ahLst/>
              <a:cxnLst/>
              <a:rect l="l" t="t" r="r" b="b"/>
              <a:pathLst>
                <a:path w="6250305" h="319405">
                  <a:moveTo>
                    <a:pt x="6053366" y="5461"/>
                  </a:moveTo>
                  <a:lnTo>
                    <a:pt x="6250216" y="5461"/>
                  </a:lnTo>
                  <a:lnTo>
                    <a:pt x="6250216" y="54101"/>
                  </a:lnTo>
                  <a:lnTo>
                    <a:pt x="6108103" y="54101"/>
                  </a:lnTo>
                  <a:lnTo>
                    <a:pt x="6108103" y="126364"/>
                  </a:lnTo>
                  <a:lnTo>
                    <a:pt x="6209957" y="126364"/>
                  </a:lnTo>
                  <a:lnTo>
                    <a:pt x="6209957" y="172847"/>
                  </a:lnTo>
                  <a:lnTo>
                    <a:pt x="6108103" y="172847"/>
                  </a:lnTo>
                  <a:lnTo>
                    <a:pt x="6108103" y="265302"/>
                  </a:lnTo>
                  <a:lnTo>
                    <a:pt x="6247930" y="265302"/>
                  </a:lnTo>
                  <a:lnTo>
                    <a:pt x="6247930" y="313944"/>
                  </a:lnTo>
                  <a:lnTo>
                    <a:pt x="6053366" y="313944"/>
                  </a:lnTo>
                  <a:lnTo>
                    <a:pt x="6053366" y="5461"/>
                  </a:lnTo>
                  <a:close/>
                </a:path>
                <a:path w="6250305" h="319405">
                  <a:moveTo>
                    <a:pt x="5754535" y="5461"/>
                  </a:moveTo>
                  <a:lnTo>
                    <a:pt x="5814860" y="5461"/>
                  </a:lnTo>
                  <a:lnTo>
                    <a:pt x="5886234" y="213868"/>
                  </a:lnTo>
                  <a:lnTo>
                    <a:pt x="5961545" y="5461"/>
                  </a:lnTo>
                  <a:lnTo>
                    <a:pt x="6020600" y="5461"/>
                  </a:lnTo>
                  <a:lnTo>
                    <a:pt x="5900077" y="318135"/>
                  </a:lnTo>
                  <a:lnTo>
                    <a:pt x="5869978" y="318135"/>
                  </a:lnTo>
                  <a:lnTo>
                    <a:pt x="5754535" y="5461"/>
                  </a:lnTo>
                  <a:close/>
                </a:path>
                <a:path w="6250305" h="319405">
                  <a:moveTo>
                    <a:pt x="5665762" y="5461"/>
                  </a:moveTo>
                  <a:lnTo>
                    <a:pt x="5720499" y="5461"/>
                  </a:lnTo>
                  <a:lnTo>
                    <a:pt x="5720499" y="313944"/>
                  </a:lnTo>
                  <a:lnTo>
                    <a:pt x="5665762" y="313944"/>
                  </a:lnTo>
                  <a:lnTo>
                    <a:pt x="5665762" y="5461"/>
                  </a:lnTo>
                  <a:close/>
                </a:path>
                <a:path w="6250305" h="319405">
                  <a:moveTo>
                    <a:pt x="5373662" y="5461"/>
                  </a:moveTo>
                  <a:lnTo>
                    <a:pt x="5629186" y="5461"/>
                  </a:lnTo>
                  <a:lnTo>
                    <a:pt x="5629186" y="54101"/>
                  </a:lnTo>
                  <a:lnTo>
                    <a:pt x="5526570" y="54101"/>
                  </a:lnTo>
                  <a:lnTo>
                    <a:pt x="5526570" y="313944"/>
                  </a:lnTo>
                  <a:lnTo>
                    <a:pt x="5471833" y="313944"/>
                  </a:lnTo>
                  <a:lnTo>
                    <a:pt x="5471833" y="54101"/>
                  </a:lnTo>
                  <a:lnTo>
                    <a:pt x="5373662" y="54101"/>
                  </a:lnTo>
                  <a:lnTo>
                    <a:pt x="5373662" y="5461"/>
                  </a:lnTo>
                  <a:close/>
                </a:path>
                <a:path w="6250305" h="319405">
                  <a:moveTo>
                    <a:pt x="4660430" y="5461"/>
                  </a:moveTo>
                  <a:lnTo>
                    <a:pt x="4857280" y="5461"/>
                  </a:lnTo>
                  <a:lnTo>
                    <a:pt x="4857280" y="54101"/>
                  </a:lnTo>
                  <a:lnTo>
                    <a:pt x="4715167" y="54101"/>
                  </a:lnTo>
                  <a:lnTo>
                    <a:pt x="4715167" y="126364"/>
                  </a:lnTo>
                  <a:lnTo>
                    <a:pt x="4817021" y="126364"/>
                  </a:lnTo>
                  <a:lnTo>
                    <a:pt x="4817021" y="172847"/>
                  </a:lnTo>
                  <a:lnTo>
                    <a:pt x="4715167" y="172847"/>
                  </a:lnTo>
                  <a:lnTo>
                    <a:pt x="4715167" y="265302"/>
                  </a:lnTo>
                  <a:lnTo>
                    <a:pt x="4854994" y="265302"/>
                  </a:lnTo>
                  <a:lnTo>
                    <a:pt x="4854994" y="313944"/>
                  </a:lnTo>
                  <a:lnTo>
                    <a:pt x="4660430" y="313944"/>
                  </a:lnTo>
                  <a:lnTo>
                    <a:pt x="4660430" y="5461"/>
                  </a:lnTo>
                  <a:close/>
                </a:path>
                <a:path w="6250305" h="319405">
                  <a:moveTo>
                    <a:pt x="4369346" y="5461"/>
                  </a:moveTo>
                  <a:lnTo>
                    <a:pt x="4624870" y="5461"/>
                  </a:lnTo>
                  <a:lnTo>
                    <a:pt x="4624870" y="54101"/>
                  </a:lnTo>
                  <a:lnTo>
                    <a:pt x="4522254" y="54101"/>
                  </a:lnTo>
                  <a:lnTo>
                    <a:pt x="4522254" y="313944"/>
                  </a:lnTo>
                  <a:lnTo>
                    <a:pt x="4467517" y="313944"/>
                  </a:lnTo>
                  <a:lnTo>
                    <a:pt x="4467517" y="54101"/>
                  </a:lnTo>
                  <a:lnTo>
                    <a:pt x="4369346" y="54101"/>
                  </a:lnTo>
                  <a:lnTo>
                    <a:pt x="4369346" y="5461"/>
                  </a:lnTo>
                  <a:close/>
                </a:path>
                <a:path w="6250305" h="319405">
                  <a:moveTo>
                    <a:pt x="4277398" y="5461"/>
                  </a:moveTo>
                  <a:lnTo>
                    <a:pt x="4332135" y="5461"/>
                  </a:lnTo>
                  <a:lnTo>
                    <a:pt x="4332135" y="313944"/>
                  </a:lnTo>
                  <a:lnTo>
                    <a:pt x="4277398" y="313944"/>
                  </a:lnTo>
                  <a:lnTo>
                    <a:pt x="4277398" y="5461"/>
                  </a:lnTo>
                  <a:close/>
                </a:path>
                <a:path w="6250305" h="319405">
                  <a:moveTo>
                    <a:pt x="3893858" y="5461"/>
                  </a:moveTo>
                  <a:lnTo>
                    <a:pt x="4097058" y="5461"/>
                  </a:lnTo>
                  <a:lnTo>
                    <a:pt x="4097058" y="54101"/>
                  </a:lnTo>
                  <a:lnTo>
                    <a:pt x="3948595" y="54101"/>
                  </a:lnTo>
                  <a:lnTo>
                    <a:pt x="3948595" y="126364"/>
                  </a:lnTo>
                  <a:lnTo>
                    <a:pt x="4057053" y="126364"/>
                  </a:lnTo>
                  <a:lnTo>
                    <a:pt x="4057053" y="172847"/>
                  </a:lnTo>
                  <a:lnTo>
                    <a:pt x="3948595" y="172847"/>
                  </a:lnTo>
                  <a:lnTo>
                    <a:pt x="3948595" y="313944"/>
                  </a:lnTo>
                  <a:lnTo>
                    <a:pt x="3893858" y="313944"/>
                  </a:lnTo>
                  <a:lnTo>
                    <a:pt x="3893858" y="5461"/>
                  </a:lnTo>
                  <a:close/>
                </a:path>
                <a:path w="6250305" h="319405">
                  <a:moveTo>
                    <a:pt x="3166910" y="5461"/>
                  </a:moveTo>
                  <a:lnTo>
                    <a:pt x="3193199" y="5461"/>
                  </a:lnTo>
                  <a:lnTo>
                    <a:pt x="3338868" y="191643"/>
                  </a:lnTo>
                  <a:lnTo>
                    <a:pt x="3338868" y="5461"/>
                  </a:lnTo>
                  <a:lnTo>
                    <a:pt x="3391573" y="5461"/>
                  </a:lnTo>
                  <a:lnTo>
                    <a:pt x="3391573" y="318135"/>
                  </a:lnTo>
                  <a:lnTo>
                    <a:pt x="3369221" y="318135"/>
                  </a:lnTo>
                  <a:lnTo>
                    <a:pt x="3219488" y="122936"/>
                  </a:lnTo>
                  <a:lnTo>
                    <a:pt x="3219488" y="314198"/>
                  </a:lnTo>
                  <a:lnTo>
                    <a:pt x="3166910" y="314198"/>
                  </a:lnTo>
                  <a:lnTo>
                    <a:pt x="3166910" y="5461"/>
                  </a:lnTo>
                  <a:close/>
                </a:path>
                <a:path w="6250305" h="319405">
                  <a:moveTo>
                    <a:pt x="2744254" y="5461"/>
                  </a:moveTo>
                  <a:lnTo>
                    <a:pt x="2798991" y="5461"/>
                  </a:lnTo>
                  <a:lnTo>
                    <a:pt x="2798991" y="313944"/>
                  </a:lnTo>
                  <a:lnTo>
                    <a:pt x="2744254" y="313944"/>
                  </a:lnTo>
                  <a:lnTo>
                    <a:pt x="2744254" y="5461"/>
                  </a:lnTo>
                  <a:close/>
                </a:path>
                <a:path w="6250305" h="319405">
                  <a:moveTo>
                    <a:pt x="2452154" y="5461"/>
                  </a:moveTo>
                  <a:lnTo>
                    <a:pt x="2707678" y="5461"/>
                  </a:lnTo>
                  <a:lnTo>
                    <a:pt x="2707678" y="54101"/>
                  </a:lnTo>
                  <a:lnTo>
                    <a:pt x="2605062" y="54101"/>
                  </a:lnTo>
                  <a:lnTo>
                    <a:pt x="2605062" y="313944"/>
                  </a:lnTo>
                  <a:lnTo>
                    <a:pt x="2550325" y="313944"/>
                  </a:lnTo>
                  <a:lnTo>
                    <a:pt x="2550325" y="54101"/>
                  </a:lnTo>
                  <a:lnTo>
                    <a:pt x="2452154" y="54101"/>
                  </a:lnTo>
                  <a:lnTo>
                    <a:pt x="2452154" y="5461"/>
                  </a:lnTo>
                  <a:close/>
                </a:path>
                <a:path w="6250305" h="319405">
                  <a:moveTo>
                    <a:pt x="1998002" y="5461"/>
                  </a:moveTo>
                  <a:lnTo>
                    <a:pt x="2253526" y="5461"/>
                  </a:lnTo>
                  <a:lnTo>
                    <a:pt x="2253526" y="54101"/>
                  </a:lnTo>
                  <a:lnTo>
                    <a:pt x="2150910" y="54101"/>
                  </a:lnTo>
                  <a:lnTo>
                    <a:pt x="2150910" y="313944"/>
                  </a:lnTo>
                  <a:lnTo>
                    <a:pt x="2096173" y="313944"/>
                  </a:lnTo>
                  <a:lnTo>
                    <a:pt x="2096173" y="54101"/>
                  </a:lnTo>
                  <a:lnTo>
                    <a:pt x="1998002" y="54101"/>
                  </a:lnTo>
                  <a:lnTo>
                    <a:pt x="1998002" y="5461"/>
                  </a:lnTo>
                  <a:close/>
                </a:path>
                <a:path w="6250305" h="319405">
                  <a:moveTo>
                    <a:pt x="1737398" y="5461"/>
                  </a:moveTo>
                  <a:lnTo>
                    <a:pt x="1763687" y="5461"/>
                  </a:lnTo>
                  <a:lnTo>
                    <a:pt x="1909356" y="191643"/>
                  </a:lnTo>
                  <a:lnTo>
                    <a:pt x="1909356" y="5461"/>
                  </a:lnTo>
                  <a:lnTo>
                    <a:pt x="1962061" y="5461"/>
                  </a:lnTo>
                  <a:lnTo>
                    <a:pt x="1962061" y="318135"/>
                  </a:lnTo>
                  <a:lnTo>
                    <a:pt x="1939709" y="318135"/>
                  </a:lnTo>
                  <a:lnTo>
                    <a:pt x="1789976" y="122936"/>
                  </a:lnTo>
                  <a:lnTo>
                    <a:pt x="1789976" y="314198"/>
                  </a:lnTo>
                  <a:lnTo>
                    <a:pt x="1737398" y="314198"/>
                  </a:lnTo>
                  <a:lnTo>
                    <a:pt x="1737398" y="5461"/>
                  </a:lnTo>
                  <a:close/>
                </a:path>
                <a:path w="6250305" h="319405">
                  <a:moveTo>
                    <a:pt x="1492034" y="5461"/>
                  </a:moveTo>
                  <a:lnTo>
                    <a:pt x="1688884" y="5461"/>
                  </a:lnTo>
                  <a:lnTo>
                    <a:pt x="1688884" y="54101"/>
                  </a:lnTo>
                  <a:lnTo>
                    <a:pt x="1546771" y="54101"/>
                  </a:lnTo>
                  <a:lnTo>
                    <a:pt x="1546771" y="126364"/>
                  </a:lnTo>
                  <a:lnTo>
                    <a:pt x="1648625" y="126364"/>
                  </a:lnTo>
                  <a:lnTo>
                    <a:pt x="1648625" y="172847"/>
                  </a:lnTo>
                  <a:lnTo>
                    <a:pt x="1546771" y="172847"/>
                  </a:lnTo>
                  <a:lnTo>
                    <a:pt x="1546771" y="265302"/>
                  </a:lnTo>
                  <a:lnTo>
                    <a:pt x="1686598" y="265302"/>
                  </a:lnTo>
                  <a:lnTo>
                    <a:pt x="1686598" y="313944"/>
                  </a:lnTo>
                  <a:lnTo>
                    <a:pt x="1492034" y="313944"/>
                  </a:lnTo>
                  <a:lnTo>
                    <a:pt x="1492034" y="5461"/>
                  </a:lnTo>
                  <a:close/>
                </a:path>
                <a:path w="6250305" h="319405">
                  <a:moveTo>
                    <a:pt x="1025690" y="5461"/>
                  </a:moveTo>
                  <a:lnTo>
                    <a:pt x="1222540" y="5461"/>
                  </a:lnTo>
                  <a:lnTo>
                    <a:pt x="1222540" y="54101"/>
                  </a:lnTo>
                  <a:lnTo>
                    <a:pt x="1080427" y="54101"/>
                  </a:lnTo>
                  <a:lnTo>
                    <a:pt x="1080427" y="126364"/>
                  </a:lnTo>
                  <a:lnTo>
                    <a:pt x="1182281" y="126364"/>
                  </a:lnTo>
                  <a:lnTo>
                    <a:pt x="1182281" y="172847"/>
                  </a:lnTo>
                  <a:lnTo>
                    <a:pt x="1080427" y="172847"/>
                  </a:lnTo>
                  <a:lnTo>
                    <a:pt x="1080427" y="265302"/>
                  </a:lnTo>
                  <a:lnTo>
                    <a:pt x="1220254" y="265302"/>
                  </a:lnTo>
                  <a:lnTo>
                    <a:pt x="1220254" y="313944"/>
                  </a:lnTo>
                  <a:lnTo>
                    <a:pt x="1025690" y="313944"/>
                  </a:lnTo>
                  <a:lnTo>
                    <a:pt x="1025690" y="5461"/>
                  </a:lnTo>
                  <a:close/>
                </a:path>
                <a:path w="6250305" h="319405">
                  <a:moveTo>
                    <a:pt x="263652" y="5461"/>
                  </a:moveTo>
                  <a:lnTo>
                    <a:pt x="460565" y="5461"/>
                  </a:lnTo>
                  <a:lnTo>
                    <a:pt x="460565" y="54101"/>
                  </a:lnTo>
                  <a:lnTo>
                    <a:pt x="318414" y="54101"/>
                  </a:lnTo>
                  <a:lnTo>
                    <a:pt x="318414" y="126364"/>
                  </a:lnTo>
                  <a:lnTo>
                    <a:pt x="420331" y="126364"/>
                  </a:lnTo>
                  <a:lnTo>
                    <a:pt x="420331" y="172847"/>
                  </a:lnTo>
                  <a:lnTo>
                    <a:pt x="318414" y="172847"/>
                  </a:lnTo>
                  <a:lnTo>
                    <a:pt x="318414" y="265302"/>
                  </a:lnTo>
                  <a:lnTo>
                    <a:pt x="458241" y="265302"/>
                  </a:lnTo>
                  <a:lnTo>
                    <a:pt x="458241" y="313944"/>
                  </a:lnTo>
                  <a:lnTo>
                    <a:pt x="263652" y="313944"/>
                  </a:lnTo>
                  <a:lnTo>
                    <a:pt x="263652" y="5461"/>
                  </a:lnTo>
                  <a:close/>
                </a:path>
                <a:path w="6250305" h="319405">
                  <a:moveTo>
                    <a:pt x="573036" y="3301"/>
                  </a:moveTo>
                  <a:lnTo>
                    <a:pt x="636293" y="8921"/>
                  </a:lnTo>
                  <a:lnTo>
                    <a:pt x="679919" y="25781"/>
                  </a:lnTo>
                  <a:lnTo>
                    <a:pt x="705265" y="54435"/>
                  </a:lnTo>
                  <a:lnTo>
                    <a:pt x="713714" y="95758"/>
                  </a:lnTo>
                  <a:lnTo>
                    <a:pt x="705896" y="142190"/>
                  </a:lnTo>
                  <a:lnTo>
                    <a:pt x="682442" y="175371"/>
                  </a:lnTo>
                  <a:lnTo>
                    <a:pt x="643350" y="195288"/>
                  </a:lnTo>
                  <a:lnTo>
                    <a:pt x="588619" y="201929"/>
                  </a:lnTo>
                  <a:lnTo>
                    <a:pt x="582447" y="201929"/>
                  </a:lnTo>
                  <a:lnTo>
                    <a:pt x="574166" y="201422"/>
                  </a:lnTo>
                  <a:lnTo>
                    <a:pt x="563778" y="200406"/>
                  </a:lnTo>
                  <a:lnTo>
                    <a:pt x="563778" y="313944"/>
                  </a:lnTo>
                  <a:lnTo>
                    <a:pt x="509016" y="313944"/>
                  </a:lnTo>
                  <a:lnTo>
                    <a:pt x="509016" y="5587"/>
                  </a:lnTo>
                  <a:lnTo>
                    <a:pt x="533554" y="4587"/>
                  </a:lnTo>
                  <a:lnTo>
                    <a:pt x="552403" y="3873"/>
                  </a:lnTo>
                  <a:lnTo>
                    <a:pt x="565564" y="3444"/>
                  </a:lnTo>
                  <a:lnTo>
                    <a:pt x="573036" y="3301"/>
                  </a:lnTo>
                  <a:close/>
                </a:path>
                <a:path w="6250305" h="319405">
                  <a:moveTo>
                    <a:pt x="847509" y="2286"/>
                  </a:moveTo>
                  <a:lnTo>
                    <a:pt x="898922" y="7975"/>
                  </a:lnTo>
                  <a:lnTo>
                    <a:pt x="935631" y="25034"/>
                  </a:lnTo>
                  <a:lnTo>
                    <a:pt x="957647" y="53453"/>
                  </a:lnTo>
                  <a:lnTo>
                    <a:pt x="964984" y="93218"/>
                  </a:lnTo>
                  <a:lnTo>
                    <a:pt x="963981" y="106624"/>
                  </a:lnTo>
                  <a:lnTo>
                    <a:pt x="948855" y="143128"/>
                  </a:lnTo>
                  <a:lnTo>
                    <a:pt x="919726" y="169507"/>
                  </a:lnTo>
                  <a:lnTo>
                    <a:pt x="907961" y="175006"/>
                  </a:lnTo>
                  <a:lnTo>
                    <a:pt x="999147" y="313944"/>
                  </a:lnTo>
                  <a:lnTo>
                    <a:pt x="935901" y="313944"/>
                  </a:lnTo>
                  <a:lnTo>
                    <a:pt x="853605" y="186562"/>
                  </a:lnTo>
                  <a:lnTo>
                    <a:pt x="846792" y="186396"/>
                  </a:lnTo>
                  <a:lnTo>
                    <a:pt x="838730" y="186086"/>
                  </a:lnTo>
                  <a:lnTo>
                    <a:pt x="829405" y="185634"/>
                  </a:lnTo>
                  <a:lnTo>
                    <a:pt x="818807" y="185038"/>
                  </a:lnTo>
                  <a:lnTo>
                    <a:pt x="818807" y="313944"/>
                  </a:lnTo>
                  <a:lnTo>
                    <a:pt x="762038" y="313944"/>
                  </a:lnTo>
                  <a:lnTo>
                    <a:pt x="762038" y="5461"/>
                  </a:lnTo>
                  <a:lnTo>
                    <a:pt x="765969" y="5363"/>
                  </a:lnTo>
                  <a:lnTo>
                    <a:pt x="773198" y="5064"/>
                  </a:lnTo>
                  <a:lnTo>
                    <a:pt x="783737" y="4550"/>
                  </a:lnTo>
                  <a:lnTo>
                    <a:pt x="797598" y="3810"/>
                  </a:lnTo>
                  <a:lnTo>
                    <a:pt x="812290" y="3143"/>
                  </a:lnTo>
                  <a:lnTo>
                    <a:pt x="825506" y="2666"/>
                  </a:lnTo>
                  <a:lnTo>
                    <a:pt x="837245" y="2381"/>
                  </a:lnTo>
                  <a:lnTo>
                    <a:pt x="847509" y="2286"/>
                  </a:lnTo>
                  <a:close/>
                </a:path>
                <a:path w="6250305" h="319405">
                  <a:moveTo>
                    <a:pt x="85509" y="2286"/>
                  </a:moveTo>
                  <a:lnTo>
                    <a:pt x="136915" y="7975"/>
                  </a:lnTo>
                  <a:lnTo>
                    <a:pt x="173634" y="25034"/>
                  </a:lnTo>
                  <a:lnTo>
                    <a:pt x="195665" y="53453"/>
                  </a:lnTo>
                  <a:lnTo>
                    <a:pt x="203009" y="93218"/>
                  </a:lnTo>
                  <a:lnTo>
                    <a:pt x="201997" y="106624"/>
                  </a:lnTo>
                  <a:lnTo>
                    <a:pt x="186804" y="143128"/>
                  </a:lnTo>
                  <a:lnTo>
                    <a:pt x="157738" y="169507"/>
                  </a:lnTo>
                  <a:lnTo>
                    <a:pt x="145948" y="175006"/>
                  </a:lnTo>
                  <a:lnTo>
                    <a:pt x="237134" y="313944"/>
                  </a:lnTo>
                  <a:lnTo>
                    <a:pt x="173951" y="313944"/>
                  </a:lnTo>
                  <a:lnTo>
                    <a:pt x="91605" y="186562"/>
                  </a:lnTo>
                  <a:lnTo>
                    <a:pt x="84775" y="186396"/>
                  </a:lnTo>
                  <a:lnTo>
                    <a:pt x="76707" y="186086"/>
                  </a:lnTo>
                  <a:lnTo>
                    <a:pt x="67402" y="185634"/>
                  </a:lnTo>
                  <a:lnTo>
                    <a:pt x="56857" y="185038"/>
                  </a:lnTo>
                  <a:lnTo>
                    <a:pt x="56857" y="313944"/>
                  </a:lnTo>
                  <a:lnTo>
                    <a:pt x="0" y="313944"/>
                  </a:lnTo>
                  <a:lnTo>
                    <a:pt x="0" y="5461"/>
                  </a:lnTo>
                  <a:lnTo>
                    <a:pt x="3967" y="5363"/>
                  </a:lnTo>
                  <a:lnTo>
                    <a:pt x="11222" y="5064"/>
                  </a:lnTo>
                  <a:lnTo>
                    <a:pt x="21765" y="4550"/>
                  </a:lnTo>
                  <a:lnTo>
                    <a:pt x="35598" y="3810"/>
                  </a:lnTo>
                  <a:lnTo>
                    <a:pt x="50326" y="3143"/>
                  </a:lnTo>
                  <a:lnTo>
                    <a:pt x="63553" y="2666"/>
                  </a:lnTo>
                  <a:lnTo>
                    <a:pt x="75281" y="2381"/>
                  </a:lnTo>
                  <a:lnTo>
                    <a:pt x="85509" y="2286"/>
                  </a:lnTo>
                  <a:close/>
                </a:path>
                <a:path w="6250305" h="319405">
                  <a:moveTo>
                    <a:pt x="5261902" y="1270"/>
                  </a:moveTo>
                  <a:lnTo>
                    <a:pt x="5285905" y="1270"/>
                  </a:lnTo>
                  <a:lnTo>
                    <a:pt x="5409857" y="313944"/>
                  </a:lnTo>
                  <a:lnTo>
                    <a:pt x="5349405" y="313944"/>
                  </a:lnTo>
                  <a:lnTo>
                    <a:pt x="5326926" y="251460"/>
                  </a:lnTo>
                  <a:lnTo>
                    <a:pt x="5221262" y="251460"/>
                  </a:lnTo>
                  <a:lnTo>
                    <a:pt x="5199799" y="313944"/>
                  </a:lnTo>
                  <a:lnTo>
                    <a:pt x="5142903" y="313944"/>
                  </a:lnTo>
                  <a:lnTo>
                    <a:pt x="5138839" y="313944"/>
                  </a:lnTo>
                  <a:lnTo>
                    <a:pt x="5079657" y="313944"/>
                  </a:lnTo>
                  <a:lnTo>
                    <a:pt x="4997361" y="186562"/>
                  </a:lnTo>
                  <a:lnTo>
                    <a:pt x="4990548" y="186396"/>
                  </a:lnTo>
                  <a:lnTo>
                    <a:pt x="4982486" y="186086"/>
                  </a:lnTo>
                  <a:lnTo>
                    <a:pt x="4973161" y="185634"/>
                  </a:lnTo>
                  <a:lnTo>
                    <a:pt x="4962563" y="185038"/>
                  </a:lnTo>
                  <a:lnTo>
                    <a:pt x="4962563" y="313944"/>
                  </a:lnTo>
                  <a:lnTo>
                    <a:pt x="4905794" y="313944"/>
                  </a:lnTo>
                  <a:lnTo>
                    <a:pt x="4905794" y="5461"/>
                  </a:lnTo>
                  <a:lnTo>
                    <a:pt x="4909725" y="5363"/>
                  </a:lnTo>
                  <a:lnTo>
                    <a:pt x="4916954" y="5064"/>
                  </a:lnTo>
                  <a:lnTo>
                    <a:pt x="4927493" y="4550"/>
                  </a:lnTo>
                  <a:lnTo>
                    <a:pt x="4941354" y="3810"/>
                  </a:lnTo>
                  <a:lnTo>
                    <a:pt x="4956046" y="3143"/>
                  </a:lnTo>
                  <a:lnTo>
                    <a:pt x="4969262" y="2666"/>
                  </a:lnTo>
                  <a:lnTo>
                    <a:pt x="4981001" y="2381"/>
                  </a:lnTo>
                  <a:lnTo>
                    <a:pt x="4991265" y="2286"/>
                  </a:lnTo>
                  <a:lnTo>
                    <a:pt x="5042678" y="7975"/>
                  </a:lnTo>
                  <a:lnTo>
                    <a:pt x="5079387" y="25034"/>
                  </a:lnTo>
                  <a:lnTo>
                    <a:pt x="5101403" y="53453"/>
                  </a:lnTo>
                  <a:lnTo>
                    <a:pt x="5108740" y="93218"/>
                  </a:lnTo>
                  <a:lnTo>
                    <a:pt x="5107737" y="106624"/>
                  </a:lnTo>
                  <a:lnTo>
                    <a:pt x="5092611" y="143128"/>
                  </a:lnTo>
                  <a:lnTo>
                    <a:pt x="5063482" y="169507"/>
                  </a:lnTo>
                  <a:lnTo>
                    <a:pt x="5051717" y="175006"/>
                  </a:lnTo>
                  <a:lnTo>
                    <a:pt x="5140363" y="310134"/>
                  </a:lnTo>
                  <a:lnTo>
                    <a:pt x="5261902" y="1270"/>
                  </a:lnTo>
                  <a:close/>
                </a:path>
                <a:path w="6250305" h="319405">
                  <a:moveTo>
                    <a:pt x="2340394" y="1270"/>
                  </a:moveTo>
                  <a:lnTo>
                    <a:pt x="2364397" y="1270"/>
                  </a:lnTo>
                  <a:lnTo>
                    <a:pt x="2488349" y="313944"/>
                  </a:lnTo>
                  <a:lnTo>
                    <a:pt x="2427897" y="313944"/>
                  </a:lnTo>
                  <a:lnTo>
                    <a:pt x="2405418" y="251460"/>
                  </a:lnTo>
                  <a:lnTo>
                    <a:pt x="2299754" y="251460"/>
                  </a:lnTo>
                  <a:lnTo>
                    <a:pt x="2278291" y="313944"/>
                  </a:lnTo>
                  <a:lnTo>
                    <a:pt x="2217331" y="313944"/>
                  </a:lnTo>
                  <a:lnTo>
                    <a:pt x="2340394" y="1270"/>
                  </a:lnTo>
                  <a:close/>
                </a:path>
                <a:path w="6250305" h="319405">
                  <a:moveTo>
                    <a:pt x="1350429" y="126"/>
                  </a:moveTo>
                  <a:lnTo>
                    <a:pt x="1375408" y="1387"/>
                  </a:lnTo>
                  <a:lnTo>
                    <a:pt x="1396815" y="5159"/>
                  </a:lnTo>
                  <a:lnTo>
                    <a:pt x="1414651" y="11431"/>
                  </a:lnTo>
                  <a:lnTo>
                    <a:pt x="1428915" y="20193"/>
                  </a:lnTo>
                  <a:lnTo>
                    <a:pt x="1412278" y="67310"/>
                  </a:lnTo>
                  <a:lnTo>
                    <a:pt x="1397683" y="58308"/>
                  </a:lnTo>
                  <a:lnTo>
                    <a:pt x="1382671" y="51879"/>
                  </a:lnTo>
                  <a:lnTo>
                    <a:pt x="1367254" y="48021"/>
                  </a:lnTo>
                  <a:lnTo>
                    <a:pt x="1351445" y="46736"/>
                  </a:lnTo>
                  <a:lnTo>
                    <a:pt x="1342539" y="47357"/>
                  </a:lnTo>
                  <a:lnTo>
                    <a:pt x="1312339" y="75057"/>
                  </a:lnTo>
                  <a:lnTo>
                    <a:pt x="1311694" y="82676"/>
                  </a:lnTo>
                  <a:lnTo>
                    <a:pt x="1315361" y="96113"/>
                  </a:lnTo>
                  <a:lnTo>
                    <a:pt x="1326362" y="109775"/>
                  </a:lnTo>
                  <a:lnTo>
                    <a:pt x="1344698" y="123699"/>
                  </a:lnTo>
                  <a:lnTo>
                    <a:pt x="1370368" y="137922"/>
                  </a:lnTo>
                  <a:lnTo>
                    <a:pt x="1384800" y="145321"/>
                  </a:lnTo>
                  <a:lnTo>
                    <a:pt x="1397053" y="152447"/>
                  </a:lnTo>
                  <a:lnTo>
                    <a:pt x="1427152" y="179546"/>
                  </a:lnTo>
                  <a:lnTo>
                    <a:pt x="1442579" y="223081"/>
                  </a:lnTo>
                  <a:lnTo>
                    <a:pt x="1443012" y="233299"/>
                  </a:lnTo>
                  <a:lnTo>
                    <a:pt x="1441176" y="251229"/>
                  </a:lnTo>
                  <a:lnTo>
                    <a:pt x="1413548" y="295021"/>
                  </a:lnTo>
                  <a:lnTo>
                    <a:pt x="1378861" y="313134"/>
                  </a:lnTo>
                  <a:lnTo>
                    <a:pt x="1334173" y="319150"/>
                  </a:lnTo>
                  <a:lnTo>
                    <a:pt x="1313150" y="317767"/>
                  </a:lnTo>
                  <a:lnTo>
                    <a:pt x="1293152" y="313610"/>
                  </a:lnTo>
                  <a:lnTo>
                    <a:pt x="1274201" y="306667"/>
                  </a:lnTo>
                  <a:lnTo>
                    <a:pt x="1256322" y="296925"/>
                  </a:lnTo>
                  <a:lnTo>
                    <a:pt x="1276515" y="247776"/>
                  </a:lnTo>
                  <a:lnTo>
                    <a:pt x="1292656" y="257758"/>
                  </a:lnTo>
                  <a:lnTo>
                    <a:pt x="1308677" y="264858"/>
                  </a:lnTo>
                  <a:lnTo>
                    <a:pt x="1324556" y="269101"/>
                  </a:lnTo>
                  <a:lnTo>
                    <a:pt x="1340269" y="270510"/>
                  </a:lnTo>
                  <a:lnTo>
                    <a:pt x="1361364" y="268412"/>
                  </a:lnTo>
                  <a:lnTo>
                    <a:pt x="1376448" y="262112"/>
                  </a:lnTo>
                  <a:lnTo>
                    <a:pt x="1385506" y="251596"/>
                  </a:lnTo>
                  <a:lnTo>
                    <a:pt x="1388529" y="236854"/>
                  </a:lnTo>
                  <a:lnTo>
                    <a:pt x="1387814" y="229044"/>
                  </a:lnTo>
                  <a:lnTo>
                    <a:pt x="1359779" y="191595"/>
                  </a:lnTo>
                  <a:lnTo>
                    <a:pt x="1314023" y="166149"/>
                  </a:lnTo>
                  <a:lnTo>
                    <a:pt x="1300613" y="158448"/>
                  </a:lnTo>
                  <a:lnTo>
                    <a:pt x="1271593" y="132810"/>
                  </a:lnTo>
                  <a:lnTo>
                    <a:pt x="1257363" y="92517"/>
                  </a:lnTo>
                  <a:lnTo>
                    <a:pt x="1256957" y="83185"/>
                  </a:lnTo>
                  <a:lnTo>
                    <a:pt x="1258580" y="66039"/>
                  </a:lnTo>
                  <a:lnTo>
                    <a:pt x="1283119" y="23749"/>
                  </a:lnTo>
                  <a:lnTo>
                    <a:pt x="1330803" y="1603"/>
                  </a:lnTo>
                  <a:lnTo>
                    <a:pt x="1350429" y="126"/>
                  </a:lnTo>
                  <a:close/>
                </a:path>
                <a:path w="6250305" h="319405">
                  <a:moveTo>
                    <a:pt x="3708438" y="0"/>
                  </a:moveTo>
                  <a:lnTo>
                    <a:pt x="3767207" y="10302"/>
                  </a:lnTo>
                  <a:lnTo>
                    <a:pt x="3810165" y="41275"/>
                  </a:lnTo>
                  <a:lnTo>
                    <a:pt x="3836565" y="90805"/>
                  </a:lnTo>
                  <a:lnTo>
                    <a:pt x="3845344" y="157099"/>
                  </a:lnTo>
                  <a:lnTo>
                    <a:pt x="3843056" y="192434"/>
                  </a:lnTo>
                  <a:lnTo>
                    <a:pt x="3824716" y="251628"/>
                  </a:lnTo>
                  <a:lnTo>
                    <a:pt x="3788329" y="294558"/>
                  </a:lnTo>
                  <a:lnTo>
                    <a:pt x="3736132" y="316414"/>
                  </a:lnTo>
                  <a:lnTo>
                    <a:pt x="3704247" y="319150"/>
                  </a:lnTo>
                  <a:lnTo>
                    <a:pt x="3675005" y="316456"/>
                  </a:lnTo>
                  <a:lnTo>
                    <a:pt x="3627380" y="294826"/>
                  </a:lnTo>
                  <a:lnTo>
                    <a:pt x="3594495" y="252128"/>
                  </a:lnTo>
                  <a:lnTo>
                    <a:pt x="3577921" y="192744"/>
                  </a:lnTo>
                  <a:lnTo>
                    <a:pt x="3575850" y="157099"/>
                  </a:lnTo>
                  <a:lnTo>
                    <a:pt x="3578092" y="125406"/>
                  </a:lnTo>
                  <a:lnTo>
                    <a:pt x="3596102" y="69641"/>
                  </a:lnTo>
                  <a:lnTo>
                    <a:pt x="3631517" y="25610"/>
                  </a:lnTo>
                  <a:lnTo>
                    <a:pt x="3679765" y="2837"/>
                  </a:lnTo>
                  <a:lnTo>
                    <a:pt x="3708438" y="0"/>
                  </a:lnTo>
                  <a:close/>
                </a:path>
                <a:path w="6250305" h="319405">
                  <a:moveTo>
                    <a:pt x="2981490" y="0"/>
                  </a:moveTo>
                  <a:lnTo>
                    <a:pt x="3040259" y="10302"/>
                  </a:lnTo>
                  <a:lnTo>
                    <a:pt x="3083217" y="41275"/>
                  </a:lnTo>
                  <a:lnTo>
                    <a:pt x="3109617" y="90805"/>
                  </a:lnTo>
                  <a:lnTo>
                    <a:pt x="3118396" y="157099"/>
                  </a:lnTo>
                  <a:lnTo>
                    <a:pt x="3116108" y="192434"/>
                  </a:lnTo>
                  <a:lnTo>
                    <a:pt x="3097768" y="251628"/>
                  </a:lnTo>
                  <a:lnTo>
                    <a:pt x="3061381" y="294558"/>
                  </a:lnTo>
                  <a:lnTo>
                    <a:pt x="3009184" y="316414"/>
                  </a:lnTo>
                  <a:lnTo>
                    <a:pt x="2977299" y="319150"/>
                  </a:lnTo>
                  <a:lnTo>
                    <a:pt x="2948057" y="316456"/>
                  </a:lnTo>
                  <a:lnTo>
                    <a:pt x="2900432" y="294826"/>
                  </a:lnTo>
                  <a:lnTo>
                    <a:pt x="2867547" y="252128"/>
                  </a:lnTo>
                  <a:lnTo>
                    <a:pt x="2850973" y="192744"/>
                  </a:lnTo>
                  <a:lnTo>
                    <a:pt x="2848902" y="157099"/>
                  </a:lnTo>
                  <a:lnTo>
                    <a:pt x="2851144" y="125406"/>
                  </a:lnTo>
                  <a:lnTo>
                    <a:pt x="2869154" y="69641"/>
                  </a:lnTo>
                  <a:lnTo>
                    <a:pt x="2904569" y="25610"/>
                  </a:lnTo>
                  <a:lnTo>
                    <a:pt x="2952817" y="2837"/>
                  </a:lnTo>
                  <a:lnTo>
                    <a:pt x="2981490" y="0"/>
                  </a:lnTo>
                  <a:close/>
                </a:path>
              </a:pathLst>
            </a:custGeom>
            <a:ln w="3175">
              <a:solidFill>
                <a:srgbClr val="121212"/>
              </a:solidFill>
            </a:ln>
          </p:spPr>
          <p:txBody>
            <a:bodyPr wrap="square" lIns="0" tIns="0" rIns="0" bIns="0" rtlCol="0"/>
            <a:lstStyle/>
            <a:p>
              <a:endParaRPr/>
            </a:p>
          </p:txBody>
        </p:sp>
      </p:grpSp>
      <p:grpSp>
        <p:nvGrpSpPr>
          <p:cNvPr id="12" name="object 12"/>
          <p:cNvGrpSpPr/>
          <p:nvPr/>
        </p:nvGrpSpPr>
        <p:grpSpPr>
          <a:xfrm>
            <a:off x="2057615" y="1049147"/>
            <a:ext cx="3246120" cy="321310"/>
            <a:chOff x="533615" y="1049147"/>
            <a:chExt cx="3246120" cy="321310"/>
          </a:xfrm>
        </p:grpSpPr>
        <p:sp>
          <p:nvSpPr>
            <p:cNvPr id="13" name="object 13"/>
            <p:cNvSpPr/>
            <p:nvPr/>
          </p:nvSpPr>
          <p:spPr>
            <a:xfrm>
              <a:off x="534504" y="1050036"/>
              <a:ext cx="3243745" cy="319150"/>
            </a:xfrm>
            <a:prstGeom prst="rect">
              <a:avLst/>
            </a:prstGeom>
            <a:blipFill>
              <a:blip r:embed="rId7" cstate="print"/>
              <a:stretch>
                <a:fillRect/>
              </a:stretch>
            </a:blipFill>
          </p:spPr>
          <p:txBody>
            <a:bodyPr wrap="square" lIns="0" tIns="0" rIns="0" bIns="0" rtlCol="0"/>
            <a:lstStyle/>
            <a:p>
              <a:endParaRPr/>
            </a:p>
          </p:txBody>
        </p:sp>
        <p:sp>
          <p:nvSpPr>
            <p:cNvPr id="14" name="object 14"/>
            <p:cNvSpPr/>
            <p:nvPr/>
          </p:nvSpPr>
          <p:spPr>
            <a:xfrm>
              <a:off x="3115182" y="1101090"/>
              <a:ext cx="118871" cy="215137"/>
            </a:xfrm>
            <a:prstGeom prst="rect">
              <a:avLst/>
            </a:prstGeom>
            <a:blipFill>
              <a:blip r:embed="rId8" cstate="print"/>
              <a:stretch>
                <a:fillRect/>
              </a:stretch>
            </a:blipFill>
          </p:spPr>
          <p:txBody>
            <a:bodyPr wrap="square" lIns="0" tIns="0" rIns="0" bIns="0" rtlCol="0"/>
            <a:lstStyle/>
            <a:p>
              <a:endParaRPr/>
            </a:p>
          </p:txBody>
        </p:sp>
        <p:sp>
          <p:nvSpPr>
            <p:cNvPr id="15" name="object 15"/>
            <p:cNvSpPr/>
            <p:nvPr/>
          </p:nvSpPr>
          <p:spPr>
            <a:xfrm>
              <a:off x="588378" y="1101090"/>
              <a:ext cx="95694" cy="103124"/>
            </a:xfrm>
            <a:prstGeom prst="rect">
              <a:avLst/>
            </a:prstGeom>
            <a:blipFill>
              <a:blip r:embed="rId9" cstate="print"/>
              <a:stretch>
                <a:fillRect/>
              </a:stretch>
            </a:blipFill>
          </p:spPr>
          <p:txBody>
            <a:bodyPr wrap="square" lIns="0" tIns="0" rIns="0" bIns="0" rtlCol="0"/>
            <a:lstStyle/>
            <a:p>
              <a:endParaRPr/>
            </a:p>
          </p:txBody>
        </p:sp>
        <p:sp>
          <p:nvSpPr>
            <p:cNvPr id="16" name="object 16"/>
            <p:cNvSpPr/>
            <p:nvPr/>
          </p:nvSpPr>
          <p:spPr>
            <a:xfrm>
              <a:off x="843457" y="1100963"/>
              <a:ext cx="91071" cy="89915"/>
            </a:xfrm>
            <a:prstGeom prst="rect">
              <a:avLst/>
            </a:prstGeom>
            <a:blipFill>
              <a:blip r:embed="rId5" cstate="print"/>
              <a:stretch>
                <a:fillRect/>
              </a:stretch>
            </a:blipFill>
          </p:spPr>
          <p:txBody>
            <a:bodyPr wrap="square" lIns="0" tIns="0" rIns="0" bIns="0" rtlCol="0"/>
            <a:lstStyle/>
            <a:p>
              <a:endParaRPr/>
            </a:p>
          </p:txBody>
        </p:sp>
        <p:sp>
          <p:nvSpPr>
            <p:cNvPr id="17" name="object 17"/>
            <p:cNvSpPr/>
            <p:nvPr/>
          </p:nvSpPr>
          <p:spPr>
            <a:xfrm>
              <a:off x="2799207" y="1097788"/>
              <a:ext cx="157606" cy="223647"/>
            </a:xfrm>
            <a:prstGeom prst="rect">
              <a:avLst/>
            </a:prstGeom>
            <a:blipFill>
              <a:blip r:embed="rId10" cstate="print"/>
              <a:stretch>
                <a:fillRect/>
              </a:stretch>
            </a:blipFill>
          </p:spPr>
          <p:txBody>
            <a:bodyPr wrap="square" lIns="0" tIns="0" rIns="0" bIns="0" rtlCol="0"/>
            <a:lstStyle/>
            <a:p>
              <a:endParaRPr/>
            </a:p>
          </p:txBody>
        </p:sp>
        <p:sp>
          <p:nvSpPr>
            <p:cNvPr id="18" name="object 18"/>
            <p:cNvSpPr/>
            <p:nvPr/>
          </p:nvSpPr>
          <p:spPr>
            <a:xfrm>
              <a:off x="1092377" y="1097788"/>
              <a:ext cx="157606" cy="223647"/>
            </a:xfrm>
            <a:prstGeom prst="rect">
              <a:avLst/>
            </a:prstGeom>
            <a:blipFill>
              <a:blip r:embed="rId11" cstate="print"/>
              <a:stretch>
                <a:fillRect/>
              </a:stretch>
            </a:blipFill>
          </p:spPr>
          <p:txBody>
            <a:bodyPr wrap="square" lIns="0" tIns="0" rIns="0" bIns="0" rtlCol="0"/>
            <a:lstStyle/>
            <a:p>
              <a:endParaRPr/>
            </a:p>
          </p:txBody>
        </p:sp>
        <p:sp>
          <p:nvSpPr>
            <p:cNvPr id="19" name="object 19"/>
            <p:cNvSpPr/>
            <p:nvPr/>
          </p:nvSpPr>
          <p:spPr>
            <a:xfrm>
              <a:off x="534504" y="1050036"/>
              <a:ext cx="3244215" cy="319405"/>
            </a:xfrm>
            <a:custGeom>
              <a:avLst/>
              <a:gdLst/>
              <a:ahLst/>
              <a:cxnLst/>
              <a:rect l="l" t="t" r="r" b="b"/>
              <a:pathLst>
                <a:path w="3244215" h="319405">
                  <a:moveTo>
                    <a:pt x="3049562" y="5461"/>
                  </a:moveTo>
                  <a:lnTo>
                    <a:pt x="3104299" y="5461"/>
                  </a:lnTo>
                  <a:lnTo>
                    <a:pt x="3104299" y="265302"/>
                  </a:lnTo>
                  <a:lnTo>
                    <a:pt x="3243745" y="265302"/>
                  </a:lnTo>
                  <a:lnTo>
                    <a:pt x="3243745" y="313943"/>
                  </a:lnTo>
                  <a:lnTo>
                    <a:pt x="3049562" y="313943"/>
                  </a:lnTo>
                  <a:lnTo>
                    <a:pt x="3049562" y="5461"/>
                  </a:lnTo>
                  <a:close/>
                </a:path>
                <a:path w="3244215" h="319405">
                  <a:moveTo>
                    <a:pt x="2804198" y="5461"/>
                  </a:moveTo>
                  <a:lnTo>
                    <a:pt x="3001048" y="5461"/>
                  </a:lnTo>
                  <a:lnTo>
                    <a:pt x="3001048" y="54101"/>
                  </a:lnTo>
                  <a:lnTo>
                    <a:pt x="2858935" y="54101"/>
                  </a:lnTo>
                  <a:lnTo>
                    <a:pt x="2858935" y="126364"/>
                  </a:lnTo>
                  <a:lnTo>
                    <a:pt x="2960789" y="126364"/>
                  </a:lnTo>
                  <a:lnTo>
                    <a:pt x="2960789" y="172847"/>
                  </a:lnTo>
                  <a:lnTo>
                    <a:pt x="2858935" y="172847"/>
                  </a:lnTo>
                  <a:lnTo>
                    <a:pt x="2858935" y="265302"/>
                  </a:lnTo>
                  <a:lnTo>
                    <a:pt x="2998762" y="265302"/>
                  </a:lnTo>
                  <a:lnTo>
                    <a:pt x="2998762" y="313943"/>
                  </a:lnTo>
                  <a:lnTo>
                    <a:pt x="2804198" y="313943"/>
                  </a:lnTo>
                  <a:lnTo>
                    <a:pt x="2804198" y="5461"/>
                  </a:lnTo>
                  <a:close/>
                </a:path>
                <a:path w="3244215" h="319405">
                  <a:moveTo>
                    <a:pt x="1936661" y="5461"/>
                  </a:moveTo>
                  <a:lnTo>
                    <a:pt x="1965744" y="5461"/>
                  </a:lnTo>
                  <a:lnTo>
                    <a:pt x="2032546" y="213233"/>
                  </a:lnTo>
                  <a:lnTo>
                    <a:pt x="2097824" y="5461"/>
                  </a:lnTo>
                  <a:lnTo>
                    <a:pt x="2126653" y="5461"/>
                  </a:lnTo>
                  <a:lnTo>
                    <a:pt x="2189645" y="314198"/>
                  </a:lnTo>
                  <a:lnTo>
                    <a:pt x="2136559" y="314198"/>
                  </a:lnTo>
                  <a:lnTo>
                    <a:pt x="2104555" y="147827"/>
                  </a:lnTo>
                  <a:lnTo>
                    <a:pt x="2042452" y="318135"/>
                  </a:lnTo>
                  <a:lnTo>
                    <a:pt x="2022894" y="318135"/>
                  </a:lnTo>
                  <a:lnTo>
                    <a:pt x="1960664" y="147827"/>
                  </a:lnTo>
                  <a:lnTo>
                    <a:pt x="1927390" y="314198"/>
                  </a:lnTo>
                  <a:lnTo>
                    <a:pt x="1874558" y="314198"/>
                  </a:lnTo>
                  <a:lnTo>
                    <a:pt x="1936661" y="5461"/>
                  </a:lnTo>
                  <a:close/>
                </a:path>
                <a:path w="3244215" h="319405">
                  <a:moveTo>
                    <a:pt x="1083602" y="5461"/>
                  </a:moveTo>
                  <a:lnTo>
                    <a:pt x="1280452" y="5461"/>
                  </a:lnTo>
                  <a:lnTo>
                    <a:pt x="1280452" y="54101"/>
                  </a:lnTo>
                  <a:lnTo>
                    <a:pt x="1138339" y="54101"/>
                  </a:lnTo>
                  <a:lnTo>
                    <a:pt x="1138339" y="126364"/>
                  </a:lnTo>
                  <a:lnTo>
                    <a:pt x="1240193" y="126364"/>
                  </a:lnTo>
                  <a:lnTo>
                    <a:pt x="1240193" y="172847"/>
                  </a:lnTo>
                  <a:lnTo>
                    <a:pt x="1138339" y="172847"/>
                  </a:lnTo>
                  <a:lnTo>
                    <a:pt x="1138339" y="265302"/>
                  </a:lnTo>
                  <a:lnTo>
                    <a:pt x="1278166" y="265302"/>
                  </a:lnTo>
                  <a:lnTo>
                    <a:pt x="1278166" y="313943"/>
                  </a:lnTo>
                  <a:lnTo>
                    <a:pt x="1083602" y="313943"/>
                  </a:lnTo>
                  <a:lnTo>
                    <a:pt x="1083602" y="5461"/>
                  </a:lnTo>
                  <a:close/>
                </a:path>
                <a:path w="3244215" h="319405">
                  <a:moveTo>
                    <a:pt x="2609126" y="3301"/>
                  </a:moveTo>
                  <a:lnTo>
                    <a:pt x="2669546" y="13192"/>
                  </a:lnTo>
                  <a:lnTo>
                    <a:pt x="2716060" y="42799"/>
                  </a:lnTo>
                  <a:lnTo>
                    <a:pt x="2745666" y="88709"/>
                  </a:lnTo>
                  <a:lnTo>
                    <a:pt x="2755557" y="147574"/>
                  </a:lnTo>
                  <a:lnTo>
                    <a:pt x="2751102" y="198394"/>
                  </a:lnTo>
                  <a:lnTo>
                    <a:pt x="2737739" y="239982"/>
                  </a:lnTo>
                  <a:lnTo>
                    <a:pt x="2715472" y="272335"/>
                  </a:lnTo>
                  <a:lnTo>
                    <a:pt x="2684305" y="295449"/>
                  </a:lnTo>
                  <a:lnTo>
                    <a:pt x="2644241" y="309319"/>
                  </a:lnTo>
                  <a:lnTo>
                    <a:pt x="2595283" y="313943"/>
                  </a:lnTo>
                  <a:lnTo>
                    <a:pt x="2526830" y="313943"/>
                  </a:lnTo>
                  <a:lnTo>
                    <a:pt x="2526830" y="5587"/>
                  </a:lnTo>
                  <a:lnTo>
                    <a:pt x="2556548" y="4587"/>
                  </a:lnTo>
                  <a:lnTo>
                    <a:pt x="2580170" y="3873"/>
                  </a:lnTo>
                  <a:lnTo>
                    <a:pt x="2597696" y="3444"/>
                  </a:lnTo>
                  <a:lnTo>
                    <a:pt x="2609126" y="3301"/>
                  </a:lnTo>
                  <a:close/>
                </a:path>
                <a:path w="3244215" h="319405">
                  <a:moveTo>
                    <a:pt x="64020" y="3301"/>
                  </a:moveTo>
                  <a:lnTo>
                    <a:pt x="127277" y="8921"/>
                  </a:lnTo>
                  <a:lnTo>
                    <a:pt x="170903" y="25780"/>
                  </a:lnTo>
                  <a:lnTo>
                    <a:pt x="196249" y="54435"/>
                  </a:lnTo>
                  <a:lnTo>
                    <a:pt x="204698" y="95758"/>
                  </a:lnTo>
                  <a:lnTo>
                    <a:pt x="196880" y="142190"/>
                  </a:lnTo>
                  <a:lnTo>
                    <a:pt x="173426" y="175371"/>
                  </a:lnTo>
                  <a:lnTo>
                    <a:pt x="134334" y="195288"/>
                  </a:lnTo>
                  <a:lnTo>
                    <a:pt x="79603" y="201929"/>
                  </a:lnTo>
                  <a:lnTo>
                    <a:pt x="73431" y="201929"/>
                  </a:lnTo>
                  <a:lnTo>
                    <a:pt x="65150" y="201422"/>
                  </a:lnTo>
                  <a:lnTo>
                    <a:pt x="54762" y="200405"/>
                  </a:lnTo>
                  <a:lnTo>
                    <a:pt x="54762" y="313943"/>
                  </a:lnTo>
                  <a:lnTo>
                    <a:pt x="0" y="313943"/>
                  </a:lnTo>
                  <a:lnTo>
                    <a:pt x="0" y="5587"/>
                  </a:lnTo>
                  <a:lnTo>
                    <a:pt x="24538" y="4587"/>
                  </a:lnTo>
                  <a:lnTo>
                    <a:pt x="43387" y="3873"/>
                  </a:lnTo>
                  <a:lnTo>
                    <a:pt x="56548" y="3444"/>
                  </a:lnTo>
                  <a:lnTo>
                    <a:pt x="64020" y="3301"/>
                  </a:lnTo>
                  <a:close/>
                </a:path>
                <a:path w="3244215" h="319405">
                  <a:moveTo>
                    <a:pt x="338493" y="2286"/>
                  </a:moveTo>
                  <a:lnTo>
                    <a:pt x="389899" y="7975"/>
                  </a:lnTo>
                  <a:lnTo>
                    <a:pt x="426618" y="25034"/>
                  </a:lnTo>
                  <a:lnTo>
                    <a:pt x="448649" y="53453"/>
                  </a:lnTo>
                  <a:lnTo>
                    <a:pt x="455993" y="93217"/>
                  </a:lnTo>
                  <a:lnTo>
                    <a:pt x="454981" y="106624"/>
                  </a:lnTo>
                  <a:lnTo>
                    <a:pt x="439788" y="143128"/>
                  </a:lnTo>
                  <a:lnTo>
                    <a:pt x="410722" y="169507"/>
                  </a:lnTo>
                  <a:lnTo>
                    <a:pt x="398932" y="175005"/>
                  </a:lnTo>
                  <a:lnTo>
                    <a:pt x="490118" y="313943"/>
                  </a:lnTo>
                  <a:lnTo>
                    <a:pt x="426935" y="313943"/>
                  </a:lnTo>
                  <a:lnTo>
                    <a:pt x="344589" y="186562"/>
                  </a:lnTo>
                  <a:lnTo>
                    <a:pt x="337759" y="186396"/>
                  </a:lnTo>
                  <a:lnTo>
                    <a:pt x="329691" y="186086"/>
                  </a:lnTo>
                  <a:lnTo>
                    <a:pt x="320386" y="185634"/>
                  </a:lnTo>
                  <a:lnTo>
                    <a:pt x="309841" y="185038"/>
                  </a:lnTo>
                  <a:lnTo>
                    <a:pt x="309841" y="313943"/>
                  </a:lnTo>
                  <a:lnTo>
                    <a:pt x="252983" y="313943"/>
                  </a:lnTo>
                  <a:lnTo>
                    <a:pt x="252983" y="5461"/>
                  </a:lnTo>
                  <a:lnTo>
                    <a:pt x="256951" y="5363"/>
                  </a:lnTo>
                  <a:lnTo>
                    <a:pt x="264206" y="5064"/>
                  </a:lnTo>
                  <a:lnTo>
                    <a:pt x="274749" y="4550"/>
                  </a:lnTo>
                  <a:lnTo>
                    <a:pt x="288582" y="3810"/>
                  </a:lnTo>
                  <a:lnTo>
                    <a:pt x="303310" y="3143"/>
                  </a:lnTo>
                  <a:lnTo>
                    <a:pt x="316537" y="2666"/>
                  </a:lnTo>
                  <a:lnTo>
                    <a:pt x="328265" y="2381"/>
                  </a:lnTo>
                  <a:lnTo>
                    <a:pt x="338493" y="2286"/>
                  </a:lnTo>
                  <a:close/>
                </a:path>
                <a:path w="3244215" h="319405">
                  <a:moveTo>
                    <a:pt x="1629321" y="126"/>
                  </a:moveTo>
                  <a:lnTo>
                    <a:pt x="1654300" y="1387"/>
                  </a:lnTo>
                  <a:lnTo>
                    <a:pt x="1675707" y="5159"/>
                  </a:lnTo>
                  <a:lnTo>
                    <a:pt x="1693543" y="11431"/>
                  </a:lnTo>
                  <a:lnTo>
                    <a:pt x="1707807" y="20192"/>
                  </a:lnTo>
                  <a:lnTo>
                    <a:pt x="1691170" y="67310"/>
                  </a:lnTo>
                  <a:lnTo>
                    <a:pt x="1676575" y="58308"/>
                  </a:lnTo>
                  <a:lnTo>
                    <a:pt x="1661563" y="51879"/>
                  </a:lnTo>
                  <a:lnTo>
                    <a:pt x="1646146" y="48021"/>
                  </a:lnTo>
                  <a:lnTo>
                    <a:pt x="1630337" y="46736"/>
                  </a:lnTo>
                  <a:lnTo>
                    <a:pt x="1621431" y="47357"/>
                  </a:lnTo>
                  <a:lnTo>
                    <a:pt x="1591231" y="75057"/>
                  </a:lnTo>
                  <a:lnTo>
                    <a:pt x="1590586" y="82676"/>
                  </a:lnTo>
                  <a:lnTo>
                    <a:pt x="1594253" y="96113"/>
                  </a:lnTo>
                  <a:lnTo>
                    <a:pt x="1605254" y="109775"/>
                  </a:lnTo>
                  <a:lnTo>
                    <a:pt x="1623590" y="123699"/>
                  </a:lnTo>
                  <a:lnTo>
                    <a:pt x="1649260" y="137922"/>
                  </a:lnTo>
                  <a:lnTo>
                    <a:pt x="1663692" y="145321"/>
                  </a:lnTo>
                  <a:lnTo>
                    <a:pt x="1675945" y="152447"/>
                  </a:lnTo>
                  <a:lnTo>
                    <a:pt x="1706044" y="179546"/>
                  </a:lnTo>
                  <a:lnTo>
                    <a:pt x="1721471" y="223081"/>
                  </a:lnTo>
                  <a:lnTo>
                    <a:pt x="1721904" y="233299"/>
                  </a:lnTo>
                  <a:lnTo>
                    <a:pt x="1720068" y="251229"/>
                  </a:lnTo>
                  <a:lnTo>
                    <a:pt x="1692440" y="295021"/>
                  </a:lnTo>
                  <a:lnTo>
                    <a:pt x="1657753" y="313134"/>
                  </a:lnTo>
                  <a:lnTo>
                    <a:pt x="1613065" y="319150"/>
                  </a:lnTo>
                  <a:lnTo>
                    <a:pt x="1592042" y="317767"/>
                  </a:lnTo>
                  <a:lnTo>
                    <a:pt x="1572044" y="313610"/>
                  </a:lnTo>
                  <a:lnTo>
                    <a:pt x="1553093" y="306667"/>
                  </a:lnTo>
                  <a:lnTo>
                    <a:pt x="1535214" y="296925"/>
                  </a:lnTo>
                  <a:lnTo>
                    <a:pt x="1555407" y="247776"/>
                  </a:lnTo>
                  <a:lnTo>
                    <a:pt x="1571548" y="257758"/>
                  </a:lnTo>
                  <a:lnTo>
                    <a:pt x="1587569" y="264858"/>
                  </a:lnTo>
                  <a:lnTo>
                    <a:pt x="1603448" y="269101"/>
                  </a:lnTo>
                  <a:lnTo>
                    <a:pt x="1619161" y="270510"/>
                  </a:lnTo>
                  <a:lnTo>
                    <a:pt x="1640256" y="268412"/>
                  </a:lnTo>
                  <a:lnTo>
                    <a:pt x="1655340" y="262112"/>
                  </a:lnTo>
                  <a:lnTo>
                    <a:pt x="1664398" y="251596"/>
                  </a:lnTo>
                  <a:lnTo>
                    <a:pt x="1667421" y="236854"/>
                  </a:lnTo>
                  <a:lnTo>
                    <a:pt x="1666706" y="229044"/>
                  </a:lnTo>
                  <a:lnTo>
                    <a:pt x="1638671" y="191595"/>
                  </a:lnTo>
                  <a:lnTo>
                    <a:pt x="1592915" y="166149"/>
                  </a:lnTo>
                  <a:lnTo>
                    <a:pt x="1579505" y="158448"/>
                  </a:lnTo>
                  <a:lnTo>
                    <a:pt x="1550485" y="132810"/>
                  </a:lnTo>
                  <a:lnTo>
                    <a:pt x="1536255" y="92517"/>
                  </a:lnTo>
                  <a:lnTo>
                    <a:pt x="1535849" y="83185"/>
                  </a:lnTo>
                  <a:lnTo>
                    <a:pt x="1537472" y="66039"/>
                  </a:lnTo>
                  <a:lnTo>
                    <a:pt x="1562011" y="23749"/>
                  </a:lnTo>
                  <a:lnTo>
                    <a:pt x="1609695" y="1603"/>
                  </a:lnTo>
                  <a:lnTo>
                    <a:pt x="1629321" y="126"/>
                  </a:lnTo>
                  <a:close/>
                </a:path>
                <a:path w="3244215" h="319405">
                  <a:moveTo>
                    <a:pt x="1408341" y="126"/>
                  </a:moveTo>
                  <a:lnTo>
                    <a:pt x="1433320" y="1387"/>
                  </a:lnTo>
                  <a:lnTo>
                    <a:pt x="1454727" y="5159"/>
                  </a:lnTo>
                  <a:lnTo>
                    <a:pt x="1472563" y="11431"/>
                  </a:lnTo>
                  <a:lnTo>
                    <a:pt x="1486827" y="20192"/>
                  </a:lnTo>
                  <a:lnTo>
                    <a:pt x="1470190" y="67310"/>
                  </a:lnTo>
                  <a:lnTo>
                    <a:pt x="1455595" y="58308"/>
                  </a:lnTo>
                  <a:lnTo>
                    <a:pt x="1440583" y="51879"/>
                  </a:lnTo>
                  <a:lnTo>
                    <a:pt x="1425166" y="48021"/>
                  </a:lnTo>
                  <a:lnTo>
                    <a:pt x="1409357" y="46736"/>
                  </a:lnTo>
                  <a:lnTo>
                    <a:pt x="1400451" y="47357"/>
                  </a:lnTo>
                  <a:lnTo>
                    <a:pt x="1370251" y="75057"/>
                  </a:lnTo>
                  <a:lnTo>
                    <a:pt x="1369606" y="82676"/>
                  </a:lnTo>
                  <a:lnTo>
                    <a:pt x="1373273" y="96113"/>
                  </a:lnTo>
                  <a:lnTo>
                    <a:pt x="1384274" y="109775"/>
                  </a:lnTo>
                  <a:lnTo>
                    <a:pt x="1402610" y="123699"/>
                  </a:lnTo>
                  <a:lnTo>
                    <a:pt x="1428280" y="137922"/>
                  </a:lnTo>
                  <a:lnTo>
                    <a:pt x="1442712" y="145321"/>
                  </a:lnTo>
                  <a:lnTo>
                    <a:pt x="1454965" y="152447"/>
                  </a:lnTo>
                  <a:lnTo>
                    <a:pt x="1485064" y="179546"/>
                  </a:lnTo>
                  <a:lnTo>
                    <a:pt x="1500491" y="223081"/>
                  </a:lnTo>
                  <a:lnTo>
                    <a:pt x="1500924" y="233299"/>
                  </a:lnTo>
                  <a:lnTo>
                    <a:pt x="1499088" y="251229"/>
                  </a:lnTo>
                  <a:lnTo>
                    <a:pt x="1471460" y="295021"/>
                  </a:lnTo>
                  <a:lnTo>
                    <a:pt x="1436773" y="313134"/>
                  </a:lnTo>
                  <a:lnTo>
                    <a:pt x="1392085" y="319150"/>
                  </a:lnTo>
                  <a:lnTo>
                    <a:pt x="1371062" y="317767"/>
                  </a:lnTo>
                  <a:lnTo>
                    <a:pt x="1351064" y="313610"/>
                  </a:lnTo>
                  <a:lnTo>
                    <a:pt x="1332113" y="306667"/>
                  </a:lnTo>
                  <a:lnTo>
                    <a:pt x="1314234" y="296925"/>
                  </a:lnTo>
                  <a:lnTo>
                    <a:pt x="1334427" y="247776"/>
                  </a:lnTo>
                  <a:lnTo>
                    <a:pt x="1350568" y="257758"/>
                  </a:lnTo>
                  <a:lnTo>
                    <a:pt x="1366589" y="264858"/>
                  </a:lnTo>
                  <a:lnTo>
                    <a:pt x="1382468" y="269101"/>
                  </a:lnTo>
                  <a:lnTo>
                    <a:pt x="1398181" y="270510"/>
                  </a:lnTo>
                  <a:lnTo>
                    <a:pt x="1419276" y="268412"/>
                  </a:lnTo>
                  <a:lnTo>
                    <a:pt x="1434360" y="262112"/>
                  </a:lnTo>
                  <a:lnTo>
                    <a:pt x="1443418" y="251596"/>
                  </a:lnTo>
                  <a:lnTo>
                    <a:pt x="1446441" y="236854"/>
                  </a:lnTo>
                  <a:lnTo>
                    <a:pt x="1445726" y="229044"/>
                  </a:lnTo>
                  <a:lnTo>
                    <a:pt x="1417691" y="191595"/>
                  </a:lnTo>
                  <a:lnTo>
                    <a:pt x="1371935" y="166149"/>
                  </a:lnTo>
                  <a:lnTo>
                    <a:pt x="1358525" y="158448"/>
                  </a:lnTo>
                  <a:lnTo>
                    <a:pt x="1329505" y="132810"/>
                  </a:lnTo>
                  <a:lnTo>
                    <a:pt x="1315275" y="92517"/>
                  </a:lnTo>
                  <a:lnTo>
                    <a:pt x="1314869" y="83185"/>
                  </a:lnTo>
                  <a:lnTo>
                    <a:pt x="1316492" y="66039"/>
                  </a:lnTo>
                  <a:lnTo>
                    <a:pt x="1341031" y="23749"/>
                  </a:lnTo>
                  <a:lnTo>
                    <a:pt x="1388715" y="1603"/>
                  </a:lnTo>
                  <a:lnTo>
                    <a:pt x="1408341" y="126"/>
                  </a:lnTo>
                  <a:close/>
                </a:path>
                <a:path w="3244215" h="319405">
                  <a:moveTo>
                    <a:pt x="946442" y="126"/>
                  </a:moveTo>
                  <a:lnTo>
                    <a:pt x="971683" y="1484"/>
                  </a:lnTo>
                  <a:lnTo>
                    <a:pt x="994257" y="5556"/>
                  </a:lnTo>
                  <a:lnTo>
                    <a:pt x="1014164" y="12342"/>
                  </a:lnTo>
                  <a:lnTo>
                    <a:pt x="1031405" y="21843"/>
                  </a:lnTo>
                  <a:lnTo>
                    <a:pt x="1008799" y="67183"/>
                  </a:lnTo>
                  <a:lnTo>
                    <a:pt x="998252" y="59108"/>
                  </a:lnTo>
                  <a:lnTo>
                    <a:pt x="984907" y="53355"/>
                  </a:lnTo>
                  <a:lnTo>
                    <a:pt x="968776" y="49912"/>
                  </a:lnTo>
                  <a:lnTo>
                    <a:pt x="949871" y="48767"/>
                  </a:lnTo>
                  <a:lnTo>
                    <a:pt x="931487" y="50792"/>
                  </a:lnTo>
                  <a:lnTo>
                    <a:pt x="886625" y="81152"/>
                  </a:lnTo>
                  <a:lnTo>
                    <a:pt x="868162" y="117760"/>
                  </a:lnTo>
                  <a:lnTo>
                    <a:pt x="861987" y="162940"/>
                  </a:lnTo>
                  <a:lnTo>
                    <a:pt x="863415" y="186422"/>
                  </a:lnTo>
                  <a:lnTo>
                    <a:pt x="874845" y="225716"/>
                  </a:lnTo>
                  <a:lnTo>
                    <a:pt x="911517" y="263271"/>
                  </a:lnTo>
                  <a:lnTo>
                    <a:pt x="945807" y="270510"/>
                  </a:lnTo>
                  <a:lnTo>
                    <a:pt x="966430" y="268577"/>
                  </a:lnTo>
                  <a:lnTo>
                    <a:pt x="984684" y="262763"/>
                  </a:lnTo>
                  <a:lnTo>
                    <a:pt x="1000581" y="253043"/>
                  </a:lnTo>
                  <a:lnTo>
                    <a:pt x="1014133" y="239394"/>
                  </a:lnTo>
                  <a:lnTo>
                    <a:pt x="1039533" y="283590"/>
                  </a:lnTo>
                  <a:lnTo>
                    <a:pt x="1020838" y="299166"/>
                  </a:lnTo>
                  <a:lnTo>
                    <a:pt x="998273" y="310276"/>
                  </a:lnTo>
                  <a:lnTo>
                    <a:pt x="971828" y="316934"/>
                  </a:lnTo>
                  <a:lnTo>
                    <a:pt x="941489" y="319150"/>
                  </a:lnTo>
                  <a:lnTo>
                    <a:pt x="910915" y="316503"/>
                  </a:lnTo>
                  <a:lnTo>
                    <a:pt x="860675" y="295255"/>
                  </a:lnTo>
                  <a:lnTo>
                    <a:pt x="825363" y="253434"/>
                  </a:lnTo>
                  <a:lnTo>
                    <a:pt x="807456" y="195470"/>
                  </a:lnTo>
                  <a:lnTo>
                    <a:pt x="805218" y="160654"/>
                  </a:lnTo>
                  <a:lnTo>
                    <a:pt x="807694" y="127845"/>
                  </a:lnTo>
                  <a:lnTo>
                    <a:pt x="827506" y="70608"/>
                  </a:lnTo>
                  <a:lnTo>
                    <a:pt x="866110" y="26058"/>
                  </a:lnTo>
                  <a:lnTo>
                    <a:pt x="916886" y="3008"/>
                  </a:lnTo>
                  <a:lnTo>
                    <a:pt x="946442" y="126"/>
                  </a:lnTo>
                  <a:close/>
                </a:path>
                <a:path w="3244215" h="319405">
                  <a:moveTo>
                    <a:pt x="2341410" y="0"/>
                  </a:moveTo>
                  <a:lnTo>
                    <a:pt x="2400179" y="10302"/>
                  </a:lnTo>
                  <a:lnTo>
                    <a:pt x="2443137" y="41275"/>
                  </a:lnTo>
                  <a:lnTo>
                    <a:pt x="2469537" y="90804"/>
                  </a:lnTo>
                  <a:lnTo>
                    <a:pt x="2478316" y="157099"/>
                  </a:lnTo>
                  <a:lnTo>
                    <a:pt x="2476028" y="192434"/>
                  </a:lnTo>
                  <a:lnTo>
                    <a:pt x="2457688" y="251628"/>
                  </a:lnTo>
                  <a:lnTo>
                    <a:pt x="2421301" y="294558"/>
                  </a:lnTo>
                  <a:lnTo>
                    <a:pt x="2369104" y="316414"/>
                  </a:lnTo>
                  <a:lnTo>
                    <a:pt x="2337219" y="319150"/>
                  </a:lnTo>
                  <a:lnTo>
                    <a:pt x="2307977" y="316456"/>
                  </a:lnTo>
                  <a:lnTo>
                    <a:pt x="2260352" y="294826"/>
                  </a:lnTo>
                  <a:lnTo>
                    <a:pt x="2227467" y="252128"/>
                  </a:lnTo>
                  <a:lnTo>
                    <a:pt x="2210893" y="192744"/>
                  </a:lnTo>
                  <a:lnTo>
                    <a:pt x="2208822" y="157099"/>
                  </a:lnTo>
                  <a:lnTo>
                    <a:pt x="2211064" y="125406"/>
                  </a:lnTo>
                  <a:lnTo>
                    <a:pt x="2229074" y="69641"/>
                  </a:lnTo>
                  <a:lnTo>
                    <a:pt x="2264489" y="25610"/>
                  </a:lnTo>
                  <a:lnTo>
                    <a:pt x="2312737" y="2837"/>
                  </a:lnTo>
                  <a:lnTo>
                    <a:pt x="2341410" y="0"/>
                  </a:lnTo>
                  <a:close/>
                </a:path>
                <a:path w="3244215" h="319405">
                  <a:moveTo>
                    <a:pt x="634568" y="0"/>
                  </a:moveTo>
                  <a:lnTo>
                    <a:pt x="693270" y="10302"/>
                  </a:lnTo>
                  <a:lnTo>
                    <a:pt x="736257" y="41275"/>
                  </a:lnTo>
                  <a:lnTo>
                    <a:pt x="762657" y="90804"/>
                  </a:lnTo>
                  <a:lnTo>
                    <a:pt x="771436" y="157099"/>
                  </a:lnTo>
                  <a:lnTo>
                    <a:pt x="769147" y="192434"/>
                  </a:lnTo>
                  <a:lnTo>
                    <a:pt x="750797" y="251628"/>
                  </a:lnTo>
                  <a:lnTo>
                    <a:pt x="714405" y="294558"/>
                  </a:lnTo>
                  <a:lnTo>
                    <a:pt x="662232" y="316414"/>
                  </a:lnTo>
                  <a:lnTo>
                    <a:pt x="630364" y="319150"/>
                  </a:lnTo>
                  <a:lnTo>
                    <a:pt x="601105" y="316456"/>
                  </a:lnTo>
                  <a:lnTo>
                    <a:pt x="553456" y="294826"/>
                  </a:lnTo>
                  <a:lnTo>
                    <a:pt x="520554" y="252128"/>
                  </a:lnTo>
                  <a:lnTo>
                    <a:pt x="503975" y="192744"/>
                  </a:lnTo>
                  <a:lnTo>
                    <a:pt x="501903" y="157099"/>
                  </a:lnTo>
                  <a:lnTo>
                    <a:pt x="504161" y="125406"/>
                  </a:lnTo>
                  <a:lnTo>
                    <a:pt x="522215" y="69641"/>
                  </a:lnTo>
                  <a:lnTo>
                    <a:pt x="557590" y="25610"/>
                  </a:lnTo>
                  <a:lnTo>
                    <a:pt x="605872" y="2837"/>
                  </a:lnTo>
                  <a:lnTo>
                    <a:pt x="634568" y="0"/>
                  </a:lnTo>
                  <a:close/>
                </a:path>
              </a:pathLst>
            </a:custGeom>
            <a:ln w="3175">
              <a:solidFill>
                <a:srgbClr val="121212"/>
              </a:solidFill>
            </a:ln>
          </p:spPr>
          <p:txBody>
            <a:bodyPr wrap="square" lIns="0" tIns="0" rIns="0" bIns="0" rtlCol="0"/>
            <a:lstStyle/>
            <a:p>
              <a:endParaRPr/>
            </a:p>
          </p:txBody>
        </p:sp>
      </p:grpSp>
      <p:sp>
        <p:nvSpPr>
          <p:cNvPr id="20" name="object 20"/>
          <p:cNvSpPr/>
          <p:nvPr/>
        </p:nvSpPr>
        <p:spPr>
          <a:xfrm>
            <a:off x="2868930" y="1679944"/>
            <a:ext cx="4903470" cy="996802"/>
          </a:xfrm>
          <a:prstGeom prst="rect">
            <a:avLst/>
          </a:prstGeom>
          <a:blipFill>
            <a:blip r:embed="rId12" cstate="print"/>
            <a:stretch>
              <a:fillRect/>
            </a:stretch>
          </a:blipFill>
        </p:spPr>
        <p:txBody>
          <a:bodyPr wrap="square" lIns="0" tIns="0" rIns="0" bIns="0" rtlCol="0"/>
          <a:lstStyle/>
          <a:p>
            <a:endParaRPr/>
          </a:p>
        </p:txBody>
      </p:sp>
      <p:sp>
        <p:nvSpPr>
          <p:cNvPr id="21" name="object 21"/>
          <p:cNvSpPr/>
          <p:nvPr/>
        </p:nvSpPr>
        <p:spPr>
          <a:xfrm>
            <a:off x="2340533" y="4054674"/>
            <a:ext cx="6536674" cy="2101032"/>
          </a:xfrm>
          <a:prstGeom prst="rect">
            <a:avLst/>
          </a:prstGeom>
          <a:blipFill>
            <a:blip r:embed="rId13" cstate="print"/>
            <a:stretch>
              <a:fillRect/>
            </a:stretch>
          </a:blipFill>
        </p:spPr>
        <p:txBody>
          <a:bodyPr wrap="square" lIns="0" tIns="0" rIns="0" bIns="0" rtlCol="0"/>
          <a:lstStyle/>
          <a:p>
            <a:endParaRPr/>
          </a:p>
        </p:txBody>
      </p:sp>
      <p:sp>
        <p:nvSpPr>
          <p:cNvPr id="22" name="Slide Number Placeholder 21"/>
          <p:cNvSpPr>
            <a:spLocks noGrp="1"/>
          </p:cNvSpPr>
          <p:nvPr>
            <p:ph type="sldNum" sz="quarter" idx="12"/>
          </p:nvPr>
        </p:nvSpPr>
        <p:spPr/>
        <p:txBody>
          <a:bodyPr/>
          <a:lstStyle/>
          <a:p>
            <a:fld id="{29991EE6-4969-4C15-AA4F-249D764823C9}" type="slidenum">
              <a:rPr lang="en-US" smtClean="0"/>
              <a:t>21</a:t>
            </a:fld>
            <a:endParaRPr lang="en-US"/>
          </a:p>
        </p:txBody>
      </p:sp>
    </p:spTree>
    <p:extLst>
      <p:ext uri="{BB962C8B-B14F-4D97-AF65-F5344CB8AC3E}">
        <p14:creationId xmlns:p14="http://schemas.microsoft.com/office/powerpoint/2010/main" val="9317150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Project Management</a:t>
            </a:r>
          </a:p>
        </p:txBody>
      </p:sp>
      <p:sp>
        <p:nvSpPr>
          <p:cNvPr id="3" name="Content Placeholder 2"/>
          <p:cNvSpPr>
            <a:spLocks noGrp="1"/>
          </p:cNvSpPr>
          <p:nvPr>
            <p:ph idx="1"/>
          </p:nvPr>
        </p:nvSpPr>
        <p:spPr/>
        <p:txBody>
          <a:bodyPr>
            <a:normAutofit/>
          </a:bodyPr>
          <a:lstStyle/>
          <a:p>
            <a:r>
              <a:rPr lang="en-US" sz="2800" dirty="0">
                <a:latin typeface="Times New Roman" panose="02020603050405020304" pitchFamily="18" charset="0"/>
                <a:cs typeface="Times New Roman" panose="02020603050405020304" pitchFamily="18" charset="0"/>
              </a:rPr>
              <a:t>The principal responsibility of software project managers is to manage the project so that the software is delivered on time and within the planned budget for the project.</a:t>
            </a:r>
          </a:p>
          <a:p>
            <a:r>
              <a:rPr lang="en-US" sz="2800" dirty="0">
                <a:latin typeface="Times New Roman" panose="02020603050405020304" pitchFamily="18" charset="0"/>
                <a:cs typeface="Times New Roman" panose="02020603050405020304" pitchFamily="18" charset="0"/>
              </a:rPr>
              <a:t>They supervise the work of software engineers and monitor how well the software development is progressing.</a:t>
            </a:r>
          </a:p>
        </p:txBody>
      </p:sp>
      <p:sp>
        <p:nvSpPr>
          <p:cNvPr id="4" name="Slide Number Placeholder 3"/>
          <p:cNvSpPr>
            <a:spLocks noGrp="1"/>
          </p:cNvSpPr>
          <p:nvPr>
            <p:ph type="sldNum" sz="quarter" idx="12"/>
          </p:nvPr>
        </p:nvSpPr>
        <p:spPr/>
        <p:txBody>
          <a:bodyPr/>
          <a:lstStyle/>
          <a:p>
            <a:fld id="{29991EE6-4969-4C15-AA4F-249D764823C9}" type="slidenum">
              <a:rPr lang="en-US" smtClean="0"/>
              <a:t>22</a:t>
            </a:fld>
            <a:endParaRPr lang="en-US"/>
          </a:p>
        </p:txBody>
      </p:sp>
    </p:spTree>
    <p:extLst>
      <p:ext uri="{BB962C8B-B14F-4D97-AF65-F5344CB8AC3E}">
        <p14:creationId xmlns:p14="http://schemas.microsoft.com/office/powerpoint/2010/main" val="15786238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Scrum</a:t>
            </a:r>
          </a:p>
        </p:txBody>
      </p:sp>
      <p:sp>
        <p:nvSpPr>
          <p:cNvPr id="3" name="Content Placeholder 2"/>
          <p:cNvSpPr>
            <a:spLocks noGrp="1"/>
          </p:cNvSpPr>
          <p:nvPr>
            <p:ph idx="1"/>
          </p:nvPr>
        </p:nvSpPr>
        <p:spPr>
          <a:xfrm>
            <a:off x="716804" y="2527300"/>
            <a:ext cx="10827496" cy="3416300"/>
          </a:xfrm>
        </p:spPr>
        <p:txBody>
          <a:bodyPr>
            <a:noAutofit/>
          </a:bodyPr>
          <a:lstStyle/>
          <a:p>
            <a:pPr algn="just"/>
            <a:r>
              <a:rPr lang="en-US" sz="2800" dirty="0">
                <a:latin typeface="Times New Roman" panose="02020603050405020304" pitchFamily="18" charset="0"/>
                <a:cs typeface="Times New Roman" panose="02020603050405020304" pitchFamily="18" charset="0"/>
              </a:rPr>
              <a:t>The Scrum approach (</a:t>
            </a:r>
            <a:r>
              <a:rPr lang="en-US" sz="2800" dirty="0" err="1">
                <a:latin typeface="Times New Roman" panose="02020603050405020304" pitchFamily="18" charset="0"/>
                <a:cs typeface="Times New Roman" panose="02020603050405020304" pitchFamily="18" charset="0"/>
              </a:rPr>
              <a:t>Schwaber</a:t>
            </a:r>
            <a:r>
              <a:rPr lang="en-US" sz="2800" dirty="0">
                <a:latin typeface="Times New Roman" panose="02020603050405020304" pitchFamily="18" charset="0"/>
                <a:cs typeface="Times New Roman" panose="02020603050405020304" pitchFamily="18" charset="0"/>
              </a:rPr>
              <a:t>, 2004; </a:t>
            </a:r>
            <a:r>
              <a:rPr lang="en-US" sz="2800" dirty="0" err="1">
                <a:latin typeface="Times New Roman" panose="02020603050405020304" pitchFamily="18" charset="0"/>
                <a:cs typeface="Times New Roman" panose="02020603050405020304" pitchFamily="18" charset="0"/>
              </a:rPr>
              <a:t>Schwaber</a:t>
            </a:r>
            <a:r>
              <a:rPr lang="en-US" sz="2800" dirty="0">
                <a:latin typeface="Times New Roman" panose="02020603050405020304" pitchFamily="18" charset="0"/>
                <a:cs typeface="Times New Roman" panose="02020603050405020304" pitchFamily="18" charset="0"/>
              </a:rPr>
              <a:t> and </a:t>
            </a:r>
            <a:r>
              <a:rPr lang="en-US" sz="2800" dirty="0" err="1">
                <a:latin typeface="Times New Roman" panose="02020603050405020304" pitchFamily="18" charset="0"/>
                <a:cs typeface="Times New Roman" panose="02020603050405020304" pitchFamily="18" charset="0"/>
              </a:rPr>
              <a:t>Beedle</a:t>
            </a:r>
            <a:r>
              <a:rPr lang="en-US" sz="2800" dirty="0">
                <a:latin typeface="Times New Roman" panose="02020603050405020304" pitchFamily="18" charset="0"/>
                <a:cs typeface="Times New Roman" panose="02020603050405020304" pitchFamily="18" charset="0"/>
              </a:rPr>
              <a:t>, 2001) is a general agile method but its focus is on managing iterative development rather than specific technical approaches to agile software engineering.</a:t>
            </a:r>
          </a:p>
          <a:p>
            <a:pPr algn="just"/>
            <a:r>
              <a:rPr lang="en-US" sz="2800" dirty="0">
                <a:latin typeface="Times New Roman" panose="02020603050405020304" pitchFamily="18" charset="0"/>
                <a:cs typeface="Times New Roman" panose="02020603050405020304" pitchFamily="18" charset="0"/>
              </a:rPr>
              <a:t> Scrum does not prescribe the use of programming practices such as pair programming and test-first development. It can therefore be used with more technical agile approaches, such as XP, to provide a management framework for the project</a:t>
            </a:r>
          </a:p>
        </p:txBody>
      </p:sp>
      <p:sp>
        <p:nvSpPr>
          <p:cNvPr id="4" name="Slide Number Placeholder 3"/>
          <p:cNvSpPr>
            <a:spLocks noGrp="1"/>
          </p:cNvSpPr>
          <p:nvPr>
            <p:ph type="sldNum" sz="quarter" idx="12"/>
          </p:nvPr>
        </p:nvSpPr>
        <p:spPr/>
        <p:txBody>
          <a:bodyPr/>
          <a:lstStyle/>
          <a:p>
            <a:fld id="{29991EE6-4969-4C15-AA4F-249D764823C9}" type="slidenum">
              <a:rPr lang="en-US" smtClean="0"/>
              <a:t>23</a:t>
            </a:fld>
            <a:endParaRPr lang="en-US"/>
          </a:p>
        </p:txBody>
      </p:sp>
    </p:spTree>
    <p:extLst>
      <p:ext uri="{BB962C8B-B14F-4D97-AF65-F5344CB8AC3E}">
        <p14:creationId xmlns:p14="http://schemas.microsoft.com/office/powerpoint/2010/main" val="7465866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Phases of Scrum</a:t>
            </a:r>
          </a:p>
        </p:txBody>
      </p:sp>
      <p:sp>
        <p:nvSpPr>
          <p:cNvPr id="3" name="Content Placeholder 2"/>
          <p:cNvSpPr>
            <a:spLocks noGrp="1"/>
          </p:cNvSpPr>
          <p:nvPr>
            <p:ph idx="1"/>
          </p:nvPr>
        </p:nvSpPr>
        <p:spPr>
          <a:xfrm>
            <a:off x="450104" y="2432050"/>
            <a:ext cx="11265646" cy="3416300"/>
          </a:xfrm>
        </p:spPr>
        <p:txBody>
          <a:bodyPr>
            <a:noAutofit/>
          </a:bodyPr>
          <a:lstStyle/>
          <a:p>
            <a:pPr marL="0" indent="0">
              <a:buNone/>
            </a:pPr>
            <a:r>
              <a:rPr lang="en-US" sz="2800" dirty="0">
                <a:latin typeface="Times New Roman" panose="02020603050405020304" pitchFamily="18" charset="0"/>
                <a:cs typeface="Times New Roman" panose="02020603050405020304" pitchFamily="18" charset="0"/>
              </a:rPr>
              <a:t>There are three phases in Scrum.</a:t>
            </a:r>
          </a:p>
          <a:p>
            <a:r>
              <a:rPr lang="en-US" sz="2800" dirty="0">
                <a:latin typeface="Times New Roman" panose="02020603050405020304" pitchFamily="18" charset="0"/>
                <a:cs typeface="Times New Roman" panose="02020603050405020304" pitchFamily="18" charset="0"/>
              </a:rPr>
              <a:t> The first is an outline planning phase where you establish the general objectives for the project and design the software architecture</a:t>
            </a:r>
          </a:p>
          <a:p>
            <a:r>
              <a:rPr lang="en-US" sz="2800" dirty="0">
                <a:latin typeface="Times New Roman" panose="02020603050405020304" pitchFamily="18" charset="0"/>
                <a:cs typeface="Times New Roman" panose="02020603050405020304" pitchFamily="18" charset="0"/>
              </a:rPr>
              <a:t>Followed by a series of sprint cycles, where each cycle develops an increment of the system. </a:t>
            </a:r>
          </a:p>
          <a:p>
            <a:r>
              <a:rPr lang="en-US" sz="2800" dirty="0">
                <a:latin typeface="Times New Roman" panose="02020603050405020304" pitchFamily="18" charset="0"/>
                <a:cs typeface="Times New Roman" panose="02020603050405020304" pitchFamily="18" charset="0"/>
              </a:rPr>
              <a:t>Finally, the project closure phase wraps up the project, completes required documentation such as system help frames and user manuals, and assesses the lessons learned from the project.</a:t>
            </a:r>
          </a:p>
        </p:txBody>
      </p:sp>
      <p:sp>
        <p:nvSpPr>
          <p:cNvPr id="4" name="Slide Number Placeholder 3"/>
          <p:cNvSpPr>
            <a:spLocks noGrp="1"/>
          </p:cNvSpPr>
          <p:nvPr>
            <p:ph type="sldNum" sz="quarter" idx="12"/>
          </p:nvPr>
        </p:nvSpPr>
        <p:spPr/>
        <p:txBody>
          <a:bodyPr/>
          <a:lstStyle/>
          <a:p>
            <a:fld id="{29991EE6-4969-4C15-AA4F-249D764823C9}" type="slidenum">
              <a:rPr lang="en-US" smtClean="0"/>
              <a:t>24</a:t>
            </a:fld>
            <a:endParaRPr lang="en-US"/>
          </a:p>
        </p:txBody>
      </p:sp>
    </p:spTree>
    <p:extLst>
      <p:ext uri="{BB962C8B-B14F-4D97-AF65-F5344CB8AC3E}">
        <p14:creationId xmlns:p14="http://schemas.microsoft.com/office/powerpoint/2010/main" val="1463090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Scrum cont..</a:t>
            </a:r>
          </a:p>
        </p:txBody>
      </p:sp>
      <p:pic>
        <p:nvPicPr>
          <p:cNvPr id="5" name="Content Placeholder 4"/>
          <p:cNvPicPr>
            <a:picLocks noGrp="1" noChangeAspect="1"/>
          </p:cNvPicPr>
          <p:nvPr>
            <p:ph idx="1"/>
          </p:nvPr>
        </p:nvPicPr>
        <p:blipFill>
          <a:blip r:embed="rId2"/>
          <a:stretch>
            <a:fillRect/>
          </a:stretch>
        </p:blipFill>
        <p:spPr>
          <a:xfrm>
            <a:off x="2648744" y="3378200"/>
            <a:ext cx="5838825" cy="1866900"/>
          </a:xfrm>
          <a:prstGeom prst="rect">
            <a:avLst/>
          </a:prstGeom>
        </p:spPr>
      </p:pic>
      <p:sp>
        <p:nvSpPr>
          <p:cNvPr id="4" name="Slide Number Placeholder 3"/>
          <p:cNvSpPr>
            <a:spLocks noGrp="1"/>
          </p:cNvSpPr>
          <p:nvPr>
            <p:ph type="sldNum" sz="quarter" idx="12"/>
          </p:nvPr>
        </p:nvSpPr>
        <p:spPr/>
        <p:txBody>
          <a:bodyPr/>
          <a:lstStyle/>
          <a:p>
            <a:fld id="{29991EE6-4969-4C15-AA4F-249D764823C9}" type="slidenum">
              <a:rPr lang="en-US" smtClean="0"/>
              <a:t>25</a:t>
            </a:fld>
            <a:endParaRPr lang="en-US"/>
          </a:p>
        </p:txBody>
      </p:sp>
    </p:spTree>
    <p:extLst>
      <p:ext uri="{BB962C8B-B14F-4D97-AF65-F5344CB8AC3E}">
        <p14:creationId xmlns:p14="http://schemas.microsoft.com/office/powerpoint/2010/main" val="7185239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C7C7B-EC25-4038-AC6B-AB4855126D8D}"/>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7E952DBC-39D0-4759-905F-40E0C1B13C61}"/>
              </a:ext>
            </a:extLst>
          </p:cNvPr>
          <p:cNvSpPr>
            <a:spLocks noGrp="1"/>
          </p:cNvSpPr>
          <p:nvPr>
            <p:ph idx="1"/>
          </p:nvPr>
        </p:nvSpPr>
        <p:spPr/>
        <p:txBody>
          <a:bodyPr/>
          <a:lstStyle/>
          <a:p>
            <a:endParaRPr lang="en-PK"/>
          </a:p>
        </p:txBody>
      </p:sp>
      <p:sp>
        <p:nvSpPr>
          <p:cNvPr id="4" name="Slide Number Placeholder 3">
            <a:extLst>
              <a:ext uri="{FF2B5EF4-FFF2-40B4-BE49-F238E27FC236}">
                <a16:creationId xmlns:a16="http://schemas.microsoft.com/office/drawing/2014/main" id="{4D65FDFE-D3F1-4AA6-BDE0-E2DEBB91A45A}"/>
              </a:ext>
            </a:extLst>
          </p:cNvPr>
          <p:cNvSpPr>
            <a:spLocks noGrp="1"/>
          </p:cNvSpPr>
          <p:nvPr>
            <p:ph type="sldNum" sz="quarter" idx="12"/>
          </p:nvPr>
        </p:nvSpPr>
        <p:spPr/>
        <p:txBody>
          <a:bodyPr/>
          <a:lstStyle/>
          <a:p>
            <a:fld id="{29991EE6-4969-4C15-AA4F-249D764823C9}" type="slidenum">
              <a:rPr lang="en-US" smtClean="0"/>
              <a:t>26</a:t>
            </a:fld>
            <a:endParaRPr lang="en-US"/>
          </a:p>
        </p:txBody>
      </p:sp>
      <p:pic>
        <p:nvPicPr>
          <p:cNvPr id="6" name="Picture 5">
            <a:extLst>
              <a:ext uri="{FF2B5EF4-FFF2-40B4-BE49-F238E27FC236}">
                <a16:creationId xmlns:a16="http://schemas.microsoft.com/office/drawing/2014/main" id="{6A63AB50-5552-49D7-84BF-BCC3E2147161}"/>
              </a:ext>
            </a:extLst>
          </p:cNvPr>
          <p:cNvPicPr>
            <a:picLocks noChangeAspect="1"/>
          </p:cNvPicPr>
          <p:nvPr/>
        </p:nvPicPr>
        <p:blipFill>
          <a:blip r:embed="rId2"/>
          <a:stretch>
            <a:fillRect/>
          </a:stretch>
        </p:blipFill>
        <p:spPr>
          <a:xfrm>
            <a:off x="1280819" y="2603500"/>
            <a:ext cx="8635547" cy="3124361"/>
          </a:xfrm>
          <a:prstGeom prst="rect">
            <a:avLst/>
          </a:prstGeom>
        </p:spPr>
      </p:pic>
    </p:spTree>
    <p:extLst>
      <p:ext uri="{BB962C8B-B14F-4D97-AF65-F5344CB8AC3E}">
        <p14:creationId xmlns:p14="http://schemas.microsoft.com/office/powerpoint/2010/main" val="393384959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264</TotalTime>
  <Words>866</Words>
  <Application>Microsoft Office PowerPoint</Application>
  <PresentationFormat>Widescreen</PresentationFormat>
  <Paragraphs>139</Paragraphs>
  <Slides>26</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Arial</vt:lpstr>
      <vt:lpstr>Calibri</vt:lpstr>
      <vt:lpstr>Century Gothic</vt:lpstr>
      <vt:lpstr>Times New Roman</vt:lpstr>
      <vt:lpstr>Trebuchet MS</vt:lpstr>
      <vt:lpstr>Wingdings</vt:lpstr>
      <vt:lpstr>Wingdings 3</vt:lpstr>
      <vt:lpstr>Ion Boardroom</vt:lpstr>
      <vt:lpstr>Introduction to Software Development Aspects</vt:lpstr>
      <vt:lpstr>Software Engineering</vt:lpstr>
      <vt:lpstr>Characteristics of A GOOD SOFTWARE</vt:lpstr>
      <vt:lpstr>The Software Development  Process</vt:lpstr>
      <vt:lpstr>A Software Development Process Organizes  the Activities of Software Development</vt:lpstr>
      <vt:lpstr>A series of steps taken to produce an  intended output</vt:lpstr>
      <vt:lpstr>Why are Process so Important</vt:lpstr>
      <vt:lpstr>Common Processes</vt:lpstr>
      <vt:lpstr>Waterfall Model</vt:lpstr>
      <vt:lpstr>Waterfall Model</vt:lpstr>
      <vt:lpstr>When Waterfall Model is USED</vt:lpstr>
      <vt:lpstr>Prototyping Model</vt:lpstr>
      <vt:lpstr>Typical Representation of Prototype model</vt:lpstr>
      <vt:lpstr>V Model</vt:lpstr>
      <vt:lpstr>Representation of V Model</vt:lpstr>
      <vt:lpstr>When to use V Model</vt:lpstr>
      <vt:lpstr>Incremental Model</vt:lpstr>
      <vt:lpstr>PowerPoint Presentation</vt:lpstr>
      <vt:lpstr>When to use Incremental Model</vt:lpstr>
      <vt:lpstr>Iterative Model</vt:lpstr>
      <vt:lpstr>PowerPoint Presentation</vt:lpstr>
      <vt:lpstr>Agile Project Management</vt:lpstr>
      <vt:lpstr>Scrum</vt:lpstr>
      <vt:lpstr>Phases of Scrum</vt:lpstr>
      <vt:lpstr>Scrum cont..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Software Development Aspects</dc:title>
  <dc:creator>MY PC</dc:creator>
  <cp:lastModifiedBy>Junaid Ali Gillani</cp:lastModifiedBy>
  <cp:revision>11</cp:revision>
  <dcterms:created xsi:type="dcterms:W3CDTF">2022-09-19T07:32:15Z</dcterms:created>
  <dcterms:modified xsi:type="dcterms:W3CDTF">2023-02-16T06:55:30Z</dcterms:modified>
</cp:coreProperties>
</file>