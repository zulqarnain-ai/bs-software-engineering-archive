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3"/>
  </p:notesMasterIdLst>
  <p:sldIdLst>
    <p:sldId id="329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E6C89-6E3B-4225-BED9-F1AA6E66842C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D9577-725A-4254-8685-9C70E7D35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11917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708565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F549-6139-447F-A5DE-B11507DF4522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08E53-DCA6-446C-BA7F-35FE7F27D5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004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D433B-4422-403D-801B-C95F70E51637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08E53-DCA6-446C-BA7F-35FE7F27D5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6037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2FB6-34AD-4248-AB46-02F4FA1E213E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08E53-DCA6-446C-BA7F-35FE7F27D5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5513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22C0-E360-4C66-BA07-074C98F5D276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08E53-DCA6-446C-BA7F-35FE7F27D5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11778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D64E6-7D6D-4A37-8150-0A55D07204CA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08E53-DCA6-446C-BA7F-35FE7F27D5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10950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5F61-46AF-468A-A873-60E7509B1B89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08E53-DCA6-446C-BA7F-35FE7F27D5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87723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37262-B491-485B-A27E-60366CEA96DB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08E53-DCA6-446C-BA7F-35FE7F27D5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16916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5034-B4A5-4F67-8D0A-C2F96FF1012D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08E53-DCA6-446C-BA7F-35FE7F27D5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54447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9599-04E4-4232-BE08-967D0A8A57F7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08E53-DCA6-446C-BA7F-35FE7F27D5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9829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EA462-A644-486B-818F-5A1A8F08E494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08E53-DCA6-446C-BA7F-35FE7F27D5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1162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A060A-7185-4BEF-AC7E-AB4E0C55220F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08E53-DCA6-446C-BA7F-35FE7F27D5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5828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B1B2B-6641-4B38-A4FB-23394B27EE54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08E53-DCA6-446C-BA7F-35FE7F27D5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1665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Standard Library Algorithms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/>
            <a:r>
              <a:rPr lang="en-US" altLang="en-US" dirty="0" smtClean="0"/>
              <a:t>Based on Chapter 16 of C++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5259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17513"/>
            <a:ext cx="12192000" cy="6022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65454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65300" y="0"/>
            <a:ext cx="86598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02638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0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00150"/>
            <a:ext cx="12192000" cy="44561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29551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0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46150"/>
            <a:ext cx="12192000" cy="49641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62042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58788"/>
            <a:ext cx="12192000" cy="594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12118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60873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55600"/>
            <a:ext cx="12192000" cy="61452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58993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863" y="0"/>
            <a:ext cx="100726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14199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7638"/>
            <a:ext cx="12192000" cy="65611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24283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1038" y="0"/>
            <a:ext cx="108299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31349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4325"/>
            <a:ext cx="12192000" cy="622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39852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61963"/>
            <a:ext cx="12192000" cy="59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08737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32696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71424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90588"/>
            <a:ext cx="12192000" cy="50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4585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49250"/>
            <a:ext cx="12192000" cy="61579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43495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79625"/>
            <a:ext cx="12192000" cy="269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1035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0665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33052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5066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4963" y="0"/>
            <a:ext cx="115220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490406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6538" y="0"/>
            <a:ext cx="117173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66971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3550" y="0"/>
            <a:ext cx="11264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29140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1538" y="0"/>
            <a:ext cx="104489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51548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7375" y="0"/>
            <a:ext cx="110156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49797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01480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54494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65117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261654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46075"/>
            <a:ext cx="12192000" cy="61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827905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3238"/>
            <a:ext cx="12192000" cy="33099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542835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708173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166784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1419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908536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61682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61963"/>
            <a:ext cx="12192000" cy="59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612981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8188" y="0"/>
            <a:ext cx="107140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164241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822469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246423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4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62050"/>
            <a:ext cx="12192000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68435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4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537891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4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93713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4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4263" y="0"/>
            <a:ext cx="10023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784300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31851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4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58026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43088"/>
            <a:ext cx="1219200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188530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5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27138" y="0"/>
            <a:ext cx="97361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044125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5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6538" y="0"/>
            <a:ext cx="117173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412161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5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350"/>
            <a:ext cx="12192000" cy="68437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293678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5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3550" y="0"/>
            <a:ext cx="11264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099435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5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5913"/>
            <a:ext cx="12192000" cy="62245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603415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5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6538" y="0"/>
            <a:ext cx="117173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667039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5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3550" y="0"/>
            <a:ext cx="11264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023535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5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96863"/>
            <a:ext cx="12192000" cy="62626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393623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5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76300"/>
            <a:ext cx="12192000" cy="51038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070253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5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77875" y="0"/>
            <a:ext cx="106346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531478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6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234648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6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98525"/>
            <a:ext cx="12192000" cy="50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037899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6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90588"/>
            <a:ext cx="12192000" cy="50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96022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6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9063"/>
            <a:ext cx="12192000" cy="661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70074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6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747171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6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121313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6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497642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6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550882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6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96988"/>
            <a:ext cx="12192000" cy="42624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4483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6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7325"/>
            <a:ext cx="12192000" cy="64817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664664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7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17550"/>
            <a:ext cx="12192000" cy="54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55251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7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22263"/>
            <a:ext cx="12192000" cy="62134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165345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6_Page_7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60425"/>
            <a:ext cx="12192000" cy="513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4646695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3DE4FA8F-8ACA-45D7-93E4-7534A5F48D5B}" vid="{D4CC59B7-4017-4F3C-84AE-F6ED526978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cpphtp10_12</Template>
  <TotalTime>1</TotalTime>
  <Words>868</Words>
  <Application>Microsoft Office PowerPoint</Application>
  <PresentationFormat>Custom</PresentationFormat>
  <Paragraphs>74</Paragraphs>
  <Slides>71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2" baseType="lpstr">
      <vt:lpstr>Theme1</vt:lpstr>
      <vt:lpstr>Standard Library Algorithms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Library Algorithms</dc:title>
  <dc:creator>Paul Deitel</dc:creator>
  <cp:lastModifiedBy>Binod</cp:lastModifiedBy>
  <cp:revision>2</cp:revision>
  <dcterms:created xsi:type="dcterms:W3CDTF">2016-07-20T20:37:22Z</dcterms:created>
  <dcterms:modified xsi:type="dcterms:W3CDTF">2016-09-22T10:19:43Z</dcterms:modified>
</cp:coreProperties>
</file>