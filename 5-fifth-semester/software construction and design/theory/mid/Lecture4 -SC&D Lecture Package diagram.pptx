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814" r:id="rId1"/>
  </p:sldMasterIdLst>
  <p:notesMasterIdLst>
    <p:notesMasterId r:id="rId50"/>
  </p:notesMasterIdLst>
  <p:sldIdLst>
    <p:sldId id="424" r:id="rId2"/>
    <p:sldId id="448" r:id="rId3"/>
    <p:sldId id="426" r:id="rId4"/>
    <p:sldId id="427" r:id="rId5"/>
    <p:sldId id="442" r:id="rId6"/>
    <p:sldId id="428" r:id="rId7"/>
    <p:sldId id="439" r:id="rId8"/>
    <p:sldId id="430" r:id="rId9"/>
    <p:sldId id="431" r:id="rId10"/>
    <p:sldId id="457" r:id="rId11"/>
    <p:sldId id="458" r:id="rId12"/>
    <p:sldId id="459" r:id="rId13"/>
    <p:sldId id="460" r:id="rId14"/>
    <p:sldId id="461" r:id="rId15"/>
    <p:sldId id="432" r:id="rId16"/>
    <p:sldId id="440" r:id="rId17"/>
    <p:sldId id="462" r:id="rId18"/>
    <p:sldId id="464" r:id="rId19"/>
    <p:sldId id="441" r:id="rId20"/>
    <p:sldId id="433" r:id="rId21"/>
    <p:sldId id="434" r:id="rId22"/>
    <p:sldId id="435" r:id="rId23"/>
    <p:sldId id="436" r:id="rId24"/>
    <p:sldId id="437" r:id="rId25"/>
    <p:sldId id="438" r:id="rId26"/>
    <p:sldId id="465" r:id="rId27"/>
    <p:sldId id="466" r:id="rId28"/>
    <p:sldId id="467" r:id="rId29"/>
    <p:sldId id="468" r:id="rId30"/>
    <p:sldId id="443" r:id="rId31"/>
    <p:sldId id="445" r:id="rId32"/>
    <p:sldId id="446" r:id="rId33"/>
    <p:sldId id="456" r:id="rId34"/>
    <p:sldId id="447" r:id="rId35"/>
    <p:sldId id="450" r:id="rId36"/>
    <p:sldId id="452" r:id="rId37"/>
    <p:sldId id="469" r:id="rId38"/>
    <p:sldId id="470" r:id="rId39"/>
    <p:sldId id="471" r:id="rId40"/>
    <p:sldId id="453" r:id="rId41"/>
    <p:sldId id="474" r:id="rId42"/>
    <p:sldId id="472" r:id="rId43"/>
    <p:sldId id="473" r:id="rId44"/>
    <p:sldId id="476" r:id="rId45"/>
    <p:sldId id="455" r:id="rId46"/>
    <p:sldId id="454" r:id="rId47"/>
    <p:sldId id="477" r:id="rId48"/>
    <p:sldId id="475" r:id="rId49"/>
  </p:sldIdLst>
  <p:sldSz cx="9939338" cy="5807075"/>
  <p:notesSz cx="9144000" cy="6858000"/>
  <p:defaultTextStyle>
    <a:defPPr>
      <a:defRPr lang="en-US"/>
    </a:defPPr>
    <a:lvl1pPr marL="0" algn="l" defTabSz="648822" rtl="0" eaLnBrk="1" latinLnBrk="0" hangingPunct="1">
      <a:defRPr sz="1200" kern="1200">
        <a:solidFill>
          <a:schemeClr val="tx1"/>
        </a:solidFill>
        <a:latin typeface="+mn-lt"/>
        <a:ea typeface="+mn-ea"/>
        <a:cs typeface="+mn-cs"/>
      </a:defRPr>
    </a:lvl1pPr>
    <a:lvl2pPr marL="324410" algn="l" defTabSz="648822" rtl="0" eaLnBrk="1" latinLnBrk="0" hangingPunct="1">
      <a:defRPr sz="1200" kern="1200">
        <a:solidFill>
          <a:schemeClr val="tx1"/>
        </a:solidFill>
        <a:latin typeface="+mn-lt"/>
        <a:ea typeface="+mn-ea"/>
        <a:cs typeface="+mn-cs"/>
      </a:defRPr>
    </a:lvl2pPr>
    <a:lvl3pPr marL="648822" algn="l" defTabSz="648822" rtl="0" eaLnBrk="1" latinLnBrk="0" hangingPunct="1">
      <a:defRPr sz="1200" kern="1200">
        <a:solidFill>
          <a:schemeClr val="tx1"/>
        </a:solidFill>
        <a:latin typeface="+mn-lt"/>
        <a:ea typeface="+mn-ea"/>
        <a:cs typeface="+mn-cs"/>
      </a:defRPr>
    </a:lvl3pPr>
    <a:lvl4pPr marL="973232" algn="l" defTabSz="648822" rtl="0" eaLnBrk="1" latinLnBrk="0" hangingPunct="1">
      <a:defRPr sz="1200" kern="1200">
        <a:solidFill>
          <a:schemeClr val="tx1"/>
        </a:solidFill>
        <a:latin typeface="+mn-lt"/>
        <a:ea typeface="+mn-ea"/>
        <a:cs typeface="+mn-cs"/>
      </a:defRPr>
    </a:lvl4pPr>
    <a:lvl5pPr marL="1297643" algn="l" defTabSz="648822" rtl="0" eaLnBrk="1" latinLnBrk="0" hangingPunct="1">
      <a:defRPr sz="1200" kern="1200">
        <a:solidFill>
          <a:schemeClr val="tx1"/>
        </a:solidFill>
        <a:latin typeface="+mn-lt"/>
        <a:ea typeface="+mn-ea"/>
        <a:cs typeface="+mn-cs"/>
      </a:defRPr>
    </a:lvl5pPr>
    <a:lvl6pPr marL="1622054" algn="l" defTabSz="648822" rtl="0" eaLnBrk="1" latinLnBrk="0" hangingPunct="1">
      <a:defRPr sz="1200" kern="1200">
        <a:solidFill>
          <a:schemeClr val="tx1"/>
        </a:solidFill>
        <a:latin typeface="+mn-lt"/>
        <a:ea typeface="+mn-ea"/>
        <a:cs typeface="+mn-cs"/>
      </a:defRPr>
    </a:lvl6pPr>
    <a:lvl7pPr marL="1946465" algn="l" defTabSz="648822" rtl="0" eaLnBrk="1" latinLnBrk="0" hangingPunct="1">
      <a:defRPr sz="1200" kern="1200">
        <a:solidFill>
          <a:schemeClr val="tx1"/>
        </a:solidFill>
        <a:latin typeface="+mn-lt"/>
        <a:ea typeface="+mn-ea"/>
        <a:cs typeface="+mn-cs"/>
      </a:defRPr>
    </a:lvl7pPr>
    <a:lvl8pPr marL="2270875" algn="l" defTabSz="648822" rtl="0" eaLnBrk="1" latinLnBrk="0" hangingPunct="1">
      <a:defRPr sz="1200" kern="1200">
        <a:solidFill>
          <a:schemeClr val="tx1"/>
        </a:solidFill>
        <a:latin typeface="+mn-lt"/>
        <a:ea typeface="+mn-ea"/>
        <a:cs typeface="+mn-cs"/>
      </a:defRPr>
    </a:lvl8pPr>
    <a:lvl9pPr marL="2595287" algn="l" defTabSz="648822" rtl="0" eaLnBrk="1" latinLnBrk="0" hangingPunct="1">
      <a:defRPr sz="12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08E4D5-8A18-4BBB-8A0F-AD533DE4BC58}">
          <p14:sldIdLst>
            <p14:sldId id="424"/>
            <p14:sldId id="448"/>
            <p14:sldId id="426"/>
            <p14:sldId id="427"/>
            <p14:sldId id="442"/>
            <p14:sldId id="428"/>
            <p14:sldId id="439"/>
            <p14:sldId id="430"/>
            <p14:sldId id="431"/>
            <p14:sldId id="457"/>
            <p14:sldId id="458"/>
            <p14:sldId id="459"/>
            <p14:sldId id="460"/>
            <p14:sldId id="461"/>
            <p14:sldId id="432"/>
            <p14:sldId id="440"/>
            <p14:sldId id="462"/>
            <p14:sldId id="464"/>
            <p14:sldId id="441"/>
            <p14:sldId id="433"/>
            <p14:sldId id="434"/>
            <p14:sldId id="435"/>
            <p14:sldId id="436"/>
            <p14:sldId id="437"/>
            <p14:sldId id="438"/>
            <p14:sldId id="465"/>
            <p14:sldId id="466"/>
            <p14:sldId id="467"/>
            <p14:sldId id="468"/>
            <p14:sldId id="443"/>
            <p14:sldId id="445"/>
            <p14:sldId id="446"/>
            <p14:sldId id="456"/>
            <p14:sldId id="447"/>
            <p14:sldId id="450"/>
            <p14:sldId id="452"/>
            <p14:sldId id="469"/>
            <p14:sldId id="470"/>
            <p14:sldId id="471"/>
            <p14:sldId id="453"/>
            <p14:sldId id="474"/>
            <p14:sldId id="472"/>
            <p14:sldId id="473"/>
            <p14:sldId id="476"/>
            <p14:sldId id="455"/>
            <p14:sldId id="454"/>
            <p14:sldId id="477"/>
            <p14:sldId id="4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829">
          <p15:clr>
            <a:srgbClr val="A4A3A4"/>
          </p15:clr>
        </p15:guide>
        <p15:guide id="4" pos="31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6F1"/>
    <a:srgbClr val="061982"/>
    <a:srgbClr val="103A6F"/>
    <a:srgbClr val="208CE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14"/>
    <p:restoredTop sz="86128"/>
  </p:normalViewPr>
  <p:slideViewPr>
    <p:cSldViewPr snapToGrid="0" snapToObjects="1">
      <p:cViewPr varScale="1">
        <p:scale>
          <a:sx n="66" d="100"/>
          <a:sy n="66" d="100"/>
        </p:scale>
        <p:origin x="1392" y="52"/>
      </p:cViewPr>
      <p:guideLst>
        <p:guide orient="horz" pos="2160"/>
        <p:guide pos="3840"/>
        <p:guide orient="horz" pos="1829"/>
        <p:guide pos="313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2DCF69B0-BC29-CD44-972E-214E58CE5DE2}" type="datetimeFigureOut">
              <a:rPr lang="en-US" smtClean="0"/>
              <a:t>2/26/2024</a:t>
            </a:fld>
            <a:endParaRPr lang="en-US"/>
          </a:p>
        </p:txBody>
      </p:sp>
      <p:sp>
        <p:nvSpPr>
          <p:cNvPr id="4" name="Slide Image Placeholder 3"/>
          <p:cNvSpPr>
            <a:spLocks noGrp="1" noRot="1" noChangeAspect="1"/>
          </p:cNvSpPr>
          <p:nvPr>
            <p:ph type="sldImg" idx="2"/>
          </p:nvPr>
        </p:nvSpPr>
        <p:spPr>
          <a:xfrm>
            <a:off x="2371725" y="514350"/>
            <a:ext cx="440055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54CE95B0-1C6C-F445-90DE-5A699FAEF4C6}" type="slidenum">
              <a:rPr lang="en-US" smtClean="0"/>
              <a:t>‹#›</a:t>
            </a:fld>
            <a:endParaRPr lang="en-US"/>
          </a:p>
        </p:txBody>
      </p:sp>
    </p:spTree>
    <p:extLst>
      <p:ext uri="{BB962C8B-B14F-4D97-AF65-F5344CB8AC3E}">
        <p14:creationId xmlns:p14="http://schemas.microsoft.com/office/powerpoint/2010/main" val="328913742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search?sxsrf=APwXEddHLyNdeoOa5_lX3ndXpNCJQ9b5ww:1680061982148&amp;q=evokes&amp;si=AMnBZoEP2YukYW07_nAjizsjQPEkOdmyi1ycMTX4w1YzpKXM-TGxSKlP6ztgz_c2FgEhIhkbAT3kJZWVs9cNrKM28XV9cezudg==&amp;expnd=1"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Stimuli= </a:t>
            </a:r>
            <a:r>
              <a:rPr lang="en-US" sz="1200" b="0" i="0" kern="1200" dirty="0">
                <a:solidFill>
                  <a:schemeClr val="tx1"/>
                </a:solidFill>
                <a:effectLst/>
                <a:latin typeface="+mn-lt"/>
                <a:ea typeface="+mn-ea"/>
                <a:cs typeface="+mn-cs"/>
              </a:rPr>
              <a:t>a thing or event that </a:t>
            </a:r>
            <a:r>
              <a:rPr lang="en-US" sz="1200" b="0" i="0" u="none" strike="noStrike" kern="1200" dirty="0">
                <a:solidFill>
                  <a:schemeClr val="tx1"/>
                </a:solidFill>
                <a:effectLst/>
                <a:latin typeface="+mn-lt"/>
                <a:ea typeface="+mn-ea"/>
                <a:cs typeface="+mn-cs"/>
                <a:hlinkClick r:id="rId3"/>
              </a:rPr>
              <a:t>evokes</a:t>
            </a:r>
            <a:r>
              <a:rPr lang="en-US" sz="1200" b="0" i="0" kern="1200" dirty="0">
                <a:solidFill>
                  <a:schemeClr val="tx1"/>
                </a:solidFill>
                <a:effectLst/>
                <a:latin typeface="+mn-lt"/>
                <a:ea typeface="+mn-ea"/>
                <a:cs typeface="+mn-cs"/>
              </a:rPr>
              <a:t> a specific functional reaction</a:t>
            </a:r>
            <a:endParaRPr lang="en-US" dirty="0"/>
          </a:p>
        </p:txBody>
      </p:sp>
      <p:sp>
        <p:nvSpPr>
          <p:cNvPr id="4" name="Slide Number Placeholder 3"/>
          <p:cNvSpPr>
            <a:spLocks noGrp="1"/>
          </p:cNvSpPr>
          <p:nvPr>
            <p:ph type="sldNum" sz="quarter" idx="10"/>
          </p:nvPr>
        </p:nvSpPr>
        <p:spPr/>
        <p:txBody>
          <a:bodyPr/>
          <a:lstStyle/>
          <a:p>
            <a:fld id="{54CE95B0-1C6C-F445-90DE-5A699FAEF4C6}" type="slidenum">
              <a:rPr lang="en-US" smtClean="0"/>
              <a:t>40</a:t>
            </a:fld>
            <a:endParaRPr lang="en-US"/>
          </a:p>
        </p:txBody>
      </p:sp>
    </p:spTree>
    <p:extLst>
      <p:ext uri="{BB962C8B-B14F-4D97-AF65-F5344CB8AC3E}">
        <p14:creationId xmlns:p14="http://schemas.microsoft.com/office/powerpoint/2010/main" val="218610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rot="5400000">
            <a:off x="-2725540" y="2725543"/>
            <a:ext cx="5823809" cy="3727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2516507" y="2875730"/>
            <a:ext cx="5822317" cy="54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94541" y="642650"/>
            <a:ext cx="8199954" cy="3019679"/>
          </a:xfrm>
        </p:spPr>
        <p:txBody>
          <a:bodyPr anchor="b">
            <a:normAutofit/>
          </a:bodyPr>
          <a:lstStyle>
            <a:lvl1pPr algn="l">
              <a:lnSpc>
                <a:spcPct val="85000"/>
              </a:lnSpc>
              <a:defRPr sz="5700" spc="-35" baseline="0">
                <a:solidFill>
                  <a:schemeClr val="tx1">
                    <a:lumMod val="85000"/>
                    <a:lumOff val="15000"/>
                  </a:schemeClr>
                </a:solidFill>
              </a:defRPr>
            </a:lvl1pPr>
          </a:lstStyle>
          <a:p>
            <a:r>
              <a:rPr lang="en-AU"/>
              <a:t>Click to edit Master title style</a:t>
            </a:r>
            <a:endParaRPr lang="en-US" dirty="0"/>
          </a:p>
        </p:txBody>
      </p:sp>
      <p:sp>
        <p:nvSpPr>
          <p:cNvPr id="3" name="Subtitle 2"/>
          <p:cNvSpPr>
            <a:spLocks noGrp="1"/>
          </p:cNvSpPr>
          <p:nvPr>
            <p:ph type="subTitle" idx="1"/>
          </p:nvPr>
        </p:nvSpPr>
        <p:spPr>
          <a:xfrm>
            <a:off x="896801" y="3772839"/>
            <a:ext cx="8199954" cy="967846"/>
          </a:xfrm>
        </p:spPr>
        <p:txBody>
          <a:bodyPr lIns="64882" rIns="64882">
            <a:normAutofit/>
          </a:bodyPr>
          <a:lstStyle>
            <a:lvl1pPr marL="0" indent="0" algn="l">
              <a:buNone/>
              <a:defRPr sz="1700" cap="all" spc="142" baseline="0">
                <a:solidFill>
                  <a:schemeClr val="tx2"/>
                </a:solidFill>
                <a:latin typeface="+mj-lt"/>
              </a:defRPr>
            </a:lvl1pPr>
            <a:lvl2pPr marL="324410" indent="0" algn="ctr">
              <a:buNone/>
              <a:defRPr sz="1700"/>
            </a:lvl2pPr>
            <a:lvl3pPr marL="648822" indent="0" algn="ctr">
              <a:buNone/>
              <a:defRPr sz="1700"/>
            </a:lvl3pPr>
            <a:lvl4pPr marL="973232" indent="0" algn="ctr">
              <a:buNone/>
              <a:defRPr sz="1400"/>
            </a:lvl4pPr>
            <a:lvl5pPr marL="1297643" indent="0" algn="ctr">
              <a:buNone/>
              <a:defRPr sz="1400"/>
            </a:lvl5pPr>
            <a:lvl6pPr marL="1622054" indent="0" algn="ctr">
              <a:buNone/>
              <a:defRPr sz="1400"/>
            </a:lvl6pPr>
            <a:lvl7pPr marL="1946465" indent="0" algn="ctr">
              <a:buNone/>
              <a:defRPr sz="1400"/>
            </a:lvl7pPr>
            <a:lvl8pPr marL="2270875" indent="0" algn="ctr">
              <a:buNone/>
              <a:defRPr sz="1400"/>
            </a:lvl8pPr>
            <a:lvl9pPr marL="2595287" indent="0" algn="ctr">
              <a:buNone/>
              <a:defRPr sz="1400"/>
            </a:lvl9pPr>
          </a:lstStyle>
          <a:p>
            <a:r>
              <a:rPr lang="en-AU"/>
              <a:t>Click to edit Master subtitle style</a:t>
            </a:r>
            <a:endParaRPr lang="en-US" dirty="0"/>
          </a:p>
        </p:txBody>
      </p:sp>
    </p:spTree>
    <p:extLst>
      <p:ext uri="{BB962C8B-B14F-4D97-AF65-F5344CB8AC3E}">
        <p14:creationId xmlns:p14="http://schemas.microsoft.com/office/powerpoint/2010/main" val="2001017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6575" y="30136"/>
            <a:ext cx="8199954" cy="854924"/>
          </a:xfrm>
        </p:spPr>
        <p:txBody>
          <a:bodyPr/>
          <a:lstStyle>
            <a:lvl1pPr>
              <a:defRPr b="1"/>
            </a:lvl1pPr>
          </a:lstStyle>
          <a:p>
            <a:r>
              <a:rPr lang="en-AU"/>
              <a:t>Click to edit Master title style</a:t>
            </a:r>
            <a:endParaRPr lang="en-US" dirty="0"/>
          </a:p>
        </p:txBody>
      </p:sp>
      <p:sp>
        <p:nvSpPr>
          <p:cNvPr id="3" name="Content Placeholder 2"/>
          <p:cNvSpPr>
            <a:spLocks noGrp="1"/>
          </p:cNvSpPr>
          <p:nvPr>
            <p:ph idx="1"/>
          </p:nvPr>
        </p:nvSpPr>
        <p:spPr/>
        <p:txBody>
          <a:body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1510672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rot="5400000">
            <a:off x="-2712321" y="2712330"/>
            <a:ext cx="5808213" cy="3835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2502398" y="2877260"/>
            <a:ext cx="5808213" cy="536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94541" y="642650"/>
            <a:ext cx="8199954" cy="3019679"/>
          </a:xfrm>
        </p:spPr>
        <p:txBody>
          <a:bodyPr anchor="b" anchorCtr="0">
            <a:normAutofit/>
          </a:bodyPr>
          <a:lstStyle>
            <a:lvl1pPr>
              <a:lnSpc>
                <a:spcPct val="85000"/>
              </a:lnSpc>
              <a:defRPr sz="5700" b="0">
                <a:solidFill>
                  <a:schemeClr val="tx1">
                    <a:lumMod val="85000"/>
                    <a:lumOff val="15000"/>
                  </a:schemeClr>
                </a:solidFill>
              </a:defRPr>
            </a:lvl1pPr>
          </a:lstStyle>
          <a:p>
            <a:r>
              <a:rPr lang="en-AU"/>
              <a:t>Click to edit Master title style</a:t>
            </a:r>
            <a:endParaRPr lang="en-US" dirty="0"/>
          </a:p>
        </p:txBody>
      </p:sp>
      <p:sp>
        <p:nvSpPr>
          <p:cNvPr id="3" name="Text Placeholder 2"/>
          <p:cNvSpPr>
            <a:spLocks noGrp="1"/>
          </p:cNvSpPr>
          <p:nvPr>
            <p:ph type="body" idx="1"/>
          </p:nvPr>
        </p:nvSpPr>
        <p:spPr>
          <a:xfrm>
            <a:off x="894541" y="3770729"/>
            <a:ext cx="8199954" cy="967846"/>
          </a:xfrm>
        </p:spPr>
        <p:txBody>
          <a:bodyPr lIns="64882" rIns="64882" anchor="t" anchorCtr="0">
            <a:normAutofit/>
          </a:bodyPr>
          <a:lstStyle>
            <a:lvl1pPr marL="0" indent="0">
              <a:buNone/>
              <a:defRPr sz="1700" cap="all" spc="142" baseline="0">
                <a:solidFill>
                  <a:schemeClr val="tx2"/>
                </a:solidFill>
                <a:latin typeface="+mj-lt"/>
              </a:defRPr>
            </a:lvl1pPr>
            <a:lvl2pPr marL="324410" indent="0">
              <a:buNone/>
              <a:defRPr sz="1200">
                <a:solidFill>
                  <a:schemeClr val="tx1">
                    <a:tint val="75000"/>
                  </a:schemeClr>
                </a:solidFill>
              </a:defRPr>
            </a:lvl2pPr>
            <a:lvl3pPr marL="648822" indent="0">
              <a:buNone/>
              <a:defRPr sz="1100">
                <a:solidFill>
                  <a:schemeClr val="tx1">
                    <a:tint val="75000"/>
                  </a:schemeClr>
                </a:solidFill>
              </a:defRPr>
            </a:lvl3pPr>
            <a:lvl4pPr marL="973232" indent="0">
              <a:buNone/>
              <a:defRPr sz="1000">
                <a:solidFill>
                  <a:schemeClr val="tx1">
                    <a:tint val="75000"/>
                  </a:schemeClr>
                </a:solidFill>
              </a:defRPr>
            </a:lvl4pPr>
            <a:lvl5pPr marL="1297643" indent="0">
              <a:buNone/>
              <a:defRPr sz="1000">
                <a:solidFill>
                  <a:schemeClr val="tx1">
                    <a:tint val="75000"/>
                  </a:schemeClr>
                </a:solidFill>
              </a:defRPr>
            </a:lvl5pPr>
            <a:lvl6pPr marL="1622054" indent="0">
              <a:buNone/>
              <a:defRPr sz="1000">
                <a:solidFill>
                  <a:schemeClr val="tx1">
                    <a:tint val="75000"/>
                  </a:schemeClr>
                </a:solidFill>
              </a:defRPr>
            </a:lvl6pPr>
            <a:lvl7pPr marL="1946465" indent="0">
              <a:buNone/>
              <a:defRPr sz="1000">
                <a:solidFill>
                  <a:schemeClr val="tx1">
                    <a:tint val="75000"/>
                  </a:schemeClr>
                </a:solidFill>
              </a:defRPr>
            </a:lvl7pPr>
            <a:lvl8pPr marL="2270875" indent="0">
              <a:buNone/>
              <a:defRPr sz="1000">
                <a:solidFill>
                  <a:schemeClr val="tx1">
                    <a:tint val="75000"/>
                  </a:schemeClr>
                </a:solidFill>
              </a:defRPr>
            </a:lvl8pPr>
            <a:lvl9pPr marL="2595287" indent="0">
              <a:buNone/>
              <a:defRPr sz="1000">
                <a:solidFill>
                  <a:schemeClr val="tx1">
                    <a:tint val="75000"/>
                  </a:schemeClr>
                </a:solidFill>
              </a:defRPr>
            </a:lvl9pPr>
          </a:lstStyle>
          <a:p>
            <a:pPr lvl="0"/>
            <a:r>
              <a:rPr lang="en-AU"/>
              <a:t>Click to edit Master text styles</a:t>
            </a:r>
          </a:p>
        </p:txBody>
      </p:sp>
      <p:cxnSp>
        <p:nvCxnSpPr>
          <p:cNvPr id="9" name="Straight Connector 8"/>
          <p:cNvCxnSpPr/>
          <p:nvPr/>
        </p:nvCxnSpPr>
        <p:spPr>
          <a:xfrm>
            <a:off x="984527" y="3677815"/>
            <a:ext cx="805086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5400000">
            <a:off x="-2712321" y="2712332"/>
            <a:ext cx="5808213" cy="3835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rot="5400000">
            <a:off x="-2712321" y="2712332"/>
            <a:ext cx="5808213" cy="3835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7280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795671" y="210668"/>
            <a:ext cx="8199954" cy="661741"/>
          </a:xfrm>
        </p:spPr>
        <p:txBody>
          <a:bodyPr/>
          <a:lstStyle/>
          <a:p>
            <a:r>
              <a:rPr lang="en-AU"/>
              <a:t>Click to edit Master title style</a:t>
            </a:r>
            <a:endParaRPr lang="en-US" dirty="0"/>
          </a:p>
        </p:txBody>
      </p:sp>
      <p:sp>
        <p:nvSpPr>
          <p:cNvPr id="3" name="Content Placeholder 2"/>
          <p:cNvSpPr>
            <a:spLocks noGrp="1"/>
          </p:cNvSpPr>
          <p:nvPr>
            <p:ph sz="half" idx="1"/>
          </p:nvPr>
        </p:nvSpPr>
        <p:spPr>
          <a:xfrm>
            <a:off x="894543" y="1562898"/>
            <a:ext cx="4025432" cy="3406817"/>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
        <p:nvSpPr>
          <p:cNvPr id="4" name="Content Placeholder 3"/>
          <p:cNvSpPr>
            <a:spLocks noGrp="1"/>
          </p:cNvSpPr>
          <p:nvPr>
            <p:ph sz="half" idx="2"/>
          </p:nvPr>
        </p:nvSpPr>
        <p:spPr>
          <a:xfrm>
            <a:off x="5069066" y="1562898"/>
            <a:ext cx="4025432" cy="3406817"/>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Tree>
    <p:extLst>
      <p:ext uri="{BB962C8B-B14F-4D97-AF65-F5344CB8AC3E}">
        <p14:creationId xmlns:p14="http://schemas.microsoft.com/office/powerpoint/2010/main" val="98804922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06655" y="277193"/>
            <a:ext cx="8199954" cy="595217"/>
          </a:xfrm>
        </p:spPr>
        <p:txBody>
          <a:bodyPr/>
          <a:lstStyle/>
          <a:p>
            <a:r>
              <a:rPr lang="en-AU"/>
              <a:t>Click to edit Master title style</a:t>
            </a:r>
            <a:endParaRPr lang="en-US" dirty="0"/>
          </a:p>
        </p:txBody>
      </p:sp>
      <p:sp>
        <p:nvSpPr>
          <p:cNvPr id="3" name="Text Placeholder 2"/>
          <p:cNvSpPr>
            <a:spLocks noGrp="1"/>
          </p:cNvSpPr>
          <p:nvPr>
            <p:ph type="body" idx="1"/>
          </p:nvPr>
        </p:nvSpPr>
        <p:spPr>
          <a:xfrm>
            <a:off x="894543" y="1563163"/>
            <a:ext cx="4025432" cy="623455"/>
          </a:xfrm>
        </p:spPr>
        <p:txBody>
          <a:bodyPr lIns="64882" rIns="64882" anchor="ctr">
            <a:normAutofit/>
          </a:bodyPr>
          <a:lstStyle>
            <a:lvl1pPr marL="0" indent="0">
              <a:buNone/>
              <a:defRPr sz="1400" b="0" cap="all" baseline="0">
                <a:solidFill>
                  <a:schemeClr val="tx2"/>
                </a:solidFill>
              </a:defRPr>
            </a:lvl1pPr>
            <a:lvl2pPr marL="324410" indent="0">
              <a:buNone/>
              <a:defRPr sz="1400" b="1"/>
            </a:lvl2pPr>
            <a:lvl3pPr marL="648822" indent="0">
              <a:buNone/>
              <a:defRPr sz="1200" b="1"/>
            </a:lvl3pPr>
            <a:lvl4pPr marL="973232" indent="0">
              <a:buNone/>
              <a:defRPr sz="1100" b="1"/>
            </a:lvl4pPr>
            <a:lvl5pPr marL="1297643" indent="0">
              <a:buNone/>
              <a:defRPr sz="1100" b="1"/>
            </a:lvl5pPr>
            <a:lvl6pPr marL="1622054" indent="0">
              <a:buNone/>
              <a:defRPr sz="1100" b="1"/>
            </a:lvl6pPr>
            <a:lvl7pPr marL="1946465" indent="0">
              <a:buNone/>
              <a:defRPr sz="1100" b="1"/>
            </a:lvl7pPr>
            <a:lvl8pPr marL="2270875" indent="0">
              <a:buNone/>
              <a:defRPr sz="1100" b="1"/>
            </a:lvl8pPr>
            <a:lvl9pPr marL="2595287" indent="0">
              <a:buNone/>
              <a:defRPr sz="1100" b="1"/>
            </a:lvl9pPr>
          </a:lstStyle>
          <a:p>
            <a:pPr lvl="0"/>
            <a:r>
              <a:rPr lang="en-AU"/>
              <a:t>Click to edit Master text styles</a:t>
            </a:r>
          </a:p>
        </p:txBody>
      </p:sp>
      <p:sp>
        <p:nvSpPr>
          <p:cNvPr id="4" name="Content Placeholder 3"/>
          <p:cNvSpPr>
            <a:spLocks noGrp="1"/>
          </p:cNvSpPr>
          <p:nvPr>
            <p:ph sz="half" idx="2"/>
          </p:nvPr>
        </p:nvSpPr>
        <p:spPr>
          <a:xfrm>
            <a:off x="894543" y="2186619"/>
            <a:ext cx="4025432" cy="2783095"/>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
        <p:nvSpPr>
          <p:cNvPr id="5" name="Text Placeholder 4"/>
          <p:cNvSpPr>
            <a:spLocks noGrp="1"/>
          </p:cNvSpPr>
          <p:nvPr>
            <p:ph type="body" sz="quarter" idx="3"/>
          </p:nvPr>
        </p:nvSpPr>
        <p:spPr>
          <a:xfrm>
            <a:off x="5069066" y="1563163"/>
            <a:ext cx="4025432" cy="623455"/>
          </a:xfrm>
        </p:spPr>
        <p:txBody>
          <a:bodyPr lIns="64882" rIns="64882" anchor="ctr">
            <a:normAutofit/>
          </a:bodyPr>
          <a:lstStyle>
            <a:lvl1pPr marL="0" indent="0">
              <a:buNone/>
              <a:defRPr sz="1400" b="0" cap="all" baseline="0">
                <a:solidFill>
                  <a:schemeClr val="tx2"/>
                </a:solidFill>
              </a:defRPr>
            </a:lvl1pPr>
            <a:lvl2pPr marL="324410" indent="0">
              <a:buNone/>
              <a:defRPr sz="1400" b="1"/>
            </a:lvl2pPr>
            <a:lvl3pPr marL="648822" indent="0">
              <a:buNone/>
              <a:defRPr sz="1200" b="1"/>
            </a:lvl3pPr>
            <a:lvl4pPr marL="973232" indent="0">
              <a:buNone/>
              <a:defRPr sz="1100" b="1"/>
            </a:lvl4pPr>
            <a:lvl5pPr marL="1297643" indent="0">
              <a:buNone/>
              <a:defRPr sz="1100" b="1"/>
            </a:lvl5pPr>
            <a:lvl6pPr marL="1622054" indent="0">
              <a:buNone/>
              <a:defRPr sz="1100" b="1"/>
            </a:lvl6pPr>
            <a:lvl7pPr marL="1946465" indent="0">
              <a:buNone/>
              <a:defRPr sz="1100" b="1"/>
            </a:lvl7pPr>
            <a:lvl8pPr marL="2270875" indent="0">
              <a:buNone/>
              <a:defRPr sz="1100" b="1"/>
            </a:lvl8pPr>
            <a:lvl9pPr marL="2595287" indent="0">
              <a:buNone/>
              <a:defRPr sz="1100" b="1"/>
            </a:lvl9pPr>
          </a:lstStyle>
          <a:p>
            <a:pPr lvl="0"/>
            <a:r>
              <a:rPr lang="en-AU"/>
              <a:t>Click to edit Master text styles</a:t>
            </a:r>
          </a:p>
        </p:txBody>
      </p:sp>
      <p:sp>
        <p:nvSpPr>
          <p:cNvPr id="6" name="Content Placeholder 5"/>
          <p:cNvSpPr>
            <a:spLocks noGrp="1"/>
          </p:cNvSpPr>
          <p:nvPr>
            <p:ph sz="quarter" idx="4"/>
          </p:nvPr>
        </p:nvSpPr>
        <p:spPr>
          <a:xfrm>
            <a:off x="5069066" y="2186619"/>
            <a:ext cx="4025432" cy="2783095"/>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Tree>
    <p:extLst>
      <p:ext uri="{BB962C8B-B14F-4D97-AF65-F5344CB8AC3E}">
        <p14:creationId xmlns:p14="http://schemas.microsoft.com/office/powerpoint/2010/main" val="17997155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6575" y="-3128"/>
            <a:ext cx="8199954" cy="854924"/>
          </a:xfrm>
        </p:spPr>
        <p:txBody>
          <a:bodyPr/>
          <a:lstStyle/>
          <a:p>
            <a:r>
              <a:rPr lang="en-AU"/>
              <a:t>Click to edit Master title style</a:t>
            </a:r>
            <a:endParaRPr lang="en-US" dirty="0"/>
          </a:p>
        </p:txBody>
      </p:sp>
    </p:spTree>
    <p:extLst>
      <p:ext uri="{BB962C8B-B14F-4D97-AF65-F5344CB8AC3E}">
        <p14:creationId xmlns:p14="http://schemas.microsoft.com/office/powerpoint/2010/main" val="512080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594" y="5419940"/>
            <a:ext cx="9936750" cy="3871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9" y="5363643"/>
            <a:ext cx="9936750" cy="54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p:cNvSpPr/>
          <p:nvPr/>
        </p:nvSpPr>
        <p:spPr>
          <a:xfrm>
            <a:off x="2594" y="5419942"/>
            <a:ext cx="9936750" cy="3871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p:cNvSpPr/>
          <p:nvPr userDrawn="1"/>
        </p:nvSpPr>
        <p:spPr>
          <a:xfrm>
            <a:off x="2594" y="5419942"/>
            <a:ext cx="9936750" cy="3871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75956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9" y="3"/>
            <a:ext cx="3302344" cy="5807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293605" y="3"/>
            <a:ext cx="52182" cy="5807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72729" y="503282"/>
            <a:ext cx="2609077" cy="1935692"/>
          </a:xfrm>
        </p:spPr>
        <p:txBody>
          <a:bodyPr anchor="b">
            <a:normAutofit/>
          </a:bodyPr>
          <a:lstStyle>
            <a:lvl1pPr>
              <a:defRPr sz="2600" b="0">
                <a:solidFill>
                  <a:srgbClr val="FFFFFF"/>
                </a:solidFill>
              </a:defRPr>
            </a:lvl1pPr>
          </a:lstStyle>
          <a:p>
            <a:r>
              <a:rPr lang="en-AU"/>
              <a:t>Click to edit Master title style</a:t>
            </a:r>
            <a:endParaRPr lang="en-US" dirty="0"/>
          </a:p>
        </p:txBody>
      </p:sp>
      <p:sp>
        <p:nvSpPr>
          <p:cNvPr id="3" name="Content Placeholder 2"/>
          <p:cNvSpPr>
            <a:spLocks noGrp="1"/>
          </p:cNvSpPr>
          <p:nvPr>
            <p:ph idx="1"/>
          </p:nvPr>
        </p:nvSpPr>
        <p:spPr>
          <a:xfrm>
            <a:off x="3913618" y="619421"/>
            <a:ext cx="5292697" cy="4452091"/>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
        <p:nvSpPr>
          <p:cNvPr id="4" name="Text Placeholder 3"/>
          <p:cNvSpPr>
            <a:spLocks noGrp="1"/>
          </p:cNvSpPr>
          <p:nvPr>
            <p:ph type="body" sz="half" idx="2"/>
          </p:nvPr>
        </p:nvSpPr>
        <p:spPr>
          <a:xfrm>
            <a:off x="372729" y="2477687"/>
            <a:ext cx="2609077" cy="2861304"/>
          </a:xfrm>
        </p:spPr>
        <p:txBody>
          <a:bodyPr lIns="64882" rIns="64882">
            <a:normAutofit/>
          </a:bodyPr>
          <a:lstStyle>
            <a:lvl1pPr marL="0" indent="0">
              <a:buNone/>
              <a:defRPr sz="1100">
                <a:solidFill>
                  <a:srgbClr val="FFFFFF"/>
                </a:solidFill>
              </a:defRPr>
            </a:lvl1pPr>
            <a:lvl2pPr marL="324410" indent="0">
              <a:buNone/>
              <a:defRPr sz="900"/>
            </a:lvl2pPr>
            <a:lvl3pPr marL="648822" indent="0">
              <a:buNone/>
              <a:defRPr sz="700"/>
            </a:lvl3pPr>
            <a:lvl4pPr marL="973232" indent="0">
              <a:buNone/>
              <a:defRPr sz="700"/>
            </a:lvl4pPr>
            <a:lvl5pPr marL="1297643" indent="0">
              <a:buNone/>
              <a:defRPr sz="700"/>
            </a:lvl5pPr>
            <a:lvl6pPr marL="1622054" indent="0">
              <a:buNone/>
              <a:defRPr sz="700"/>
            </a:lvl6pPr>
            <a:lvl7pPr marL="1946465" indent="0">
              <a:buNone/>
              <a:defRPr sz="700"/>
            </a:lvl7pPr>
            <a:lvl8pPr marL="2270875" indent="0">
              <a:buNone/>
              <a:defRPr sz="700"/>
            </a:lvl8pPr>
            <a:lvl9pPr marL="2595287" indent="0">
              <a:buNone/>
              <a:defRPr sz="700"/>
            </a:lvl9pPr>
          </a:lstStyle>
          <a:p>
            <a:pPr lvl="0"/>
            <a:r>
              <a:rPr lang="en-AU"/>
              <a:t>Click to edit Master text styles</a:t>
            </a:r>
          </a:p>
        </p:txBody>
      </p:sp>
    </p:spTree>
    <p:extLst>
      <p:ext uri="{BB962C8B-B14F-4D97-AF65-F5344CB8AC3E}">
        <p14:creationId xmlns:p14="http://schemas.microsoft.com/office/powerpoint/2010/main" val="3685389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7" y="4194001"/>
            <a:ext cx="9936750" cy="16130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9" y="4161887"/>
            <a:ext cx="9936750" cy="54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94542" y="4297237"/>
            <a:ext cx="8244992" cy="696849"/>
          </a:xfrm>
        </p:spPr>
        <p:txBody>
          <a:bodyPr tIns="0" bIns="0" anchor="b">
            <a:noAutofit/>
          </a:bodyPr>
          <a:lstStyle>
            <a:lvl1pPr>
              <a:defRPr sz="2600" b="0">
                <a:solidFill>
                  <a:srgbClr val="FFFFFF"/>
                </a:solidFill>
              </a:defRPr>
            </a:lvl1pPr>
          </a:lstStyle>
          <a:p>
            <a:r>
              <a:rPr lang="en-AU"/>
              <a:t>Click to edit Master title style</a:t>
            </a:r>
            <a:endParaRPr lang="en-US" dirty="0"/>
          </a:p>
        </p:txBody>
      </p:sp>
      <p:sp>
        <p:nvSpPr>
          <p:cNvPr id="3" name="Picture Placeholder 2"/>
          <p:cNvSpPr>
            <a:spLocks noGrp="1" noChangeAspect="1"/>
          </p:cNvSpPr>
          <p:nvPr>
            <p:ph type="pic" idx="1"/>
          </p:nvPr>
        </p:nvSpPr>
        <p:spPr>
          <a:xfrm>
            <a:off x="17" y="4"/>
            <a:ext cx="9939327" cy="4161887"/>
          </a:xfrm>
          <a:solidFill>
            <a:schemeClr val="bg2">
              <a:lumMod val="90000"/>
            </a:schemeClr>
          </a:solidFill>
        </p:spPr>
        <p:txBody>
          <a:bodyPr lIns="324410" tIns="324410" anchor="t"/>
          <a:lstStyle>
            <a:lvl1pPr marL="0" indent="0">
              <a:buNone/>
              <a:defRPr sz="2300"/>
            </a:lvl1pPr>
            <a:lvl2pPr marL="324410" indent="0">
              <a:buNone/>
              <a:defRPr sz="2000"/>
            </a:lvl2pPr>
            <a:lvl3pPr marL="648822" indent="0">
              <a:buNone/>
              <a:defRPr sz="1700"/>
            </a:lvl3pPr>
            <a:lvl4pPr marL="973232" indent="0">
              <a:buNone/>
              <a:defRPr sz="1400"/>
            </a:lvl4pPr>
            <a:lvl5pPr marL="1297643" indent="0">
              <a:buNone/>
              <a:defRPr sz="1400"/>
            </a:lvl5pPr>
            <a:lvl6pPr marL="1622054" indent="0">
              <a:buNone/>
              <a:defRPr sz="1400"/>
            </a:lvl6pPr>
            <a:lvl7pPr marL="1946465" indent="0">
              <a:buNone/>
              <a:defRPr sz="1400"/>
            </a:lvl7pPr>
            <a:lvl8pPr marL="2270875" indent="0">
              <a:buNone/>
              <a:defRPr sz="1400"/>
            </a:lvl8pPr>
            <a:lvl9pPr marL="2595287" indent="0">
              <a:buNone/>
              <a:defRPr sz="1400"/>
            </a:lvl9pPr>
          </a:lstStyle>
          <a:p>
            <a:r>
              <a:rPr lang="en-AU"/>
              <a:t>Drag picture to placeholder or click icon to add</a:t>
            </a:r>
            <a:endParaRPr lang="en-US" dirty="0"/>
          </a:p>
        </p:txBody>
      </p:sp>
      <p:sp>
        <p:nvSpPr>
          <p:cNvPr id="4" name="Text Placeholder 3"/>
          <p:cNvSpPr>
            <a:spLocks noGrp="1"/>
          </p:cNvSpPr>
          <p:nvPr>
            <p:ph type="body" sz="half" idx="2"/>
          </p:nvPr>
        </p:nvSpPr>
        <p:spPr>
          <a:xfrm>
            <a:off x="894546" y="5001827"/>
            <a:ext cx="8244681" cy="503280"/>
          </a:xfrm>
        </p:spPr>
        <p:txBody>
          <a:bodyPr lIns="64882" tIns="0" rIns="64882" bIns="0">
            <a:normAutofit/>
          </a:bodyPr>
          <a:lstStyle>
            <a:lvl1pPr marL="0" indent="0">
              <a:spcBef>
                <a:spcPts val="0"/>
              </a:spcBef>
              <a:spcAft>
                <a:spcPts val="426"/>
              </a:spcAft>
              <a:buNone/>
              <a:defRPr sz="1100">
                <a:solidFill>
                  <a:srgbClr val="FFFFFF"/>
                </a:solidFill>
              </a:defRPr>
            </a:lvl1pPr>
            <a:lvl2pPr marL="324410" indent="0">
              <a:buNone/>
              <a:defRPr sz="900"/>
            </a:lvl2pPr>
            <a:lvl3pPr marL="648822" indent="0">
              <a:buNone/>
              <a:defRPr sz="700"/>
            </a:lvl3pPr>
            <a:lvl4pPr marL="973232" indent="0">
              <a:buNone/>
              <a:defRPr sz="700"/>
            </a:lvl4pPr>
            <a:lvl5pPr marL="1297643" indent="0">
              <a:buNone/>
              <a:defRPr sz="700"/>
            </a:lvl5pPr>
            <a:lvl6pPr marL="1622054" indent="0">
              <a:buNone/>
              <a:defRPr sz="700"/>
            </a:lvl6pPr>
            <a:lvl7pPr marL="1946465" indent="0">
              <a:buNone/>
              <a:defRPr sz="700"/>
            </a:lvl7pPr>
            <a:lvl8pPr marL="2270875" indent="0">
              <a:buNone/>
              <a:defRPr sz="700"/>
            </a:lvl8pPr>
            <a:lvl9pPr marL="2595287" indent="0">
              <a:buNone/>
              <a:defRPr sz="700"/>
            </a:lvl9pPr>
          </a:lstStyle>
          <a:p>
            <a:pPr lvl="0"/>
            <a:r>
              <a:rPr lang="en-AU"/>
              <a:t>Click to edit Master text styles</a:t>
            </a:r>
          </a:p>
        </p:txBody>
      </p:sp>
    </p:spTree>
    <p:extLst>
      <p:ext uri="{BB962C8B-B14F-4D97-AF65-F5344CB8AC3E}">
        <p14:creationId xmlns:p14="http://schemas.microsoft.com/office/powerpoint/2010/main" val="928106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6575" y="7960"/>
            <a:ext cx="8199954" cy="854924"/>
          </a:xfrm>
        </p:spPr>
        <p:txBody>
          <a:bodyPr/>
          <a:lstStyle/>
          <a:p>
            <a:r>
              <a:rPr lang="en-AU"/>
              <a:t>Click to edit Master title style</a:t>
            </a:r>
            <a:endParaRPr lang="en-US" dirty="0"/>
          </a:p>
        </p:txBody>
      </p:sp>
      <p:sp>
        <p:nvSpPr>
          <p:cNvPr id="3" name="Vertical Text Placeholder 2"/>
          <p:cNvSpPr>
            <a:spLocks noGrp="1"/>
          </p:cNvSpPr>
          <p:nvPr>
            <p:ph type="body" orient="vert" idx="1"/>
          </p:nvPr>
        </p:nvSpPr>
        <p:spPr/>
        <p:txBody>
          <a:bodyPr vert="eaVert" lIns="32441" tIns="0" rIns="32441" bIns="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Tree>
    <p:extLst>
      <p:ext uri="{BB962C8B-B14F-4D97-AF65-F5344CB8AC3E}">
        <p14:creationId xmlns:p14="http://schemas.microsoft.com/office/powerpoint/2010/main" val="1505864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594" y="5419940"/>
            <a:ext cx="9936750" cy="3871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5363643"/>
            <a:ext cx="9936750" cy="54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112844" y="349120"/>
            <a:ext cx="2143169" cy="4877248"/>
          </a:xfrm>
        </p:spPr>
        <p:txBody>
          <a:bodyPr vert="eaVert"/>
          <a:lstStyle/>
          <a:p>
            <a:r>
              <a:rPr lang="en-AU"/>
              <a:t>Click to edit Master title style</a:t>
            </a:r>
            <a:endParaRPr lang="en-US" dirty="0"/>
          </a:p>
        </p:txBody>
      </p:sp>
      <p:sp>
        <p:nvSpPr>
          <p:cNvPr id="3" name="Vertical Text Placeholder 2"/>
          <p:cNvSpPr>
            <a:spLocks noGrp="1"/>
          </p:cNvSpPr>
          <p:nvPr>
            <p:ph type="body" orient="vert" idx="1"/>
          </p:nvPr>
        </p:nvSpPr>
        <p:spPr>
          <a:xfrm>
            <a:off x="683331" y="349120"/>
            <a:ext cx="6305266" cy="4877248"/>
          </a:xfrm>
        </p:spPr>
        <p:txBody>
          <a:bodyPr vert="eaVert" lIns="32441" tIns="0" rIns="32441" bIns="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dirty="0"/>
          </a:p>
        </p:txBody>
      </p:sp>
    </p:spTree>
    <p:extLst>
      <p:ext uri="{BB962C8B-B14F-4D97-AF65-F5344CB8AC3E}">
        <p14:creationId xmlns:p14="http://schemas.microsoft.com/office/powerpoint/2010/main" val="96639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rot="5400000">
            <a:off x="-2724796" y="2724796"/>
            <a:ext cx="5822317" cy="3727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5400000">
            <a:off x="-2516496" y="2885068"/>
            <a:ext cx="5822317" cy="52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766575" y="96661"/>
            <a:ext cx="8199954" cy="854924"/>
          </a:xfrm>
          <a:prstGeom prst="rect">
            <a:avLst/>
          </a:prstGeom>
        </p:spPr>
        <p:txBody>
          <a:bodyPr vert="horz" lIns="64882" tIns="32441" rIns="64882" bIns="32441" rtlCol="0" anchor="b">
            <a:normAutofit/>
          </a:bodyPr>
          <a:lstStyle/>
          <a:p>
            <a:r>
              <a:rPr lang="en-AU"/>
              <a:t>Click to edit Master title style</a:t>
            </a:r>
            <a:endParaRPr lang="en-US" dirty="0"/>
          </a:p>
        </p:txBody>
      </p:sp>
      <p:sp>
        <p:nvSpPr>
          <p:cNvPr id="3" name="Text Placeholder 2"/>
          <p:cNvSpPr>
            <a:spLocks noGrp="1"/>
          </p:cNvSpPr>
          <p:nvPr>
            <p:ph type="body" idx="1"/>
          </p:nvPr>
        </p:nvSpPr>
        <p:spPr>
          <a:xfrm>
            <a:off x="814344" y="1135741"/>
            <a:ext cx="8280151" cy="4252984"/>
          </a:xfrm>
          <a:prstGeom prst="rect">
            <a:avLst/>
          </a:prstGeom>
        </p:spPr>
        <p:txBody>
          <a:bodyPr vert="horz" lIns="0" tIns="32441" rIns="0" bIns="32441" rtlCol="0">
            <a:normAutofit/>
          </a:body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5" name="Wave 14"/>
          <p:cNvSpPr/>
          <p:nvPr/>
        </p:nvSpPr>
        <p:spPr>
          <a:xfrm>
            <a:off x="769007" y="931353"/>
            <a:ext cx="8360139" cy="79202"/>
          </a:xfrm>
          <a:prstGeom prst="wave">
            <a:avLst/>
          </a:prstGeom>
          <a:solidFill>
            <a:srgbClr val="134F7E"/>
          </a:solidFill>
          <a:ln>
            <a:solidFill>
              <a:schemeClr val="accent2">
                <a:lumMod val="40000"/>
                <a:lumOff val="60000"/>
              </a:schemeClr>
            </a:solidFill>
          </a:ln>
          <a:effectLst>
            <a:outerShdw blurRad="38100" dist="25400" dir="2700000" algn="br" rotWithShape="0">
              <a:srgbClr val="000000">
                <a:alpha val="60000"/>
              </a:srgbClr>
            </a:outerShdw>
          </a:effectLst>
          <a:scene3d>
            <a:camera prst="perspectiveRelaxedModerately"/>
            <a:lightRig rig="threePt" dir="t"/>
          </a:scene3d>
        </p:spPr>
        <p:style>
          <a:lnRef idx="1">
            <a:schemeClr val="accent1"/>
          </a:lnRef>
          <a:fillRef idx="3">
            <a:schemeClr val="accent1"/>
          </a:fillRef>
          <a:effectRef idx="2">
            <a:schemeClr val="accent1"/>
          </a:effectRef>
          <a:fontRef idx="minor">
            <a:schemeClr val="lt1"/>
          </a:fontRef>
        </p:style>
        <p:txBody>
          <a:bodyPr lIns="64882" tIns="32441" rIns="64882" bIns="32441" rtlCol="0" anchor="ctr"/>
          <a:lstStyle/>
          <a:p>
            <a:pPr algn="ctr"/>
            <a:endParaRPr lang="en-US"/>
          </a:p>
        </p:txBody>
      </p:sp>
    </p:spTree>
    <p:extLst>
      <p:ext uri="{BB962C8B-B14F-4D97-AF65-F5344CB8AC3E}">
        <p14:creationId xmlns:p14="http://schemas.microsoft.com/office/powerpoint/2010/main" val="981033675"/>
      </p:ext>
    </p:extLst>
  </p:cSld>
  <p:clrMap bg1="lt1" tx1="dk1" bg2="lt2" tx2="dk2" accent1="accent1" accent2="accent2" accent3="accent3" accent4="accent4" accent5="accent5" accent6="accent6" hlink="hlink" folHlink="folHlink"/>
  <p:sldLayoutIdLst>
    <p:sldLayoutId id="2147484815" r:id="rId1"/>
    <p:sldLayoutId id="2147484816" r:id="rId2"/>
    <p:sldLayoutId id="2147484817" r:id="rId3"/>
    <p:sldLayoutId id="2147484818" r:id="rId4"/>
    <p:sldLayoutId id="2147484819" r:id="rId5"/>
    <p:sldLayoutId id="2147484820" r:id="rId6"/>
    <p:sldLayoutId id="2147484821" r:id="rId7"/>
    <p:sldLayoutId id="2147484822" r:id="rId8"/>
    <p:sldLayoutId id="2147484823" r:id="rId9"/>
    <p:sldLayoutId id="2147484824" r:id="rId10"/>
    <p:sldLayoutId id="2147484825" r:id="rId11"/>
  </p:sldLayoutIdLst>
  <p:hf hdr="0"/>
  <p:txStyles>
    <p:titleStyle>
      <a:lvl1pPr algn="l" defTabSz="648822" rtl="0" eaLnBrk="1" latinLnBrk="0" hangingPunct="1">
        <a:lnSpc>
          <a:spcPct val="85000"/>
        </a:lnSpc>
        <a:spcBef>
          <a:spcPct val="0"/>
        </a:spcBef>
        <a:buNone/>
        <a:defRPr sz="2400" b="1" kern="1200" spc="-35" baseline="0">
          <a:solidFill>
            <a:srgbClr val="134E7E"/>
          </a:solidFill>
          <a:latin typeface="+mj-lt"/>
          <a:ea typeface="+mj-ea"/>
          <a:cs typeface="+mj-cs"/>
        </a:defRPr>
      </a:lvl1pPr>
    </p:titleStyle>
    <p:body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p:bodyStyle>
    <p:otherStyle>
      <a:defPPr>
        <a:defRPr lang="en-US"/>
      </a:defPPr>
      <a:lvl1pPr marL="0" algn="l" defTabSz="648822" rtl="0" eaLnBrk="1" latinLnBrk="0" hangingPunct="1">
        <a:defRPr sz="1200" kern="1200">
          <a:solidFill>
            <a:schemeClr val="tx1"/>
          </a:solidFill>
          <a:latin typeface="+mn-lt"/>
          <a:ea typeface="+mn-ea"/>
          <a:cs typeface="+mn-cs"/>
        </a:defRPr>
      </a:lvl1pPr>
      <a:lvl2pPr marL="324410" algn="l" defTabSz="648822" rtl="0" eaLnBrk="1" latinLnBrk="0" hangingPunct="1">
        <a:defRPr sz="1200" kern="1200">
          <a:solidFill>
            <a:schemeClr val="tx1"/>
          </a:solidFill>
          <a:latin typeface="+mn-lt"/>
          <a:ea typeface="+mn-ea"/>
          <a:cs typeface="+mn-cs"/>
        </a:defRPr>
      </a:lvl2pPr>
      <a:lvl3pPr marL="648822" algn="l" defTabSz="648822" rtl="0" eaLnBrk="1" latinLnBrk="0" hangingPunct="1">
        <a:defRPr sz="1200" kern="1200">
          <a:solidFill>
            <a:schemeClr val="tx1"/>
          </a:solidFill>
          <a:latin typeface="+mn-lt"/>
          <a:ea typeface="+mn-ea"/>
          <a:cs typeface="+mn-cs"/>
        </a:defRPr>
      </a:lvl3pPr>
      <a:lvl4pPr marL="973232" algn="l" defTabSz="648822" rtl="0" eaLnBrk="1" latinLnBrk="0" hangingPunct="1">
        <a:defRPr sz="1200" kern="1200">
          <a:solidFill>
            <a:schemeClr val="tx1"/>
          </a:solidFill>
          <a:latin typeface="+mn-lt"/>
          <a:ea typeface="+mn-ea"/>
          <a:cs typeface="+mn-cs"/>
        </a:defRPr>
      </a:lvl4pPr>
      <a:lvl5pPr marL="1297643" algn="l" defTabSz="648822" rtl="0" eaLnBrk="1" latinLnBrk="0" hangingPunct="1">
        <a:defRPr sz="1200" kern="1200">
          <a:solidFill>
            <a:schemeClr val="tx1"/>
          </a:solidFill>
          <a:latin typeface="+mn-lt"/>
          <a:ea typeface="+mn-ea"/>
          <a:cs typeface="+mn-cs"/>
        </a:defRPr>
      </a:lvl5pPr>
      <a:lvl6pPr marL="1622054" algn="l" defTabSz="648822" rtl="0" eaLnBrk="1" latinLnBrk="0" hangingPunct="1">
        <a:defRPr sz="1200" kern="1200">
          <a:solidFill>
            <a:schemeClr val="tx1"/>
          </a:solidFill>
          <a:latin typeface="+mn-lt"/>
          <a:ea typeface="+mn-ea"/>
          <a:cs typeface="+mn-cs"/>
        </a:defRPr>
      </a:lvl6pPr>
      <a:lvl7pPr marL="1946465" algn="l" defTabSz="648822" rtl="0" eaLnBrk="1" latinLnBrk="0" hangingPunct="1">
        <a:defRPr sz="1200" kern="1200">
          <a:solidFill>
            <a:schemeClr val="tx1"/>
          </a:solidFill>
          <a:latin typeface="+mn-lt"/>
          <a:ea typeface="+mn-ea"/>
          <a:cs typeface="+mn-cs"/>
        </a:defRPr>
      </a:lvl7pPr>
      <a:lvl8pPr marL="2270875" algn="l" defTabSz="648822" rtl="0" eaLnBrk="1" latinLnBrk="0" hangingPunct="1">
        <a:defRPr sz="1200" kern="1200">
          <a:solidFill>
            <a:schemeClr val="tx1"/>
          </a:solidFill>
          <a:latin typeface="+mn-lt"/>
          <a:ea typeface="+mn-ea"/>
          <a:cs typeface="+mn-cs"/>
        </a:defRPr>
      </a:lvl8pPr>
      <a:lvl9pPr marL="2595287" algn="l" defTabSz="648822"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javatpoint.com/what-is-domain"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Package Diagram</a:t>
            </a:r>
          </a:p>
        </p:txBody>
      </p:sp>
      <p:sp>
        <p:nvSpPr>
          <p:cNvPr id="3" name="Subtitle 2"/>
          <p:cNvSpPr>
            <a:spLocks noGrp="1"/>
          </p:cNvSpPr>
          <p:nvPr>
            <p:ph type="subTitle" idx="1"/>
          </p:nvPr>
        </p:nvSpPr>
        <p:spPr/>
        <p:txBody>
          <a:bodyPr/>
          <a:lstStyle/>
          <a:p>
            <a:r>
              <a:rPr lang="en-US" dirty="0"/>
              <a:t>UML (Unified Modeling language)</a:t>
            </a:r>
          </a:p>
        </p:txBody>
      </p:sp>
    </p:spTree>
    <p:extLst>
      <p:ext uri="{BB962C8B-B14F-4D97-AF65-F5344CB8AC3E}">
        <p14:creationId xmlns:p14="http://schemas.microsoft.com/office/powerpoint/2010/main" val="112920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Package Diagram Looks Like?</a:t>
            </a:r>
          </a:p>
        </p:txBody>
      </p:sp>
      <p:pic>
        <p:nvPicPr>
          <p:cNvPr id="4" name="Pictur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428208" y="1941398"/>
            <a:ext cx="5200780" cy="2648673"/>
          </a:xfrm>
          <a:prstGeom prst="rect">
            <a:avLst/>
          </a:prstGeom>
        </p:spPr>
      </p:pic>
    </p:spTree>
    <p:extLst>
      <p:ext uri="{BB962C8B-B14F-4D97-AF65-F5344CB8AC3E}">
        <p14:creationId xmlns:p14="http://schemas.microsoft.com/office/powerpoint/2010/main" val="1342075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 Diagram</a:t>
            </a:r>
          </a:p>
        </p:txBody>
      </p:sp>
      <p:pic>
        <p:nvPicPr>
          <p:cNvPr id="4" name="Content Placeholder 3"/>
          <p:cNvPicPr>
            <a:picLocks noGrp="1" noChangeAspect="1"/>
          </p:cNvPicPr>
          <p:nvPr>
            <p:ph idx="1"/>
          </p:nvPr>
        </p:nvPicPr>
        <p:blipFill>
          <a:blip r:embed="rId2" cstate="email">
            <a:alphaModFix amt="35000"/>
            <a:extLst>
              <a:ext uri="{28A0092B-C50C-407E-A947-70E740481C1C}">
                <a14:useLocalDpi xmlns:a14="http://schemas.microsoft.com/office/drawing/2010/main" val="0"/>
              </a:ext>
            </a:extLst>
          </a:blip>
          <a:stretch>
            <a:fillRect/>
          </a:stretch>
        </p:blipFill>
        <p:spPr>
          <a:xfrm>
            <a:off x="1417728" y="1135063"/>
            <a:ext cx="7073720" cy="4252912"/>
          </a:xfrm>
        </p:spPr>
      </p:pic>
      <p:pic>
        <p:nvPicPr>
          <p:cNvPr id="5" name="Content Placeholder 3"/>
          <p:cNvPicPr>
            <a:picLocks noChangeAspect="1"/>
          </p:cNvPicPr>
          <p:nvPr/>
        </p:nvPicPr>
        <p:blipFill rotWithShape="1">
          <a:blip r:embed="rId2" cstate="email">
            <a:extLst>
              <a:ext uri="{28A0092B-C50C-407E-A947-70E740481C1C}">
                <a14:useLocalDpi xmlns:a14="http://schemas.microsoft.com/office/drawing/2010/main" val="0"/>
              </a:ext>
            </a:extLst>
          </a:blip>
          <a:srcRect l="411" t="50060" r="83226" b="35788"/>
          <a:stretch/>
        </p:blipFill>
        <p:spPr>
          <a:xfrm>
            <a:off x="1446835" y="3264061"/>
            <a:ext cx="1157470" cy="601883"/>
          </a:xfrm>
          <a:prstGeom prst="rect">
            <a:avLst/>
          </a:prstGeom>
        </p:spPr>
      </p:pic>
    </p:spTree>
    <p:extLst>
      <p:ext uri="{BB962C8B-B14F-4D97-AF65-F5344CB8AC3E}">
        <p14:creationId xmlns:p14="http://schemas.microsoft.com/office/powerpoint/2010/main" val="73095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Package Diagram?</a:t>
            </a:r>
          </a:p>
        </p:txBody>
      </p:sp>
      <p:sp>
        <p:nvSpPr>
          <p:cNvPr id="3" name="Content Placeholder 2"/>
          <p:cNvSpPr>
            <a:spLocks noGrp="1"/>
          </p:cNvSpPr>
          <p:nvPr>
            <p:ph idx="1"/>
          </p:nvPr>
        </p:nvSpPr>
        <p:spPr/>
        <p:txBody>
          <a:bodyPr>
            <a:normAutofit/>
          </a:bodyPr>
          <a:lstStyle/>
          <a:p>
            <a:pPr>
              <a:lnSpc>
                <a:spcPct val="300000"/>
              </a:lnSpc>
            </a:pPr>
            <a:r>
              <a:rPr lang="en-US" b="0" dirty="0"/>
              <a:t>Package diagrams are UML structural diagrams.</a:t>
            </a:r>
          </a:p>
          <a:p>
            <a:pPr lvl="1">
              <a:lnSpc>
                <a:spcPct val="300000"/>
              </a:lnSpc>
              <a:buFont typeface="Wingdings" charset="2"/>
              <a:buChar char="§"/>
            </a:pPr>
            <a:r>
              <a:rPr lang="en-US" sz="1700" i="1" dirty="0"/>
              <a:t>Use case package diagram, class package diagram etc.</a:t>
            </a:r>
            <a:endParaRPr lang="en-US" b="0" i="1" dirty="0"/>
          </a:p>
          <a:p>
            <a:pPr>
              <a:lnSpc>
                <a:spcPct val="300000"/>
              </a:lnSpc>
            </a:pPr>
            <a:r>
              <a:rPr lang="en-US" b="0" dirty="0"/>
              <a:t>Package diagram shows the arrangement and organization of model elements in middle to large scale project.</a:t>
            </a:r>
          </a:p>
        </p:txBody>
      </p:sp>
    </p:spTree>
    <p:extLst>
      <p:ext uri="{BB962C8B-B14F-4D97-AF65-F5344CB8AC3E}">
        <p14:creationId xmlns:p14="http://schemas.microsoft.com/office/powerpoint/2010/main" val="5497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Package Diagram?</a:t>
            </a:r>
          </a:p>
        </p:txBody>
      </p:sp>
      <p:sp>
        <p:nvSpPr>
          <p:cNvPr id="3" name="Content Placeholder 2"/>
          <p:cNvSpPr>
            <a:spLocks noGrp="1"/>
          </p:cNvSpPr>
          <p:nvPr>
            <p:ph idx="1"/>
          </p:nvPr>
        </p:nvSpPr>
        <p:spPr/>
        <p:txBody>
          <a:bodyPr>
            <a:normAutofit/>
          </a:bodyPr>
          <a:lstStyle/>
          <a:p>
            <a:pPr>
              <a:lnSpc>
                <a:spcPct val="300000"/>
              </a:lnSpc>
            </a:pPr>
            <a:r>
              <a:rPr lang="en-US" b="0" dirty="0"/>
              <a:t>They are used to show the organization and arrangement of various model elements in the form of packages.</a:t>
            </a:r>
          </a:p>
          <a:p>
            <a:pPr lvl="1">
              <a:lnSpc>
                <a:spcPct val="300000"/>
              </a:lnSpc>
              <a:buFont typeface="Wingdings" charset="2"/>
              <a:buChar char="§"/>
            </a:pPr>
            <a:r>
              <a:rPr lang="en-US" sz="1800" i="1" dirty="0"/>
              <a:t>Such as diagrams, documents, classes, or even other packages.</a:t>
            </a:r>
            <a:endParaRPr lang="en-US" i="1" dirty="0"/>
          </a:p>
        </p:txBody>
      </p:sp>
    </p:spTree>
    <p:extLst>
      <p:ext uri="{BB962C8B-B14F-4D97-AF65-F5344CB8AC3E}">
        <p14:creationId xmlns:p14="http://schemas.microsoft.com/office/powerpoint/2010/main" val="1488773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Package Diagram</a:t>
            </a:r>
          </a:p>
        </p:txBody>
      </p:sp>
      <p:sp>
        <p:nvSpPr>
          <p:cNvPr id="3" name="Content Placeholder 2"/>
          <p:cNvSpPr>
            <a:spLocks noGrp="1"/>
          </p:cNvSpPr>
          <p:nvPr>
            <p:ph idx="1"/>
          </p:nvPr>
        </p:nvSpPr>
        <p:spPr/>
        <p:txBody>
          <a:bodyPr>
            <a:normAutofit fontScale="92500" lnSpcReduction="20000"/>
          </a:bodyPr>
          <a:lstStyle/>
          <a:p>
            <a:pPr>
              <a:lnSpc>
                <a:spcPct val="250000"/>
              </a:lnSpc>
            </a:pPr>
            <a:r>
              <a:rPr lang="en-US" b="0" dirty="0"/>
              <a:t>A well-designed package diagram provides numerous benefits to those looking to create a visualization of their UML system or project.</a:t>
            </a:r>
          </a:p>
          <a:p>
            <a:pPr>
              <a:lnSpc>
                <a:spcPct val="250000"/>
              </a:lnSpc>
            </a:pPr>
            <a:r>
              <a:rPr lang="en-US" b="0" dirty="0"/>
              <a:t>They provide a clear view of the hierarchical structure of the various UML elements within a given system. </a:t>
            </a:r>
          </a:p>
          <a:p>
            <a:pPr>
              <a:lnSpc>
                <a:spcPct val="250000"/>
              </a:lnSpc>
            </a:pPr>
            <a:r>
              <a:rPr lang="en-US" b="0" dirty="0"/>
              <a:t>These diagrams can simplify complex class diagrams into well-ordered visuals.</a:t>
            </a:r>
            <a:br>
              <a:rPr lang="en-US" b="0" dirty="0"/>
            </a:br>
            <a:endParaRPr lang="en-US" b="0" dirty="0"/>
          </a:p>
        </p:txBody>
      </p:sp>
    </p:spTree>
    <p:extLst>
      <p:ext uri="{BB962C8B-B14F-4D97-AF65-F5344CB8AC3E}">
        <p14:creationId xmlns:p14="http://schemas.microsoft.com/office/powerpoint/2010/main" val="120100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Package Diagram</a:t>
            </a:r>
          </a:p>
        </p:txBody>
      </p:sp>
      <p:sp>
        <p:nvSpPr>
          <p:cNvPr id="3" name="Content Placeholder 2"/>
          <p:cNvSpPr>
            <a:spLocks noGrp="1"/>
          </p:cNvSpPr>
          <p:nvPr>
            <p:ph idx="1"/>
          </p:nvPr>
        </p:nvSpPr>
        <p:spPr/>
        <p:txBody>
          <a:bodyPr/>
          <a:lstStyle/>
          <a:p>
            <a:pPr>
              <a:lnSpc>
                <a:spcPct val="250000"/>
              </a:lnSpc>
            </a:pPr>
            <a:r>
              <a:rPr lang="en-US" b="0" dirty="0"/>
              <a:t>They offer valuable high-level visibility into large-scale projects and systems.</a:t>
            </a:r>
          </a:p>
          <a:p>
            <a:pPr>
              <a:lnSpc>
                <a:spcPct val="250000"/>
              </a:lnSpc>
            </a:pPr>
            <a:r>
              <a:rPr lang="en-US" b="0" dirty="0"/>
              <a:t>Package diagrams can be used to visually clarify a wide variety of projects and systems.</a:t>
            </a:r>
          </a:p>
          <a:p>
            <a:pPr>
              <a:lnSpc>
                <a:spcPct val="250000"/>
              </a:lnSpc>
            </a:pPr>
            <a:r>
              <a:rPr lang="en-US" b="0" dirty="0"/>
              <a:t>These visuals can be easily updated as systems and projects evolve.</a:t>
            </a:r>
            <a:br>
              <a:rPr lang="en-US" b="0" dirty="0"/>
            </a:br>
            <a:endParaRPr lang="en-US" b="0" dirty="0"/>
          </a:p>
        </p:txBody>
      </p:sp>
    </p:spTree>
    <p:extLst>
      <p:ext uri="{BB962C8B-B14F-4D97-AF65-F5344CB8AC3E}">
        <p14:creationId xmlns:p14="http://schemas.microsoft.com/office/powerpoint/2010/main" val="161659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 Diagram Basic Symbols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7432" y="2691865"/>
            <a:ext cx="3018240" cy="2140596"/>
          </a:xfrm>
        </p:spPr>
      </p:pic>
      <p:sp>
        <p:nvSpPr>
          <p:cNvPr id="6"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dirty="0"/>
              <a:t>Symbol Name: </a:t>
            </a:r>
            <a:r>
              <a:rPr lang="en-US" b="0" dirty="0"/>
              <a:t>Package</a:t>
            </a:r>
          </a:p>
          <a:p>
            <a:pPr>
              <a:lnSpc>
                <a:spcPct val="150000"/>
              </a:lnSpc>
            </a:pPr>
            <a:r>
              <a:rPr lang="en-US" dirty="0"/>
              <a:t>Description: </a:t>
            </a:r>
            <a:r>
              <a:rPr lang="en-US" b="0" dirty="0"/>
              <a:t>Groups common elements based on data, behavior, or user interaction</a:t>
            </a:r>
          </a:p>
        </p:txBody>
      </p:sp>
    </p:spTree>
    <p:extLst>
      <p:ext uri="{BB962C8B-B14F-4D97-AF65-F5344CB8AC3E}">
        <p14:creationId xmlns:p14="http://schemas.microsoft.com/office/powerpoint/2010/main" val="1148646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 Diagram Basic Symbols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5355" y="4123110"/>
            <a:ext cx="1854200" cy="800100"/>
          </a:xfrm>
        </p:spPr>
      </p:pic>
      <p:sp>
        <p:nvSpPr>
          <p:cNvPr id="5"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250000"/>
              </a:lnSpc>
            </a:pPr>
            <a:r>
              <a:rPr lang="en-US" dirty="0"/>
              <a:t>Symbol Name: </a:t>
            </a:r>
            <a:r>
              <a:rPr lang="en-US" b="0" dirty="0"/>
              <a:t>Dependency </a:t>
            </a:r>
          </a:p>
          <a:p>
            <a:pPr>
              <a:lnSpc>
                <a:spcPct val="250000"/>
              </a:lnSpc>
            </a:pPr>
            <a:r>
              <a:rPr lang="en-US" dirty="0"/>
              <a:t>Description: </a:t>
            </a:r>
            <a:r>
              <a:rPr lang="en-US" b="0" dirty="0"/>
              <a:t>Depicts the relationship between one element (package, named element, etc.) and another</a:t>
            </a:r>
          </a:p>
        </p:txBody>
      </p:sp>
    </p:spTree>
    <p:extLst>
      <p:ext uri="{BB962C8B-B14F-4D97-AF65-F5344CB8AC3E}">
        <p14:creationId xmlns:p14="http://schemas.microsoft.com/office/powerpoint/2010/main" val="2002126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E67B0-508E-4D6A-A50F-E1DE9315A283}"/>
              </a:ext>
            </a:extLst>
          </p:cNvPr>
          <p:cNvSpPr>
            <a:spLocks noGrp="1"/>
          </p:cNvSpPr>
          <p:nvPr>
            <p:ph type="title"/>
          </p:nvPr>
        </p:nvSpPr>
        <p:spPr/>
        <p:txBody>
          <a:bodyPr/>
          <a:lstStyle/>
          <a:p>
            <a:r>
              <a:rPr lang="en-US" dirty="0"/>
              <a:t>Packages and Containment in Package </a:t>
            </a:r>
            <a:endParaRPr lang="en-PK" dirty="0"/>
          </a:p>
        </p:txBody>
      </p:sp>
      <p:pic>
        <p:nvPicPr>
          <p:cNvPr id="5" name="Content Placeholder 4">
            <a:extLst>
              <a:ext uri="{FF2B5EF4-FFF2-40B4-BE49-F238E27FC236}">
                <a16:creationId xmlns:a16="http://schemas.microsoft.com/office/drawing/2014/main" id="{49C3E155-514D-4565-861E-D809924979B1}"/>
              </a:ext>
            </a:extLst>
          </p:cNvPr>
          <p:cNvPicPr>
            <a:picLocks noGrp="1" noChangeAspect="1"/>
          </p:cNvPicPr>
          <p:nvPr>
            <p:ph idx="1"/>
          </p:nvPr>
        </p:nvPicPr>
        <p:blipFill>
          <a:blip r:embed="rId2"/>
          <a:stretch>
            <a:fillRect/>
          </a:stretch>
        </p:blipFill>
        <p:spPr>
          <a:xfrm>
            <a:off x="3560744" y="1402789"/>
            <a:ext cx="2611615" cy="1263715"/>
          </a:xfrm>
        </p:spPr>
      </p:pic>
      <p:pic>
        <p:nvPicPr>
          <p:cNvPr id="7" name="Picture 6">
            <a:extLst>
              <a:ext uri="{FF2B5EF4-FFF2-40B4-BE49-F238E27FC236}">
                <a16:creationId xmlns:a16="http://schemas.microsoft.com/office/drawing/2014/main" id="{20409FF0-5737-4117-A5C1-80D9596E17A8}"/>
              </a:ext>
            </a:extLst>
          </p:cNvPr>
          <p:cNvPicPr>
            <a:picLocks noChangeAspect="1"/>
          </p:cNvPicPr>
          <p:nvPr/>
        </p:nvPicPr>
        <p:blipFill>
          <a:blip r:embed="rId3"/>
          <a:stretch>
            <a:fillRect/>
          </a:stretch>
        </p:blipFill>
        <p:spPr>
          <a:xfrm>
            <a:off x="5486399" y="3184234"/>
            <a:ext cx="3270174" cy="2163649"/>
          </a:xfrm>
          <a:prstGeom prst="rect">
            <a:avLst/>
          </a:prstGeom>
        </p:spPr>
      </p:pic>
      <p:pic>
        <p:nvPicPr>
          <p:cNvPr id="9" name="Picture 8">
            <a:extLst>
              <a:ext uri="{FF2B5EF4-FFF2-40B4-BE49-F238E27FC236}">
                <a16:creationId xmlns:a16="http://schemas.microsoft.com/office/drawing/2014/main" id="{D1214FF0-95F9-457F-B0C2-8E121D9444AE}"/>
              </a:ext>
            </a:extLst>
          </p:cNvPr>
          <p:cNvPicPr>
            <a:picLocks noChangeAspect="1"/>
          </p:cNvPicPr>
          <p:nvPr/>
        </p:nvPicPr>
        <p:blipFill>
          <a:blip r:embed="rId4"/>
          <a:stretch>
            <a:fillRect/>
          </a:stretch>
        </p:blipFill>
        <p:spPr>
          <a:xfrm>
            <a:off x="1494331" y="3184234"/>
            <a:ext cx="3270174" cy="2163649"/>
          </a:xfrm>
          <a:prstGeom prst="rect">
            <a:avLst/>
          </a:prstGeom>
        </p:spPr>
      </p:pic>
    </p:spTree>
    <p:extLst>
      <p:ext uri="{BB962C8B-B14F-4D97-AF65-F5344CB8AC3E}">
        <p14:creationId xmlns:p14="http://schemas.microsoft.com/office/powerpoint/2010/main" val="3528559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5FC1E-9907-4F28-8221-5C6395064058}"/>
              </a:ext>
            </a:extLst>
          </p:cNvPr>
          <p:cNvSpPr>
            <a:spLocks noGrp="1"/>
          </p:cNvSpPr>
          <p:nvPr>
            <p:ph type="title"/>
          </p:nvPr>
        </p:nvSpPr>
        <p:spPr/>
        <p:txBody>
          <a:bodyPr/>
          <a:lstStyle/>
          <a:p>
            <a:r>
              <a:rPr lang="en-US" dirty="0"/>
              <a:t>Nested Package </a:t>
            </a:r>
            <a:endParaRPr lang="en-PK" dirty="0"/>
          </a:p>
        </p:txBody>
      </p:sp>
      <p:pic>
        <p:nvPicPr>
          <p:cNvPr id="5" name="Content Placeholder 4">
            <a:extLst>
              <a:ext uri="{FF2B5EF4-FFF2-40B4-BE49-F238E27FC236}">
                <a16:creationId xmlns:a16="http://schemas.microsoft.com/office/drawing/2014/main" id="{D44E0697-8430-4DC6-8016-1C08825A6C78}"/>
              </a:ext>
            </a:extLst>
          </p:cNvPr>
          <p:cNvPicPr>
            <a:picLocks noGrp="1" noChangeAspect="1"/>
          </p:cNvPicPr>
          <p:nvPr>
            <p:ph idx="1"/>
          </p:nvPr>
        </p:nvPicPr>
        <p:blipFill>
          <a:blip r:embed="rId2"/>
          <a:stretch>
            <a:fillRect/>
          </a:stretch>
        </p:blipFill>
        <p:spPr>
          <a:xfrm>
            <a:off x="2598645" y="1553227"/>
            <a:ext cx="4836167" cy="3346032"/>
          </a:xfrm>
        </p:spPr>
      </p:pic>
    </p:spTree>
    <p:extLst>
      <p:ext uri="{BB962C8B-B14F-4D97-AF65-F5344CB8AC3E}">
        <p14:creationId xmlns:p14="http://schemas.microsoft.com/office/powerpoint/2010/main" val="1689503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48C94-8D60-47D3-9559-D61CACD0BFB6}"/>
              </a:ext>
            </a:extLst>
          </p:cNvPr>
          <p:cNvSpPr>
            <a:spLocks noGrp="1"/>
          </p:cNvSpPr>
          <p:nvPr>
            <p:ph type="title"/>
          </p:nvPr>
        </p:nvSpPr>
        <p:spPr/>
        <p:txBody>
          <a:bodyPr/>
          <a:lstStyle/>
          <a:p>
            <a:r>
              <a:rPr lang="en-US" dirty="0"/>
              <a:t>Visibility </a:t>
            </a:r>
            <a:endParaRPr lang="en-PK" dirty="0"/>
          </a:p>
        </p:txBody>
      </p:sp>
      <p:pic>
        <p:nvPicPr>
          <p:cNvPr id="5" name="Content Placeholder 4">
            <a:extLst>
              <a:ext uri="{FF2B5EF4-FFF2-40B4-BE49-F238E27FC236}">
                <a16:creationId xmlns:a16="http://schemas.microsoft.com/office/drawing/2014/main" id="{C286EF26-5221-484A-A8AF-759CFB5AC534}"/>
              </a:ext>
            </a:extLst>
          </p:cNvPr>
          <p:cNvPicPr>
            <a:picLocks noGrp="1" noChangeAspect="1"/>
          </p:cNvPicPr>
          <p:nvPr>
            <p:ph idx="1"/>
          </p:nvPr>
        </p:nvPicPr>
        <p:blipFill>
          <a:blip r:embed="rId2"/>
          <a:stretch>
            <a:fillRect/>
          </a:stretch>
        </p:blipFill>
        <p:spPr>
          <a:xfrm>
            <a:off x="1447770" y="1411210"/>
            <a:ext cx="3076104" cy="2852782"/>
          </a:xfrm>
        </p:spPr>
      </p:pic>
      <p:pic>
        <p:nvPicPr>
          <p:cNvPr id="7" name="Picture 6">
            <a:extLst>
              <a:ext uri="{FF2B5EF4-FFF2-40B4-BE49-F238E27FC236}">
                <a16:creationId xmlns:a16="http://schemas.microsoft.com/office/drawing/2014/main" id="{BD05B5EB-ED59-4E0A-BE94-48B09CA76B90}"/>
              </a:ext>
            </a:extLst>
          </p:cNvPr>
          <p:cNvPicPr>
            <a:picLocks noChangeAspect="1"/>
          </p:cNvPicPr>
          <p:nvPr/>
        </p:nvPicPr>
        <p:blipFill>
          <a:blip r:embed="rId3"/>
          <a:stretch>
            <a:fillRect/>
          </a:stretch>
        </p:blipFill>
        <p:spPr>
          <a:xfrm>
            <a:off x="4969669" y="1900768"/>
            <a:ext cx="3300537" cy="2363224"/>
          </a:xfrm>
          <a:prstGeom prst="rect">
            <a:avLst/>
          </a:prstGeom>
        </p:spPr>
      </p:pic>
    </p:spTree>
    <p:extLst>
      <p:ext uri="{BB962C8B-B14F-4D97-AF65-F5344CB8AC3E}">
        <p14:creationId xmlns:p14="http://schemas.microsoft.com/office/powerpoint/2010/main" val="3949898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31ADB-B78E-4C90-A499-79BACB86FADF}"/>
              </a:ext>
            </a:extLst>
          </p:cNvPr>
          <p:cNvSpPr>
            <a:spLocks noGrp="1"/>
          </p:cNvSpPr>
          <p:nvPr>
            <p:ph type="title"/>
          </p:nvPr>
        </p:nvSpPr>
        <p:spPr/>
        <p:txBody>
          <a:bodyPr/>
          <a:lstStyle/>
          <a:p>
            <a:r>
              <a:rPr lang="en-US" dirty="0"/>
              <a:t>Dependency</a:t>
            </a:r>
            <a:endParaRPr lang="en-PK" dirty="0"/>
          </a:p>
        </p:txBody>
      </p:sp>
      <p:pic>
        <p:nvPicPr>
          <p:cNvPr id="5" name="Content Placeholder 4">
            <a:extLst>
              <a:ext uri="{FF2B5EF4-FFF2-40B4-BE49-F238E27FC236}">
                <a16:creationId xmlns:a16="http://schemas.microsoft.com/office/drawing/2014/main" id="{104609FA-59B3-4F5B-8E81-6C7AE7F5BC24}"/>
              </a:ext>
            </a:extLst>
          </p:cNvPr>
          <p:cNvPicPr>
            <a:picLocks noGrp="1" noChangeAspect="1"/>
          </p:cNvPicPr>
          <p:nvPr>
            <p:ph idx="1"/>
          </p:nvPr>
        </p:nvPicPr>
        <p:blipFill>
          <a:blip r:embed="rId2"/>
          <a:stretch>
            <a:fillRect/>
          </a:stretch>
        </p:blipFill>
        <p:spPr>
          <a:xfrm>
            <a:off x="2683495" y="1991968"/>
            <a:ext cx="4313973" cy="2127645"/>
          </a:xfrm>
        </p:spPr>
      </p:pic>
    </p:spTree>
    <p:extLst>
      <p:ext uri="{BB962C8B-B14F-4D97-AF65-F5344CB8AC3E}">
        <p14:creationId xmlns:p14="http://schemas.microsoft.com/office/powerpoint/2010/main" val="853501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8661-8015-455C-B95A-E8F35491C2DF}"/>
              </a:ext>
            </a:extLst>
          </p:cNvPr>
          <p:cNvSpPr>
            <a:spLocks noGrp="1"/>
          </p:cNvSpPr>
          <p:nvPr>
            <p:ph type="title"/>
          </p:nvPr>
        </p:nvSpPr>
        <p:spPr/>
        <p:txBody>
          <a:bodyPr/>
          <a:lstStyle/>
          <a:p>
            <a:r>
              <a:rPr lang="en-US" dirty="0"/>
              <a:t>Generalization</a:t>
            </a:r>
            <a:endParaRPr lang="en-PK" dirty="0"/>
          </a:p>
        </p:txBody>
      </p:sp>
      <p:pic>
        <p:nvPicPr>
          <p:cNvPr id="5" name="Content Placeholder 4">
            <a:extLst>
              <a:ext uri="{FF2B5EF4-FFF2-40B4-BE49-F238E27FC236}">
                <a16:creationId xmlns:a16="http://schemas.microsoft.com/office/drawing/2014/main" id="{F6C70DD6-1F44-4C09-8D6E-EF27CED9BD6E}"/>
              </a:ext>
            </a:extLst>
          </p:cNvPr>
          <p:cNvPicPr>
            <a:picLocks noGrp="1" noChangeAspect="1"/>
          </p:cNvPicPr>
          <p:nvPr>
            <p:ph idx="1"/>
          </p:nvPr>
        </p:nvPicPr>
        <p:blipFill>
          <a:blip r:embed="rId2"/>
          <a:stretch>
            <a:fillRect/>
          </a:stretch>
        </p:blipFill>
        <p:spPr>
          <a:xfrm>
            <a:off x="2789273" y="1835835"/>
            <a:ext cx="3852158" cy="2474307"/>
          </a:xfrm>
        </p:spPr>
      </p:pic>
    </p:spTree>
    <p:extLst>
      <p:ext uri="{BB962C8B-B14F-4D97-AF65-F5344CB8AC3E}">
        <p14:creationId xmlns:p14="http://schemas.microsoft.com/office/powerpoint/2010/main" val="233572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 Diagram Basic Symbols</a:t>
            </a:r>
          </a:p>
        </p:txBody>
      </p:sp>
      <p:sp>
        <p:nvSpPr>
          <p:cNvPr id="5"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200000"/>
              </a:lnSpc>
            </a:pPr>
            <a:r>
              <a:rPr lang="en-US" dirty="0"/>
              <a:t>Symbol Name: </a:t>
            </a:r>
            <a:r>
              <a:rPr lang="en-US" b="0" dirty="0"/>
              <a:t>Dependency </a:t>
            </a:r>
          </a:p>
          <a:p>
            <a:pPr lvl="1">
              <a:lnSpc>
                <a:spcPct val="200000"/>
              </a:lnSpc>
            </a:pPr>
            <a:r>
              <a:rPr lang="en-US" b="0" dirty="0"/>
              <a:t>There are two main types of dependencies:</a:t>
            </a:r>
          </a:p>
          <a:p>
            <a:pPr marL="457200" indent="-457200">
              <a:lnSpc>
                <a:spcPct val="200000"/>
              </a:lnSpc>
              <a:buFont typeface="+mj-lt"/>
              <a:buAutoNum type="arabicPeriod"/>
            </a:pPr>
            <a:r>
              <a:rPr lang="en-US" dirty="0"/>
              <a:t>Access: </a:t>
            </a:r>
            <a:r>
              <a:rPr lang="en-US" b="0" dirty="0"/>
              <a:t>Indicates that one package requires assistance from the functions of another package.</a:t>
            </a:r>
            <a:br>
              <a:rPr lang="en-US" dirty="0"/>
            </a:br>
            <a:r>
              <a:rPr lang="en-US" dirty="0"/>
              <a:t>Example:</a:t>
            </a:r>
          </a:p>
          <a:p>
            <a:pPr marL="457200" indent="-457200">
              <a:buFont typeface="+mj-lt"/>
              <a:buAutoNum type="arabicPeriod"/>
            </a:pPr>
            <a:endParaRPr lang="en-US" dirty="0"/>
          </a:p>
          <a:p>
            <a:pPr marL="457200" indent="-457200">
              <a:buFont typeface="+mj-lt"/>
              <a:buAutoNum type="arabicPeriod"/>
            </a:pPr>
            <a:endParaRPr lang="en-US" dirty="0"/>
          </a:p>
        </p:txBody>
      </p:sp>
      <p:pic>
        <p:nvPicPr>
          <p:cNvPr id="6" name="Content Placeholder 5"/>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t="26306" b="32179"/>
          <a:stretch/>
        </p:blipFill>
        <p:spPr>
          <a:xfrm>
            <a:off x="2354193" y="3865945"/>
            <a:ext cx="5024718" cy="949124"/>
          </a:xfrm>
        </p:spPr>
      </p:pic>
    </p:spTree>
    <p:extLst>
      <p:ext uri="{BB962C8B-B14F-4D97-AF65-F5344CB8AC3E}">
        <p14:creationId xmlns:p14="http://schemas.microsoft.com/office/powerpoint/2010/main" val="2100978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 Diagram Basic Symbols</a:t>
            </a:r>
          </a:p>
        </p:txBody>
      </p:sp>
      <p:sp>
        <p:nvSpPr>
          <p:cNvPr id="5"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200000"/>
              </a:lnSpc>
            </a:pPr>
            <a:r>
              <a:rPr lang="en-US" dirty="0"/>
              <a:t>Symbol Name: </a:t>
            </a:r>
            <a:r>
              <a:rPr lang="en-US" b="0" dirty="0"/>
              <a:t>Dependency </a:t>
            </a:r>
          </a:p>
          <a:p>
            <a:pPr lvl="1">
              <a:lnSpc>
                <a:spcPct val="200000"/>
              </a:lnSpc>
            </a:pPr>
            <a:r>
              <a:rPr lang="en-US" b="0" dirty="0"/>
              <a:t>There are two main types of dependencies:</a:t>
            </a:r>
            <a:endParaRPr lang="en-US" dirty="0"/>
          </a:p>
          <a:p>
            <a:pPr marL="457200" indent="-457200">
              <a:lnSpc>
                <a:spcPct val="200000"/>
              </a:lnSpc>
              <a:buFont typeface="+mj-lt"/>
              <a:buAutoNum type="arabicPeriod" startAt="2"/>
            </a:pPr>
            <a:r>
              <a:rPr lang="en-US" dirty="0"/>
              <a:t>Import: </a:t>
            </a:r>
            <a:r>
              <a:rPr lang="en-US" b="0" dirty="0"/>
              <a:t>Indicates that functionality has been imported from one package to another.</a:t>
            </a:r>
            <a:br>
              <a:rPr lang="en-US" dirty="0"/>
            </a:br>
            <a:r>
              <a:rPr lang="en-US" dirty="0"/>
              <a:t>Example:</a:t>
            </a:r>
          </a:p>
        </p:txBody>
      </p:sp>
      <p:pic>
        <p:nvPicPr>
          <p:cNvPr id="7" name="Picture 6"/>
          <p:cNvPicPr>
            <a:picLocks noChangeAspect="1"/>
          </p:cNvPicPr>
          <p:nvPr/>
        </p:nvPicPr>
        <p:blipFill rotWithShape="1">
          <a:blip r:embed="rId2" cstate="email">
            <a:extLst>
              <a:ext uri="{28A0092B-C50C-407E-A947-70E740481C1C}">
                <a14:useLocalDpi xmlns:a14="http://schemas.microsoft.com/office/drawing/2010/main" val="0"/>
              </a:ext>
            </a:extLst>
          </a:blip>
          <a:srcRect t="24521" b="23950"/>
          <a:stretch/>
        </p:blipFill>
        <p:spPr>
          <a:xfrm>
            <a:off x="2347839" y="3970117"/>
            <a:ext cx="5037426" cy="1094517"/>
          </a:xfrm>
          <a:prstGeom prst="rect">
            <a:avLst/>
          </a:prstGeom>
        </p:spPr>
      </p:pic>
    </p:spTree>
    <p:extLst>
      <p:ext uri="{BB962C8B-B14F-4D97-AF65-F5344CB8AC3E}">
        <p14:creationId xmlns:p14="http://schemas.microsoft.com/office/powerpoint/2010/main" val="796656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F30B0-F64A-4B2A-90B4-98533F6A3F02}"/>
              </a:ext>
            </a:extLst>
          </p:cNvPr>
          <p:cNvSpPr>
            <a:spLocks noGrp="1"/>
          </p:cNvSpPr>
          <p:nvPr>
            <p:ph type="title"/>
          </p:nvPr>
        </p:nvSpPr>
        <p:spPr/>
        <p:txBody>
          <a:bodyPr/>
          <a:lstStyle/>
          <a:p>
            <a:r>
              <a:rPr lang="en-US" dirty="0"/>
              <a:t>Book and Library Package in Code</a:t>
            </a:r>
            <a:endParaRPr lang="en-PK" dirty="0"/>
          </a:p>
        </p:txBody>
      </p:sp>
      <p:sp>
        <p:nvSpPr>
          <p:cNvPr id="3" name="Content Placeholder 2">
            <a:extLst>
              <a:ext uri="{FF2B5EF4-FFF2-40B4-BE49-F238E27FC236}">
                <a16:creationId xmlns:a16="http://schemas.microsoft.com/office/drawing/2014/main" id="{0FF35C71-FC81-46F8-A924-50E69E0ABD76}"/>
              </a:ext>
            </a:extLst>
          </p:cNvPr>
          <p:cNvSpPr>
            <a:spLocks noGrp="1"/>
          </p:cNvSpPr>
          <p:nvPr>
            <p:ph idx="1"/>
          </p:nvPr>
        </p:nvSpPr>
        <p:spPr/>
        <p:txBody>
          <a:bodyPr/>
          <a:lstStyle/>
          <a:p>
            <a:r>
              <a:rPr lang="en-US" b="0" i="0" dirty="0">
                <a:solidFill>
                  <a:schemeClr val="tx1"/>
                </a:solidFill>
                <a:effectLst/>
                <a:latin typeface="Söhne Mono"/>
              </a:rPr>
              <a:t>// Book.java</a:t>
            </a:r>
          </a:p>
          <a:p>
            <a:r>
              <a:rPr lang="en-US" b="0" i="0" dirty="0">
                <a:solidFill>
                  <a:schemeClr val="tx1"/>
                </a:solidFill>
                <a:effectLst/>
                <a:latin typeface="Söhne Mono"/>
              </a:rPr>
              <a:t> package library; </a:t>
            </a:r>
          </a:p>
          <a:p>
            <a:r>
              <a:rPr lang="en-US" b="0" i="0" dirty="0">
                <a:solidFill>
                  <a:schemeClr val="tx1"/>
                </a:solidFill>
                <a:effectLst/>
                <a:latin typeface="Söhne Mono"/>
              </a:rPr>
              <a:t>public class Book {</a:t>
            </a:r>
          </a:p>
          <a:p>
            <a:r>
              <a:rPr lang="en-US" b="0" i="0" dirty="0">
                <a:solidFill>
                  <a:schemeClr val="tx1"/>
                </a:solidFill>
                <a:effectLst/>
                <a:latin typeface="Söhne Mono"/>
              </a:rPr>
              <a:t> private String title; </a:t>
            </a:r>
          </a:p>
          <a:p>
            <a:r>
              <a:rPr lang="en-US" b="0" i="0" dirty="0">
                <a:solidFill>
                  <a:schemeClr val="tx1"/>
                </a:solidFill>
                <a:effectLst/>
                <a:latin typeface="Söhne Mono"/>
              </a:rPr>
              <a:t>private String author;}</a:t>
            </a:r>
          </a:p>
          <a:p>
            <a:r>
              <a:rPr lang="en-US" b="0" i="0" dirty="0">
                <a:solidFill>
                  <a:schemeClr val="tx1"/>
                </a:solidFill>
                <a:effectLst/>
                <a:latin typeface="Söhne Mono"/>
              </a:rPr>
              <a:t>// Library.java </a:t>
            </a:r>
          </a:p>
          <a:p>
            <a:r>
              <a:rPr lang="en-US" b="0" i="0" dirty="0">
                <a:solidFill>
                  <a:schemeClr val="tx1"/>
                </a:solidFill>
                <a:effectLst/>
                <a:latin typeface="Söhne Mono"/>
              </a:rPr>
              <a:t>package library; </a:t>
            </a:r>
          </a:p>
          <a:p>
            <a:r>
              <a:rPr lang="en-US" b="0" i="0" dirty="0">
                <a:solidFill>
                  <a:schemeClr val="tx1"/>
                </a:solidFill>
                <a:effectLst/>
                <a:latin typeface="Söhne Mono"/>
              </a:rPr>
              <a:t>public class Library </a:t>
            </a:r>
          </a:p>
          <a:p>
            <a:r>
              <a:rPr lang="en-US" b="0" i="0" dirty="0">
                <a:solidFill>
                  <a:schemeClr val="tx1"/>
                </a:solidFill>
                <a:effectLst/>
                <a:latin typeface="Söhne Mono"/>
              </a:rPr>
              <a:t>{ private String name;</a:t>
            </a:r>
          </a:p>
          <a:p>
            <a:r>
              <a:rPr lang="en-US" b="0" i="0" dirty="0">
                <a:solidFill>
                  <a:schemeClr val="tx1"/>
                </a:solidFill>
                <a:effectLst/>
                <a:latin typeface="Söhne Mono"/>
              </a:rPr>
              <a:t> private List&lt;Book&gt; books}</a:t>
            </a:r>
            <a:endParaRPr lang="en-PK" dirty="0">
              <a:solidFill>
                <a:schemeClr val="tx1"/>
              </a:solidFill>
            </a:endParaRPr>
          </a:p>
        </p:txBody>
      </p:sp>
    </p:spTree>
    <p:extLst>
      <p:ext uri="{BB962C8B-B14F-4D97-AF65-F5344CB8AC3E}">
        <p14:creationId xmlns:p14="http://schemas.microsoft.com/office/powerpoint/2010/main" val="916437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2B6F1-1036-4CB6-8F17-91295BA5B312}"/>
              </a:ext>
            </a:extLst>
          </p:cNvPr>
          <p:cNvSpPr>
            <a:spLocks noGrp="1"/>
          </p:cNvSpPr>
          <p:nvPr>
            <p:ph type="title"/>
          </p:nvPr>
        </p:nvSpPr>
        <p:spPr/>
        <p:txBody>
          <a:bodyPr/>
          <a:lstStyle/>
          <a:p>
            <a:r>
              <a:rPr lang="en-US" dirty="0"/>
              <a:t>Import Package </a:t>
            </a:r>
            <a:endParaRPr lang="en-PK" dirty="0"/>
          </a:p>
        </p:txBody>
      </p:sp>
      <p:sp>
        <p:nvSpPr>
          <p:cNvPr id="3" name="Content Placeholder 2">
            <a:extLst>
              <a:ext uri="{FF2B5EF4-FFF2-40B4-BE49-F238E27FC236}">
                <a16:creationId xmlns:a16="http://schemas.microsoft.com/office/drawing/2014/main" id="{2E0F053C-9E9B-45F5-8BB8-9E07E1550543}"/>
              </a:ext>
            </a:extLst>
          </p:cNvPr>
          <p:cNvSpPr>
            <a:spLocks noGrp="1"/>
          </p:cNvSpPr>
          <p:nvPr>
            <p:ph idx="1"/>
          </p:nvPr>
        </p:nvSpPr>
        <p:spPr/>
        <p:txBody>
          <a:bodyPr/>
          <a:lstStyle/>
          <a:p>
            <a:r>
              <a:rPr lang="en-US" b="0" i="0" dirty="0">
                <a:solidFill>
                  <a:schemeClr val="tx1"/>
                </a:solidFill>
                <a:effectLst/>
                <a:latin typeface="Söhne Mono"/>
              </a:rPr>
              <a:t>// Library.java</a:t>
            </a:r>
          </a:p>
          <a:p>
            <a:r>
              <a:rPr lang="en-US" b="0" i="0" dirty="0">
                <a:solidFill>
                  <a:schemeClr val="tx1"/>
                </a:solidFill>
                <a:effectLst/>
                <a:latin typeface="Söhne Mono"/>
              </a:rPr>
              <a:t> package library;</a:t>
            </a:r>
          </a:p>
          <a:p>
            <a:r>
              <a:rPr lang="en-US" b="0" i="0" dirty="0">
                <a:solidFill>
                  <a:schemeClr val="tx1"/>
                </a:solidFill>
                <a:effectLst/>
                <a:latin typeface="Söhne Mono"/>
              </a:rPr>
              <a:t> import </a:t>
            </a:r>
            <a:r>
              <a:rPr lang="en-US" b="0" i="0" dirty="0" err="1">
                <a:solidFill>
                  <a:schemeClr val="tx1"/>
                </a:solidFill>
                <a:effectLst/>
                <a:latin typeface="Söhne Mono"/>
              </a:rPr>
              <a:t>java.util.List</a:t>
            </a:r>
            <a:r>
              <a:rPr lang="en-US" b="0" i="0" dirty="0">
                <a:solidFill>
                  <a:schemeClr val="tx1"/>
                </a:solidFill>
                <a:effectLst/>
                <a:latin typeface="Söhne Mono"/>
              </a:rPr>
              <a:t>; </a:t>
            </a:r>
          </a:p>
          <a:p>
            <a:r>
              <a:rPr lang="en-US" b="0" i="0" dirty="0">
                <a:solidFill>
                  <a:schemeClr val="tx1"/>
                </a:solidFill>
                <a:effectLst/>
                <a:latin typeface="Söhne Mono"/>
              </a:rPr>
              <a:t>public class Library </a:t>
            </a:r>
          </a:p>
          <a:p>
            <a:r>
              <a:rPr lang="en-US" b="0" i="0" dirty="0">
                <a:solidFill>
                  <a:schemeClr val="tx1"/>
                </a:solidFill>
                <a:effectLst/>
                <a:latin typeface="Söhne Mono"/>
              </a:rPr>
              <a:t>{ private String name; </a:t>
            </a:r>
          </a:p>
          <a:p>
            <a:r>
              <a:rPr lang="en-US" b="0" i="0" dirty="0">
                <a:solidFill>
                  <a:schemeClr val="tx1"/>
                </a:solidFill>
                <a:effectLst/>
                <a:latin typeface="Söhne Mono"/>
              </a:rPr>
              <a:t>private List&lt;Book&gt; books; </a:t>
            </a:r>
          </a:p>
          <a:p>
            <a:r>
              <a:rPr lang="en-US" b="0" i="0" dirty="0">
                <a:solidFill>
                  <a:schemeClr val="tx1"/>
                </a:solidFill>
                <a:effectLst/>
                <a:latin typeface="Söhne Mono"/>
              </a:rPr>
              <a:t>}</a:t>
            </a:r>
            <a:endParaRPr lang="en-PK" dirty="0">
              <a:solidFill>
                <a:schemeClr val="tx1"/>
              </a:solidFill>
            </a:endParaRPr>
          </a:p>
        </p:txBody>
      </p:sp>
    </p:spTree>
    <p:extLst>
      <p:ext uri="{BB962C8B-B14F-4D97-AF65-F5344CB8AC3E}">
        <p14:creationId xmlns:p14="http://schemas.microsoft.com/office/powerpoint/2010/main" val="3149991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Example 1: </a:t>
            </a:r>
            <a:r>
              <a:rPr lang="en-US" sz="3600" dirty="0"/>
              <a:t>Order Processing System</a:t>
            </a:r>
            <a:endParaRPr lang="en-US" dirty="0"/>
          </a:p>
        </p:txBody>
      </p:sp>
      <p:sp>
        <p:nvSpPr>
          <p:cNvPr id="3" name="Text Placeholder 2"/>
          <p:cNvSpPr>
            <a:spLocks noGrp="1"/>
          </p:cNvSpPr>
          <p:nvPr>
            <p:ph type="body" idx="1"/>
          </p:nvPr>
        </p:nvSpPr>
        <p:spPr/>
        <p:txBody>
          <a:bodyPr/>
          <a:lstStyle/>
          <a:p>
            <a:r>
              <a:rPr lang="en-US" dirty="0"/>
              <a:t>How to Draw Package diagram</a:t>
            </a:r>
          </a:p>
        </p:txBody>
      </p:sp>
    </p:spTree>
    <p:extLst>
      <p:ext uri="{BB962C8B-B14F-4D97-AF65-F5344CB8AC3E}">
        <p14:creationId xmlns:p14="http://schemas.microsoft.com/office/powerpoint/2010/main" val="1874723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Order Processing 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0988" y="2709069"/>
            <a:ext cx="6807200" cy="1104900"/>
          </a:xfrm>
        </p:spPr>
      </p:pic>
      <p:sp>
        <p:nvSpPr>
          <p:cNvPr id="5" name="Rectangle 4"/>
          <p:cNvSpPr/>
          <p:nvPr/>
        </p:nvSpPr>
        <p:spPr>
          <a:xfrm>
            <a:off x="8275899" y="2709069"/>
            <a:ext cx="254643" cy="2424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090440" y="3698221"/>
            <a:ext cx="196769" cy="2950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833053" y="3666446"/>
            <a:ext cx="196769" cy="2950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95620" y="3620147"/>
            <a:ext cx="196769" cy="2950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7788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Order Processing 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9804" y="4441853"/>
            <a:ext cx="6807200" cy="1104900"/>
          </a:xfrm>
        </p:spPr>
      </p:pic>
      <p:sp>
        <p:nvSpPr>
          <p:cNvPr id="5" name="Rectangle 4"/>
          <p:cNvSpPr/>
          <p:nvPr/>
        </p:nvSpPr>
        <p:spPr>
          <a:xfrm>
            <a:off x="8634715" y="4441853"/>
            <a:ext cx="254643" cy="2424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49256" y="5431005"/>
            <a:ext cx="196769" cy="2950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191869" y="5399230"/>
            <a:ext cx="196769" cy="2950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954436" y="5352931"/>
            <a:ext cx="196769" cy="2950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dirty="0"/>
              <a:t>Step 1: Identify the packages</a:t>
            </a:r>
          </a:p>
          <a:p>
            <a:pPr lvl="1">
              <a:lnSpc>
                <a:spcPct val="200000"/>
              </a:lnSpc>
            </a:pPr>
            <a:r>
              <a:rPr lang="en-US" sz="1800" b="1" dirty="0"/>
              <a:t>UI Framework:</a:t>
            </a:r>
            <a:r>
              <a:rPr lang="en-US" sz="1800" dirty="0"/>
              <a:t> </a:t>
            </a:r>
            <a:r>
              <a:rPr lang="en-US" sz="1800" b="0" dirty="0"/>
              <a:t>is the set of classes and interfaces.</a:t>
            </a:r>
            <a:endParaRPr lang="en-US" sz="1800" dirty="0"/>
          </a:p>
          <a:p>
            <a:pPr lvl="1">
              <a:lnSpc>
                <a:spcPct val="200000"/>
              </a:lnSpc>
            </a:pPr>
            <a:r>
              <a:rPr lang="en-US" sz="1800" b="1" dirty="0"/>
              <a:t>Track Order: </a:t>
            </a:r>
            <a:r>
              <a:rPr lang="en-US" sz="1800" b="0" dirty="0"/>
              <a:t>it has to talk with other module to know about the order details.</a:t>
            </a:r>
          </a:p>
          <a:p>
            <a:pPr lvl="1">
              <a:lnSpc>
                <a:spcPct val="200000"/>
              </a:lnSpc>
            </a:pPr>
            <a:r>
              <a:rPr lang="en-US" sz="1800" b="1" dirty="0"/>
              <a:t>Order Processing:</a:t>
            </a:r>
            <a:r>
              <a:rPr lang="en-US" sz="1800" dirty="0"/>
              <a:t> </a:t>
            </a:r>
            <a:r>
              <a:rPr lang="en-US" sz="1800" b="0" dirty="0"/>
              <a:t>picking, packing, and delivery of the packed items.</a:t>
            </a:r>
            <a:endParaRPr lang="en-US" sz="1800" dirty="0"/>
          </a:p>
          <a:p>
            <a:pPr lvl="1">
              <a:lnSpc>
                <a:spcPct val="200000"/>
              </a:lnSpc>
            </a:pPr>
            <a:r>
              <a:rPr lang="en-US" sz="1800" b="1" dirty="0"/>
              <a:t>Shipping:</a:t>
            </a:r>
            <a:r>
              <a:rPr lang="en-US" sz="1800" dirty="0"/>
              <a:t> </a:t>
            </a:r>
            <a:r>
              <a:rPr lang="en-US" sz="1800" b="0" dirty="0"/>
              <a:t>to know shipping information, "Shipping" can import "Track Order”.</a:t>
            </a:r>
            <a:endParaRPr lang="en-US" b="0" dirty="0"/>
          </a:p>
          <a:p>
            <a:endParaRPr lang="en-US" b="0" dirty="0"/>
          </a:p>
          <a:p>
            <a:endParaRPr lang="en-US" b="0" dirty="0"/>
          </a:p>
        </p:txBody>
      </p:sp>
    </p:spTree>
    <p:extLst>
      <p:ext uri="{BB962C8B-B14F-4D97-AF65-F5344CB8AC3E}">
        <p14:creationId xmlns:p14="http://schemas.microsoft.com/office/powerpoint/2010/main" val="1193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Order Processing System</a:t>
            </a:r>
          </a:p>
        </p:txBody>
      </p:sp>
      <p:pic>
        <p:nvPicPr>
          <p:cNvPr id="4" name="Content Placeholder 3"/>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3680749" y="3180475"/>
            <a:ext cx="1469984" cy="2626600"/>
          </a:xfrm>
        </p:spPr>
      </p:pic>
      <p:sp>
        <p:nvSpPr>
          <p:cNvPr id="5"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dirty="0"/>
              <a:t>Step 2: Identify the dependencies in the System </a:t>
            </a:r>
          </a:p>
          <a:p>
            <a:pPr>
              <a:lnSpc>
                <a:spcPct val="150000"/>
              </a:lnSpc>
            </a:pPr>
            <a:r>
              <a:rPr lang="en-US" sz="1800" b="0" dirty="0"/>
              <a:t>Track order should get order details from "Order Details" and "Order Details" has to know the tracking info given by the customer. </a:t>
            </a:r>
          </a:p>
          <a:p>
            <a:pPr>
              <a:lnSpc>
                <a:spcPct val="150000"/>
              </a:lnSpc>
            </a:pPr>
            <a:r>
              <a:rPr lang="en-US" sz="1800" b="0" dirty="0"/>
              <a:t>Two modules are accessing each other which suffices &lt;&lt;access&gt;&gt; dual dependency.</a:t>
            </a:r>
            <a:endParaRPr lang="en-US" b="0" dirty="0"/>
          </a:p>
          <a:p>
            <a:endParaRPr lang="en-US" b="0" dirty="0"/>
          </a:p>
        </p:txBody>
      </p:sp>
    </p:spTree>
    <p:extLst>
      <p:ext uri="{BB962C8B-B14F-4D97-AF65-F5344CB8AC3E}">
        <p14:creationId xmlns:p14="http://schemas.microsoft.com/office/powerpoint/2010/main" val="45305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Order Processing System</a:t>
            </a:r>
          </a:p>
        </p:txBody>
      </p:sp>
      <p:sp>
        <p:nvSpPr>
          <p:cNvPr id="5"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200000"/>
              </a:lnSpc>
            </a:pPr>
            <a:r>
              <a:rPr lang="en-US" dirty="0"/>
              <a:t>Step 2: Identify the dependencies in the System </a:t>
            </a:r>
          </a:p>
          <a:p>
            <a:pPr lvl="1">
              <a:lnSpc>
                <a:spcPct val="200000"/>
              </a:lnSpc>
            </a:pPr>
            <a:r>
              <a:rPr lang="en-US" b="0" dirty="0"/>
              <a:t>To know shipping information, "Shipping" can import "Track Order" to make the navigation easier.</a:t>
            </a:r>
          </a:p>
        </p:txBody>
      </p:sp>
      <p:pic>
        <p:nvPicPr>
          <p:cNvPr id="6" name="Pictur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974692" y="3242233"/>
            <a:ext cx="3356659" cy="2515826"/>
          </a:xfrm>
          <a:prstGeom prst="rect">
            <a:avLst/>
          </a:prstGeom>
        </p:spPr>
      </p:pic>
    </p:spTree>
    <p:extLst>
      <p:ext uri="{BB962C8B-B14F-4D97-AF65-F5344CB8AC3E}">
        <p14:creationId xmlns:p14="http://schemas.microsoft.com/office/powerpoint/2010/main" val="1713817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Order Processing System</a:t>
            </a:r>
          </a:p>
        </p:txBody>
      </p:sp>
      <p:sp>
        <p:nvSpPr>
          <p:cNvPr id="5" name="Content Placeholder 2"/>
          <p:cNvSpPr txBox="1">
            <a:spLocks/>
          </p:cNvSpPr>
          <p:nvPr/>
        </p:nvSpPr>
        <p:spPr>
          <a:xfrm>
            <a:off x="814344" y="1135741"/>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dirty="0"/>
              <a:t>Step 2: Identify the dependencies in the System </a:t>
            </a:r>
          </a:p>
          <a:p>
            <a:pPr lvl="1">
              <a:lnSpc>
                <a:spcPct val="150000"/>
              </a:lnSpc>
            </a:pPr>
            <a:r>
              <a:rPr lang="en-US" b="0" dirty="0"/>
              <a:t>Finally, Track Order dependency to UI Framework is also mapped which completes our Package Diagram for Order Processing subsystem.</a:t>
            </a:r>
            <a:br>
              <a:rPr lang="en-US" dirty="0"/>
            </a:br>
            <a:endParaRPr lang="en-US" dirty="0"/>
          </a:p>
        </p:txBody>
      </p:sp>
      <p:pic>
        <p:nvPicPr>
          <p:cNvPr id="3" name="Picture 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532380" y="2740052"/>
            <a:ext cx="5200780" cy="2648673"/>
          </a:xfrm>
          <a:prstGeom prst="rect">
            <a:avLst/>
          </a:prstGeom>
        </p:spPr>
      </p:pic>
    </p:spTree>
    <p:extLst>
      <p:ext uri="{BB962C8B-B14F-4D97-AF65-F5344CB8AC3E}">
        <p14:creationId xmlns:p14="http://schemas.microsoft.com/office/powerpoint/2010/main" val="1492153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Online Shopping</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val="0"/>
              </a:ext>
            </a:extLst>
          </a:blip>
          <a:srcRect t="9767" b="7403"/>
          <a:stretch/>
        </p:blipFill>
        <p:spPr>
          <a:xfrm>
            <a:off x="1091560" y="1041722"/>
            <a:ext cx="7912304" cy="4740545"/>
          </a:xfrm>
          <a:prstGeom prst="rect">
            <a:avLst/>
          </a:prstGeom>
        </p:spPr>
      </p:pic>
    </p:spTree>
    <p:extLst>
      <p:ext uri="{BB962C8B-B14F-4D97-AF65-F5344CB8AC3E}">
        <p14:creationId xmlns:p14="http://schemas.microsoft.com/office/powerpoint/2010/main" val="679628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F110D-181C-49A8-B0A5-B8DDBA92AF0A}"/>
              </a:ext>
            </a:extLst>
          </p:cNvPr>
          <p:cNvSpPr>
            <a:spLocks noGrp="1"/>
          </p:cNvSpPr>
          <p:nvPr>
            <p:ph type="title"/>
          </p:nvPr>
        </p:nvSpPr>
        <p:spPr/>
        <p:txBody>
          <a:bodyPr/>
          <a:lstStyle/>
          <a:p>
            <a:r>
              <a:rPr lang="en-US" dirty="0"/>
              <a:t>Package Relationships-Merge</a:t>
            </a:r>
            <a:endParaRPr lang="en-PK" dirty="0"/>
          </a:p>
        </p:txBody>
      </p:sp>
      <p:sp>
        <p:nvSpPr>
          <p:cNvPr id="3" name="Content Placeholder 2">
            <a:extLst>
              <a:ext uri="{FF2B5EF4-FFF2-40B4-BE49-F238E27FC236}">
                <a16:creationId xmlns:a16="http://schemas.microsoft.com/office/drawing/2014/main" id="{10CE0FDD-B0E9-4740-9E0D-00B4ADB04C57}"/>
              </a:ext>
            </a:extLst>
          </p:cNvPr>
          <p:cNvSpPr>
            <a:spLocks noGrp="1"/>
          </p:cNvSpPr>
          <p:nvPr>
            <p:ph idx="1"/>
          </p:nvPr>
        </p:nvSpPr>
        <p:spPr/>
        <p:txBody>
          <a:bodyPr/>
          <a:lstStyle/>
          <a:p>
            <a:r>
              <a:rPr lang="en-US" b="0" i="0" dirty="0">
                <a:solidFill>
                  <a:srgbClr val="273239"/>
                </a:solidFill>
                <a:effectLst/>
                <a:latin typeface="Nunito" pitchFamily="2" charset="0"/>
              </a:rPr>
              <a:t>This relationship is used to represent that the contents of a package can be merged with the contents of another package. This implies that the source and the target package has some elements common in them, so that they can be merged together.</a:t>
            </a:r>
          </a:p>
          <a:p>
            <a:endParaRPr lang="en-PK" dirty="0"/>
          </a:p>
        </p:txBody>
      </p:sp>
      <p:pic>
        <p:nvPicPr>
          <p:cNvPr id="5" name="Picture 4">
            <a:extLst>
              <a:ext uri="{FF2B5EF4-FFF2-40B4-BE49-F238E27FC236}">
                <a16:creationId xmlns:a16="http://schemas.microsoft.com/office/drawing/2014/main" id="{9D515B5F-550D-4F42-8C1F-A60FC7B9856C}"/>
              </a:ext>
            </a:extLst>
          </p:cNvPr>
          <p:cNvPicPr>
            <a:picLocks noChangeAspect="1"/>
          </p:cNvPicPr>
          <p:nvPr/>
        </p:nvPicPr>
        <p:blipFill>
          <a:blip r:embed="rId2"/>
          <a:stretch>
            <a:fillRect/>
          </a:stretch>
        </p:blipFill>
        <p:spPr>
          <a:xfrm>
            <a:off x="1456125" y="2500245"/>
            <a:ext cx="6064562" cy="2635385"/>
          </a:xfrm>
          <a:prstGeom prst="rect">
            <a:avLst/>
          </a:prstGeom>
        </p:spPr>
      </p:pic>
    </p:spTree>
    <p:extLst>
      <p:ext uri="{BB962C8B-B14F-4D97-AF65-F5344CB8AC3E}">
        <p14:creationId xmlns:p14="http://schemas.microsoft.com/office/powerpoint/2010/main" val="569757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ABA00-CF8B-4523-A0D5-2424933B2199}"/>
              </a:ext>
            </a:extLst>
          </p:cNvPr>
          <p:cNvSpPr>
            <a:spLocks noGrp="1"/>
          </p:cNvSpPr>
          <p:nvPr>
            <p:ph type="title"/>
          </p:nvPr>
        </p:nvSpPr>
        <p:spPr/>
        <p:txBody>
          <a:bodyPr/>
          <a:lstStyle/>
          <a:p>
            <a:r>
              <a:rPr lang="en-US" dirty="0"/>
              <a:t>Package Relation –</a:t>
            </a:r>
            <a:r>
              <a:rPr lang="en-US" dirty="0" err="1"/>
              <a:t>Dependancy</a:t>
            </a:r>
            <a:r>
              <a:rPr lang="en-US" dirty="0"/>
              <a:t> Relation</a:t>
            </a:r>
            <a:endParaRPr lang="en-PK" dirty="0"/>
          </a:p>
        </p:txBody>
      </p:sp>
      <p:sp>
        <p:nvSpPr>
          <p:cNvPr id="3" name="Content Placeholder 2">
            <a:extLst>
              <a:ext uri="{FF2B5EF4-FFF2-40B4-BE49-F238E27FC236}">
                <a16:creationId xmlns:a16="http://schemas.microsoft.com/office/drawing/2014/main" id="{901B69A9-1917-40F5-AE64-6D37FAA99868}"/>
              </a:ext>
            </a:extLst>
          </p:cNvPr>
          <p:cNvSpPr>
            <a:spLocks noGrp="1"/>
          </p:cNvSpPr>
          <p:nvPr>
            <p:ph idx="1"/>
          </p:nvPr>
        </p:nvSpPr>
        <p:spPr/>
        <p:txBody>
          <a:bodyPr/>
          <a:lstStyle/>
          <a:p>
            <a:r>
              <a:rPr lang="en-US" b="0" i="0" dirty="0">
                <a:solidFill>
                  <a:srgbClr val="273239"/>
                </a:solidFill>
                <a:effectLst/>
                <a:latin typeface="Nunito" pitchFamily="2" charset="0"/>
              </a:rPr>
              <a:t>A package can be </a:t>
            </a:r>
            <a:r>
              <a:rPr lang="en-US" b="0" i="0" dirty="0" err="1">
                <a:solidFill>
                  <a:srgbClr val="273239"/>
                </a:solidFill>
                <a:effectLst/>
                <a:latin typeface="Nunito" pitchFamily="2" charset="0"/>
              </a:rPr>
              <a:t>dependant</a:t>
            </a:r>
            <a:r>
              <a:rPr lang="en-US" b="0" i="0" dirty="0">
                <a:solidFill>
                  <a:srgbClr val="273239"/>
                </a:solidFill>
                <a:effectLst/>
                <a:latin typeface="Nunito" pitchFamily="2" charset="0"/>
              </a:rPr>
              <a:t> on other different packages, signifying that the source package is somehow dependent on the target package.</a:t>
            </a:r>
          </a:p>
          <a:p>
            <a:endParaRPr lang="en-PK" dirty="0"/>
          </a:p>
        </p:txBody>
      </p:sp>
      <p:pic>
        <p:nvPicPr>
          <p:cNvPr id="5" name="Picture 4">
            <a:extLst>
              <a:ext uri="{FF2B5EF4-FFF2-40B4-BE49-F238E27FC236}">
                <a16:creationId xmlns:a16="http://schemas.microsoft.com/office/drawing/2014/main" id="{CAB729BA-E561-4171-808B-EF39E0B77329}"/>
              </a:ext>
            </a:extLst>
          </p:cNvPr>
          <p:cNvPicPr>
            <a:picLocks noChangeAspect="1"/>
          </p:cNvPicPr>
          <p:nvPr/>
        </p:nvPicPr>
        <p:blipFill>
          <a:blip r:embed="rId2"/>
          <a:stretch>
            <a:fillRect/>
          </a:stretch>
        </p:blipFill>
        <p:spPr>
          <a:xfrm>
            <a:off x="1580155" y="2385217"/>
            <a:ext cx="5855001" cy="2286117"/>
          </a:xfrm>
          <a:prstGeom prst="rect">
            <a:avLst/>
          </a:prstGeom>
        </p:spPr>
      </p:pic>
    </p:spTree>
    <p:extLst>
      <p:ext uri="{BB962C8B-B14F-4D97-AF65-F5344CB8AC3E}">
        <p14:creationId xmlns:p14="http://schemas.microsoft.com/office/powerpoint/2010/main" val="980395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BB22E-57D5-4C6D-B381-C635E83CC3F2}"/>
              </a:ext>
            </a:extLst>
          </p:cNvPr>
          <p:cNvSpPr>
            <a:spLocks noGrp="1"/>
          </p:cNvSpPr>
          <p:nvPr>
            <p:ph type="title"/>
          </p:nvPr>
        </p:nvSpPr>
        <p:spPr/>
        <p:txBody>
          <a:bodyPr/>
          <a:lstStyle/>
          <a:p>
            <a:r>
              <a:rPr lang="en-US" dirty="0"/>
              <a:t>Package Relation-Import</a:t>
            </a:r>
            <a:endParaRPr lang="en-PK" dirty="0"/>
          </a:p>
        </p:txBody>
      </p:sp>
      <p:sp>
        <p:nvSpPr>
          <p:cNvPr id="3" name="Content Placeholder 2">
            <a:extLst>
              <a:ext uri="{FF2B5EF4-FFF2-40B4-BE49-F238E27FC236}">
                <a16:creationId xmlns:a16="http://schemas.microsoft.com/office/drawing/2014/main" id="{57192517-CCD4-4C38-9971-B57DD33E9342}"/>
              </a:ext>
            </a:extLst>
          </p:cNvPr>
          <p:cNvSpPr>
            <a:spLocks noGrp="1"/>
          </p:cNvSpPr>
          <p:nvPr>
            <p:ph idx="1"/>
          </p:nvPr>
        </p:nvSpPr>
        <p:spPr/>
        <p:txBody>
          <a:bodyPr/>
          <a:lstStyle/>
          <a:p>
            <a:r>
              <a:rPr lang="en-US" b="0" i="0" dirty="0">
                <a:solidFill>
                  <a:srgbClr val="273239"/>
                </a:solidFill>
                <a:effectLst/>
                <a:latin typeface="Nunito" pitchFamily="2" charset="0"/>
              </a:rPr>
              <a:t>This relationship is used to represent that a package is importing another package to use. It signifies that the importing package can access the public contents of the imported package.</a:t>
            </a:r>
          </a:p>
          <a:p>
            <a:endParaRPr lang="en-PK" dirty="0"/>
          </a:p>
        </p:txBody>
      </p:sp>
      <p:pic>
        <p:nvPicPr>
          <p:cNvPr id="5" name="Picture 4">
            <a:extLst>
              <a:ext uri="{FF2B5EF4-FFF2-40B4-BE49-F238E27FC236}">
                <a16:creationId xmlns:a16="http://schemas.microsoft.com/office/drawing/2014/main" id="{DE2BC521-DEB8-456D-95BD-DEF182F30262}"/>
              </a:ext>
            </a:extLst>
          </p:cNvPr>
          <p:cNvPicPr>
            <a:picLocks noChangeAspect="1"/>
          </p:cNvPicPr>
          <p:nvPr/>
        </p:nvPicPr>
        <p:blipFill>
          <a:blip r:embed="rId2"/>
          <a:stretch>
            <a:fillRect/>
          </a:stretch>
        </p:blipFill>
        <p:spPr>
          <a:xfrm>
            <a:off x="1770768" y="2586673"/>
            <a:ext cx="6191568" cy="2597283"/>
          </a:xfrm>
          <a:prstGeom prst="rect">
            <a:avLst/>
          </a:prstGeom>
        </p:spPr>
      </p:pic>
    </p:spTree>
    <p:extLst>
      <p:ext uri="{BB962C8B-B14F-4D97-AF65-F5344CB8AC3E}">
        <p14:creationId xmlns:p14="http://schemas.microsoft.com/office/powerpoint/2010/main" val="3996662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CEECC-D2BF-4C36-B604-49A26CB09639}"/>
              </a:ext>
            </a:extLst>
          </p:cNvPr>
          <p:cNvSpPr>
            <a:spLocks noGrp="1"/>
          </p:cNvSpPr>
          <p:nvPr>
            <p:ph type="title"/>
          </p:nvPr>
        </p:nvSpPr>
        <p:spPr/>
        <p:txBody>
          <a:bodyPr/>
          <a:lstStyle/>
          <a:p>
            <a:r>
              <a:rPr lang="en-US" dirty="0"/>
              <a:t>Package Relation -Access</a:t>
            </a:r>
            <a:endParaRPr lang="en-PK" dirty="0"/>
          </a:p>
        </p:txBody>
      </p:sp>
      <p:sp>
        <p:nvSpPr>
          <p:cNvPr id="3" name="Content Placeholder 2">
            <a:extLst>
              <a:ext uri="{FF2B5EF4-FFF2-40B4-BE49-F238E27FC236}">
                <a16:creationId xmlns:a16="http://schemas.microsoft.com/office/drawing/2014/main" id="{AD8C48B6-8DEF-49BE-8397-931A6BB29B5A}"/>
              </a:ext>
            </a:extLst>
          </p:cNvPr>
          <p:cNvSpPr>
            <a:spLocks noGrp="1"/>
          </p:cNvSpPr>
          <p:nvPr>
            <p:ph idx="1"/>
          </p:nvPr>
        </p:nvSpPr>
        <p:spPr/>
        <p:txBody>
          <a:bodyPr/>
          <a:lstStyle/>
          <a:p>
            <a:r>
              <a:rPr lang="en-US" b="0" i="0" dirty="0">
                <a:solidFill>
                  <a:srgbClr val="273239"/>
                </a:solidFill>
                <a:effectLst/>
                <a:latin typeface="Nunito" pitchFamily="2" charset="0"/>
              </a:rPr>
              <a:t>This type of relationship signifies that there is a access relationship between two or more packages, meaning that one package can access the contents of another package without importing it.</a:t>
            </a:r>
          </a:p>
          <a:p>
            <a:endParaRPr lang="en-US" dirty="0"/>
          </a:p>
          <a:p>
            <a:endParaRPr lang="en-US" dirty="0"/>
          </a:p>
          <a:p>
            <a:endParaRPr lang="en-US" dirty="0"/>
          </a:p>
          <a:p>
            <a:endParaRPr lang="en-PK" dirty="0"/>
          </a:p>
        </p:txBody>
      </p:sp>
      <p:pic>
        <p:nvPicPr>
          <p:cNvPr id="9" name="Picture 8">
            <a:extLst>
              <a:ext uri="{FF2B5EF4-FFF2-40B4-BE49-F238E27FC236}">
                <a16:creationId xmlns:a16="http://schemas.microsoft.com/office/drawing/2014/main" id="{5EE45E1E-3E93-4F68-9B03-9BF9FDBDC5E7}"/>
              </a:ext>
            </a:extLst>
          </p:cNvPr>
          <p:cNvPicPr>
            <a:picLocks noChangeAspect="1"/>
          </p:cNvPicPr>
          <p:nvPr/>
        </p:nvPicPr>
        <p:blipFill>
          <a:blip r:embed="rId2"/>
          <a:stretch>
            <a:fillRect/>
          </a:stretch>
        </p:blipFill>
        <p:spPr>
          <a:xfrm>
            <a:off x="2551858" y="2336516"/>
            <a:ext cx="4629388" cy="2616334"/>
          </a:xfrm>
          <a:prstGeom prst="rect">
            <a:avLst/>
          </a:prstGeom>
        </p:spPr>
      </p:pic>
    </p:spTree>
    <p:extLst>
      <p:ext uri="{BB962C8B-B14F-4D97-AF65-F5344CB8AC3E}">
        <p14:creationId xmlns:p14="http://schemas.microsoft.com/office/powerpoint/2010/main" val="1739406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a:t>
            </a:r>
          </a:p>
        </p:txBody>
      </p:sp>
      <p:sp>
        <p:nvSpPr>
          <p:cNvPr id="3" name="Text Placeholder 2"/>
          <p:cNvSpPr>
            <a:spLocks noGrp="1"/>
          </p:cNvSpPr>
          <p:nvPr>
            <p:ph type="body" idx="1"/>
          </p:nvPr>
        </p:nvSpPr>
        <p:spPr/>
        <p:txBody>
          <a:bodyPr/>
          <a:lstStyle/>
          <a:p>
            <a:r>
              <a:rPr lang="en-US" dirty="0"/>
              <a:t>UML (Unified Modeling language)</a:t>
            </a:r>
          </a:p>
        </p:txBody>
      </p:sp>
    </p:spTree>
    <p:extLst>
      <p:ext uri="{BB962C8B-B14F-4D97-AF65-F5344CB8AC3E}">
        <p14:creationId xmlns:p14="http://schemas.microsoft.com/office/powerpoint/2010/main" val="1096545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a:t>
            </a:r>
          </a:p>
        </p:txBody>
      </p:sp>
      <p:pic>
        <p:nvPicPr>
          <p:cNvPr id="4" name="Content Placeholder 3"/>
          <p:cNvPicPr>
            <a:picLocks noGrp="1" noChangeAspect="1"/>
          </p:cNvPicPr>
          <p:nvPr>
            <p:ph idx="1"/>
          </p:nvPr>
        </p:nvPicPr>
        <p:blipFill>
          <a:blip r:embed="rId2" cstate="email">
            <a:alphaModFix amt="50000"/>
            <a:extLst>
              <a:ext uri="{28A0092B-C50C-407E-A947-70E740481C1C}">
                <a14:useLocalDpi xmlns:a14="http://schemas.microsoft.com/office/drawing/2010/main" val="0"/>
              </a:ext>
            </a:extLst>
          </a:blip>
          <a:stretch>
            <a:fillRect/>
          </a:stretch>
        </p:blipFill>
        <p:spPr>
          <a:xfrm>
            <a:off x="1417728" y="1135063"/>
            <a:ext cx="7073720" cy="4252912"/>
          </a:xfrm>
        </p:spPr>
      </p:pic>
      <p:pic>
        <p:nvPicPr>
          <p:cNvPr id="5" name="Content Placeholder 3"/>
          <p:cNvPicPr>
            <a:picLocks noChangeAspect="1"/>
          </p:cNvPicPr>
          <p:nvPr/>
        </p:nvPicPr>
        <p:blipFill rotWithShape="1">
          <a:blip r:embed="rId2" cstate="email">
            <a:alphaModFix/>
            <a:extLst>
              <a:ext uri="{28A0092B-C50C-407E-A947-70E740481C1C}">
                <a14:useLocalDpi xmlns:a14="http://schemas.microsoft.com/office/drawing/2010/main" val="0"/>
              </a:ext>
            </a:extLst>
          </a:blip>
          <a:srcRect l="75681" t="84896"/>
          <a:stretch/>
        </p:blipFill>
        <p:spPr>
          <a:xfrm>
            <a:off x="6771190" y="4745619"/>
            <a:ext cx="1720257" cy="642355"/>
          </a:xfrm>
          <a:prstGeom prst="rect">
            <a:avLst/>
          </a:prstGeom>
        </p:spPr>
      </p:pic>
    </p:spTree>
    <p:extLst>
      <p:ext uri="{BB962C8B-B14F-4D97-AF65-F5344CB8AC3E}">
        <p14:creationId xmlns:p14="http://schemas.microsoft.com/office/powerpoint/2010/main" val="2027751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Timing Diagram?</a:t>
            </a:r>
          </a:p>
        </p:txBody>
      </p:sp>
      <p:sp>
        <p:nvSpPr>
          <p:cNvPr id="3" name="Content Placeholder 2"/>
          <p:cNvSpPr>
            <a:spLocks noGrp="1"/>
          </p:cNvSpPr>
          <p:nvPr>
            <p:ph idx="1"/>
          </p:nvPr>
        </p:nvSpPr>
        <p:spPr/>
        <p:txBody>
          <a:bodyPr/>
          <a:lstStyle/>
          <a:p>
            <a:pPr>
              <a:lnSpc>
                <a:spcPct val="250000"/>
              </a:lnSpc>
            </a:pPr>
            <a:r>
              <a:rPr lang="en-US" b="0" dirty="0"/>
              <a:t>A timing diagram is a specific UML behavioral modeling diagram that focuses on timing constraints.</a:t>
            </a:r>
          </a:p>
          <a:p>
            <a:pPr>
              <a:lnSpc>
                <a:spcPct val="250000"/>
              </a:lnSpc>
            </a:pPr>
            <a:r>
              <a:rPr lang="en-US" b="0" dirty="0"/>
              <a:t>It show’s how objects interact with each other during a certain period of time.</a:t>
            </a:r>
          </a:p>
          <a:p>
            <a:pPr>
              <a:lnSpc>
                <a:spcPct val="250000"/>
              </a:lnSpc>
            </a:pPr>
            <a:r>
              <a:rPr lang="en-US" b="0" dirty="0"/>
              <a:t>In a timing diagram, time passes on the x-axis from left to right, with different components of the system that interact with each other on the y-axis.</a:t>
            </a:r>
          </a:p>
        </p:txBody>
      </p:sp>
    </p:spTree>
    <p:extLst>
      <p:ext uri="{BB962C8B-B14F-4D97-AF65-F5344CB8AC3E}">
        <p14:creationId xmlns:p14="http://schemas.microsoft.com/office/powerpoint/2010/main" val="1467234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Timing Diagram?</a:t>
            </a:r>
          </a:p>
        </p:txBody>
      </p:sp>
      <p:sp>
        <p:nvSpPr>
          <p:cNvPr id="3" name="Content Placeholder 2"/>
          <p:cNvSpPr>
            <a:spLocks noGrp="1"/>
          </p:cNvSpPr>
          <p:nvPr>
            <p:ph idx="1"/>
          </p:nvPr>
        </p:nvSpPr>
        <p:spPr/>
        <p:txBody>
          <a:bodyPr/>
          <a:lstStyle/>
          <a:p>
            <a:pPr>
              <a:lnSpc>
                <a:spcPct val="250000"/>
              </a:lnSpc>
            </a:pPr>
            <a:r>
              <a:rPr lang="en-US" b="0" dirty="0"/>
              <a:t>Timing diagrams show how long each step of a process takes. </a:t>
            </a:r>
          </a:p>
          <a:p>
            <a:pPr>
              <a:lnSpc>
                <a:spcPct val="250000"/>
              </a:lnSpc>
            </a:pPr>
            <a:r>
              <a:rPr lang="en-US" b="0" dirty="0"/>
              <a:t>We use timing diagram to identify which steps of a process require too much time and to find areas for improvement.</a:t>
            </a:r>
          </a:p>
        </p:txBody>
      </p:sp>
    </p:spTree>
    <p:extLst>
      <p:ext uri="{BB962C8B-B14F-4D97-AF65-F5344CB8AC3E}">
        <p14:creationId xmlns:p14="http://schemas.microsoft.com/office/powerpoint/2010/main" val="1776360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Timing Diagram</a:t>
            </a:r>
          </a:p>
        </p:txBody>
      </p:sp>
      <p:sp>
        <p:nvSpPr>
          <p:cNvPr id="3" name="Content Placeholder 2"/>
          <p:cNvSpPr>
            <a:spLocks noGrp="1"/>
          </p:cNvSpPr>
          <p:nvPr>
            <p:ph idx="1"/>
          </p:nvPr>
        </p:nvSpPr>
        <p:spPr/>
        <p:txBody>
          <a:bodyPr>
            <a:normAutofit fontScale="92500" lnSpcReduction="10000"/>
          </a:bodyPr>
          <a:lstStyle/>
          <a:p>
            <a:pPr>
              <a:lnSpc>
                <a:spcPct val="200000"/>
              </a:lnSpc>
            </a:pPr>
            <a:r>
              <a:rPr lang="en-US" b="0" dirty="0"/>
              <a:t>One of the key benefits of a UML timing diagram is that it gives users an overview of what goes on in a system or piece of software. </a:t>
            </a:r>
          </a:p>
          <a:p>
            <a:pPr>
              <a:lnSpc>
                <a:spcPct val="200000"/>
              </a:lnSpc>
            </a:pPr>
            <a:r>
              <a:rPr lang="en-US" b="0" dirty="0"/>
              <a:t>More critically, it shows which steps in a system take too much time, and this information can be used by business users and developers alike to improve their processes. </a:t>
            </a:r>
          </a:p>
          <a:p>
            <a:pPr>
              <a:lnSpc>
                <a:spcPct val="200000"/>
              </a:lnSpc>
            </a:pPr>
            <a:r>
              <a:rPr lang="en-US" b="0" dirty="0"/>
              <a:t>With timing diagrams, we can easily diagram a process and identify the major steps it takes to complete the process.</a:t>
            </a:r>
            <a:endParaRPr lang="en-US" dirty="0"/>
          </a:p>
          <a:p>
            <a:pPr>
              <a:lnSpc>
                <a:spcPct val="200000"/>
              </a:lnSpc>
            </a:pPr>
            <a:endParaRPr lang="en-US" dirty="0"/>
          </a:p>
        </p:txBody>
      </p:sp>
    </p:spTree>
    <p:extLst>
      <p:ext uri="{BB962C8B-B14F-4D97-AF65-F5344CB8AC3E}">
        <p14:creationId xmlns:p14="http://schemas.microsoft.com/office/powerpoint/2010/main" val="1980777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 Basic Symbols</a:t>
            </a:r>
          </a:p>
        </p:txBody>
      </p:sp>
      <p:sp>
        <p:nvSpPr>
          <p:cNvPr id="6" name="Content Placeholder 2"/>
          <p:cNvSpPr txBox="1">
            <a:spLocks/>
          </p:cNvSpPr>
          <p:nvPr/>
        </p:nvSpPr>
        <p:spPr>
          <a:xfrm>
            <a:off x="766575" y="1158889"/>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dirty="0"/>
              <a:t>Symbol Name: </a:t>
            </a:r>
            <a:r>
              <a:rPr lang="en-US" b="0" dirty="0"/>
              <a:t>Lifeline</a:t>
            </a:r>
          </a:p>
          <a:p>
            <a:pPr>
              <a:lnSpc>
                <a:spcPct val="150000"/>
              </a:lnSpc>
            </a:pPr>
            <a:r>
              <a:rPr lang="en-US" dirty="0"/>
              <a:t>Description: </a:t>
            </a:r>
            <a:r>
              <a:rPr lang="en-US" b="0" dirty="0"/>
              <a:t>A lifeline in a Timing diagram forms a rectangular space within the content area of a frame. Lifeline is a named element which represents an individual participant in the interaction. It is typically aligned horizontally to read from left to right.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3899" y="3779135"/>
            <a:ext cx="2603500" cy="1219200"/>
          </a:xfrm>
          <a:prstGeom prst="rect">
            <a:avLst/>
          </a:prstGeom>
        </p:spPr>
      </p:pic>
    </p:spTree>
    <p:extLst>
      <p:ext uri="{BB962C8B-B14F-4D97-AF65-F5344CB8AC3E}">
        <p14:creationId xmlns:p14="http://schemas.microsoft.com/office/powerpoint/2010/main" val="701979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 Basic Symbols</a:t>
            </a:r>
          </a:p>
        </p:txBody>
      </p:sp>
      <p:sp>
        <p:nvSpPr>
          <p:cNvPr id="6" name="Content Placeholder 2"/>
          <p:cNvSpPr txBox="1">
            <a:spLocks/>
          </p:cNvSpPr>
          <p:nvPr/>
        </p:nvSpPr>
        <p:spPr>
          <a:xfrm>
            <a:off x="766575" y="1158889"/>
            <a:ext cx="8280151" cy="4252984"/>
          </a:xfrm>
          <a:prstGeom prst="rect">
            <a:avLst/>
          </a:prstGeom>
        </p:spPr>
        <p:txBody>
          <a:bodyPr vert="horz" lIns="0" tIns="32441" rIns="0" bIns="32441"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b="0" dirty="0"/>
              <a:t>Multiple lifelines may be stacked within the same frame to model the interaction between them.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550" y="2747380"/>
            <a:ext cx="2616200" cy="1790700"/>
          </a:xfrm>
          <a:prstGeom prst="rect">
            <a:avLst/>
          </a:prstGeom>
        </p:spPr>
      </p:pic>
    </p:spTree>
    <p:extLst>
      <p:ext uri="{BB962C8B-B14F-4D97-AF65-F5344CB8AC3E}">
        <p14:creationId xmlns:p14="http://schemas.microsoft.com/office/powerpoint/2010/main" val="1308852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A186-3DD0-4692-9392-1170AE028373}"/>
              </a:ext>
            </a:extLst>
          </p:cNvPr>
          <p:cNvSpPr>
            <a:spLocks noGrp="1"/>
          </p:cNvSpPr>
          <p:nvPr>
            <p:ph type="title"/>
          </p:nvPr>
        </p:nvSpPr>
        <p:spPr/>
        <p:txBody>
          <a:bodyPr/>
          <a:lstStyle/>
          <a:p>
            <a:r>
              <a:rPr lang="en-US" b="1" i="0" dirty="0">
                <a:solidFill>
                  <a:srgbClr val="333333"/>
                </a:solidFill>
                <a:effectLst/>
                <a:latin typeface="inter-bold"/>
              </a:rPr>
              <a:t>State or Condition Timeline</a:t>
            </a:r>
            <a:br>
              <a:rPr lang="en-US" b="0" i="0" dirty="0">
                <a:solidFill>
                  <a:srgbClr val="333333"/>
                </a:solidFill>
                <a:effectLst/>
                <a:latin typeface="inter-regular"/>
              </a:rPr>
            </a:br>
            <a:endParaRPr lang="en-PK" dirty="0"/>
          </a:p>
        </p:txBody>
      </p:sp>
      <p:sp>
        <p:nvSpPr>
          <p:cNvPr id="3" name="Content Placeholder 2">
            <a:extLst>
              <a:ext uri="{FF2B5EF4-FFF2-40B4-BE49-F238E27FC236}">
                <a16:creationId xmlns:a16="http://schemas.microsoft.com/office/drawing/2014/main" id="{F6A7BF06-10BB-45B5-A5D5-3DBE6CEA38DC}"/>
              </a:ext>
            </a:extLst>
          </p:cNvPr>
          <p:cNvSpPr>
            <a:spLocks noGrp="1"/>
          </p:cNvSpPr>
          <p:nvPr>
            <p:ph idx="1"/>
          </p:nvPr>
        </p:nvSpPr>
        <p:spPr/>
        <p:txBody>
          <a:bodyPr/>
          <a:lstStyle/>
          <a:p>
            <a:pPr algn="just"/>
            <a:r>
              <a:rPr lang="en-US" b="0" i="0" dirty="0">
                <a:solidFill>
                  <a:srgbClr val="333333"/>
                </a:solidFill>
                <a:effectLst/>
                <a:latin typeface="inter-regular"/>
              </a:rPr>
              <a:t>The timing diagram represents the state of a classifier or attributes that are participating, or some testable conditions, which is a discrete value of the classifier.</a:t>
            </a:r>
          </a:p>
          <a:p>
            <a:pPr algn="just"/>
            <a:r>
              <a:rPr lang="en-US" b="0" i="0" dirty="0">
                <a:solidFill>
                  <a:srgbClr val="333333"/>
                </a:solidFill>
                <a:effectLst/>
                <a:latin typeface="inter-regular"/>
              </a:rPr>
              <a:t>In UML, the state or condition is continuous. It is mainly used to show the temperature and density where the entities endure a continuous state change.</a:t>
            </a:r>
          </a:p>
          <a:p>
            <a:endParaRPr lang="en-PK" dirty="0"/>
          </a:p>
        </p:txBody>
      </p:sp>
      <p:pic>
        <p:nvPicPr>
          <p:cNvPr id="5" name="Picture 4">
            <a:extLst>
              <a:ext uri="{FF2B5EF4-FFF2-40B4-BE49-F238E27FC236}">
                <a16:creationId xmlns:a16="http://schemas.microsoft.com/office/drawing/2014/main" id="{44F19619-3136-4338-9B1B-5450AEA0D7BD}"/>
              </a:ext>
            </a:extLst>
          </p:cNvPr>
          <p:cNvPicPr>
            <a:picLocks noChangeAspect="1"/>
          </p:cNvPicPr>
          <p:nvPr/>
        </p:nvPicPr>
        <p:blipFill>
          <a:blip r:embed="rId2"/>
          <a:stretch>
            <a:fillRect/>
          </a:stretch>
        </p:blipFill>
        <p:spPr>
          <a:xfrm>
            <a:off x="996682" y="3038443"/>
            <a:ext cx="2267067" cy="1866996"/>
          </a:xfrm>
          <a:prstGeom prst="rect">
            <a:avLst/>
          </a:prstGeom>
        </p:spPr>
      </p:pic>
      <p:pic>
        <p:nvPicPr>
          <p:cNvPr id="7" name="Picture 6">
            <a:extLst>
              <a:ext uri="{FF2B5EF4-FFF2-40B4-BE49-F238E27FC236}">
                <a16:creationId xmlns:a16="http://schemas.microsoft.com/office/drawing/2014/main" id="{0BA06D11-5377-434A-B1A0-5DACFEE6742A}"/>
              </a:ext>
            </a:extLst>
          </p:cNvPr>
          <p:cNvPicPr>
            <a:picLocks noChangeAspect="1"/>
          </p:cNvPicPr>
          <p:nvPr/>
        </p:nvPicPr>
        <p:blipFill>
          <a:blip r:embed="rId3"/>
          <a:stretch>
            <a:fillRect/>
          </a:stretch>
        </p:blipFill>
        <p:spPr>
          <a:xfrm>
            <a:off x="3446087" y="3331415"/>
            <a:ext cx="3867349" cy="1339919"/>
          </a:xfrm>
          <a:prstGeom prst="rect">
            <a:avLst/>
          </a:prstGeom>
        </p:spPr>
      </p:pic>
    </p:spTree>
    <p:extLst>
      <p:ext uri="{BB962C8B-B14F-4D97-AF65-F5344CB8AC3E}">
        <p14:creationId xmlns:p14="http://schemas.microsoft.com/office/powerpoint/2010/main" val="15959986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F961-0E08-4676-BC5F-FF9B82EE9E94}"/>
              </a:ext>
            </a:extLst>
          </p:cNvPr>
          <p:cNvSpPr>
            <a:spLocks noGrp="1"/>
          </p:cNvSpPr>
          <p:nvPr>
            <p:ph type="title"/>
          </p:nvPr>
        </p:nvSpPr>
        <p:spPr/>
        <p:txBody>
          <a:bodyPr/>
          <a:lstStyle/>
          <a:p>
            <a:r>
              <a:rPr lang="en-US" dirty="0"/>
              <a:t>Duration Constraint</a:t>
            </a:r>
            <a:endParaRPr lang="en-PK" dirty="0"/>
          </a:p>
        </p:txBody>
      </p:sp>
      <p:sp>
        <p:nvSpPr>
          <p:cNvPr id="3" name="Content Placeholder 2">
            <a:extLst>
              <a:ext uri="{FF2B5EF4-FFF2-40B4-BE49-F238E27FC236}">
                <a16:creationId xmlns:a16="http://schemas.microsoft.com/office/drawing/2014/main" id="{BA971CE6-B6D3-4FFE-808C-D84610858E84}"/>
              </a:ext>
            </a:extLst>
          </p:cNvPr>
          <p:cNvSpPr>
            <a:spLocks noGrp="1"/>
          </p:cNvSpPr>
          <p:nvPr>
            <p:ph idx="1"/>
          </p:nvPr>
        </p:nvSpPr>
        <p:spPr/>
        <p:txBody>
          <a:bodyPr/>
          <a:lstStyle/>
          <a:p>
            <a:r>
              <a:rPr lang="en-US" b="0" i="0" dirty="0">
                <a:solidFill>
                  <a:srgbClr val="333333"/>
                </a:solidFill>
                <a:effectLst/>
                <a:latin typeface="inter-regular"/>
              </a:rPr>
              <a:t>The duration constraint is a constraint of an interval, which refers to duration interval. It is used to determine if the constraint is satisfied for a duration or not. The duration constraint semantics inherits from the constraints.</a:t>
            </a:r>
          </a:p>
          <a:p>
            <a:r>
              <a:rPr lang="en-US" b="1" i="1" dirty="0">
                <a:solidFill>
                  <a:srgbClr val="333333"/>
                </a:solidFill>
                <a:effectLst/>
                <a:latin typeface="inter-bold"/>
              </a:rPr>
              <a:t>Ice should melt into the water in 1 to 6 mins.</a:t>
            </a:r>
            <a:endParaRPr lang="en-PK" dirty="0"/>
          </a:p>
        </p:txBody>
      </p:sp>
      <p:pic>
        <p:nvPicPr>
          <p:cNvPr id="5" name="Picture 4">
            <a:extLst>
              <a:ext uri="{FF2B5EF4-FFF2-40B4-BE49-F238E27FC236}">
                <a16:creationId xmlns:a16="http://schemas.microsoft.com/office/drawing/2014/main" id="{998145C1-5ABC-417B-8A3D-12128719DB10}"/>
              </a:ext>
            </a:extLst>
          </p:cNvPr>
          <p:cNvPicPr>
            <a:picLocks noChangeAspect="1"/>
          </p:cNvPicPr>
          <p:nvPr/>
        </p:nvPicPr>
        <p:blipFill>
          <a:blip r:embed="rId2"/>
          <a:stretch>
            <a:fillRect/>
          </a:stretch>
        </p:blipFill>
        <p:spPr>
          <a:xfrm>
            <a:off x="3125862" y="2729139"/>
            <a:ext cx="2648086" cy="1619333"/>
          </a:xfrm>
          <a:prstGeom prst="rect">
            <a:avLst/>
          </a:prstGeom>
        </p:spPr>
      </p:pic>
    </p:spTree>
    <p:extLst>
      <p:ext uri="{BB962C8B-B14F-4D97-AF65-F5344CB8AC3E}">
        <p14:creationId xmlns:p14="http://schemas.microsoft.com/office/powerpoint/2010/main" val="327664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B1D5D-28AC-4756-8FAB-37B36F6DACC4}"/>
              </a:ext>
            </a:extLst>
          </p:cNvPr>
          <p:cNvSpPr>
            <a:spLocks noGrp="1"/>
          </p:cNvSpPr>
          <p:nvPr>
            <p:ph type="title"/>
          </p:nvPr>
        </p:nvSpPr>
        <p:spPr/>
        <p:txBody>
          <a:bodyPr/>
          <a:lstStyle/>
          <a:p>
            <a:r>
              <a:rPr lang="en-US" dirty="0"/>
              <a:t>Time constraint</a:t>
            </a:r>
            <a:endParaRPr lang="en-PK" dirty="0"/>
          </a:p>
        </p:txBody>
      </p:sp>
      <p:sp>
        <p:nvSpPr>
          <p:cNvPr id="3" name="Content Placeholder 2">
            <a:extLst>
              <a:ext uri="{FF2B5EF4-FFF2-40B4-BE49-F238E27FC236}">
                <a16:creationId xmlns:a16="http://schemas.microsoft.com/office/drawing/2014/main" id="{D0DC4FED-B2C2-403C-B517-848AC4F2F5E9}"/>
              </a:ext>
            </a:extLst>
          </p:cNvPr>
          <p:cNvSpPr>
            <a:spLocks noGrp="1"/>
          </p:cNvSpPr>
          <p:nvPr>
            <p:ph idx="1"/>
          </p:nvPr>
        </p:nvSpPr>
        <p:spPr/>
        <p:txBody>
          <a:bodyPr/>
          <a:lstStyle/>
          <a:p>
            <a:r>
              <a:rPr lang="en-US" b="0" i="0" dirty="0">
                <a:solidFill>
                  <a:srgbClr val="333333"/>
                </a:solidFill>
                <a:effectLst/>
                <a:latin typeface="inter-regular"/>
              </a:rPr>
              <a:t>It is an interval constraint, which refers to the time interval. Since it is a time expression, it depicts if the constraint is satisfied or not. </a:t>
            </a:r>
          </a:p>
          <a:p>
            <a:pPr marL="0" indent="0">
              <a:buNone/>
            </a:pPr>
            <a:endParaRPr lang="en-PK" dirty="0"/>
          </a:p>
        </p:txBody>
      </p:sp>
      <p:pic>
        <p:nvPicPr>
          <p:cNvPr id="5" name="Picture 4">
            <a:extLst>
              <a:ext uri="{FF2B5EF4-FFF2-40B4-BE49-F238E27FC236}">
                <a16:creationId xmlns:a16="http://schemas.microsoft.com/office/drawing/2014/main" id="{2E0743D6-1C9E-4A2B-9A85-715A8223E97D}"/>
              </a:ext>
            </a:extLst>
          </p:cNvPr>
          <p:cNvPicPr>
            <a:picLocks noChangeAspect="1"/>
          </p:cNvPicPr>
          <p:nvPr/>
        </p:nvPicPr>
        <p:blipFill>
          <a:blip r:embed="rId2"/>
          <a:stretch>
            <a:fillRect/>
          </a:stretch>
        </p:blipFill>
        <p:spPr>
          <a:xfrm>
            <a:off x="1643424" y="2141447"/>
            <a:ext cx="6871539" cy="2241571"/>
          </a:xfrm>
          <a:prstGeom prst="rect">
            <a:avLst/>
          </a:prstGeom>
        </p:spPr>
      </p:pic>
    </p:spTree>
    <p:extLst>
      <p:ext uri="{BB962C8B-B14F-4D97-AF65-F5344CB8AC3E}">
        <p14:creationId xmlns:p14="http://schemas.microsoft.com/office/powerpoint/2010/main" val="1393174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 Basic Symbols</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4390"/>
          <a:stretch/>
        </p:blipFill>
        <p:spPr>
          <a:xfrm>
            <a:off x="1747255" y="2054146"/>
            <a:ext cx="6007100" cy="2902053"/>
          </a:xfrm>
          <a:prstGeom prst="rect">
            <a:avLst/>
          </a:prstGeom>
        </p:spPr>
      </p:pic>
      <p:sp>
        <p:nvSpPr>
          <p:cNvPr id="5" name="TextBox 4"/>
          <p:cNvSpPr txBox="1"/>
          <p:nvPr/>
        </p:nvSpPr>
        <p:spPr>
          <a:xfrm>
            <a:off x="650828" y="2164467"/>
            <a:ext cx="648511" cy="276999"/>
          </a:xfrm>
          <a:prstGeom prst="rect">
            <a:avLst/>
          </a:prstGeom>
          <a:noFill/>
        </p:spPr>
        <p:txBody>
          <a:bodyPr wrap="none" rtlCol="0">
            <a:spAutoFit/>
          </a:bodyPr>
          <a:lstStyle/>
          <a:p>
            <a:r>
              <a:rPr lang="en-US" b="1">
                <a:solidFill>
                  <a:srgbClr val="FF0000"/>
                </a:solidFill>
              </a:rPr>
              <a:t>Lifeline</a:t>
            </a:r>
          </a:p>
        </p:txBody>
      </p:sp>
      <p:sp>
        <p:nvSpPr>
          <p:cNvPr id="8" name="TextBox 7"/>
          <p:cNvSpPr txBox="1"/>
          <p:nvPr/>
        </p:nvSpPr>
        <p:spPr>
          <a:xfrm>
            <a:off x="3257060" y="1591947"/>
            <a:ext cx="571118" cy="276999"/>
          </a:xfrm>
          <a:prstGeom prst="rect">
            <a:avLst/>
          </a:prstGeom>
          <a:noFill/>
        </p:spPr>
        <p:txBody>
          <a:bodyPr wrap="none" rtlCol="0">
            <a:spAutoFit/>
          </a:bodyPr>
          <a:lstStyle/>
          <a:p>
            <a:r>
              <a:rPr lang="en-US" b="1">
                <a:solidFill>
                  <a:srgbClr val="FF0000"/>
                </a:solidFill>
              </a:rPr>
              <a:t>States</a:t>
            </a:r>
          </a:p>
        </p:txBody>
      </p:sp>
      <p:sp>
        <p:nvSpPr>
          <p:cNvPr id="9" name="TextBox 8"/>
          <p:cNvSpPr txBox="1"/>
          <p:nvPr/>
        </p:nvSpPr>
        <p:spPr>
          <a:xfrm>
            <a:off x="4813055" y="1614525"/>
            <a:ext cx="749116" cy="276999"/>
          </a:xfrm>
          <a:prstGeom prst="rect">
            <a:avLst/>
          </a:prstGeom>
          <a:noFill/>
        </p:spPr>
        <p:txBody>
          <a:bodyPr wrap="none" rtlCol="0">
            <a:spAutoFit/>
          </a:bodyPr>
          <a:lstStyle/>
          <a:p>
            <a:r>
              <a:rPr lang="en-US" b="1" dirty="0">
                <a:solidFill>
                  <a:srgbClr val="FF0000"/>
                </a:solidFill>
              </a:rPr>
              <a:t>Duration</a:t>
            </a:r>
          </a:p>
        </p:txBody>
      </p:sp>
      <p:sp>
        <p:nvSpPr>
          <p:cNvPr id="10" name="TextBox 9"/>
          <p:cNvSpPr txBox="1"/>
          <p:nvPr/>
        </p:nvSpPr>
        <p:spPr>
          <a:xfrm>
            <a:off x="8412091" y="4679200"/>
            <a:ext cx="813043" cy="276999"/>
          </a:xfrm>
          <a:prstGeom prst="rect">
            <a:avLst/>
          </a:prstGeom>
          <a:noFill/>
        </p:spPr>
        <p:txBody>
          <a:bodyPr wrap="none" rtlCol="0">
            <a:spAutoFit/>
          </a:bodyPr>
          <a:lstStyle/>
          <a:p>
            <a:r>
              <a:rPr lang="en-US" b="1" dirty="0">
                <a:solidFill>
                  <a:srgbClr val="FF0000"/>
                </a:solidFill>
              </a:rPr>
              <a:t>Time Unit</a:t>
            </a:r>
          </a:p>
        </p:txBody>
      </p:sp>
      <p:cxnSp>
        <p:nvCxnSpPr>
          <p:cNvPr id="12" name="Straight Arrow Connector 11"/>
          <p:cNvCxnSpPr>
            <a:stCxn id="5" idx="3"/>
          </p:cNvCxnSpPr>
          <p:nvPr/>
        </p:nvCxnSpPr>
        <p:spPr>
          <a:xfrm>
            <a:off x="1299339" y="2302967"/>
            <a:ext cx="691506" cy="347637"/>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2"/>
          </p:cNvCxnSpPr>
          <p:nvPr/>
        </p:nvCxnSpPr>
        <p:spPr>
          <a:xfrm>
            <a:off x="3542619" y="1868946"/>
            <a:ext cx="0" cy="781658"/>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813055" y="1867669"/>
            <a:ext cx="0" cy="144269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562171" y="1891524"/>
            <a:ext cx="0" cy="774133"/>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7420871" y="4817700"/>
            <a:ext cx="921795" cy="0"/>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548473" y="2650604"/>
            <a:ext cx="633507" cy="276999"/>
          </a:xfrm>
          <a:prstGeom prst="rect">
            <a:avLst/>
          </a:prstGeom>
          <a:noFill/>
        </p:spPr>
        <p:txBody>
          <a:bodyPr wrap="none" rtlCol="0">
            <a:spAutoFit/>
          </a:bodyPr>
          <a:lstStyle/>
          <a:p>
            <a:r>
              <a:rPr lang="en-US" b="1" dirty="0">
                <a:solidFill>
                  <a:srgbClr val="FF0000"/>
                </a:solidFill>
              </a:rPr>
              <a:t>Stimuli</a:t>
            </a:r>
          </a:p>
        </p:txBody>
      </p:sp>
      <p:cxnSp>
        <p:nvCxnSpPr>
          <p:cNvPr id="26" name="Straight Arrow Connector 25"/>
          <p:cNvCxnSpPr/>
          <p:nvPr/>
        </p:nvCxnSpPr>
        <p:spPr>
          <a:xfrm flipH="1">
            <a:off x="7557253" y="2789104"/>
            <a:ext cx="921795" cy="0"/>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299339" y="1590670"/>
            <a:ext cx="1749903" cy="276999"/>
          </a:xfrm>
          <a:prstGeom prst="rect">
            <a:avLst/>
          </a:prstGeom>
          <a:noFill/>
        </p:spPr>
        <p:txBody>
          <a:bodyPr wrap="none" rtlCol="0">
            <a:spAutoFit/>
          </a:bodyPr>
          <a:lstStyle/>
          <a:p>
            <a:r>
              <a:rPr lang="en-US" b="1">
                <a:solidFill>
                  <a:srgbClr val="FF0000"/>
                </a:solidFill>
              </a:rPr>
              <a:t>Operation/System Name</a:t>
            </a:r>
            <a:endParaRPr lang="en-US" b="1" dirty="0">
              <a:solidFill>
                <a:srgbClr val="FF0000"/>
              </a:solidFill>
            </a:endParaRPr>
          </a:p>
        </p:txBody>
      </p:sp>
      <p:cxnSp>
        <p:nvCxnSpPr>
          <p:cNvPr id="28" name="Straight Arrow Connector 27"/>
          <p:cNvCxnSpPr>
            <a:stCxn id="27" idx="2"/>
          </p:cNvCxnSpPr>
          <p:nvPr/>
        </p:nvCxnSpPr>
        <p:spPr>
          <a:xfrm flipH="1">
            <a:off x="2171086" y="1867669"/>
            <a:ext cx="3205" cy="26554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8" idx="2"/>
          </p:cNvCxnSpPr>
          <p:nvPr/>
        </p:nvCxnSpPr>
        <p:spPr>
          <a:xfrm>
            <a:off x="3542619" y="1868946"/>
            <a:ext cx="1434495" cy="1939120"/>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740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D4C18-8639-4996-8B77-3C5B965A520C}"/>
              </a:ext>
            </a:extLst>
          </p:cNvPr>
          <p:cNvSpPr>
            <a:spLocks noGrp="1"/>
          </p:cNvSpPr>
          <p:nvPr>
            <p:ph type="title"/>
          </p:nvPr>
        </p:nvSpPr>
        <p:spPr/>
        <p:txBody>
          <a:bodyPr/>
          <a:lstStyle/>
          <a:p>
            <a:r>
              <a:rPr lang="en-US" dirty="0"/>
              <a:t>Example </a:t>
            </a:r>
            <a:endParaRPr lang="en-PK" dirty="0"/>
          </a:p>
        </p:txBody>
      </p:sp>
      <p:sp>
        <p:nvSpPr>
          <p:cNvPr id="3" name="Content Placeholder 2">
            <a:extLst>
              <a:ext uri="{FF2B5EF4-FFF2-40B4-BE49-F238E27FC236}">
                <a16:creationId xmlns:a16="http://schemas.microsoft.com/office/drawing/2014/main" id="{BC5E4431-6499-4D9E-BD39-E597795B1BE0}"/>
              </a:ext>
            </a:extLst>
          </p:cNvPr>
          <p:cNvSpPr>
            <a:spLocks noGrp="1"/>
          </p:cNvSpPr>
          <p:nvPr>
            <p:ph idx="1"/>
          </p:nvPr>
        </p:nvSpPr>
        <p:spPr/>
        <p:txBody>
          <a:bodyPr/>
          <a:lstStyle/>
          <a:p>
            <a:pPr algn="just"/>
            <a:r>
              <a:rPr lang="en-US" b="0" i="0" dirty="0">
                <a:solidFill>
                  <a:srgbClr val="333333"/>
                </a:solidFill>
                <a:effectLst/>
                <a:latin typeface="inter-regular"/>
              </a:rPr>
              <a:t>A timing diagram example of a medical </a:t>
            </a:r>
            <a:r>
              <a:rPr lang="en-US" b="0" i="0" u="none" strike="noStrike" dirty="0">
                <a:solidFill>
                  <a:srgbClr val="008000"/>
                </a:solidFill>
                <a:effectLst/>
                <a:latin typeface="inter-regular"/>
                <a:hlinkClick r:id="rId2"/>
              </a:rPr>
              <a:t>domain</a:t>
            </a:r>
            <a:r>
              <a:rPr lang="en-US" b="0" i="0" dirty="0">
                <a:solidFill>
                  <a:srgbClr val="333333"/>
                </a:solidFill>
                <a:effectLst/>
                <a:latin typeface="inter-regular"/>
              </a:rPr>
              <a:t> that depicts different stages of Alzheimer's disease (AD) is explained below.</a:t>
            </a:r>
          </a:p>
          <a:p>
            <a:pPr algn="just"/>
            <a:r>
              <a:rPr lang="en-US" b="0" i="0" dirty="0">
                <a:solidFill>
                  <a:srgbClr val="333333"/>
                </a:solidFill>
                <a:effectLst/>
                <a:latin typeface="inter-regular"/>
              </a:rPr>
              <a:t>Since Alzheimer's is a very progressive fatal brain disease, it leads to memory loss and intellectual abilities. The reason behind this disease is yet to be discovered. It cannot be cured as well as one of the main reasons for rising death rates in the United States.</a:t>
            </a:r>
          </a:p>
          <a:p>
            <a:pPr algn="just"/>
            <a:r>
              <a:rPr lang="en-US" b="0" i="0" dirty="0">
                <a:solidFill>
                  <a:srgbClr val="333333"/>
                </a:solidFill>
                <a:effectLst/>
                <a:latin typeface="inter-regular"/>
              </a:rPr>
              <a:t>The doctor may require a diagnostic framework with three to seven-stage, such that its evolution may last for about 8 to 10 years. Also, in some cases, it lasts up to 20years from the time neuron starts changing.</a:t>
            </a:r>
          </a:p>
          <a:p>
            <a:endParaRPr lang="en-PK" dirty="0"/>
          </a:p>
        </p:txBody>
      </p:sp>
    </p:spTree>
    <p:extLst>
      <p:ext uri="{BB962C8B-B14F-4D97-AF65-F5344CB8AC3E}">
        <p14:creationId xmlns:p14="http://schemas.microsoft.com/office/powerpoint/2010/main" val="4776729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9ABF9-A7B8-44A2-843B-47F3B84234DE}"/>
              </a:ext>
            </a:extLst>
          </p:cNvPr>
          <p:cNvSpPr>
            <a:spLocks noGrp="1"/>
          </p:cNvSpPr>
          <p:nvPr>
            <p:ph type="title"/>
          </p:nvPr>
        </p:nvSpPr>
        <p:spPr/>
        <p:txBody>
          <a:bodyPr/>
          <a:lstStyle/>
          <a:p>
            <a:r>
              <a:rPr lang="en-US" dirty="0"/>
              <a:t>Stages of Alzheimer Disease</a:t>
            </a:r>
            <a:endParaRPr lang="en-PK" dirty="0"/>
          </a:p>
        </p:txBody>
      </p:sp>
      <p:sp>
        <p:nvSpPr>
          <p:cNvPr id="3" name="Content Placeholder 2">
            <a:extLst>
              <a:ext uri="{FF2B5EF4-FFF2-40B4-BE49-F238E27FC236}">
                <a16:creationId xmlns:a16="http://schemas.microsoft.com/office/drawing/2014/main" id="{7DD7009F-056D-4E63-A0E1-08138129881A}"/>
              </a:ext>
            </a:extLst>
          </p:cNvPr>
          <p:cNvSpPr>
            <a:spLocks noGrp="1"/>
          </p:cNvSpPr>
          <p:nvPr>
            <p:ph idx="1"/>
          </p:nvPr>
        </p:nvSpPr>
        <p:spPr/>
        <p:txBody>
          <a:bodyPr>
            <a:normAutofit fontScale="92500" lnSpcReduction="10000"/>
          </a:bodyPr>
          <a:lstStyle/>
          <a:p>
            <a:pPr marL="342900" lvl="0" indent="-342900">
              <a:lnSpc>
                <a:spcPct val="107000"/>
              </a:lnSpc>
              <a:buFont typeface="Symbol" panose="05050102010706020507" pitchFamily="18" charset="2"/>
              <a:buChar char=""/>
            </a:pPr>
            <a:r>
              <a:rPr lang="en-US" sz="1900" dirty="0">
                <a:effectLst/>
                <a:latin typeface="Calibri" panose="020F0502020204030204" pitchFamily="34" charset="0"/>
                <a:ea typeface="Calibri" panose="020F0502020204030204" pitchFamily="34" charset="0"/>
                <a:cs typeface="Times New Roman" panose="02020603050405020304" pitchFamily="18" charset="0"/>
              </a:rPr>
              <a:t>No Impairment, Normal State</a:t>
            </a:r>
            <a:br>
              <a:rPr lang="en-US" sz="1900" dirty="0">
                <a:effectLst/>
                <a:latin typeface="Calibri" panose="020F0502020204030204" pitchFamily="34" charset="0"/>
                <a:ea typeface="Calibri" panose="020F0502020204030204" pitchFamily="34" charset="0"/>
                <a:cs typeface="Times New Roman" panose="02020603050405020304" pitchFamily="18" charset="0"/>
              </a:rPr>
            </a:br>
            <a:r>
              <a:rPr lang="en-US" sz="1900" b="0" dirty="0">
                <a:effectLst/>
                <a:latin typeface="Calibri" panose="020F0502020204030204" pitchFamily="34" charset="0"/>
                <a:ea typeface="Calibri" panose="020F0502020204030204" pitchFamily="34" charset="0"/>
                <a:cs typeface="Times New Roman" panose="02020603050405020304" pitchFamily="18" charset="0"/>
              </a:rPr>
              <a:t>It is the stage where the memory and cognitive abilities look normal.</a:t>
            </a:r>
            <a:endParaRPr lang="en-PK" sz="1900" b="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900" dirty="0">
                <a:effectLst/>
                <a:latin typeface="Calibri" panose="020F0502020204030204" pitchFamily="34" charset="0"/>
                <a:ea typeface="Calibri" panose="020F0502020204030204" pitchFamily="34" charset="0"/>
                <a:cs typeface="Times New Roman" panose="02020603050405020304" pitchFamily="18" charset="0"/>
              </a:rPr>
              <a:t>Normal Aged Forgetfulness</a:t>
            </a:r>
            <a:br>
              <a:rPr lang="en-US" sz="1900" dirty="0">
                <a:effectLst/>
                <a:latin typeface="Calibri" panose="020F0502020204030204" pitchFamily="34" charset="0"/>
                <a:ea typeface="Calibri" panose="020F0502020204030204" pitchFamily="34" charset="0"/>
                <a:cs typeface="Times New Roman" panose="02020603050405020304" pitchFamily="18" charset="0"/>
              </a:rPr>
            </a:br>
            <a:r>
              <a:rPr lang="en-US" sz="1900" b="0" dirty="0">
                <a:effectLst/>
                <a:latin typeface="Calibri" panose="020F0502020204030204" pitchFamily="34" charset="0"/>
                <a:ea typeface="Calibri" panose="020F0502020204030204" pitchFamily="34" charset="0"/>
                <a:cs typeface="Times New Roman" panose="02020603050405020304" pitchFamily="18" charset="0"/>
              </a:rPr>
              <a:t>It is mostly seen in people with an age group of 65 who experience subjective complaints of cognitive and/or functional difficulties, which means they face problems in recalling the name and past 5 to 10 years of history.</a:t>
            </a:r>
            <a:endParaRPr lang="en-PK" sz="1900" b="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900" dirty="0">
                <a:effectLst/>
                <a:latin typeface="Calibri" panose="020F0502020204030204" pitchFamily="34" charset="0"/>
                <a:ea typeface="Calibri" panose="020F0502020204030204" pitchFamily="34" charset="0"/>
                <a:cs typeface="Times New Roman" panose="02020603050405020304" pitchFamily="18" charset="0"/>
              </a:rPr>
              <a:t>Early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Confusional</a:t>
            </a:r>
            <a:r>
              <a:rPr lang="en-US" sz="1900" dirty="0">
                <a:effectLst/>
                <a:latin typeface="Calibri" panose="020F0502020204030204" pitchFamily="34" charset="0"/>
                <a:ea typeface="Calibri" panose="020F0502020204030204" pitchFamily="34" charset="0"/>
                <a:cs typeface="Times New Roman" panose="02020603050405020304" pitchFamily="18" charset="0"/>
              </a:rPr>
              <a:t>, Mild Cognitive Impairment</a:t>
            </a:r>
            <a:br>
              <a:rPr lang="en-US" sz="1900" dirty="0">
                <a:effectLst/>
                <a:latin typeface="Calibri" panose="020F0502020204030204" pitchFamily="34" charset="0"/>
                <a:ea typeface="Calibri" panose="020F0502020204030204" pitchFamily="34" charset="0"/>
                <a:cs typeface="Times New Roman" panose="02020603050405020304" pitchFamily="18" charset="0"/>
              </a:rPr>
            </a:br>
            <a:r>
              <a:rPr lang="en-US" sz="1900" b="0" dirty="0">
                <a:effectLst/>
                <a:latin typeface="Calibri" panose="020F0502020204030204" pitchFamily="34" charset="0"/>
                <a:ea typeface="Calibri" panose="020F0502020204030204" pitchFamily="34" charset="0"/>
                <a:cs typeface="Times New Roman" panose="02020603050405020304" pitchFamily="18" charset="0"/>
              </a:rPr>
              <a:t>It causes a problem in retrieving words, planning, organizing, objects misplacing as well as forgetting fresh learning, which in turn affects the surrounding.</a:t>
            </a:r>
            <a:endParaRPr lang="en-PK" sz="1900" b="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900" dirty="0">
                <a:effectLst/>
                <a:latin typeface="Calibri" panose="020F0502020204030204" pitchFamily="34" charset="0"/>
                <a:ea typeface="Calibri" panose="020F0502020204030204" pitchFamily="34" charset="0"/>
                <a:cs typeface="Times New Roman" panose="02020603050405020304" pitchFamily="18" charset="0"/>
              </a:rPr>
              <a:t>Late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Confusional</a:t>
            </a:r>
            <a:r>
              <a:rPr lang="en-US" sz="1900" dirty="0">
                <a:effectLst/>
                <a:latin typeface="Calibri" panose="020F0502020204030204" pitchFamily="34" charset="0"/>
                <a:ea typeface="Calibri" panose="020F0502020204030204" pitchFamily="34" charset="0"/>
                <a:cs typeface="Times New Roman" panose="02020603050405020304" pitchFamily="18" charset="0"/>
              </a:rPr>
              <a:t>, Mild Alzheimer's</a:t>
            </a:r>
            <a:br>
              <a:rPr lang="en-US" sz="1900" dirty="0">
                <a:effectLst/>
                <a:latin typeface="Calibri" panose="020F0502020204030204" pitchFamily="34" charset="0"/>
                <a:ea typeface="Calibri" panose="020F0502020204030204" pitchFamily="34" charset="0"/>
                <a:cs typeface="Times New Roman" panose="02020603050405020304" pitchFamily="18" charset="0"/>
              </a:rPr>
            </a:br>
            <a:r>
              <a:rPr lang="en-US" sz="1900" b="0" dirty="0">
                <a:effectLst/>
                <a:latin typeface="Calibri" panose="020F0502020204030204" pitchFamily="34" charset="0"/>
                <a:ea typeface="Calibri" panose="020F0502020204030204" pitchFamily="34" charset="0"/>
                <a:cs typeface="Times New Roman" panose="02020603050405020304" pitchFamily="18" charset="0"/>
              </a:rPr>
              <a:t>In this, a person forgets the most recent events and conversations. The person remembers himself and his family, but face problems while carrying out sequential tasks such as cooking, driving, etc. Its duration is about two years,</a:t>
            </a:r>
            <a:endParaRPr lang="en-PK" sz="1900" b="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Tree>
    <p:extLst>
      <p:ext uri="{BB962C8B-B14F-4D97-AF65-F5344CB8AC3E}">
        <p14:creationId xmlns:p14="http://schemas.microsoft.com/office/powerpoint/2010/main" val="15569395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27D4-2EA9-464C-B778-A9822ECA8C64}"/>
              </a:ext>
            </a:extLst>
          </p:cNvPr>
          <p:cNvSpPr>
            <a:spLocks noGrp="1"/>
          </p:cNvSpPr>
          <p:nvPr>
            <p:ph type="title"/>
          </p:nvPr>
        </p:nvSpPr>
        <p:spPr/>
        <p:txBody>
          <a:bodyPr/>
          <a:lstStyle/>
          <a:p>
            <a:r>
              <a:rPr lang="en-US" dirty="0"/>
              <a:t>Stages of Alzheimer Disease</a:t>
            </a:r>
            <a:endParaRPr lang="en-PK" dirty="0"/>
          </a:p>
        </p:txBody>
      </p:sp>
      <p:sp>
        <p:nvSpPr>
          <p:cNvPr id="3" name="Content Placeholder 2">
            <a:extLst>
              <a:ext uri="{FF2B5EF4-FFF2-40B4-BE49-F238E27FC236}">
                <a16:creationId xmlns:a16="http://schemas.microsoft.com/office/drawing/2014/main" id="{90D21F75-1225-4393-9568-3A503C97E15B}"/>
              </a:ext>
            </a:extLst>
          </p:cNvPr>
          <p:cNvSpPr>
            <a:spLocks noGrp="1"/>
          </p:cNvSpPr>
          <p:nvPr>
            <p:ph idx="1"/>
          </p:nvPr>
        </p:nvSpPr>
        <p:spPr/>
        <p:txBody>
          <a:bodyPr>
            <a:normAutofit/>
          </a:bodyPr>
          <a:lstStyle/>
          <a:p>
            <a:pPr marL="342900" lvl="0" indent="-342900">
              <a:lnSpc>
                <a:spcPct val="107000"/>
              </a:lnSpc>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Early Dementia, Moderate Alzheimer's</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0" dirty="0">
                <a:effectLst/>
                <a:latin typeface="Calibri" panose="020F0502020204030204" pitchFamily="34" charset="0"/>
                <a:ea typeface="Calibri" panose="020F0502020204030204" pitchFamily="34" charset="0"/>
                <a:cs typeface="Times New Roman" panose="02020603050405020304" pitchFamily="18" charset="0"/>
              </a:rPr>
              <a:t>In this, the person cannot manage independently. He faces difficulty in recalling the past details and contact information. It lasts for about 1.5 years.</a:t>
            </a:r>
            <a:endParaRPr lang="en-PK" sz="2000" b="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Middle Dementia, Moderately Severe Alzheimer's</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0" dirty="0">
                <a:effectLst/>
                <a:latin typeface="Calibri" panose="020F0502020204030204" pitchFamily="34" charset="0"/>
                <a:ea typeface="Calibri" panose="020F0502020204030204" pitchFamily="34" charset="0"/>
                <a:cs typeface="Times New Roman" panose="02020603050405020304" pitchFamily="18" charset="0"/>
              </a:rPr>
              <a:t>It leads to insufficient awareness about current events, and the person is unable to recall the past. It causes an inability in people to take a bath and dress up independently. It lasts for about 2.5 years approximately.</a:t>
            </a:r>
            <a:endParaRPr lang="en-PK" sz="2000" b="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Late or Severe Dementia, Failure to Thrive</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0" dirty="0">
                <a:effectLst/>
                <a:latin typeface="Calibri" panose="020F0502020204030204" pitchFamily="34" charset="0"/>
                <a:ea typeface="Calibri" panose="020F0502020204030204" pitchFamily="34" charset="0"/>
                <a:cs typeface="Times New Roman" panose="02020603050405020304" pitchFamily="18" charset="0"/>
              </a:rPr>
              <a:t>It is severely limited intellectual ability. In this, a person either communicates through short words or cries, which leads health to decline as it shut down the body system. Its duration is 1 to 2.5 years.</a:t>
            </a:r>
            <a:endParaRPr lang="en-PK" sz="2000" b="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Tree>
    <p:extLst>
      <p:ext uri="{BB962C8B-B14F-4D97-AF65-F5344CB8AC3E}">
        <p14:creationId xmlns:p14="http://schemas.microsoft.com/office/powerpoint/2010/main" val="25204884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DB9074-3866-4440-8F21-E8A1CE54DF8D}"/>
              </a:ext>
            </a:extLst>
          </p:cNvPr>
          <p:cNvPicPr>
            <a:picLocks noGrp="1" noChangeAspect="1"/>
          </p:cNvPicPr>
          <p:nvPr>
            <p:ph idx="1"/>
          </p:nvPr>
        </p:nvPicPr>
        <p:blipFill>
          <a:blip r:embed="rId2"/>
          <a:stretch>
            <a:fillRect/>
          </a:stretch>
        </p:blipFill>
        <p:spPr>
          <a:xfrm>
            <a:off x="2160444" y="1667587"/>
            <a:ext cx="5588287" cy="3187864"/>
          </a:xfrm>
        </p:spPr>
      </p:pic>
    </p:spTree>
    <p:extLst>
      <p:ext uri="{BB962C8B-B14F-4D97-AF65-F5344CB8AC3E}">
        <p14:creationId xmlns:p14="http://schemas.microsoft.com/office/powerpoint/2010/main" val="1527801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Example : </a:t>
            </a:r>
            <a:r>
              <a:rPr lang="en-US" sz="3600" dirty="0"/>
              <a:t>Order Processing System</a:t>
            </a:r>
            <a:endParaRPr lang="en-US" dirty="0"/>
          </a:p>
        </p:txBody>
      </p:sp>
      <p:sp>
        <p:nvSpPr>
          <p:cNvPr id="3" name="Text Placeholder 2"/>
          <p:cNvSpPr>
            <a:spLocks noGrp="1"/>
          </p:cNvSpPr>
          <p:nvPr>
            <p:ph type="body" idx="1"/>
          </p:nvPr>
        </p:nvSpPr>
        <p:spPr/>
        <p:txBody>
          <a:bodyPr/>
          <a:lstStyle/>
          <a:p>
            <a:r>
              <a:rPr lang="en-US" dirty="0"/>
              <a:t>How to Draw timing diagram</a:t>
            </a:r>
          </a:p>
        </p:txBody>
      </p:sp>
    </p:spTree>
    <p:extLst>
      <p:ext uri="{BB962C8B-B14F-4D97-AF65-F5344CB8AC3E}">
        <p14:creationId xmlns:p14="http://schemas.microsoft.com/office/powerpoint/2010/main" val="289284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6185" y="1308683"/>
            <a:ext cx="5896805" cy="4252912"/>
          </a:xfrm>
        </p:spPr>
      </p:pic>
    </p:spTree>
    <p:extLst>
      <p:ext uri="{BB962C8B-B14F-4D97-AF65-F5344CB8AC3E}">
        <p14:creationId xmlns:p14="http://schemas.microsoft.com/office/powerpoint/2010/main" val="435397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Example :User Request to Web Server </a:t>
            </a:r>
            <a:endParaRPr lang="en-US" dirty="0"/>
          </a:p>
        </p:txBody>
      </p:sp>
      <p:sp>
        <p:nvSpPr>
          <p:cNvPr id="3" name="Text Placeholder 2"/>
          <p:cNvSpPr>
            <a:spLocks noGrp="1"/>
          </p:cNvSpPr>
          <p:nvPr>
            <p:ph type="body" idx="1"/>
          </p:nvPr>
        </p:nvSpPr>
        <p:spPr/>
        <p:txBody>
          <a:bodyPr/>
          <a:lstStyle/>
          <a:p>
            <a:r>
              <a:rPr lang="en-US" dirty="0"/>
              <a:t>How to Draw timing diagram</a:t>
            </a:r>
          </a:p>
        </p:txBody>
      </p:sp>
    </p:spTree>
    <p:extLst>
      <p:ext uri="{BB962C8B-B14F-4D97-AF65-F5344CB8AC3E}">
        <p14:creationId xmlns:p14="http://schemas.microsoft.com/office/powerpoint/2010/main" val="3968482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9128B-7C75-4994-A808-42A0B261F94E}"/>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D61254B2-D118-414A-8DAC-82B93C0F6F6E}"/>
              </a:ext>
            </a:extLst>
          </p:cNvPr>
          <p:cNvPicPr>
            <a:picLocks noGrp="1" noChangeAspect="1"/>
          </p:cNvPicPr>
          <p:nvPr>
            <p:ph idx="1"/>
          </p:nvPr>
        </p:nvPicPr>
        <p:blipFill>
          <a:blip r:embed="rId2"/>
          <a:stretch>
            <a:fillRect/>
          </a:stretch>
        </p:blipFill>
        <p:spPr>
          <a:xfrm>
            <a:off x="2203039" y="1135063"/>
            <a:ext cx="5503097" cy="4252912"/>
          </a:xfrm>
        </p:spPr>
      </p:pic>
    </p:spTree>
    <p:extLst>
      <p:ext uri="{BB962C8B-B14F-4D97-AF65-F5344CB8AC3E}">
        <p14:creationId xmlns:p14="http://schemas.microsoft.com/office/powerpoint/2010/main" val="1662139689"/>
      </p:ext>
    </p:extLst>
  </p:cSld>
  <p:clrMapOvr>
    <a:masterClrMapping/>
  </p:clrMapOvr>
</p:sld>
</file>

<file path=ppt/theme/theme1.xml><?xml version="1.0" encoding="utf-8"?>
<a:theme xmlns:a="http://schemas.openxmlformats.org/drawingml/2006/main" name="Updated 02">
  <a:themeElements>
    <a:clrScheme name="Custom 5">
      <a:dk1>
        <a:srgbClr val="000000"/>
      </a:dk1>
      <a:lt1>
        <a:srgbClr val="FFFFFF"/>
      </a:lt1>
      <a:dk2>
        <a:srgbClr val="344068"/>
      </a:dk2>
      <a:lt2>
        <a:srgbClr val="D9E0E6"/>
      </a:lt2>
      <a:accent1>
        <a:srgbClr val="134E7E"/>
      </a:accent1>
      <a:accent2>
        <a:srgbClr val="134F7E"/>
      </a:accent2>
      <a:accent3>
        <a:srgbClr val="28C4CC"/>
      </a:accent3>
      <a:accent4>
        <a:srgbClr val="42BA97"/>
      </a:accent4>
      <a:accent5>
        <a:srgbClr val="3E8853"/>
      </a:accent5>
      <a:accent6>
        <a:srgbClr val="62A39F"/>
      </a:accent6>
      <a:hlink>
        <a:srgbClr val="134E7E"/>
      </a:hlink>
      <a:folHlink>
        <a:srgbClr val="000203"/>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Updated 02.thmx</Template>
  <TotalTime>3699</TotalTime>
  <Words>1651</Words>
  <Application>Microsoft Office PowerPoint</Application>
  <PresentationFormat>Custom</PresentationFormat>
  <Paragraphs>141</Paragraphs>
  <Slides>48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Calibri</vt:lpstr>
      <vt:lpstr>Calibri Light</vt:lpstr>
      <vt:lpstr>inter-bold</vt:lpstr>
      <vt:lpstr>inter-regular</vt:lpstr>
      <vt:lpstr>Nunito</vt:lpstr>
      <vt:lpstr>Söhne Mono</vt:lpstr>
      <vt:lpstr>Symbol</vt:lpstr>
      <vt:lpstr>Wingdings</vt:lpstr>
      <vt:lpstr>Updated 02</vt:lpstr>
      <vt:lpstr>Package Diagram</vt:lpstr>
      <vt:lpstr>How Package Diagram Looks Like?</vt:lpstr>
      <vt:lpstr>Package Diagram</vt:lpstr>
      <vt:lpstr>What is Package Diagram?</vt:lpstr>
      <vt:lpstr>What is Package Diagram?</vt:lpstr>
      <vt:lpstr>Benefits of Package Diagram</vt:lpstr>
      <vt:lpstr>Benefits of Package Diagram</vt:lpstr>
      <vt:lpstr>Package Diagram Basic Symbols</vt:lpstr>
      <vt:lpstr>Package Diagram Basic Symbols</vt:lpstr>
      <vt:lpstr>Packages and Containment in Package </vt:lpstr>
      <vt:lpstr>Nested Package </vt:lpstr>
      <vt:lpstr>Visibility </vt:lpstr>
      <vt:lpstr>Dependency</vt:lpstr>
      <vt:lpstr>Generalization</vt:lpstr>
      <vt:lpstr>Package Diagram Basic Symbols</vt:lpstr>
      <vt:lpstr>Package Diagram Basic Symbols</vt:lpstr>
      <vt:lpstr>Book and Library Package in Code</vt:lpstr>
      <vt:lpstr>Import Package </vt:lpstr>
      <vt:lpstr>Example 1: Order Processing System</vt:lpstr>
      <vt:lpstr>Example 1: Order Processing System</vt:lpstr>
      <vt:lpstr>Example 1: Order Processing System</vt:lpstr>
      <vt:lpstr>Example 1: Order Processing System</vt:lpstr>
      <vt:lpstr>Example 1: Order Processing System</vt:lpstr>
      <vt:lpstr>Example 1: Order Processing System</vt:lpstr>
      <vt:lpstr>Example 2: Online Shopping</vt:lpstr>
      <vt:lpstr>Package Relationships-Merge</vt:lpstr>
      <vt:lpstr>Package Relation –Dependancy Relation</vt:lpstr>
      <vt:lpstr>Package Relation-Import</vt:lpstr>
      <vt:lpstr>Package Relation -Access</vt:lpstr>
      <vt:lpstr>Timing Diagram</vt:lpstr>
      <vt:lpstr>Timing Diagram</vt:lpstr>
      <vt:lpstr>What is Timing Diagram?</vt:lpstr>
      <vt:lpstr>What is Timing Diagram?</vt:lpstr>
      <vt:lpstr>Benefits of Timing Diagram</vt:lpstr>
      <vt:lpstr>Timing Diagram Basic Symbols</vt:lpstr>
      <vt:lpstr>Timing Diagram Basic Symbols</vt:lpstr>
      <vt:lpstr>State or Condition Timeline </vt:lpstr>
      <vt:lpstr>Duration Constraint</vt:lpstr>
      <vt:lpstr>Time constraint</vt:lpstr>
      <vt:lpstr>Timing Diagram Basic Symbols</vt:lpstr>
      <vt:lpstr>Example </vt:lpstr>
      <vt:lpstr>Stages of Alzheimer Disease</vt:lpstr>
      <vt:lpstr>Stages of Alzheimer Disease</vt:lpstr>
      <vt:lpstr>PowerPoint Presentation</vt:lpstr>
      <vt:lpstr>Example : Order Processing System</vt:lpstr>
      <vt:lpstr>Example</vt:lpstr>
      <vt:lpstr>Example :User Request to Web Server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Hasnain Abbas</dc:creator>
  <cp:lastModifiedBy>Junaid Ali Gillani</cp:lastModifiedBy>
  <cp:revision>641</cp:revision>
  <dcterms:created xsi:type="dcterms:W3CDTF">2017-09-09T05:10:48Z</dcterms:created>
  <dcterms:modified xsi:type="dcterms:W3CDTF">2024-02-27T03:36:58Z</dcterms:modified>
</cp:coreProperties>
</file>