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D8B8-016E-45F1-AF20-1454BCC7A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F1C15-E7DC-4D41-9B2A-DF97D128D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345D4-0E5D-4293-B8CB-DAF91D4D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C210E-89A7-4A20-A668-94EF0212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A61AD-3C45-44F6-9F2B-41CBA6FE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D592-EE01-4F14-B198-6651E489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2A67B-62D4-4A6C-80EB-88CFC65E5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91D18-013F-438C-B1E0-B6BE40B6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9FF2D-E0B8-4FE2-BF3E-05CF8DE2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9E167-92A2-4AE1-A8E6-2CEF442D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F5AB-CE46-484F-80B0-FFC1165E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5E0FB-EEA6-4B0B-BACC-8A6CDAF3C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37D-F589-4CD1-B2D2-56E2A112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4187-8608-4D48-99B3-A37C8BD6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A3BE-1210-40A1-A690-C5765C77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3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2E61-935D-49F8-A6CC-54124879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475CE-B1BA-4861-86E8-11C905009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7010E-E817-48BD-97CC-8B6C2F915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A87FB-97DE-4D61-B5D1-8818E064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3ABB4-CE23-45C6-AEC7-76D568A8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69144-B76B-4D71-BF1A-F28B7898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7531-06F6-4B2F-A28B-95F22EC6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6DB38-3FE1-49DC-892D-0E93DDBC8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18C35-EA67-426F-B1F2-8C62D02B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1C0EB-0634-47B4-AE9A-E8526F511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061FB-7AB9-4C74-AFC4-D21CC6DA6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C5FB6-B584-4351-B400-FD7C5934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FD85A1-6BE6-4A8D-8EB3-AFB4F0A1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8F298-40C0-4FFD-92C9-4787CF47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6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8089-FF0E-46CA-A242-CD1AC953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155E3-A497-49D7-BA29-81C32FFC5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6839C-9452-496C-949E-E729422E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F8247-9016-4748-8B08-5735AF6A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1758C-E583-491A-97E2-115CEABC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B0D74-B320-4D73-97ED-CA5F36FE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A91B7-4D36-489B-8E22-3C2498CF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6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D682-7F4F-4AD8-86E2-7FB00893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C0DD1-990E-41A3-BEE6-7418AD717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1C889-16CB-4D60-A83D-65A1921BE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B6FC6-9FC6-4B71-BBD8-0DE42864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AAFC7-D80D-4E40-B5C5-747BF156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FFD3-EF8E-460A-8FBC-747D434E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6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0759-6551-4436-A68F-ED976415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5DFA8-31A8-49BA-888C-9D48B9BD1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CDBE1-6861-496A-A6B5-44E8C14EF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B1746-4327-4874-A9EA-063DEE6B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C142B-66FB-4E8C-A145-13BA4DB7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06BE5-4E22-415C-AB38-A7C84974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8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E350-381A-4E7B-9E92-8D83AF60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1DC3C-E19B-429D-AC30-D62997CA1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BB837-AA37-4F4B-99A1-8B2FF697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C6D4B-0910-460D-9F64-984A40EC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3AA08-024B-4459-BBEA-E951EA55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6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AEB85-290C-4063-A76D-CCCD645F6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6A95B-9647-46AC-8F7C-963A658B9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7119-BCB8-4630-B392-2A4F6ECD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DDB6A-AC8E-4449-9717-0EE40212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7951B-98BF-4A46-B228-9A9A8748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92D050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EABD4-2DEC-4170-86F5-A1FCA6A2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0CA07-5B11-4321-A8BF-CD0EB9015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1F130-8212-4DF1-B346-1ADE14360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1BF97-DB77-4CC7-9371-C7855C5F65E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08FA8-B002-41C0-A9A6-5B3DC2E91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47127-3B95-4125-BB15-098DF7D6A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45F49-D378-4A5B-8575-A3FEF0978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7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38FA-CEF3-4FB4-B50B-3DE7372D1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Developments from 1940-1948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35E52-F3F7-481C-A384-1325C0DA9D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4"/>
    </mc:Choice>
    <mc:Fallback xmlns="">
      <p:transition spd="slow" advTm="66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9D69-3AA6-4FC6-854B-A867E241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Resolution/Lahore Resolution of 22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March,1940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4B5DF-2899-4E12-AD31-BBC31590F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India Muslim League annual session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words and 4 paragraphs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Molvi Fazal Haq of Bengal moved the resolution on 23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1940.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 before Pakistan resolution in India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721"/>
    </mc:Choice>
    <mc:Fallback xmlns="">
      <p:transition spd="slow" advTm="2587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EDD3-C4F3-45F1-96A8-54B0E07E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 before Pakistan/Lahore resolution in India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D15C0-94EF-4D2F-A8CB-7FA487C9A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 Haleem Sarshar (1860-1926)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Mohazib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Newspaper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Wilayat Ali (Column “Gup-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Comrade Newspaper under title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Mulakat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Northern Part of India”)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Fazal Karim Khan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Durrani’s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“The Future of Islam in India 1928)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1933, four pages pamphlet “Now or Never” by Chudary Rehmat Ali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June 1858-1940 there were 170 schemes were presented to divide India.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24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505"/>
    </mc:Choice>
    <mc:Fallback xmlns="">
      <p:transition spd="slow" advTm="28250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2561-FFD9-40D4-AF52-B93C87E7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Gandhi-Jinnah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482DD-C769-46F1-B85A-87C8C1153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17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July Gandhi wrote a letter to Jinnah expressing desire to have meeting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took place on 9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1944 at Quaid Residence in Malabar Hills.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meeting and letters continued till 26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September 1944 and in total 21 letters exchanged (10 by Quaid and 11 letters belonged to Gandhi)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82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901"/>
    </mc:Choice>
    <mc:Fallback xmlns="">
      <p:transition spd="slow" advTm="1489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62AD-3A44-4921-B6F4-69511EFC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Points of Gandhi Jinnah Talks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4CFA-6C90-400D-BDFF-311F0E7D5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participated as individual while Jinnah participated as leader of AIML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wanted AIML to support Indian National Congress and than would talk with AIML for autonomous state or plebiscite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will ensure Muslim majority province will be given full autonomy.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 Quaid wanted Pakistan first and Indian Independence later.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Talks failed because of Gandhi individualistic approach to the  cause.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92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796"/>
    </mc:Choice>
    <mc:Fallback xmlns="">
      <p:transition spd="slow" advTm="26279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798D-E7BD-4B97-88E1-FFAEF17C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June Plan 1947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DD3B9-4529-4063-AA80-8195FF05F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Provincial Legislative Assemblies of Punjab and Bengal were to meet in two groups, i.e., Muslim majority districts and non-Muslim majority districts. If any of the two decided in favor of the division of the province, then the Governor General would appoint a boundary commission to demarcate the boundaries of the province on the basis of ascertaining the contiguous majority areas of Muslims and non-Muslims.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7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4017"/>
    </mc:Choice>
    <mc:Fallback xmlns="">
      <p:transition spd="slow" advTm="61401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4028-EBC8-4930-9E62-B029B3DC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June Plan 1947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3D82-5A65-4130-A74F-BB2A66C75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The Legislative Assembly of Sindh (excluding its European Members) was to decide either to join the existing Constituent Assembly or the New Constituent Assembly.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In order to decide the future of the North West Frontier Province, a referendum was proposed. The Electoral College for the referendum was to be the same as the Electoral College for the provincial legislative assembly in 1946.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Baluchistan was also to be given the option to express its opinion on the issue.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If Bengal decided in favor of partition, a referendum was to be held in the Sylhet District of Assam to decide whether it would continue as a part of Assam, or be merged with the new province of East Bengal.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111"/>
    </mc:Choice>
    <mc:Fallback xmlns="">
      <p:transition spd="slow" advTm="27211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D1FC-1E20-4A37-B506-9CC23255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Quaid-I-Azam as Governor General 1947-48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EE84-4638-4099-AFBD-8B82FC3DF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Early Problems of Pakistan (Refugees, Bureaucracy, Military, economy, water and Kashmir)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Constitution for the new State (The 1935 act was amended and made temporary constitution of Pakistan)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Central or State Bank for Pakistan (1st July 1948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Democracy to be practiced)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Membership of UNO (On 30th September 1947, Pakistan became the member of the UNO)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Establishment of Capital (Karachi was made the first capital of Pakistan)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28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585"/>
    </mc:Choice>
    <mc:Fallback xmlns="">
      <p:transition spd="slow" advTm="41858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561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Political Developments from 1940-1948</vt:lpstr>
      <vt:lpstr>Pakistan Resolution/Lahore Resolution of 22nd-24th March,1940</vt:lpstr>
      <vt:lpstr> Schemes before Pakistan/Lahore resolution in India </vt:lpstr>
      <vt:lpstr>Gandhi-Jinnah Talk</vt:lpstr>
      <vt:lpstr>Main Points of Gandhi Jinnah Talks</vt:lpstr>
      <vt:lpstr>3rd June Plan 1947</vt:lpstr>
      <vt:lpstr>3rd June Plan 1947</vt:lpstr>
      <vt:lpstr>Quaid-I-Azam as Governor General 1947-48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Political Developments from 1940-1947</dc:title>
  <dc:creator>Ahmed Khan</dc:creator>
  <cp:lastModifiedBy>Ahmed Khan</cp:lastModifiedBy>
  <cp:revision>21</cp:revision>
  <dcterms:created xsi:type="dcterms:W3CDTF">2020-04-29T19:32:24Z</dcterms:created>
  <dcterms:modified xsi:type="dcterms:W3CDTF">2020-09-30T04:38:33Z</dcterms:modified>
</cp:coreProperties>
</file>