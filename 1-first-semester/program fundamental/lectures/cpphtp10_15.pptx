
<file path=[Content_Types].xml><?xml version="1.0" encoding="utf-8"?>
<Types xmlns="http://schemas.openxmlformats.org/package/2006/content-types">
  <Override PartName="/ppt/slides/slide29.xml" ContentType="application/vnd.openxmlformats-officedocument.presentationml.slide+xml"/>
  <Override PartName="/ppt/slides/slide47.xml" ContentType="application/vnd.openxmlformats-officedocument.presentationml.slide+xml"/>
  <Override PartName="/ppt/slides/slide58.xml" ContentType="application/vnd.openxmlformats-officedocument.presentationml.slide+xml"/>
  <Override PartName="/ppt/slides/slide76.xml" ContentType="application/vnd.openxmlformats-officedocument.presentationml.slide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27.xml" ContentType="application/vnd.openxmlformats-officedocument.presentationml.slide+xml"/>
  <Override PartName="/ppt/slides/slide36.xml" ContentType="application/vnd.openxmlformats-officedocument.presentationml.slide+xml"/>
  <Override PartName="/ppt/slides/slide45.xml" ContentType="application/vnd.openxmlformats-officedocument.presentationml.slide+xml"/>
  <Override PartName="/ppt/slides/slide54.xml" ContentType="application/vnd.openxmlformats-officedocument.presentationml.slide+xml"/>
  <Override PartName="/ppt/slides/slide65.xml" ContentType="application/vnd.openxmlformats-officedocument.presentationml.slide+xml"/>
  <Override PartName="/ppt/slides/slide74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25.xml" ContentType="application/vnd.openxmlformats-officedocument.presentationml.slide+xml"/>
  <Override PartName="/ppt/slides/slide34.xml" ContentType="application/vnd.openxmlformats-officedocument.presentationml.slide+xml"/>
  <Override PartName="/ppt/slides/slide43.xml" ContentType="application/vnd.openxmlformats-officedocument.presentationml.slide+xml"/>
  <Override PartName="/ppt/slides/slide52.xml" ContentType="application/vnd.openxmlformats-officedocument.presentationml.slide+xml"/>
  <Override PartName="/ppt/slides/slide63.xml" ContentType="application/vnd.openxmlformats-officedocument.presentationml.slide+xml"/>
  <Override PartName="/ppt/slides/slide7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slides/slide14.xml" ContentType="application/vnd.openxmlformats-officedocument.presentationml.slide+xml"/>
  <Override PartName="/ppt/slides/slide23.xml" ContentType="application/vnd.openxmlformats-officedocument.presentationml.slide+xml"/>
  <Override PartName="/ppt/slides/slide32.xml" ContentType="application/vnd.openxmlformats-officedocument.presentationml.slide+xml"/>
  <Override PartName="/ppt/slides/slide41.xml" ContentType="application/vnd.openxmlformats-officedocument.presentationml.slide+xml"/>
  <Override PartName="/ppt/slides/slide50.xml" ContentType="application/vnd.openxmlformats-officedocument.presentationml.slide+xml"/>
  <Override PartName="/ppt/slides/slide61.xml" ContentType="application/vnd.openxmlformats-officedocument.presentationml.slide+xml"/>
  <Override PartName="/ppt/slides/slide70.xml" ContentType="application/vnd.openxmlformats-officedocument.presentationml.slide+xml"/>
  <Override PartName="/ppt/notesMasters/notesMaster1.xml" ContentType="application/vnd.openxmlformats-officedocument.presentationml.notesMaster+xml"/>
  <Override PartName="/ppt/slides/slide10.xml" ContentType="application/vnd.openxmlformats-officedocument.presentationml.slide+xml"/>
  <Override PartName="/ppt/slides/slide12.xml" ContentType="application/vnd.openxmlformats-officedocument.presentationml.slide+xml"/>
  <Override PartName="/ppt/slides/slide21.xml" ContentType="application/vnd.openxmlformats-officedocument.presentationml.slide+xml"/>
  <Override PartName="/ppt/slides/slide3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s/slide7.xml" ContentType="application/vnd.openxmlformats-officedocument.presentationml.slide+xml"/>
  <Override PartName="/ppt/slides/slide9.xml" ContentType="application/vnd.openxmlformats-officedocument.presentationml.slide+xml"/>
  <Override PartName="/ppt/slides/slide59.xml" ContentType="application/vnd.openxmlformats-officedocument.presentationml.slide+xml"/>
  <Override PartName="/ppt/slides/slide68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s/slide39.xml" ContentType="application/vnd.openxmlformats-officedocument.presentationml.slide+xml"/>
  <Override PartName="/ppt/slides/slide48.xml" ContentType="application/vnd.openxmlformats-officedocument.presentationml.slide+xml"/>
  <Override PartName="/ppt/slides/slide57.xml" ContentType="application/vnd.openxmlformats-officedocument.presentationml.slide+xml"/>
  <Override PartName="/ppt/slides/slide66.xml" ContentType="application/vnd.openxmlformats-officedocument.presentationml.slide+xml"/>
  <Override PartName="/ppt/slides/slide75.xml" ContentType="application/vnd.openxmlformats-officedocument.presentationml.slide+xml"/>
  <Override PartName="/ppt/slideLayouts/slideLayout7.xml" ContentType="application/vnd.openxmlformats-officedocument.presentationml.slideLayout+xml"/>
  <Override PartName="/ppt/notesSlides/notesSlide1.xml" ContentType="application/vnd.openxmlformats-officedocument.presentationml.notesSlide+xml"/>
  <Default Extension="png" ContentType="image/png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slides/slide37.xml" ContentType="application/vnd.openxmlformats-officedocument.presentationml.slide+xml"/>
  <Override PartName="/ppt/slides/slide46.xml" ContentType="application/vnd.openxmlformats-officedocument.presentationml.slide+xml"/>
  <Override PartName="/ppt/slides/slide55.xml" ContentType="application/vnd.openxmlformats-officedocument.presentationml.slide+xml"/>
  <Override PartName="/ppt/slides/slide64.xml" ContentType="application/vnd.openxmlformats-officedocument.presentationml.slide+xml"/>
  <Override PartName="/ppt/slides/slide73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slides/slide33.xml" ContentType="application/vnd.openxmlformats-officedocument.presentationml.slide+xml"/>
  <Override PartName="/ppt/slides/slide35.xml" ContentType="application/vnd.openxmlformats-officedocument.presentationml.slide+xml"/>
  <Override PartName="/ppt/slides/slide44.xml" ContentType="application/vnd.openxmlformats-officedocument.presentationml.slide+xml"/>
  <Override PartName="/ppt/slides/slide53.xml" ContentType="application/vnd.openxmlformats-officedocument.presentationml.slide+xml"/>
  <Override PartName="/ppt/slides/slide62.xml" ContentType="application/vnd.openxmlformats-officedocument.presentationml.slide+xml"/>
  <Override PartName="/ppt/slides/slide71.xml" ContentType="application/vnd.openxmlformats-officedocument.presentationml.slide+xml"/>
  <Override PartName="/ppt/slideLayouts/slideLayout3.xml" ContentType="application/vnd.openxmlformats-officedocument.presentationml.slideLayout+xml"/>
  <Default Extension="jpeg" ContentType="image/jpeg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22.xml" ContentType="application/vnd.openxmlformats-officedocument.presentationml.slide+xml"/>
  <Override PartName="/ppt/slides/slide31.xml" ContentType="application/vnd.openxmlformats-officedocument.presentationml.slide+xml"/>
  <Override PartName="/ppt/slides/slide42.xml" ContentType="application/vnd.openxmlformats-officedocument.presentationml.slide+xml"/>
  <Override PartName="/ppt/slides/slide51.xml" ContentType="application/vnd.openxmlformats-officedocument.presentationml.slide+xml"/>
  <Override PartName="/ppt/slides/slide60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1.xml" ContentType="application/vnd.openxmlformats-officedocument.presentationml.slide+xml"/>
  <Override PartName="/ppt/slides/slide20.xml" ContentType="application/vnd.openxmlformats-officedocument.presentationml.slide+xml"/>
  <Override PartName="/ppt/slides/slide40.xml" ContentType="application/vnd.openxmlformats-officedocument.presentationml.slide+xml"/>
  <Override PartName="/ppt/slideLayouts/slideLayout10.xml" ContentType="application/vnd.openxmlformats-officedocument.presentationml.slideLayout+xml"/>
  <Override PartName="/ppt/slides/slide8.xml" ContentType="application/vnd.openxmlformats-officedocument.presentationml.slide+xml"/>
  <Override PartName="/ppt/slides/slide49.xml" ContentType="application/vnd.openxmlformats-officedocument.presentationml.slide+xml"/>
  <Override PartName="/ppt/slides/slide69.xml" ContentType="application/vnd.openxmlformats-officedocument.presentationml.slide+xml"/>
  <Override PartName="/docProps/core.xml" ContentType="application/vnd.openxmlformats-package.core-properties+xml"/>
  <Override PartName="/ppt/slides/slide6.xml" ContentType="application/vnd.openxmlformats-officedocument.presentationml.slide+xml"/>
  <Override PartName="/ppt/slides/slide38.xml" ContentType="application/vnd.openxmlformats-officedocument.presentationml.slide+xml"/>
  <Override PartName="/ppt/slides/slide56.xml" ContentType="application/vnd.openxmlformats-officedocument.presentationml.slide+xml"/>
  <Override PartName="/ppt/slides/slide67.xml" ContentType="application/vnd.openxmlformats-officedocument.presentationml.slide+xml"/>
  <Override PartName="/ppt/slideLayouts/slideLayout8.xml" ContentType="application/vnd.openxmlformats-officedocument.presentationml.slideLayout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78"/>
  </p:notesMasterIdLst>
  <p:sldIdLst>
    <p:sldId id="334" r:id="rId2"/>
    <p:sldId id="258" r:id="rId3"/>
    <p:sldId id="259" r:id="rId4"/>
    <p:sldId id="261" r:id="rId5"/>
    <p:sldId id="262" r:id="rId6"/>
    <p:sldId id="263" r:id="rId7"/>
    <p:sldId id="264" r:id="rId8"/>
    <p:sldId id="265" r:id="rId9"/>
    <p:sldId id="266" r:id="rId10"/>
    <p:sldId id="267" r:id="rId11"/>
    <p:sldId id="268" r:id="rId12"/>
    <p:sldId id="269" r:id="rId13"/>
    <p:sldId id="270" r:id="rId14"/>
    <p:sldId id="271" r:id="rId15"/>
    <p:sldId id="272" r:id="rId16"/>
    <p:sldId id="273" r:id="rId17"/>
    <p:sldId id="274" r:id="rId18"/>
    <p:sldId id="275" r:id="rId19"/>
    <p:sldId id="276" r:id="rId20"/>
    <p:sldId id="277" r:id="rId21"/>
    <p:sldId id="278" r:id="rId22"/>
    <p:sldId id="279" r:id="rId23"/>
    <p:sldId id="280" r:id="rId24"/>
    <p:sldId id="281" r:id="rId25"/>
    <p:sldId id="282" r:id="rId26"/>
    <p:sldId id="283" r:id="rId27"/>
    <p:sldId id="284" r:id="rId28"/>
    <p:sldId id="285" r:id="rId29"/>
    <p:sldId id="286" r:id="rId30"/>
    <p:sldId id="287" r:id="rId31"/>
    <p:sldId id="288" r:id="rId32"/>
    <p:sldId id="289" r:id="rId33"/>
    <p:sldId id="290" r:id="rId34"/>
    <p:sldId id="291" r:id="rId35"/>
    <p:sldId id="292" r:id="rId36"/>
    <p:sldId id="293" r:id="rId37"/>
    <p:sldId id="294" r:id="rId38"/>
    <p:sldId id="295" r:id="rId39"/>
    <p:sldId id="296" r:id="rId40"/>
    <p:sldId id="297" r:id="rId41"/>
    <p:sldId id="298" r:id="rId42"/>
    <p:sldId id="299" r:id="rId43"/>
    <p:sldId id="300" r:id="rId44"/>
    <p:sldId id="301" r:id="rId45"/>
    <p:sldId id="302" r:id="rId46"/>
    <p:sldId id="303" r:id="rId47"/>
    <p:sldId id="304" r:id="rId48"/>
    <p:sldId id="305" r:id="rId49"/>
    <p:sldId id="306" r:id="rId50"/>
    <p:sldId id="307" r:id="rId51"/>
    <p:sldId id="308" r:id="rId52"/>
    <p:sldId id="309" r:id="rId53"/>
    <p:sldId id="310" r:id="rId54"/>
    <p:sldId id="311" r:id="rId55"/>
    <p:sldId id="312" r:id="rId56"/>
    <p:sldId id="313" r:id="rId57"/>
    <p:sldId id="314" r:id="rId58"/>
    <p:sldId id="315" r:id="rId59"/>
    <p:sldId id="316" r:id="rId60"/>
    <p:sldId id="317" r:id="rId61"/>
    <p:sldId id="318" r:id="rId62"/>
    <p:sldId id="319" r:id="rId63"/>
    <p:sldId id="320" r:id="rId64"/>
    <p:sldId id="321" r:id="rId65"/>
    <p:sldId id="322" r:id="rId66"/>
    <p:sldId id="323" r:id="rId67"/>
    <p:sldId id="324" r:id="rId68"/>
    <p:sldId id="325" r:id="rId69"/>
    <p:sldId id="326" r:id="rId70"/>
    <p:sldId id="327" r:id="rId71"/>
    <p:sldId id="328" r:id="rId72"/>
    <p:sldId id="329" r:id="rId73"/>
    <p:sldId id="330" r:id="rId74"/>
    <p:sldId id="331" r:id="rId75"/>
    <p:sldId id="332" r:id="rId76"/>
    <p:sldId id="333" r:id="rId77"/>
  </p:sldIdLst>
  <p:sldSz cx="12192000" cy="6858000"/>
  <p:notesSz cx="6858000" cy="9144000"/>
  <p:photoAlbum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  <p:ext uri="{FD5EFAAD-0ECE-453E-9831-46B23BE46B34}">
      <p15:chartTrackingRefBased xmlns:p15="http://schemas.microsoft.com/office/powerpoint/2012/main" xmlns="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8" d="100"/>
          <a:sy n="68" d="100"/>
        </p:scale>
        <p:origin x="-798" y="-9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slide" Target="slides/slide73.xml"/><Relationship Id="rId79" Type="http://schemas.openxmlformats.org/officeDocument/2006/relationships/presProps" Target="presProp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82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notesMaster" Target="notesMasters/notesMaster1.xml"/><Relationship Id="rId8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viewProps" Target="view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A183CBD-1DC7-456E-A315-0906EF19EAF5}" type="datetimeFigureOut">
              <a:rPr lang="en-US" smtClean="0"/>
              <a:pPr/>
              <a:t>9/22/2016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B7D23D5-18F1-4660-BD5B-9AFBAEDBBC1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9296437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E3AFF98-033A-4CF3-885F-5D750793F76E}" type="slidenum">
              <a:rPr lang="en-US" altLang="en-US" smtClean="0"/>
              <a:pPr/>
              <a:t>1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xmlns="" val="135308041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162146-F979-4BDC-AB61-7A958AD659EA}" type="datetime1">
              <a:rPr lang="en-US" smtClean="0"/>
              <a:pPr/>
              <a:t>9/22/2016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© 2017 by Pearson Education, Ltd. All Rights Reserved.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1D55E4-A67B-4C91-890A-96539CE985D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40179754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DACDDA-7D52-4698-8791-247575D0FE54}" type="datetime1">
              <a:rPr lang="en-US" smtClean="0"/>
              <a:pPr/>
              <a:t>9/22/2016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© 2017 by Pearson Education, Ltd. All Rights Reserved.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1D55E4-A67B-4C91-890A-96539CE985D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40284744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1709740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4589465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53A3B7-E165-43F4-A9B5-BAEB17F633DF}" type="datetime1">
              <a:rPr lang="en-US" smtClean="0"/>
              <a:pPr/>
              <a:t>9/22/2016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© 2017 by Pearson Education, Ltd. All Rights Reserved.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1D55E4-A67B-4C91-890A-96539CE985D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660925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53DDB0-6AD0-48BF-95DD-511B152EC01E}" type="datetime1">
              <a:rPr lang="en-US" smtClean="0"/>
              <a:pPr/>
              <a:t>9/22/2016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© 2017 by Pearson Education, Ltd. All Rights Reserved.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1D55E4-A67B-4C91-890A-96539CE985D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2384166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7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1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1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9A3F02-1C47-438B-8995-2149C46D24AE}" type="datetime1">
              <a:rPr lang="en-US" smtClean="0"/>
              <a:pPr/>
              <a:t>9/22/2016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© 2017 by Pearson Education, Ltd. All Rights Reserved.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1D55E4-A67B-4C91-890A-96539CE985D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1064482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2DE17A-06C5-49D2-A5BA-FA17F34EEFAB}" type="datetime1">
              <a:rPr lang="en-US" smtClean="0"/>
              <a:pPr/>
              <a:t>9/22/2016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© 2017 by Pearson Education, Ltd. All Rights Reserved.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1D55E4-A67B-4C91-890A-96539CE985D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3076400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376AEC-3139-43E8-A763-44108B739CD7}" type="datetime1">
              <a:rPr lang="en-US" smtClean="0"/>
              <a:pPr/>
              <a:t>9/22/2016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© 2017 by Pearson Education, Ltd. All Rights Reserved.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1D55E4-A67B-4C91-890A-96539CE985D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31187034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7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A760FE-D128-4301-A156-6DF994B33B79}" type="datetime1">
              <a:rPr lang="en-US" smtClean="0"/>
              <a:pPr/>
              <a:t>9/22/2016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© 2017 by Pearson Education, Ltd. All Rights Reserved.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1D55E4-A67B-4C91-890A-96539CE985D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8557348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7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632F5D-1822-466C-A8DC-27FF65AE4BDB}" type="datetime1">
              <a:rPr lang="en-US" smtClean="0"/>
              <a:pPr/>
              <a:t>9/22/2016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© 2017 by Pearson Education, Ltd. All Rights Reserved.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1D55E4-A67B-4C91-890A-96539CE985D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9093921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EB00C5-191C-44A3-9384-CFFEF801426F}" type="datetime1">
              <a:rPr lang="en-US" smtClean="0"/>
              <a:pPr/>
              <a:t>9/22/2016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© 2017 by Pearson Education, Ltd. All Rights Reserved.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1D55E4-A67B-4C91-890A-96539CE985D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9347534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1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F80DBD-04EF-45B2-AE08-18D70D896639}" type="datetime1">
              <a:rPr lang="en-US" smtClean="0"/>
              <a:pPr/>
              <a:t>9/22/2016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© 2017 by Pearson Education, Ltd. All Rights Reserved.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1D55E4-A67B-4C91-890A-96539CE985D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3317766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7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FCE88D1-4593-4C38-A89F-268087350E4D}" type="datetime1">
              <a:rPr lang="en-US" smtClean="0"/>
              <a:pPr/>
              <a:t>9/22/2016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 smtClean="0"/>
              <a:t>© 2017 by Pearson Education, Ltd. All Rights Reserved.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C1D55E4-A67B-4C91-890A-96539CE985D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644805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7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7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7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7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7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7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7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7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7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7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7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7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7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7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7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7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7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7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7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7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7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7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1.png"/><Relationship Id="rId1" Type="http://schemas.openxmlformats.org/officeDocument/2006/relationships/slideLayout" Target="../slideLayouts/slideLayout7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2.png"/><Relationship Id="rId1" Type="http://schemas.openxmlformats.org/officeDocument/2006/relationships/slideLayout" Target="../slideLayouts/slideLayout7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3.png"/><Relationship Id="rId1" Type="http://schemas.openxmlformats.org/officeDocument/2006/relationships/slideLayout" Target="../slideLayouts/slideLayout7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4.png"/><Relationship Id="rId1" Type="http://schemas.openxmlformats.org/officeDocument/2006/relationships/slideLayout" Target="../slideLayouts/slideLayout7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5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en-US" dirty="0" smtClean="0">
                <a:solidFill>
                  <a:srgbClr val="3380E6"/>
                </a:solidFill>
                <a:latin typeface="Goudy Sans Medium"/>
              </a:rPr>
              <a:t>Standard Library Containers and Iterators</a:t>
            </a:r>
          </a:p>
        </p:txBody>
      </p:sp>
      <p:sp>
        <p:nvSpPr>
          <p:cNvPr id="10243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marR="0"/>
            <a:r>
              <a:rPr lang="en-US" altLang="en-US" dirty="0" smtClean="0"/>
              <a:t>Based on Chapter 15 of C++ How to Program, 10/e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/>
              <a:t>© 2017 by Pearson Education, Ltd. All Rights Reserved.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27393677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15_Page_02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0" y="550863"/>
            <a:ext cx="12192000" cy="5756275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© 2017 by Pearson Education, Ltd. All Rights Reserved.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389352733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15_Page_03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1336675" y="0"/>
            <a:ext cx="9517063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© 2017 by Pearson Education, Ltd. All Rights Reserved.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292700813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15_Page_05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0" y="1998663"/>
            <a:ext cx="12192000" cy="2860675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© 2017 by Pearson Education, Ltd. All Rights Reserved.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83486316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15_Page_06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0" y="1498600"/>
            <a:ext cx="12192000" cy="3859213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© 2017 by Pearson Education, Ltd. All Rights Reserved.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285634739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15_Page_07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0" y="2014538"/>
            <a:ext cx="12192000" cy="2827337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© 2017 by Pearson Education, Ltd. All Rights Reserved.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37870265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15_Page_08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865188" y="0"/>
            <a:ext cx="10460037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© 2017 by Pearson Education, Ltd. All Rights Reserved.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360898881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15_Page_09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23813" y="0"/>
            <a:ext cx="12142787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© 2017 by Pearson Education, Ltd. All Rights Reserved.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366570286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15_Page_10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847725" y="0"/>
            <a:ext cx="1049655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© 2017 by Pearson Education, Ltd. All Rights Reserved.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293816375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15_Page_11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577850" y="0"/>
            <a:ext cx="110363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© 2017 by Pearson Education, Ltd. All Rights Reserved.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246266283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15_Page_12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1076325" y="0"/>
            <a:ext cx="10037763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© 2017 by Pearson Education, Ltd. All Rights Reserved.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164556408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15_Page_13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161925" y="0"/>
            <a:ext cx="1186815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© 2017 by Pearson Education, Ltd. All Rights Reserved.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158363364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15_Page_14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119063" y="0"/>
            <a:ext cx="1195387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© 2017 by Pearson Education, Ltd. All Rights Reserved.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216703474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15_Page_15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0" y="396875"/>
            <a:ext cx="12192000" cy="606425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© 2017 by Pearson Education, Ltd. All Rights Reserved.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266129526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15_Page_16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1203325" y="0"/>
            <a:ext cx="9783763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© 2017 by Pearson Education, Ltd. All Rights Reserved.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50015955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15_Page_17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0" y="2116138"/>
            <a:ext cx="12192000" cy="2624137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© 2017 by Pearson Education, Ltd. All Rights Reserved.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188397962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15_Page_18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0" y="1560513"/>
            <a:ext cx="12192000" cy="3735387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© 2017 by Pearson Education, Ltd. All Rights Reserved.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290883435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15_Page_19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1335088" y="0"/>
            <a:ext cx="952182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© 2017 by Pearson Education, Ltd. All Rights Reserved.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328777964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15_Page_20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0" y="1262063"/>
            <a:ext cx="12192000" cy="4332287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© 2017 by Pearson Education, Ltd. All Rights Reserved.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175466887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15_Page_21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903288" y="0"/>
            <a:ext cx="10383837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© 2017 by Pearson Education, Ltd. All Rights Reserved.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213438319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15_Page_22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0" y="1220788"/>
            <a:ext cx="12192000" cy="4416425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© 2017 by Pearson Education, Ltd. All Rights Reserved.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429496192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15_Page_23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0" y="928688"/>
            <a:ext cx="12192000" cy="5000625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© 2017 by Pearson Education, Ltd. All Rights Reserved.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233374725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15_Page_24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490538" y="0"/>
            <a:ext cx="11209337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© 2017 by Pearson Education, Ltd. All Rights Reserved.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614271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15_Page_25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669925" y="0"/>
            <a:ext cx="1085215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© 2017 by Pearson Education, Ltd. All Rights Reserved.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101338519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15_Page_26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0" y="200025"/>
            <a:ext cx="12192000" cy="6456363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© 2017 by Pearson Education, Ltd. All Rights Reserved.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216616426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15_Page_27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0" y="1498600"/>
            <a:ext cx="12192000" cy="386080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© 2017 by Pearson Education, Ltd. All Rights Reserved.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312762681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15_Page_28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0" y="671513"/>
            <a:ext cx="12192000" cy="5513387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© 2017 by Pearson Education, Ltd. All Rights Reserved.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182936237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15_Page_29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0" y="942975"/>
            <a:ext cx="12192000" cy="497205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© 2017 by Pearson Education, Ltd. All Rights Reserved.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134164584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15_Page_30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0" y="1500188"/>
            <a:ext cx="12192000" cy="3856037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© 2017 by Pearson Education, Ltd. All Rights Reserved.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107819851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15_Page_31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0" y="2043113"/>
            <a:ext cx="12192000" cy="2770187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© 2017 by Pearson Education, Ltd. All Rights Reserved.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277542844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15_Page_32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0" y="1500188"/>
            <a:ext cx="12192000" cy="3857625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© 2017 by Pearson Education, Ltd. All Rights Reserved.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382213650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15_Page_33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1362075" y="0"/>
            <a:ext cx="9466263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© 2017 by Pearson Education, Ltd. All Rights Reserved.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281985083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15_Page_34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431800" y="0"/>
            <a:ext cx="113284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© 2017 by Pearson Education, Ltd. All Rights Reserved.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223238495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15_Page_35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301625" y="0"/>
            <a:ext cx="1158875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© 2017 by Pearson Education, Ltd. All Rights Reserved.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274355242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15_Page_36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0" y="947738"/>
            <a:ext cx="12192000" cy="4962525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© 2017 by Pearson Education, Ltd. All Rights Reserved.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122117655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15_Page_37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0" y="1552575"/>
            <a:ext cx="12192000" cy="3751263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© 2017 by Pearson Education, Ltd. All Rights Reserved.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3958016995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15_Page_38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201613" y="0"/>
            <a:ext cx="11787187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© 2017 by Pearson Education, Ltd. All Rights Reserved.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2321884234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15_Page_39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0" y="608013"/>
            <a:ext cx="12192000" cy="5641975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© 2017 by Pearson Education, Ltd. All Rights Reserved.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70724633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15_Page_40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0" y="28575"/>
            <a:ext cx="12192000" cy="680085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© 2017 by Pearson Education, Ltd. All Rights Reserved.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1434123502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15_Page_41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0" y="1044575"/>
            <a:ext cx="12192000" cy="476885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© 2017 by Pearson Education, Ltd. All Rights Reserved.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3442449017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15_Page_42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0" y="615950"/>
            <a:ext cx="12192000" cy="5624513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© 2017 by Pearson Education, Ltd. All Rights Reserved.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3185296950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15_Page_43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0" y="1982788"/>
            <a:ext cx="12192000" cy="2890837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© 2017 by Pearson Education, Ltd. All Rights Reserved.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4099982873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15_Page_44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0" y="903288"/>
            <a:ext cx="12192000" cy="5049837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© 2017 by Pearson Education, Ltd. All Rights Reserved.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2541127301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15_Page_45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582613" y="0"/>
            <a:ext cx="11025187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© 2017 by Pearson Education, Ltd. All Rights Reserved.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1789706846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15_Page_46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1030288" y="0"/>
            <a:ext cx="1013142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© 2017 by Pearson Education, Ltd. All Rights Reserved.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3279435031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15_Page_47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844550" y="0"/>
            <a:ext cx="105029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© 2017 by Pearson Education, Ltd. All Rights Reserved.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1624411231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15_Page_48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201613" y="0"/>
            <a:ext cx="11787187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© 2017 by Pearson Education, Ltd. All Rights Reserved.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3756272450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15_Page_49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0" y="171450"/>
            <a:ext cx="12192000" cy="6513513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© 2017 by Pearson Education, Ltd. All Rights Reserved.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548906208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15_Page_50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1030288" y="0"/>
            <a:ext cx="1013142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© 2017 by Pearson Education, Ltd. All Rights Reserved.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777053396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15_Page_51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111125" y="0"/>
            <a:ext cx="1196975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© 2017 by Pearson Education, Ltd. All Rights Reserved.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2896941920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15_Page_52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0" y="2290763"/>
            <a:ext cx="12192000" cy="2274887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© 2017 by Pearson Education, Ltd. All Rights Reserved.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2633538682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15_Page_53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0" y="1500188"/>
            <a:ext cx="12192000" cy="3857625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© 2017 by Pearson Education, Ltd. All Rights Reserved.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3375998736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15_Page_54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0" y="28575"/>
            <a:ext cx="12192000" cy="680085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© 2017 by Pearson Education, Ltd. All Rights Reserved.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1863480158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15_Page_55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981075" y="0"/>
            <a:ext cx="10228263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© 2017 by Pearson Education, Ltd. All Rights Reserved.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2352811740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15_Page_56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0" y="1778000"/>
            <a:ext cx="12192000" cy="3300413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© 2017 by Pearson Education, Ltd. All Rights Reserved.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3269203748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15_Page_57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647700" y="0"/>
            <a:ext cx="108966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© 2017 by Pearson Education, Ltd. All Rights Reserved.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3595926792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15_Page_58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647700" y="0"/>
            <a:ext cx="108966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© 2017 by Pearson Education, Ltd. All Rights Reserved.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1733162448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15_Page_59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0" y="461963"/>
            <a:ext cx="12192000" cy="5934075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© 2017 by Pearson Education, Ltd. All Rights Reserved.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844457171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15_Page_60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0" y="346075"/>
            <a:ext cx="12192000" cy="616585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© 2017 by Pearson Education, Ltd. All Rights Reserved.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3927991882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15_Page_61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0" y="28575"/>
            <a:ext cx="12192000" cy="680085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© 2017 by Pearson Education, Ltd. All Rights Reserved.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2603175339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15_Page_62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0" y="28575"/>
            <a:ext cx="12192000" cy="680085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© 2017 by Pearson Education, Ltd. All Rights Reserved.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552508271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15_Page_63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0" y="1435100"/>
            <a:ext cx="12192000" cy="3986213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© 2017 by Pearson Education, Ltd. All Rights Reserved.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939831975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15_Page_64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0" y="2052638"/>
            <a:ext cx="12192000" cy="2751137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© 2017 by Pearson Education, Ltd. All Rights Reserved.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414930529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15_Page_65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0" y="171450"/>
            <a:ext cx="12192000" cy="6513513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© 2017 by Pearson Education, Ltd. All Rights Reserved.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2235175935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15_Page_66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431800" y="0"/>
            <a:ext cx="113284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© 2017 by Pearson Education, Ltd. All Rights Reserved.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2959744265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15_Page_67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0" y="752475"/>
            <a:ext cx="12192000" cy="535305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© 2017 by Pearson Education, Ltd. All Rights Reserved.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43122566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15_Page_68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201613" y="0"/>
            <a:ext cx="11787187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© 2017 by Pearson Education, Ltd. All Rights Reserved.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1202008198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15_Page_69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647700" y="0"/>
            <a:ext cx="108966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© 2017 by Pearson Education, Ltd. All Rights Reserved.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3853385434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15_Page_70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111125" y="0"/>
            <a:ext cx="1196975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© 2017 by Pearson Education, Ltd. All Rights Reserved.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4035217493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15_Page_71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1203325" y="0"/>
            <a:ext cx="9783763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© 2017 by Pearson Education, Ltd. All Rights Reserved.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3899549116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15_Page_72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647700" y="0"/>
            <a:ext cx="108966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© 2017 by Pearson Education, Ltd. All Rights Reserved.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4181133541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15_Page_73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1279525" y="0"/>
            <a:ext cx="9631363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© 2017 by Pearson Education, Ltd. All Rights Reserved.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318957243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15_Page_74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1362075" y="0"/>
            <a:ext cx="9466263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© 2017 by Pearson Education, Ltd. All Rights Reserved.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2355519963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15_Page_75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0" y="2252663"/>
            <a:ext cx="12192000" cy="2352675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© 2017 by Pearson Education, Ltd. All Rights Reserved.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2602730324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15_Page_76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1362075" y="0"/>
            <a:ext cx="9466263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© 2017 by Pearson Education, Ltd. All Rights Reserved.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1700146230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15_Page_77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0" y="2252663"/>
            <a:ext cx="12192000" cy="2352675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© 2017 by Pearson Education, Ltd. All Rights Reserved.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1419857283"/>
      </p:ext>
    </p:extLst>
  </p:cSld>
  <p:clrMapOvr>
    <a:masterClrMapping/>
  </p:clrMapOvr>
</p:sld>
</file>

<file path=ppt/theme/theme1.xml><?xml version="1.0" encoding="utf-8"?>
<a:theme xmlns:a="http://schemas.openxmlformats.org/drawingml/2006/main" name="Theme1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Theme1" id="{3DE4FA8F-8ACA-45D7-93E4-7534A5F48D5B}" vid="{D4CC59B7-4017-4F3C-84AE-F6ED526978D3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cpphtp10_12</Template>
  <TotalTime>1</TotalTime>
  <Words>930</Words>
  <Application>Microsoft Office PowerPoint</Application>
  <PresentationFormat>Custom</PresentationFormat>
  <Paragraphs>79</Paragraphs>
  <Slides>76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76</vt:i4>
      </vt:variant>
    </vt:vector>
  </HeadingPairs>
  <TitlesOfParts>
    <vt:vector size="77" baseType="lpstr">
      <vt:lpstr>Theme1</vt:lpstr>
      <vt:lpstr>Standard Library Containers and Iterators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  <vt:lpstr>Slide 65</vt:lpstr>
      <vt:lpstr>Slide 66</vt:lpstr>
      <vt:lpstr>Slide 67</vt:lpstr>
      <vt:lpstr>Slide 68</vt:lpstr>
      <vt:lpstr>Slide 69</vt:lpstr>
      <vt:lpstr>Slide 70</vt:lpstr>
      <vt:lpstr>Slide 71</vt:lpstr>
      <vt:lpstr>Slide 72</vt:lpstr>
      <vt:lpstr>Slide 73</vt:lpstr>
      <vt:lpstr>Slide 74</vt:lpstr>
      <vt:lpstr>Slide 75</vt:lpstr>
      <vt:lpstr>Slide 76</vt:lpstr>
    </vt:vector>
  </TitlesOfParts>
  <Company/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Standard Library Containers and Iterators</dc:title>
  <dc:creator>Paul Deitel</dc:creator>
  <cp:lastModifiedBy>Binod</cp:lastModifiedBy>
  <cp:revision>2</cp:revision>
  <dcterms:created xsi:type="dcterms:W3CDTF">2016-07-20T20:34:35Z</dcterms:created>
  <dcterms:modified xsi:type="dcterms:W3CDTF">2016-09-22T10:19:15Z</dcterms:modified>
</cp:coreProperties>
</file>