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 id="2147483768" r:id="rId2"/>
  </p:sldMasterIdLst>
  <p:notesMasterIdLst>
    <p:notesMasterId r:id="rId58"/>
  </p:notesMasterIdLst>
  <p:sldIdLst>
    <p:sldId id="256" r:id="rId3"/>
    <p:sldId id="298" r:id="rId4"/>
    <p:sldId id="299" r:id="rId5"/>
    <p:sldId id="307" r:id="rId6"/>
    <p:sldId id="308" r:id="rId7"/>
    <p:sldId id="309" r:id="rId8"/>
    <p:sldId id="257" r:id="rId9"/>
    <p:sldId id="258" r:id="rId10"/>
    <p:sldId id="324" r:id="rId11"/>
    <p:sldId id="259" r:id="rId12"/>
    <p:sldId id="310" r:id="rId13"/>
    <p:sldId id="300" r:id="rId14"/>
    <p:sldId id="311" r:id="rId15"/>
    <p:sldId id="325" r:id="rId16"/>
    <p:sldId id="326" r:id="rId17"/>
    <p:sldId id="312" r:id="rId18"/>
    <p:sldId id="313" r:id="rId19"/>
    <p:sldId id="314" r:id="rId20"/>
    <p:sldId id="327" r:id="rId21"/>
    <p:sldId id="335" r:id="rId22"/>
    <p:sldId id="328" r:id="rId23"/>
    <p:sldId id="330" r:id="rId24"/>
    <p:sldId id="331" r:id="rId25"/>
    <p:sldId id="329" r:id="rId26"/>
    <p:sldId id="316" r:id="rId27"/>
    <p:sldId id="262" r:id="rId28"/>
    <p:sldId id="264" r:id="rId29"/>
    <p:sldId id="265" r:id="rId30"/>
    <p:sldId id="266" r:id="rId31"/>
    <p:sldId id="317" r:id="rId32"/>
    <p:sldId id="332" r:id="rId33"/>
    <p:sldId id="333" r:id="rId34"/>
    <p:sldId id="334" r:id="rId35"/>
    <p:sldId id="268" r:id="rId36"/>
    <p:sldId id="336" r:id="rId37"/>
    <p:sldId id="267" r:id="rId38"/>
    <p:sldId id="269" r:id="rId39"/>
    <p:sldId id="274" r:id="rId40"/>
    <p:sldId id="322" r:id="rId41"/>
    <p:sldId id="302" r:id="rId42"/>
    <p:sldId id="323" r:id="rId43"/>
    <p:sldId id="305" r:id="rId44"/>
    <p:sldId id="306" r:id="rId45"/>
    <p:sldId id="289" r:id="rId46"/>
    <p:sldId id="290" r:id="rId47"/>
    <p:sldId id="291" r:id="rId48"/>
    <p:sldId id="292" r:id="rId49"/>
    <p:sldId id="293" r:id="rId50"/>
    <p:sldId id="294" r:id="rId51"/>
    <p:sldId id="270" r:id="rId52"/>
    <p:sldId id="318" r:id="rId53"/>
    <p:sldId id="320" r:id="rId54"/>
    <p:sldId id="272" r:id="rId55"/>
    <p:sldId id="321" r:id="rId56"/>
    <p:sldId id="273"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249" autoAdjust="0"/>
  </p:normalViewPr>
  <p:slideViewPr>
    <p:cSldViewPr snapToGrid="0">
      <p:cViewPr varScale="1">
        <p:scale>
          <a:sx n="63" d="100"/>
          <a:sy n="63" d="100"/>
        </p:scale>
        <p:origin x="6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ata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72905E-ADC2-41A2-983F-A4E373CE9E20}"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4C808EFD-8A7A-4DA2-85CA-229ED66CEA8E}">
      <dgm:prSet/>
      <dgm:spPr/>
      <dgm:t>
        <a:bodyPr/>
        <a:lstStyle/>
        <a:p>
          <a:r>
            <a:rPr lang="en-US"/>
            <a:t>Smell /olfactory</a:t>
          </a:r>
        </a:p>
      </dgm:t>
    </dgm:pt>
    <dgm:pt modelId="{A1512F3C-9510-4594-BAB6-469D5BAA80BC}" type="parTrans" cxnId="{205CE127-DDCF-4530-A130-EB0ED135B3DD}">
      <dgm:prSet/>
      <dgm:spPr/>
      <dgm:t>
        <a:bodyPr/>
        <a:lstStyle/>
        <a:p>
          <a:endParaRPr lang="en-US"/>
        </a:p>
      </dgm:t>
    </dgm:pt>
    <dgm:pt modelId="{3159A929-3F19-40B6-8608-74C11F0ECFC1}" type="sibTrans" cxnId="{205CE127-DDCF-4530-A130-EB0ED135B3DD}">
      <dgm:prSet/>
      <dgm:spPr/>
      <dgm:t>
        <a:bodyPr/>
        <a:lstStyle/>
        <a:p>
          <a:endParaRPr lang="en-US"/>
        </a:p>
      </dgm:t>
    </dgm:pt>
    <dgm:pt modelId="{52C42BF7-4F46-4398-855E-50CAB7A15B1E}">
      <dgm:prSet/>
      <dgm:spPr/>
      <dgm:t>
        <a:bodyPr/>
        <a:lstStyle/>
        <a:p>
          <a:r>
            <a:rPr lang="en-US"/>
            <a:t>Seeing/ visual/optical</a:t>
          </a:r>
        </a:p>
      </dgm:t>
    </dgm:pt>
    <dgm:pt modelId="{130A345E-3A9E-41AE-B7F2-AB5C2AE44EE6}" type="parTrans" cxnId="{FB323595-C77C-4F54-B660-F521E9236C44}">
      <dgm:prSet/>
      <dgm:spPr/>
      <dgm:t>
        <a:bodyPr/>
        <a:lstStyle/>
        <a:p>
          <a:endParaRPr lang="en-US"/>
        </a:p>
      </dgm:t>
    </dgm:pt>
    <dgm:pt modelId="{C23FD2E7-D371-4317-873C-838102121FC4}" type="sibTrans" cxnId="{FB323595-C77C-4F54-B660-F521E9236C44}">
      <dgm:prSet/>
      <dgm:spPr/>
      <dgm:t>
        <a:bodyPr/>
        <a:lstStyle/>
        <a:p>
          <a:endParaRPr lang="en-US"/>
        </a:p>
      </dgm:t>
    </dgm:pt>
    <dgm:pt modelId="{7E235ACD-116E-4BBB-BF45-1F36142C3808}">
      <dgm:prSet/>
      <dgm:spPr/>
      <dgm:t>
        <a:bodyPr/>
        <a:lstStyle/>
        <a:p>
          <a:r>
            <a:rPr lang="en-US"/>
            <a:t>Hearing/auditory</a:t>
          </a:r>
        </a:p>
      </dgm:t>
    </dgm:pt>
    <dgm:pt modelId="{AF45809A-C994-4228-8E60-E23C998F0984}" type="parTrans" cxnId="{6760F432-B3DC-49AA-8186-4B63B9105E9D}">
      <dgm:prSet/>
      <dgm:spPr/>
      <dgm:t>
        <a:bodyPr/>
        <a:lstStyle/>
        <a:p>
          <a:endParaRPr lang="en-US"/>
        </a:p>
      </dgm:t>
    </dgm:pt>
    <dgm:pt modelId="{82CA3C54-174E-41CD-8E8B-3AB78CDCAA35}" type="sibTrans" cxnId="{6760F432-B3DC-49AA-8186-4B63B9105E9D}">
      <dgm:prSet/>
      <dgm:spPr/>
      <dgm:t>
        <a:bodyPr/>
        <a:lstStyle/>
        <a:p>
          <a:endParaRPr lang="en-US"/>
        </a:p>
      </dgm:t>
    </dgm:pt>
    <dgm:pt modelId="{7F5AB12E-84C8-421B-899C-9579C4B942C2}">
      <dgm:prSet/>
      <dgm:spPr/>
      <dgm:t>
        <a:bodyPr/>
        <a:lstStyle/>
        <a:p>
          <a:r>
            <a:rPr lang="en-US"/>
            <a:t>Taste/gustatory</a:t>
          </a:r>
        </a:p>
      </dgm:t>
    </dgm:pt>
    <dgm:pt modelId="{D8C53652-2C35-4FDE-AA65-EC8A1CC9576E}" type="parTrans" cxnId="{C704A3D8-5B18-431C-B824-6B302B39D404}">
      <dgm:prSet/>
      <dgm:spPr/>
      <dgm:t>
        <a:bodyPr/>
        <a:lstStyle/>
        <a:p>
          <a:endParaRPr lang="en-US"/>
        </a:p>
      </dgm:t>
    </dgm:pt>
    <dgm:pt modelId="{85FD1A0E-59D3-4959-843C-D9509B64D64B}" type="sibTrans" cxnId="{C704A3D8-5B18-431C-B824-6B302B39D404}">
      <dgm:prSet/>
      <dgm:spPr/>
      <dgm:t>
        <a:bodyPr/>
        <a:lstStyle/>
        <a:p>
          <a:endParaRPr lang="en-US"/>
        </a:p>
      </dgm:t>
    </dgm:pt>
    <dgm:pt modelId="{635CB820-0F01-4507-AA5D-67F0C259282C}">
      <dgm:prSet/>
      <dgm:spPr/>
      <dgm:t>
        <a:bodyPr/>
        <a:lstStyle/>
        <a:p>
          <a:r>
            <a:rPr lang="en-US"/>
            <a:t>Touch/tactile</a:t>
          </a:r>
        </a:p>
      </dgm:t>
    </dgm:pt>
    <dgm:pt modelId="{7BBD92E6-5238-4D58-A3B0-50877D2D2230}" type="parTrans" cxnId="{B902A080-D17A-4539-88AC-68D569278577}">
      <dgm:prSet/>
      <dgm:spPr/>
      <dgm:t>
        <a:bodyPr/>
        <a:lstStyle/>
        <a:p>
          <a:endParaRPr lang="en-US"/>
        </a:p>
      </dgm:t>
    </dgm:pt>
    <dgm:pt modelId="{92F7711D-35E1-4A51-A495-6CBB3D208ED6}" type="sibTrans" cxnId="{B902A080-D17A-4539-88AC-68D569278577}">
      <dgm:prSet/>
      <dgm:spPr/>
      <dgm:t>
        <a:bodyPr/>
        <a:lstStyle/>
        <a:p>
          <a:endParaRPr lang="en-US"/>
        </a:p>
      </dgm:t>
    </dgm:pt>
    <dgm:pt modelId="{3845C12F-3F68-47D1-BCF7-061B69A36FA2}">
      <dgm:prSet/>
      <dgm:spPr/>
      <dgm:t>
        <a:bodyPr/>
        <a:lstStyle/>
        <a:p>
          <a:r>
            <a:rPr lang="en-US"/>
            <a:t>Distinguishing ability.</a:t>
          </a:r>
        </a:p>
      </dgm:t>
    </dgm:pt>
    <dgm:pt modelId="{B933CA96-3CFE-4D31-B78A-B10B9ABBA107}" type="parTrans" cxnId="{028BC626-951A-452A-914D-C8D477E717B6}">
      <dgm:prSet/>
      <dgm:spPr/>
      <dgm:t>
        <a:bodyPr/>
        <a:lstStyle/>
        <a:p>
          <a:endParaRPr lang="en-US"/>
        </a:p>
      </dgm:t>
    </dgm:pt>
    <dgm:pt modelId="{CCA49F3F-BFF0-46F1-9025-0BB9D33FD33D}" type="sibTrans" cxnId="{028BC626-951A-452A-914D-C8D477E717B6}">
      <dgm:prSet/>
      <dgm:spPr/>
      <dgm:t>
        <a:bodyPr/>
        <a:lstStyle/>
        <a:p>
          <a:endParaRPr lang="en-US"/>
        </a:p>
      </dgm:t>
    </dgm:pt>
    <dgm:pt modelId="{EFC9DA84-47C7-46A0-BAE6-1C1B5CCF3E27}" type="pres">
      <dgm:prSet presAssocID="{4D72905E-ADC2-41A2-983F-A4E373CE9E20}" presName="root" presStyleCnt="0">
        <dgm:presLayoutVars>
          <dgm:dir/>
          <dgm:resizeHandles val="exact"/>
        </dgm:presLayoutVars>
      </dgm:prSet>
      <dgm:spPr/>
    </dgm:pt>
    <dgm:pt modelId="{12C78FC7-1F2B-4084-8081-F202B41102C2}" type="pres">
      <dgm:prSet presAssocID="{4C808EFD-8A7A-4DA2-85CA-229ED66CEA8E}" presName="compNode" presStyleCnt="0"/>
      <dgm:spPr/>
    </dgm:pt>
    <dgm:pt modelId="{1ED1281E-5B34-4B1F-A18B-9B98EBA96715}" type="pres">
      <dgm:prSet presAssocID="{4C808EFD-8A7A-4DA2-85CA-229ED66CEA8E}" presName="bgRect" presStyleLbl="bgShp" presStyleIdx="0" presStyleCnt="6"/>
      <dgm:spPr/>
    </dgm:pt>
    <dgm:pt modelId="{67DB27BC-5C82-44A2-A179-318564B8BF7D}" type="pres">
      <dgm:prSet presAssocID="{4C808EFD-8A7A-4DA2-85CA-229ED66CEA8E}"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ose"/>
        </a:ext>
      </dgm:extLst>
    </dgm:pt>
    <dgm:pt modelId="{23C9019F-8610-47A6-830C-E2405E0C12F1}" type="pres">
      <dgm:prSet presAssocID="{4C808EFD-8A7A-4DA2-85CA-229ED66CEA8E}" presName="spaceRect" presStyleCnt="0"/>
      <dgm:spPr/>
    </dgm:pt>
    <dgm:pt modelId="{32358E31-673D-4A86-A6EE-4E26497E3CBE}" type="pres">
      <dgm:prSet presAssocID="{4C808EFD-8A7A-4DA2-85CA-229ED66CEA8E}" presName="parTx" presStyleLbl="revTx" presStyleIdx="0" presStyleCnt="6">
        <dgm:presLayoutVars>
          <dgm:chMax val="0"/>
          <dgm:chPref val="0"/>
        </dgm:presLayoutVars>
      </dgm:prSet>
      <dgm:spPr/>
    </dgm:pt>
    <dgm:pt modelId="{51BEDECE-A9DE-42B3-945D-88983C4CAD05}" type="pres">
      <dgm:prSet presAssocID="{3159A929-3F19-40B6-8608-74C11F0ECFC1}" presName="sibTrans" presStyleCnt="0"/>
      <dgm:spPr/>
    </dgm:pt>
    <dgm:pt modelId="{870FE0F9-D480-493A-89CE-E5A55A375866}" type="pres">
      <dgm:prSet presAssocID="{52C42BF7-4F46-4398-855E-50CAB7A15B1E}" presName="compNode" presStyleCnt="0"/>
      <dgm:spPr/>
    </dgm:pt>
    <dgm:pt modelId="{575837C8-0796-4323-BEA1-FD2DA8543120}" type="pres">
      <dgm:prSet presAssocID="{52C42BF7-4F46-4398-855E-50CAB7A15B1E}" presName="bgRect" presStyleLbl="bgShp" presStyleIdx="1" presStyleCnt="6"/>
      <dgm:spPr/>
    </dgm:pt>
    <dgm:pt modelId="{AA7DD8FA-612C-4835-9CC4-049648F8741B}" type="pres">
      <dgm:prSet presAssocID="{52C42BF7-4F46-4398-855E-50CAB7A15B1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yes"/>
        </a:ext>
      </dgm:extLst>
    </dgm:pt>
    <dgm:pt modelId="{66FE2F5E-95BD-44DA-BC56-3B02074B926B}" type="pres">
      <dgm:prSet presAssocID="{52C42BF7-4F46-4398-855E-50CAB7A15B1E}" presName="spaceRect" presStyleCnt="0"/>
      <dgm:spPr/>
    </dgm:pt>
    <dgm:pt modelId="{8A96290F-42D2-4240-8AC7-B667B56BDF6E}" type="pres">
      <dgm:prSet presAssocID="{52C42BF7-4F46-4398-855E-50CAB7A15B1E}" presName="parTx" presStyleLbl="revTx" presStyleIdx="1" presStyleCnt="6">
        <dgm:presLayoutVars>
          <dgm:chMax val="0"/>
          <dgm:chPref val="0"/>
        </dgm:presLayoutVars>
      </dgm:prSet>
      <dgm:spPr/>
    </dgm:pt>
    <dgm:pt modelId="{DFC8203C-7368-4D8C-AFF7-67EE186EB964}" type="pres">
      <dgm:prSet presAssocID="{C23FD2E7-D371-4317-873C-838102121FC4}" presName="sibTrans" presStyleCnt="0"/>
      <dgm:spPr/>
    </dgm:pt>
    <dgm:pt modelId="{84B40F41-B35D-4887-AC01-B91900C5E011}" type="pres">
      <dgm:prSet presAssocID="{7E235ACD-116E-4BBB-BF45-1F36142C3808}" presName="compNode" presStyleCnt="0"/>
      <dgm:spPr/>
    </dgm:pt>
    <dgm:pt modelId="{8418CFBA-0677-4B88-AE5E-AE472300BF7F}" type="pres">
      <dgm:prSet presAssocID="{7E235ACD-116E-4BBB-BF45-1F36142C3808}" presName="bgRect" presStyleLbl="bgShp" presStyleIdx="2" presStyleCnt="6"/>
      <dgm:spPr/>
    </dgm:pt>
    <dgm:pt modelId="{0286AD06-2E5E-4382-962A-8F7037255295}" type="pres">
      <dgm:prSet presAssocID="{7E235ACD-116E-4BBB-BF45-1F36142C3808}"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ar"/>
        </a:ext>
      </dgm:extLst>
    </dgm:pt>
    <dgm:pt modelId="{717966C9-7A03-44DB-8FEB-564CFFD8CBC8}" type="pres">
      <dgm:prSet presAssocID="{7E235ACD-116E-4BBB-BF45-1F36142C3808}" presName="spaceRect" presStyleCnt="0"/>
      <dgm:spPr/>
    </dgm:pt>
    <dgm:pt modelId="{1F843833-E4A4-42F5-BA95-F4485F928F64}" type="pres">
      <dgm:prSet presAssocID="{7E235ACD-116E-4BBB-BF45-1F36142C3808}" presName="parTx" presStyleLbl="revTx" presStyleIdx="2" presStyleCnt="6">
        <dgm:presLayoutVars>
          <dgm:chMax val="0"/>
          <dgm:chPref val="0"/>
        </dgm:presLayoutVars>
      </dgm:prSet>
      <dgm:spPr/>
    </dgm:pt>
    <dgm:pt modelId="{93EBE0B8-828B-4890-B677-75F637DF2837}" type="pres">
      <dgm:prSet presAssocID="{82CA3C54-174E-41CD-8E8B-3AB78CDCAA35}" presName="sibTrans" presStyleCnt="0"/>
      <dgm:spPr/>
    </dgm:pt>
    <dgm:pt modelId="{916B2BAB-CA69-47CC-B8A4-E95F890CC38A}" type="pres">
      <dgm:prSet presAssocID="{7F5AB12E-84C8-421B-899C-9579C4B942C2}" presName="compNode" presStyleCnt="0"/>
      <dgm:spPr/>
    </dgm:pt>
    <dgm:pt modelId="{03DF4B14-4B90-4CA2-A807-CD9AA2E5F5F2}" type="pres">
      <dgm:prSet presAssocID="{7F5AB12E-84C8-421B-899C-9579C4B942C2}" presName="bgRect" presStyleLbl="bgShp" presStyleIdx="3" presStyleCnt="6"/>
      <dgm:spPr/>
    </dgm:pt>
    <dgm:pt modelId="{9A49EEB1-BDE3-401D-85D9-6506A30A5FCE}" type="pres">
      <dgm:prSet presAssocID="{7F5AB12E-84C8-421B-899C-9579C4B942C2}"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ongue"/>
        </a:ext>
      </dgm:extLst>
    </dgm:pt>
    <dgm:pt modelId="{3162ED26-EE11-4832-B1BB-BCB71F49B253}" type="pres">
      <dgm:prSet presAssocID="{7F5AB12E-84C8-421B-899C-9579C4B942C2}" presName="spaceRect" presStyleCnt="0"/>
      <dgm:spPr/>
    </dgm:pt>
    <dgm:pt modelId="{D281499D-981A-4E8C-BA95-1957CF9DA14C}" type="pres">
      <dgm:prSet presAssocID="{7F5AB12E-84C8-421B-899C-9579C4B942C2}" presName="parTx" presStyleLbl="revTx" presStyleIdx="3" presStyleCnt="6">
        <dgm:presLayoutVars>
          <dgm:chMax val="0"/>
          <dgm:chPref val="0"/>
        </dgm:presLayoutVars>
      </dgm:prSet>
      <dgm:spPr/>
    </dgm:pt>
    <dgm:pt modelId="{54AFF0CD-869E-4DEB-BDB9-6EA79F51A216}" type="pres">
      <dgm:prSet presAssocID="{85FD1A0E-59D3-4959-843C-D9509B64D64B}" presName="sibTrans" presStyleCnt="0"/>
      <dgm:spPr/>
    </dgm:pt>
    <dgm:pt modelId="{430B8A39-FBD6-46F5-AB00-98EA0C805196}" type="pres">
      <dgm:prSet presAssocID="{635CB820-0F01-4507-AA5D-67F0C259282C}" presName="compNode" presStyleCnt="0"/>
      <dgm:spPr/>
    </dgm:pt>
    <dgm:pt modelId="{826C157F-939E-4F13-B910-6AFA10861245}" type="pres">
      <dgm:prSet presAssocID="{635CB820-0F01-4507-AA5D-67F0C259282C}" presName="bgRect" presStyleLbl="bgShp" presStyleIdx="4" presStyleCnt="6"/>
      <dgm:spPr/>
    </dgm:pt>
    <dgm:pt modelId="{6C4F5BB5-E165-4B5D-8CEF-C0E8F4321F54}" type="pres">
      <dgm:prSet presAssocID="{635CB820-0F01-4507-AA5D-67F0C259282C}"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aco"/>
        </a:ext>
      </dgm:extLst>
    </dgm:pt>
    <dgm:pt modelId="{159F0645-0416-4FB3-B6FC-3FA667A9948D}" type="pres">
      <dgm:prSet presAssocID="{635CB820-0F01-4507-AA5D-67F0C259282C}" presName="spaceRect" presStyleCnt="0"/>
      <dgm:spPr/>
    </dgm:pt>
    <dgm:pt modelId="{7947F7EB-E724-419C-8940-1D128B07B179}" type="pres">
      <dgm:prSet presAssocID="{635CB820-0F01-4507-AA5D-67F0C259282C}" presName="parTx" presStyleLbl="revTx" presStyleIdx="4" presStyleCnt="6">
        <dgm:presLayoutVars>
          <dgm:chMax val="0"/>
          <dgm:chPref val="0"/>
        </dgm:presLayoutVars>
      </dgm:prSet>
      <dgm:spPr/>
    </dgm:pt>
    <dgm:pt modelId="{A1887659-EC64-4D55-9792-4BB4E212EA68}" type="pres">
      <dgm:prSet presAssocID="{92F7711D-35E1-4A51-A495-6CBB3D208ED6}" presName="sibTrans" presStyleCnt="0"/>
      <dgm:spPr/>
    </dgm:pt>
    <dgm:pt modelId="{334D73B7-D6A2-463C-80B5-7434482ED18D}" type="pres">
      <dgm:prSet presAssocID="{3845C12F-3F68-47D1-BCF7-061B69A36FA2}" presName="compNode" presStyleCnt="0"/>
      <dgm:spPr/>
    </dgm:pt>
    <dgm:pt modelId="{16F9B7E3-4CBC-48C2-AD51-998283EA2CE7}" type="pres">
      <dgm:prSet presAssocID="{3845C12F-3F68-47D1-BCF7-061B69A36FA2}" presName="bgRect" presStyleLbl="bgShp" presStyleIdx="5" presStyleCnt="6"/>
      <dgm:spPr/>
    </dgm:pt>
    <dgm:pt modelId="{920F66F1-FC0A-4FCA-9ACF-2A66B8A16A77}" type="pres">
      <dgm:prSet presAssocID="{3845C12F-3F68-47D1-BCF7-061B69A36FA2}"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heckmark"/>
        </a:ext>
      </dgm:extLst>
    </dgm:pt>
    <dgm:pt modelId="{50636248-8DEF-43FF-A80F-438295871C43}" type="pres">
      <dgm:prSet presAssocID="{3845C12F-3F68-47D1-BCF7-061B69A36FA2}" presName="spaceRect" presStyleCnt="0"/>
      <dgm:spPr/>
    </dgm:pt>
    <dgm:pt modelId="{2C68A87D-B86F-4FBD-B65A-BF8B7D172279}" type="pres">
      <dgm:prSet presAssocID="{3845C12F-3F68-47D1-BCF7-061B69A36FA2}" presName="parTx" presStyleLbl="revTx" presStyleIdx="5" presStyleCnt="6">
        <dgm:presLayoutVars>
          <dgm:chMax val="0"/>
          <dgm:chPref val="0"/>
        </dgm:presLayoutVars>
      </dgm:prSet>
      <dgm:spPr/>
    </dgm:pt>
  </dgm:ptLst>
  <dgm:cxnLst>
    <dgm:cxn modelId="{028BC626-951A-452A-914D-C8D477E717B6}" srcId="{4D72905E-ADC2-41A2-983F-A4E373CE9E20}" destId="{3845C12F-3F68-47D1-BCF7-061B69A36FA2}" srcOrd="5" destOrd="0" parTransId="{B933CA96-3CFE-4D31-B78A-B10B9ABBA107}" sibTransId="{CCA49F3F-BFF0-46F1-9025-0BB9D33FD33D}"/>
    <dgm:cxn modelId="{205CE127-DDCF-4530-A130-EB0ED135B3DD}" srcId="{4D72905E-ADC2-41A2-983F-A4E373CE9E20}" destId="{4C808EFD-8A7A-4DA2-85CA-229ED66CEA8E}" srcOrd="0" destOrd="0" parTransId="{A1512F3C-9510-4594-BAB6-469D5BAA80BC}" sibTransId="{3159A929-3F19-40B6-8608-74C11F0ECFC1}"/>
    <dgm:cxn modelId="{584E972B-88CA-4F09-9021-E5897C556B1D}" type="presOf" srcId="{4D72905E-ADC2-41A2-983F-A4E373CE9E20}" destId="{EFC9DA84-47C7-46A0-BAE6-1C1B5CCF3E27}" srcOrd="0" destOrd="0" presId="urn:microsoft.com/office/officeart/2018/2/layout/IconVerticalSolidList"/>
    <dgm:cxn modelId="{6760F432-B3DC-49AA-8186-4B63B9105E9D}" srcId="{4D72905E-ADC2-41A2-983F-A4E373CE9E20}" destId="{7E235ACD-116E-4BBB-BF45-1F36142C3808}" srcOrd="2" destOrd="0" parTransId="{AF45809A-C994-4228-8E60-E23C998F0984}" sibTransId="{82CA3C54-174E-41CD-8E8B-3AB78CDCAA35}"/>
    <dgm:cxn modelId="{4B39263A-FB9A-44BA-B990-73BA0F2AC0F7}" type="presOf" srcId="{3845C12F-3F68-47D1-BCF7-061B69A36FA2}" destId="{2C68A87D-B86F-4FBD-B65A-BF8B7D172279}" srcOrd="0" destOrd="0" presId="urn:microsoft.com/office/officeart/2018/2/layout/IconVerticalSolidList"/>
    <dgm:cxn modelId="{804B7B43-3B28-41C2-A1D0-216E718D47B1}" type="presOf" srcId="{7F5AB12E-84C8-421B-899C-9579C4B942C2}" destId="{D281499D-981A-4E8C-BA95-1957CF9DA14C}" srcOrd="0" destOrd="0" presId="urn:microsoft.com/office/officeart/2018/2/layout/IconVerticalSolidList"/>
    <dgm:cxn modelId="{274FA456-5FCB-47BD-BE37-DBFDEB4A7AC2}" type="presOf" srcId="{635CB820-0F01-4507-AA5D-67F0C259282C}" destId="{7947F7EB-E724-419C-8940-1D128B07B179}" srcOrd="0" destOrd="0" presId="urn:microsoft.com/office/officeart/2018/2/layout/IconVerticalSolidList"/>
    <dgm:cxn modelId="{AED1AF7D-E68A-475A-A44F-E6471F89D560}" type="presOf" srcId="{4C808EFD-8A7A-4DA2-85CA-229ED66CEA8E}" destId="{32358E31-673D-4A86-A6EE-4E26497E3CBE}" srcOrd="0" destOrd="0" presId="urn:microsoft.com/office/officeart/2018/2/layout/IconVerticalSolidList"/>
    <dgm:cxn modelId="{B902A080-D17A-4539-88AC-68D569278577}" srcId="{4D72905E-ADC2-41A2-983F-A4E373CE9E20}" destId="{635CB820-0F01-4507-AA5D-67F0C259282C}" srcOrd="4" destOrd="0" parTransId="{7BBD92E6-5238-4D58-A3B0-50877D2D2230}" sibTransId="{92F7711D-35E1-4A51-A495-6CBB3D208ED6}"/>
    <dgm:cxn modelId="{FB323595-C77C-4F54-B660-F521E9236C44}" srcId="{4D72905E-ADC2-41A2-983F-A4E373CE9E20}" destId="{52C42BF7-4F46-4398-855E-50CAB7A15B1E}" srcOrd="1" destOrd="0" parTransId="{130A345E-3A9E-41AE-B7F2-AB5C2AE44EE6}" sibTransId="{C23FD2E7-D371-4317-873C-838102121FC4}"/>
    <dgm:cxn modelId="{4BAF67B0-AD7A-4A87-85D3-44DA8DE3F916}" type="presOf" srcId="{52C42BF7-4F46-4398-855E-50CAB7A15B1E}" destId="{8A96290F-42D2-4240-8AC7-B667B56BDF6E}" srcOrd="0" destOrd="0" presId="urn:microsoft.com/office/officeart/2018/2/layout/IconVerticalSolidList"/>
    <dgm:cxn modelId="{C704A3D8-5B18-431C-B824-6B302B39D404}" srcId="{4D72905E-ADC2-41A2-983F-A4E373CE9E20}" destId="{7F5AB12E-84C8-421B-899C-9579C4B942C2}" srcOrd="3" destOrd="0" parTransId="{D8C53652-2C35-4FDE-AA65-EC8A1CC9576E}" sibTransId="{85FD1A0E-59D3-4959-843C-D9509B64D64B}"/>
    <dgm:cxn modelId="{D3D1E3EC-9173-4ECA-ADDE-A039F1B56A3C}" type="presOf" srcId="{7E235ACD-116E-4BBB-BF45-1F36142C3808}" destId="{1F843833-E4A4-42F5-BA95-F4485F928F64}" srcOrd="0" destOrd="0" presId="urn:microsoft.com/office/officeart/2018/2/layout/IconVerticalSolidList"/>
    <dgm:cxn modelId="{CB8E498F-E30B-49BE-9AFD-640DFE99B153}" type="presParOf" srcId="{EFC9DA84-47C7-46A0-BAE6-1C1B5CCF3E27}" destId="{12C78FC7-1F2B-4084-8081-F202B41102C2}" srcOrd="0" destOrd="0" presId="urn:microsoft.com/office/officeart/2018/2/layout/IconVerticalSolidList"/>
    <dgm:cxn modelId="{B071F7F5-DB95-4341-97A9-967CD2F10101}" type="presParOf" srcId="{12C78FC7-1F2B-4084-8081-F202B41102C2}" destId="{1ED1281E-5B34-4B1F-A18B-9B98EBA96715}" srcOrd="0" destOrd="0" presId="urn:microsoft.com/office/officeart/2018/2/layout/IconVerticalSolidList"/>
    <dgm:cxn modelId="{0320A377-7571-42AE-9084-6FD36D583273}" type="presParOf" srcId="{12C78FC7-1F2B-4084-8081-F202B41102C2}" destId="{67DB27BC-5C82-44A2-A179-318564B8BF7D}" srcOrd="1" destOrd="0" presId="urn:microsoft.com/office/officeart/2018/2/layout/IconVerticalSolidList"/>
    <dgm:cxn modelId="{8B06A6C0-A0DC-4E91-902B-E6C7F7B8B3DA}" type="presParOf" srcId="{12C78FC7-1F2B-4084-8081-F202B41102C2}" destId="{23C9019F-8610-47A6-830C-E2405E0C12F1}" srcOrd="2" destOrd="0" presId="urn:microsoft.com/office/officeart/2018/2/layout/IconVerticalSolidList"/>
    <dgm:cxn modelId="{5C44D883-2F43-4284-B796-459BF5B64B72}" type="presParOf" srcId="{12C78FC7-1F2B-4084-8081-F202B41102C2}" destId="{32358E31-673D-4A86-A6EE-4E26497E3CBE}" srcOrd="3" destOrd="0" presId="urn:microsoft.com/office/officeart/2018/2/layout/IconVerticalSolidList"/>
    <dgm:cxn modelId="{B9CBC121-6AB8-4156-9212-6F66DE4E04FF}" type="presParOf" srcId="{EFC9DA84-47C7-46A0-BAE6-1C1B5CCF3E27}" destId="{51BEDECE-A9DE-42B3-945D-88983C4CAD05}" srcOrd="1" destOrd="0" presId="urn:microsoft.com/office/officeart/2018/2/layout/IconVerticalSolidList"/>
    <dgm:cxn modelId="{276DC70D-F62F-46B6-9FAD-385F4F99C92F}" type="presParOf" srcId="{EFC9DA84-47C7-46A0-BAE6-1C1B5CCF3E27}" destId="{870FE0F9-D480-493A-89CE-E5A55A375866}" srcOrd="2" destOrd="0" presId="urn:microsoft.com/office/officeart/2018/2/layout/IconVerticalSolidList"/>
    <dgm:cxn modelId="{EC9B3B87-8F34-4569-BB8A-B572BD7A134A}" type="presParOf" srcId="{870FE0F9-D480-493A-89CE-E5A55A375866}" destId="{575837C8-0796-4323-BEA1-FD2DA8543120}" srcOrd="0" destOrd="0" presId="urn:microsoft.com/office/officeart/2018/2/layout/IconVerticalSolidList"/>
    <dgm:cxn modelId="{52713CB2-6C19-4311-AF36-0F2E3129F0A7}" type="presParOf" srcId="{870FE0F9-D480-493A-89CE-E5A55A375866}" destId="{AA7DD8FA-612C-4835-9CC4-049648F8741B}" srcOrd="1" destOrd="0" presId="urn:microsoft.com/office/officeart/2018/2/layout/IconVerticalSolidList"/>
    <dgm:cxn modelId="{6FBFD677-E49B-4C85-8EE5-8129B52F31CB}" type="presParOf" srcId="{870FE0F9-D480-493A-89CE-E5A55A375866}" destId="{66FE2F5E-95BD-44DA-BC56-3B02074B926B}" srcOrd="2" destOrd="0" presId="urn:microsoft.com/office/officeart/2018/2/layout/IconVerticalSolidList"/>
    <dgm:cxn modelId="{79899875-5592-4D6F-8F0B-E39627AAEBB6}" type="presParOf" srcId="{870FE0F9-D480-493A-89CE-E5A55A375866}" destId="{8A96290F-42D2-4240-8AC7-B667B56BDF6E}" srcOrd="3" destOrd="0" presId="urn:microsoft.com/office/officeart/2018/2/layout/IconVerticalSolidList"/>
    <dgm:cxn modelId="{1215FB34-D673-4715-84F3-8B95413C904C}" type="presParOf" srcId="{EFC9DA84-47C7-46A0-BAE6-1C1B5CCF3E27}" destId="{DFC8203C-7368-4D8C-AFF7-67EE186EB964}" srcOrd="3" destOrd="0" presId="urn:microsoft.com/office/officeart/2018/2/layout/IconVerticalSolidList"/>
    <dgm:cxn modelId="{030891B8-F7FE-42E6-AC60-8A5B9D5D5DE3}" type="presParOf" srcId="{EFC9DA84-47C7-46A0-BAE6-1C1B5CCF3E27}" destId="{84B40F41-B35D-4887-AC01-B91900C5E011}" srcOrd="4" destOrd="0" presId="urn:microsoft.com/office/officeart/2018/2/layout/IconVerticalSolidList"/>
    <dgm:cxn modelId="{6C0DBA52-748B-4C86-B4D5-8030905DAA5D}" type="presParOf" srcId="{84B40F41-B35D-4887-AC01-B91900C5E011}" destId="{8418CFBA-0677-4B88-AE5E-AE472300BF7F}" srcOrd="0" destOrd="0" presId="urn:microsoft.com/office/officeart/2018/2/layout/IconVerticalSolidList"/>
    <dgm:cxn modelId="{92C130BA-E648-49A2-A6E8-589C92E0698F}" type="presParOf" srcId="{84B40F41-B35D-4887-AC01-B91900C5E011}" destId="{0286AD06-2E5E-4382-962A-8F7037255295}" srcOrd="1" destOrd="0" presId="urn:microsoft.com/office/officeart/2018/2/layout/IconVerticalSolidList"/>
    <dgm:cxn modelId="{4E14CD33-6A40-4E53-96CC-EA9F68213785}" type="presParOf" srcId="{84B40F41-B35D-4887-AC01-B91900C5E011}" destId="{717966C9-7A03-44DB-8FEB-564CFFD8CBC8}" srcOrd="2" destOrd="0" presId="urn:microsoft.com/office/officeart/2018/2/layout/IconVerticalSolidList"/>
    <dgm:cxn modelId="{EBCD0201-CC77-4980-89CD-99DC8A4E1870}" type="presParOf" srcId="{84B40F41-B35D-4887-AC01-B91900C5E011}" destId="{1F843833-E4A4-42F5-BA95-F4485F928F64}" srcOrd="3" destOrd="0" presId="urn:microsoft.com/office/officeart/2018/2/layout/IconVerticalSolidList"/>
    <dgm:cxn modelId="{5E37F44F-E36D-4ABE-8F3C-D7DE1D238644}" type="presParOf" srcId="{EFC9DA84-47C7-46A0-BAE6-1C1B5CCF3E27}" destId="{93EBE0B8-828B-4890-B677-75F637DF2837}" srcOrd="5" destOrd="0" presId="urn:microsoft.com/office/officeart/2018/2/layout/IconVerticalSolidList"/>
    <dgm:cxn modelId="{B994DC51-D76F-4B85-9195-C453771F764D}" type="presParOf" srcId="{EFC9DA84-47C7-46A0-BAE6-1C1B5CCF3E27}" destId="{916B2BAB-CA69-47CC-B8A4-E95F890CC38A}" srcOrd="6" destOrd="0" presId="urn:microsoft.com/office/officeart/2018/2/layout/IconVerticalSolidList"/>
    <dgm:cxn modelId="{1C19E688-45BA-413F-966E-6DEDF24E6CAC}" type="presParOf" srcId="{916B2BAB-CA69-47CC-B8A4-E95F890CC38A}" destId="{03DF4B14-4B90-4CA2-A807-CD9AA2E5F5F2}" srcOrd="0" destOrd="0" presId="urn:microsoft.com/office/officeart/2018/2/layout/IconVerticalSolidList"/>
    <dgm:cxn modelId="{DAA80C22-5821-4A4E-8341-4CC9D2B81EDE}" type="presParOf" srcId="{916B2BAB-CA69-47CC-B8A4-E95F890CC38A}" destId="{9A49EEB1-BDE3-401D-85D9-6506A30A5FCE}" srcOrd="1" destOrd="0" presId="urn:microsoft.com/office/officeart/2018/2/layout/IconVerticalSolidList"/>
    <dgm:cxn modelId="{1CB020A6-9096-417A-846A-9544506AE383}" type="presParOf" srcId="{916B2BAB-CA69-47CC-B8A4-E95F890CC38A}" destId="{3162ED26-EE11-4832-B1BB-BCB71F49B253}" srcOrd="2" destOrd="0" presId="urn:microsoft.com/office/officeart/2018/2/layout/IconVerticalSolidList"/>
    <dgm:cxn modelId="{A2DFE24C-1564-4761-8EB0-AB36513D5B85}" type="presParOf" srcId="{916B2BAB-CA69-47CC-B8A4-E95F890CC38A}" destId="{D281499D-981A-4E8C-BA95-1957CF9DA14C}" srcOrd="3" destOrd="0" presId="urn:microsoft.com/office/officeart/2018/2/layout/IconVerticalSolidList"/>
    <dgm:cxn modelId="{5AE3BAE0-DFCD-4632-B5CD-5BBAB3F6DEFA}" type="presParOf" srcId="{EFC9DA84-47C7-46A0-BAE6-1C1B5CCF3E27}" destId="{54AFF0CD-869E-4DEB-BDB9-6EA79F51A216}" srcOrd="7" destOrd="0" presId="urn:microsoft.com/office/officeart/2018/2/layout/IconVerticalSolidList"/>
    <dgm:cxn modelId="{576ADBB0-6183-41DB-B52E-AD75EB7C2280}" type="presParOf" srcId="{EFC9DA84-47C7-46A0-BAE6-1C1B5CCF3E27}" destId="{430B8A39-FBD6-46F5-AB00-98EA0C805196}" srcOrd="8" destOrd="0" presId="urn:microsoft.com/office/officeart/2018/2/layout/IconVerticalSolidList"/>
    <dgm:cxn modelId="{43260C57-BE46-4588-AD39-72355AE90A92}" type="presParOf" srcId="{430B8A39-FBD6-46F5-AB00-98EA0C805196}" destId="{826C157F-939E-4F13-B910-6AFA10861245}" srcOrd="0" destOrd="0" presId="urn:microsoft.com/office/officeart/2018/2/layout/IconVerticalSolidList"/>
    <dgm:cxn modelId="{DD3B643E-CCE0-4496-8611-A8AD968F1FB4}" type="presParOf" srcId="{430B8A39-FBD6-46F5-AB00-98EA0C805196}" destId="{6C4F5BB5-E165-4B5D-8CEF-C0E8F4321F54}" srcOrd="1" destOrd="0" presId="urn:microsoft.com/office/officeart/2018/2/layout/IconVerticalSolidList"/>
    <dgm:cxn modelId="{A678E7F5-D8C9-46DB-B7D4-1F8BA3FA31B9}" type="presParOf" srcId="{430B8A39-FBD6-46F5-AB00-98EA0C805196}" destId="{159F0645-0416-4FB3-B6FC-3FA667A9948D}" srcOrd="2" destOrd="0" presId="urn:microsoft.com/office/officeart/2018/2/layout/IconVerticalSolidList"/>
    <dgm:cxn modelId="{AFB81FC8-3AE1-4B63-BBD0-FA009463578D}" type="presParOf" srcId="{430B8A39-FBD6-46F5-AB00-98EA0C805196}" destId="{7947F7EB-E724-419C-8940-1D128B07B179}" srcOrd="3" destOrd="0" presId="urn:microsoft.com/office/officeart/2018/2/layout/IconVerticalSolidList"/>
    <dgm:cxn modelId="{CE03C0E2-936A-45F9-8ABE-0216E84CBBE6}" type="presParOf" srcId="{EFC9DA84-47C7-46A0-BAE6-1C1B5CCF3E27}" destId="{A1887659-EC64-4D55-9792-4BB4E212EA68}" srcOrd="9" destOrd="0" presId="urn:microsoft.com/office/officeart/2018/2/layout/IconVerticalSolidList"/>
    <dgm:cxn modelId="{8EA16B6C-F6C7-4F40-A1A0-1EBD430956D5}" type="presParOf" srcId="{EFC9DA84-47C7-46A0-BAE6-1C1B5CCF3E27}" destId="{334D73B7-D6A2-463C-80B5-7434482ED18D}" srcOrd="10" destOrd="0" presId="urn:microsoft.com/office/officeart/2018/2/layout/IconVerticalSolidList"/>
    <dgm:cxn modelId="{184346D2-BBCB-492B-8E5D-67CB4C40381A}" type="presParOf" srcId="{334D73B7-D6A2-463C-80B5-7434482ED18D}" destId="{16F9B7E3-4CBC-48C2-AD51-998283EA2CE7}" srcOrd="0" destOrd="0" presId="urn:microsoft.com/office/officeart/2018/2/layout/IconVerticalSolidList"/>
    <dgm:cxn modelId="{5A5BECDA-FDE0-46D5-82D9-6084DDC20CB1}" type="presParOf" srcId="{334D73B7-D6A2-463C-80B5-7434482ED18D}" destId="{920F66F1-FC0A-4FCA-9ACF-2A66B8A16A77}" srcOrd="1" destOrd="0" presId="urn:microsoft.com/office/officeart/2018/2/layout/IconVerticalSolidList"/>
    <dgm:cxn modelId="{B2B15817-5DC3-4296-A95C-F56D86991247}" type="presParOf" srcId="{334D73B7-D6A2-463C-80B5-7434482ED18D}" destId="{50636248-8DEF-43FF-A80F-438295871C43}" srcOrd="2" destOrd="0" presId="urn:microsoft.com/office/officeart/2018/2/layout/IconVerticalSolidList"/>
    <dgm:cxn modelId="{C21013E6-4569-4956-B560-F4DEA0ADF682}" type="presParOf" srcId="{334D73B7-D6A2-463C-80B5-7434482ED18D}" destId="{2C68A87D-B86F-4FBD-B65A-BF8B7D17227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1A7986-DB95-47D3-AE11-11D319123D5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9CB7525-F552-4821-A5FF-B9C089B3BBA4}">
      <dgm:prSet/>
      <dgm:spPr/>
      <dgm:t>
        <a:bodyPr/>
        <a:lstStyle/>
        <a:p>
          <a:pPr>
            <a:lnSpc>
              <a:spcPct val="100000"/>
            </a:lnSpc>
          </a:pPr>
          <a:r>
            <a:rPr lang="en-US" b="1"/>
            <a:t>Sensation </a:t>
          </a:r>
          <a:r>
            <a:rPr lang="en-US"/>
            <a:t>refers to the initial detection of energy from the physical world</a:t>
          </a:r>
        </a:p>
      </dgm:t>
    </dgm:pt>
    <dgm:pt modelId="{F71E6ABA-05E3-4B5E-BD45-D43B36DF93C5}" type="parTrans" cxnId="{AF1CC6C4-814A-4065-A97E-A48397C316C0}">
      <dgm:prSet/>
      <dgm:spPr/>
      <dgm:t>
        <a:bodyPr/>
        <a:lstStyle/>
        <a:p>
          <a:endParaRPr lang="en-US"/>
        </a:p>
      </dgm:t>
    </dgm:pt>
    <dgm:pt modelId="{9B2140DF-757A-40B0-8D3A-5A779DAF4519}" type="sibTrans" cxnId="{AF1CC6C4-814A-4065-A97E-A48397C316C0}">
      <dgm:prSet/>
      <dgm:spPr/>
      <dgm:t>
        <a:bodyPr/>
        <a:lstStyle/>
        <a:p>
          <a:endParaRPr lang="en-US"/>
        </a:p>
      </dgm:t>
    </dgm:pt>
    <dgm:pt modelId="{05F467BE-E987-48A2-AEFF-D4FC037DF78C}">
      <dgm:prSet/>
      <dgm:spPr/>
      <dgm:t>
        <a:bodyPr/>
        <a:lstStyle/>
        <a:p>
          <a:pPr>
            <a:lnSpc>
              <a:spcPct val="100000"/>
            </a:lnSpc>
          </a:pPr>
          <a:r>
            <a:rPr lang="en-US" b="1" dirty="0"/>
            <a:t>Perception, </a:t>
          </a:r>
          <a:r>
            <a:rPr lang="en-US" dirty="0"/>
            <a:t>on the other hand, The sorting out, interpretation, analysis, and integration of stimuli by the sense organs and brain.</a:t>
          </a:r>
        </a:p>
      </dgm:t>
    </dgm:pt>
    <dgm:pt modelId="{F0D57194-2552-47AC-A176-6546568FA1FC}" type="parTrans" cxnId="{AAE7C348-86EC-4EF7-B52B-BA192D623C5E}">
      <dgm:prSet/>
      <dgm:spPr/>
      <dgm:t>
        <a:bodyPr/>
        <a:lstStyle/>
        <a:p>
          <a:endParaRPr lang="en-US"/>
        </a:p>
      </dgm:t>
    </dgm:pt>
    <dgm:pt modelId="{750F8788-1B2E-4531-8D67-5F6D67364C30}" type="sibTrans" cxnId="{AAE7C348-86EC-4EF7-B52B-BA192D623C5E}">
      <dgm:prSet/>
      <dgm:spPr/>
      <dgm:t>
        <a:bodyPr/>
        <a:lstStyle/>
        <a:p>
          <a:endParaRPr lang="en-US"/>
        </a:p>
      </dgm:t>
    </dgm:pt>
    <dgm:pt modelId="{3B7E48DD-E9C3-492F-896A-CDB110454B9D}">
      <dgm:prSet/>
      <dgm:spPr/>
      <dgm:t>
        <a:bodyPr/>
        <a:lstStyle/>
        <a:p>
          <a:pPr>
            <a:lnSpc>
              <a:spcPct val="100000"/>
            </a:lnSpc>
          </a:pPr>
          <a:r>
            <a:rPr lang="en-US" b="1" dirty="0"/>
            <a:t>Stimulus</a:t>
          </a:r>
          <a:r>
            <a:rPr lang="en-US" dirty="0"/>
            <a:t> is any passing source of physical energy that produces a response in a sense organ.</a:t>
          </a:r>
        </a:p>
      </dgm:t>
    </dgm:pt>
    <dgm:pt modelId="{4DF5A867-5E4C-43A6-B9C4-BF1F069A9DE3}" type="parTrans" cxnId="{8B795793-ED84-44D6-A4ED-6C89FC17450F}">
      <dgm:prSet/>
      <dgm:spPr/>
      <dgm:t>
        <a:bodyPr/>
        <a:lstStyle/>
        <a:p>
          <a:endParaRPr lang="en-US"/>
        </a:p>
      </dgm:t>
    </dgm:pt>
    <dgm:pt modelId="{62C3DD4C-EA79-405E-9EB0-E7EBF1768E45}" type="sibTrans" cxnId="{8B795793-ED84-44D6-A4ED-6C89FC17450F}">
      <dgm:prSet/>
      <dgm:spPr/>
      <dgm:t>
        <a:bodyPr/>
        <a:lstStyle/>
        <a:p>
          <a:endParaRPr lang="en-US"/>
        </a:p>
      </dgm:t>
    </dgm:pt>
    <dgm:pt modelId="{870B1162-F970-4494-84BE-ED4B4993955A}" type="pres">
      <dgm:prSet presAssocID="{491A7986-DB95-47D3-AE11-11D319123D54}" presName="root" presStyleCnt="0">
        <dgm:presLayoutVars>
          <dgm:dir/>
          <dgm:resizeHandles val="exact"/>
        </dgm:presLayoutVars>
      </dgm:prSet>
      <dgm:spPr/>
    </dgm:pt>
    <dgm:pt modelId="{424E2C95-1227-4AED-9FD6-F97ABACA76EC}" type="pres">
      <dgm:prSet presAssocID="{09CB7525-F552-4821-A5FF-B9C089B3BBA4}" presName="compNode" presStyleCnt="0"/>
      <dgm:spPr/>
    </dgm:pt>
    <dgm:pt modelId="{2A92622D-E719-4840-9EF3-F5C0502E7CC6}" type="pres">
      <dgm:prSet presAssocID="{09CB7525-F552-4821-A5FF-B9C089B3BBA4}" presName="bgRect" presStyleLbl="bgShp" presStyleIdx="0" presStyleCnt="3"/>
      <dgm:spPr/>
    </dgm:pt>
    <dgm:pt modelId="{EB908125-758A-45CB-975D-9EFD2D763750}" type="pres">
      <dgm:prSet presAssocID="{09CB7525-F552-4821-A5FF-B9C089B3BBA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tom"/>
        </a:ext>
      </dgm:extLst>
    </dgm:pt>
    <dgm:pt modelId="{E8E7A8C3-CB69-41B7-AD86-99AEEA8F6D26}" type="pres">
      <dgm:prSet presAssocID="{09CB7525-F552-4821-A5FF-B9C089B3BBA4}" presName="spaceRect" presStyleCnt="0"/>
      <dgm:spPr/>
    </dgm:pt>
    <dgm:pt modelId="{CB51E7F0-7CB8-4D80-B873-08880618504E}" type="pres">
      <dgm:prSet presAssocID="{09CB7525-F552-4821-A5FF-B9C089B3BBA4}" presName="parTx" presStyleLbl="revTx" presStyleIdx="0" presStyleCnt="3">
        <dgm:presLayoutVars>
          <dgm:chMax val="0"/>
          <dgm:chPref val="0"/>
        </dgm:presLayoutVars>
      </dgm:prSet>
      <dgm:spPr/>
    </dgm:pt>
    <dgm:pt modelId="{A8095768-12D6-44A2-B464-070A59F39ADD}" type="pres">
      <dgm:prSet presAssocID="{9B2140DF-757A-40B0-8D3A-5A779DAF4519}" presName="sibTrans" presStyleCnt="0"/>
      <dgm:spPr/>
    </dgm:pt>
    <dgm:pt modelId="{A8BD4301-F6BD-4C18-A579-95DB3989E884}" type="pres">
      <dgm:prSet presAssocID="{05F467BE-E987-48A2-AEFF-D4FC037DF78C}" presName="compNode" presStyleCnt="0"/>
      <dgm:spPr/>
    </dgm:pt>
    <dgm:pt modelId="{CF62DF80-930F-4F5D-8B96-761B1BCFB63B}" type="pres">
      <dgm:prSet presAssocID="{05F467BE-E987-48A2-AEFF-D4FC037DF78C}" presName="bgRect" presStyleLbl="bgShp" presStyleIdx="1" presStyleCnt="3"/>
      <dgm:spPr/>
    </dgm:pt>
    <dgm:pt modelId="{C6CCAD39-26D0-4B59-839B-F108832F155A}" type="pres">
      <dgm:prSet presAssocID="{05F467BE-E987-48A2-AEFF-D4FC037DF78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rain"/>
        </a:ext>
      </dgm:extLst>
    </dgm:pt>
    <dgm:pt modelId="{95F19234-9DC1-4791-A67A-D1020CB85D06}" type="pres">
      <dgm:prSet presAssocID="{05F467BE-E987-48A2-AEFF-D4FC037DF78C}" presName="spaceRect" presStyleCnt="0"/>
      <dgm:spPr/>
    </dgm:pt>
    <dgm:pt modelId="{2D31494C-0EA8-4063-BE4E-4DE629D4FAD6}" type="pres">
      <dgm:prSet presAssocID="{05F467BE-E987-48A2-AEFF-D4FC037DF78C}" presName="parTx" presStyleLbl="revTx" presStyleIdx="1" presStyleCnt="3">
        <dgm:presLayoutVars>
          <dgm:chMax val="0"/>
          <dgm:chPref val="0"/>
        </dgm:presLayoutVars>
      </dgm:prSet>
      <dgm:spPr/>
    </dgm:pt>
    <dgm:pt modelId="{27FFD4C8-6523-449F-939E-7C92F8C7219E}" type="pres">
      <dgm:prSet presAssocID="{750F8788-1B2E-4531-8D67-5F6D67364C30}" presName="sibTrans" presStyleCnt="0"/>
      <dgm:spPr/>
    </dgm:pt>
    <dgm:pt modelId="{334F4495-B3D0-4EF6-82DF-082852ECC3D8}" type="pres">
      <dgm:prSet presAssocID="{3B7E48DD-E9C3-492F-896A-CDB110454B9D}" presName="compNode" presStyleCnt="0"/>
      <dgm:spPr/>
    </dgm:pt>
    <dgm:pt modelId="{9F825D94-7B5E-4DF9-8CC3-EE43C422DC41}" type="pres">
      <dgm:prSet presAssocID="{3B7E48DD-E9C3-492F-896A-CDB110454B9D}" presName="bgRect" presStyleLbl="bgShp" presStyleIdx="2" presStyleCnt="3"/>
      <dgm:spPr/>
    </dgm:pt>
    <dgm:pt modelId="{98EDACE3-5047-4AE9-9A25-C37F02AEDEEE}" type="pres">
      <dgm:prSet presAssocID="{3B7E48DD-E9C3-492F-896A-CDB110454B9D}" presName="iconRect" presStyleLbl="node1" presStyleIdx="2" presStyleCnt="3"/>
      <dgm:spPr/>
    </dgm:pt>
    <dgm:pt modelId="{DC85EDFC-C95C-42CD-B1C4-B57DF83BDADA}" type="pres">
      <dgm:prSet presAssocID="{3B7E48DD-E9C3-492F-896A-CDB110454B9D}" presName="spaceRect" presStyleCnt="0"/>
      <dgm:spPr/>
    </dgm:pt>
    <dgm:pt modelId="{1CEB29FE-1ADF-41F6-81DE-9025754DFA2C}" type="pres">
      <dgm:prSet presAssocID="{3B7E48DD-E9C3-492F-896A-CDB110454B9D}" presName="parTx" presStyleLbl="revTx" presStyleIdx="2" presStyleCnt="3">
        <dgm:presLayoutVars>
          <dgm:chMax val="0"/>
          <dgm:chPref val="0"/>
        </dgm:presLayoutVars>
      </dgm:prSet>
      <dgm:spPr/>
    </dgm:pt>
  </dgm:ptLst>
  <dgm:cxnLst>
    <dgm:cxn modelId="{DBDFA51A-CFBA-48E8-98E4-9A2A03FE10F6}" type="presOf" srcId="{3B7E48DD-E9C3-492F-896A-CDB110454B9D}" destId="{1CEB29FE-1ADF-41F6-81DE-9025754DFA2C}" srcOrd="0" destOrd="0" presId="urn:microsoft.com/office/officeart/2018/2/layout/IconVerticalSolidList"/>
    <dgm:cxn modelId="{AAE7C348-86EC-4EF7-B52B-BA192D623C5E}" srcId="{491A7986-DB95-47D3-AE11-11D319123D54}" destId="{05F467BE-E987-48A2-AEFF-D4FC037DF78C}" srcOrd="1" destOrd="0" parTransId="{F0D57194-2552-47AC-A176-6546568FA1FC}" sibTransId="{750F8788-1B2E-4531-8D67-5F6D67364C30}"/>
    <dgm:cxn modelId="{9ED63480-F1A4-40C0-BBE2-B777CBBCF942}" type="presOf" srcId="{09CB7525-F552-4821-A5FF-B9C089B3BBA4}" destId="{CB51E7F0-7CB8-4D80-B873-08880618504E}" srcOrd="0" destOrd="0" presId="urn:microsoft.com/office/officeart/2018/2/layout/IconVerticalSolidList"/>
    <dgm:cxn modelId="{8B795793-ED84-44D6-A4ED-6C89FC17450F}" srcId="{491A7986-DB95-47D3-AE11-11D319123D54}" destId="{3B7E48DD-E9C3-492F-896A-CDB110454B9D}" srcOrd="2" destOrd="0" parTransId="{4DF5A867-5E4C-43A6-B9C4-BF1F069A9DE3}" sibTransId="{62C3DD4C-EA79-405E-9EB0-E7EBF1768E45}"/>
    <dgm:cxn modelId="{947E4BBA-EB66-43F6-A89C-129B3D129EBD}" type="presOf" srcId="{491A7986-DB95-47D3-AE11-11D319123D54}" destId="{870B1162-F970-4494-84BE-ED4B4993955A}" srcOrd="0" destOrd="0" presId="urn:microsoft.com/office/officeart/2018/2/layout/IconVerticalSolidList"/>
    <dgm:cxn modelId="{AF1CC6C4-814A-4065-A97E-A48397C316C0}" srcId="{491A7986-DB95-47D3-AE11-11D319123D54}" destId="{09CB7525-F552-4821-A5FF-B9C089B3BBA4}" srcOrd="0" destOrd="0" parTransId="{F71E6ABA-05E3-4B5E-BD45-D43B36DF93C5}" sibTransId="{9B2140DF-757A-40B0-8D3A-5A779DAF4519}"/>
    <dgm:cxn modelId="{3E69EDE8-B199-48CF-AAEA-6B6C5A41333D}" type="presOf" srcId="{05F467BE-E987-48A2-AEFF-D4FC037DF78C}" destId="{2D31494C-0EA8-4063-BE4E-4DE629D4FAD6}" srcOrd="0" destOrd="0" presId="urn:microsoft.com/office/officeart/2018/2/layout/IconVerticalSolidList"/>
    <dgm:cxn modelId="{6F65125B-B09B-4981-9C8D-0F9EA5F9C6A9}" type="presParOf" srcId="{870B1162-F970-4494-84BE-ED4B4993955A}" destId="{424E2C95-1227-4AED-9FD6-F97ABACA76EC}" srcOrd="0" destOrd="0" presId="urn:microsoft.com/office/officeart/2018/2/layout/IconVerticalSolidList"/>
    <dgm:cxn modelId="{DC064AF0-863F-4F86-8752-703E03FB00D8}" type="presParOf" srcId="{424E2C95-1227-4AED-9FD6-F97ABACA76EC}" destId="{2A92622D-E719-4840-9EF3-F5C0502E7CC6}" srcOrd="0" destOrd="0" presId="urn:microsoft.com/office/officeart/2018/2/layout/IconVerticalSolidList"/>
    <dgm:cxn modelId="{55A41F23-79EA-4BE4-9F6B-AEB4588471F8}" type="presParOf" srcId="{424E2C95-1227-4AED-9FD6-F97ABACA76EC}" destId="{EB908125-758A-45CB-975D-9EFD2D763750}" srcOrd="1" destOrd="0" presId="urn:microsoft.com/office/officeart/2018/2/layout/IconVerticalSolidList"/>
    <dgm:cxn modelId="{A4813137-BC12-42D2-A485-65C482D182C6}" type="presParOf" srcId="{424E2C95-1227-4AED-9FD6-F97ABACA76EC}" destId="{E8E7A8C3-CB69-41B7-AD86-99AEEA8F6D26}" srcOrd="2" destOrd="0" presId="urn:microsoft.com/office/officeart/2018/2/layout/IconVerticalSolidList"/>
    <dgm:cxn modelId="{DBAE4A3C-6020-4DAC-9545-31351E286942}" type="presParOf" srcId="{424E2C95-1227-4AED-9FD6-F97ABACA76EC}" destId="{CB51E7F0-7CB8-4D80-B873-08880618504E}" srcOrd="3" destOrd="0" presId="urn:microsoft.com/office/officeart/2018/2/layout/IconVerticalSolidList"/>
    <dgm:cxn modelId="{DC5FC0F9-4FC4-40C9-9102-7C414F0B1E1C}" type="presParOf" srcId="{870B1162-F970-4494-84BE-ED4B4993955A}" destId="{A8095768-12D6-44A2-B464-070A59F39ADD}" srcOrd="1" destOrd="0" presId="urn:microsoft.com/office/officeart/2018/2/layout/IconVerticalSolidList"/>
    <dgm:cxn modelId="{2DE3AB75-43D7-4444-A0CC-253B4BC47A62}" type="presParOf" srcId="{870B1162-F970-4494-84BE-ED4B4993955A}" destId="{A8BD4301-F6BD-4C18-A579-95DB3989E884}" srcOrd="2" destOrd="0" presId="urn:microsoft.com/office/officeart/2018/2/layout/IconVerticalSolidList"/>
    <dgm:cxn modelId="{3165334C-288D-4072-B41A-D3FE50143D06}" type="presParOf" srcId="{A8BD4301-F6BD-4C18-A579-95DB3989E884}" destId="{CF62DF80-930F-4F5D-8B96-761B1BCFB63B}" srcOrd="0" destOrd="0" presId="urn:microsoft.com/office/officeart/2018/2/layout/IconVerticalSolidList"/>
    <dgm:cxn modelId="{F02777E8-95E6-48C7-8689-47433AAFF710}" type="presParOf" srcId="{A8BD4301-F6BD-4C18-A579-95DB3989E884}" destId="{C6CCAD39-26D0-4B59-839B-F108832F155A}" srcOrd="1" destOrd="0" presId="urn:microsoft.com/office/officeart/2018/2/layout/IconVerticalSolidList"/>
    <dgm:cxn modelId="{E26F73B8-1492-4B69-BBE9-22708A80AB7E}" type="presParOf" srcId="{A8BD4301-F6BD-4C18-A579-95DB3989E884}" destId="{95F19234-9DC1-4791-A67A-D1020CB85D06}" srcOrd="2" destOrd="0" presId="urn:microsoft.com/office/officeart/2018/2/layout/IconVerticalSolidList"/>
    <dgm:cxn modelId="{B11A7D6B-EBDC-4A2C-B78D-9106FDAA3B64}" type="presParOf" srcId="{A8BD4301-F6BD-4C18-A579-95DB3989E884}" destId="{2D31494C-0EA8-4063-BE4E-4DE629D4FAD6}" srcOrd="3" destOrd="0" presId="urn:microsoft.com/office/officeart/2018/2/layout/IconVerticalSolidList"/>
    <dgm:cxn modelId="{DC33B237-A223-47CD-BCB1-3863B49785F3}" type="presParOf" srcId="{870B1162-F970-4494-84BE-ED4B4993955A}" destId="{27FFD4C8-6523-449F-939E-7C92F8C7219E}" srcOrd="3" destOrd="0" presId="urn:microsoft.com/office/officeart/2018/2/layout/IconVerticalSolidList"/>
    <dgm:cxn modelId="{9A52E396-C117-4A8D-8820-3BBF0A89244F}" type="presParOf" srcId="{870B1162-F970-4494-84BE-ED4B4993955A}" destId="{334F4495-B3D0-4EF6-82DF-082852ECC3D8}" srcOrd="4" destOrd="0" presId="urn:microsoft.com/office/officeart/2018/2/layout/IconVerticalSolidList"/>
    <dgm:cxn modelId="{0322A10C-0E67-4A48-BE7D-EDCB72B1D435}" type="presParOf" srcId="{334F4495-B3D0-4EF6-82DF-082852ECC3D8}" destId="{9F825D94-7B5E-4DF9-8CC3-EE43C422DC41}" srcOrd="0" destOrd="0" presId="urn:microsoft.com/office/officeart/2018/2/layout/IconVerticalSolidList"/>
    <dgm:cxn modelId="{680B0E98-D721-4127-8997-7B6B5E61E068}" type="presParOf" srcId="{334F4495-B3D0-4EF6-82DF-082852ECC3D8}" destId="{98EDACE3-5047-4AE9-9A25-C37F02AEDEEE}" srcOrd="1" destOrd="0" presId="urn:microsoft.com/office/officeart/2018/2/layout/IconVerticalSolidList"/>
    <dgm:cxn modelId="{AA055518-15C8-41E5-A761-C06A6C1FC37B}" type="presParOf" srcId="{334F4495-B3D0-4EF6-82DF-082852ECC3D8}" destId="{DC85EDFC-C95C-42CD-B1C4-B57DF83BDADA}" srcOrd="2" destOrd="0" presId="urn:microsoft.com/office/officeart/2018/2/layout/IconVerticalSolidList"/>
    <dgm:cxn modelId="{6362FF64-74D3-46A1-9E2E-B151BAFF41E8}" type="presParOf" srcId="{334F4495-B3D0-4EF6-82DF-082852ECC3D8}" destId="{1CEB29FE-1ADF-41F6-81DE-9025754DFA2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0CD0D7-EA93-4680-8CF8-73936AC5E8DD}"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0132F6B-CF48-4C02-B80C-FC2E7119A582}">
      <dgm:prSet/>
      <dgm:spPr/>
      <dgm:t>
        <a:bodyPr/>
        <a:lstStyle/>
        <a:p>
          <a:pPr>
            <a:defRPr b="1"/>
          </a:pPr>
          <a:r>
            <a:rPr lang="en-US"/>
            <a:t>One of the several information processing occurrences in the nervous system. </a:t>
          </a:r>
        </a:p>
      </dgm:t>
    </dgm:pt>
    <dgm:pt modelId="{3E5C97CA-5C60-4EAA-8B43-E9EB463C3D14}" type="parTrans" cxnId="{6C844E79-B412-485A-8DFB-0CDD8FA6E9E9}">
      <dgm:prSet/>
      <dgm:spPr/>
      <dgm:t>
        <a:bodyPr/>
        <a:lstStyle/>
        <a:p>
          <a:endParaRPr lang="en-US"/>
        </a:p>
      </dgm:t>
    </dgm:pt>
    <dgm:pt modelId="{6BE81E5D-3A85-4AB1-9034-B77239D0590A}" type="sibTrans" cxnId="{6C844E79-B412-485A-8DFB-0CDD8FA6E9E9}">
      <dgm:prSet/>
      <dgm:spPr/>
      <dgm:t>
        <a:bodyPr/>
        <a:lstStyle/>
        <a:p>
          <a:endParaRPr lang="en-US"/>
        </a:p>
      </dgm:t>
    </dgm:pt>
    <dgm:pt modelId="{A47BD7EA-726E-4D9F-82B5-B158D7547761}">
      <dgm:prSet/>
      <dgm:spPr/>
      <dgm:t>
        <a:bodyPr/>
        <a:lstStyle/>
        <a:p>
          <a:pPr>
            <a:defRPr b="1"/>
          </a:pPr>
          <a:r>
            <a:rPr lang="en-US"/>
            <a:t>This process involves four different but highly related events, which include </a:t>
          </a:r>
        </a:p>
      </dgm:t>
    </dgm:pt>
    <dgm:pt modelId="{AE08E56A-8C07-46D3-8070-C10662F0D239}" type="parTrans" cxnId="{898A0E97-425B-4762-827E-13D822296856}">
      <dgm:prSet/>
      <dgm:spPr/>
      <dgm:t>
        <a:bodyPr/>
        <a:lstStyle/>
        <a:p>
          <a:endParaRPr lang="en-US"/>
        </a:p>
      </dgm:t>
    </dgm:pt>
    <dgm:pt modelId="{DF0E95A9-ACB0-4739-ADFB-AC0BD2AC3751}" type="sibTrans" cxnId="{898A0E97-425B-4762-827E-13D822296856}">
      <dgm:prSet/>
      <dgm:spPr/>
      <dgm:t>
        <a:bodyPr/>
        <a:lstStyle/>
        <a:p>
          <a:endParaRPr lang="en-US"/>
        </a:p>
      </dgm:t>
    </dgm:pt>
    <dgm:pt modelId="{09518B78-861B-4A2B-84F9-676BE22B4C9B}">
      <dgm:prSet/>
      <dgm:spPr/>
      <dgm:t>
        <a:bodyPr/>
        <a:lstStyle/>
        <a:p>
          <a:r>
            <a:rPr lang="en-US"/>
            <a:t>Reception </a:t>
          </a:r>
        </a:p>
      </dgm:t>
    </dgm:pt>
    <dgm:pt modelId="{053B5C6E-BF6C-411B-B125-8011B95F26A0}" type="parTrans" cxnId="{F7E748EF-3C4F-4843-AC27-C53DEE85BA6A}">
      <dgm:prSet/>
      <dgm:spPr/>
      <dgm:t>
        <a:bodyPr/>
        <a:lstStyle/>
        <a:p>
          <a:endParaRPr lang="en-US"/>
        </a:p>
      </dgm:t>
    </dgm:pt>
    <dgm:pt modelId="{65C8F8BB-15B2-4887-B46A-E75A34AA9FEF}" type="sibTrans" cxnId="{F7E748EF-3C4F-4843-AC27-C53DEE85BA6A}">
      <dgm:prSet/>
      <dgm:spPr/>
      <dgm:t>
        <a:bodyPr/>
        <a:lstStyle/>
        <a:p>
          <a:endParaRPr lang="en-US"/>
        </a:p>
      </dgm:t>
    </dgm:pt>
    <dgm:pt modelId="{0C5795AD-5179-4F85-910F-69C7614C9715}">
      <dgm:prSet/>
      <dgm:spPr/>
      <dgm:t>
        <a:bodyPr/>
        <a:lstStyle/>
        <a:p>
          <a:r>
            <a:rPr lang="en-US"/>
            <a:t>Transduction </a:t>
          </a:r>
        </a:p>
      </dgm:t>
    </dgm:pt>
    <dgm:pt modelId="{5BF8B1CB-BB7B-44F8-9B32-904AE474A681}" type="parTrans" cxnId="{E8EBEE88-070A-4D42-83CF-8083E22FC09B}">
      <dgm:prSet/>
      <dgm:spPr/>
      <dgm:t>
        <a:bodyPr/>
        <a:lstStyle/>
        <a:p>
          <a:endParaRPr lang="en-US"/>
        </a:p>
      </dgm:t>
    </dgm:pt>
    <dgm:pt modelId="{2BB1F3C1-86F6-49F8-B92D-32B9A4C538F5}" type="sibTrans" cxnId="{E8EBEE88-070A-4D42-83CF-8083E22FC09B}">
      <dgm:prSet/>
      <dgm:spPr/>
      <dgm:t>
        <a:bodyPr/>
        <a:lstStyle/>
        <a:p>
          <a:endParaRPr lang="en-US"/>
        </a:p>
      </dgm:t>
    </dgm:pt>
    <dgm:pt modelId="{5194EA53-826F-4BAE-A5C0-12DA0F529268}">
      <dgm:prSet/>
      <dgm:spPr/>
      <dgm:t>
        <a:bodyPr/>
        <a:lstStyle/>
        <a:p>
          <a:r>
            <a:rPr lang="en-US"/>
            <a:t>Coding </a:t>
          </a:r>
        </a:p>
      </dgm:t>
    </dgm:pt>
    <dgm:pt modelId="{99A19EBE-084C-4DB3-9E8C-A3AF251CEF23}" type="parTrans" cxnId="{CEC0DEA5-8B7E-4D56-A73A-5B5EC01B0EA2}">
      <dgm:prSet/>
      <dgm:spPr/>
      <dgm:t>
        <a:bodyPr/>
        <a:lstStyle/>
        <a:p>
          <a:endParaRPr lang="en-US"/>
        </a:p>
      </dgm:t>
    </dgm:pt>
    <dgm:pt modelId="{CB3C9AE6-7721-4A2C-A0C5-5B1F2638E147}" type="sibTrans" cxnId="{CEC0DEA5-8B7E-4D56-A73A-5B5EC01B0EA2}">
      <dgm:prSet/>
      <dgm:spPr/>
      <dgm:t>
        <a:bodyPr/>
        <a:lstStyle/>
        <a:p>
          <a:endParaRPr lang="en-US"/>
        </a:p>
      </dgm:t>
    </dgm:pt>
    <dgm:pt modelId="{8D2E9788-0257-4094-A80B-B8595DAD6EDC}">
      <dgm:prSet/>
      <dgm:spPr/>
      <dgm:t>
        <a:bodyPr/>
        <a:lstStyle/>
        <a:p>
          <a:r>
            <a:rPr lang="en-US"/>
            <a:t>Awareness</a:t>
          </a:r>
        </a:p>
      </dgm:t>
    </dgm:pt>
    <dgm:pt modelId="{6F1C597C-E8B6-4B95-8792-5F0123DC70DB}" type="parTrans" cxnId="{1219533D-187B-4CD2-961C-691D337C2E5F}">
      <dgm:prSet/>
      <dgm:spPr/>
      <dgm:t>
        <a:bodyPr/>
        <a:lstStyle/>
        <a:p>
          <a:endParaRPr lang="en-US"/>
        </a:p>
      </dgm:t>
    </dgm:pt>
    <dgm:pt modelId="{CC06F644-BF9A-4987-8CF9-1359743E764D}" type="sibTrans" cxnId="{1219533D-187B-4CD2-961C-691D337C2E5F}">
      <dgm:prSet/>
      <dgm:spPr/>
      <dgm:t>
        <a:bodyPr/>
        <a:lstStyle/>
        <a:p>
          <a:endParaRPr lang="en-US"/>
        </a:p>
      </dgm:t>
    </dgm:pt>
    <dgm:pt modelId="{0D227A7F-5538-4683-9435-C69AAAFA77F7}" type="pres">
      <dgm:prSet presAssocID="{940CD0D7-EA93-4680-8CF8-73936AC5E8DD}" presName="root" presStyleCnt="0">
        <dgm:presLayoutVars>
          <dgm:dir/>
          <dgm:resizeHandles val="exact"/>
        </dgm:presLayoutVars>
      </dgm:prSet>
      <dgm:spPr/>
    </dgm:pt>
    <dgm:pt modelId="{CF3F3E8C-3D25-4233-8DC7-3A0A9A8926AA}" type="pres">
      <dgm:prSet presAssocID="{A0132F6B-CF48-4C02-B80C-FC2E7119A582}" presName="compNode" presStyleCnt="0"/>
      <dgm:spPr/>
    </dgm:pt>
    <dgm:pt modelId="{83DFA71E-F4FA-4075-8099-92E12118F885}" type="pres">
      <dgm:prSet presAssocID="{A0132F6B-CF48-4C02-B80C-FC2E7119A58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in"/>
        </a:ext>
      </dgm:extLst>
    </dgm:pt>
    <dgm:pt modelId="{D6ED1FB9-A90B-4288-9DF2-D72EF7621FFE}" type="pres">
      <dgm:prSet presAssocID="{A0132F6B-CF48-4C02-B80C-FC2E7119A582}" presName="iconSpace" presStyleCnt="0"/>
      <dgm:spPr/>
    </dgm:pt>
    <dgm:pt modelId="{0D0047A5-6D70-4CB9-A9A0-5E7BBABD78C1}" type="pres">
      <dgm:prSet presAssocID="{A0132F6B-CF48-4C02-B80C-FC2E7119A582}" presName="parTx" presStyleLbl="revTx" presStyleIdx="0" presStyleCnt="4">
        <dgm:presLayoutVars>
          <dgm:chMax val="0"/>
          <dgm:chPref val="0"/>
        </dgm:presLayoutVars>
      </dgm:prSet>
      <dgm:spPr/>
    </dgm:pt>
    <dgm:pt modelId="{D1324C9B-F0DF-48CB-A245-9D95696708B1}" type="pres">
      <dgm:prSet presAssocID="{A0132F6B-CF48-4C02-B80C-FC2E7119A582}" presName="txSpace" presStyleCnt="0"/>
      <dgm:spPr/>
    </dgm:pt>
    <dgm:pt modelId="{9367E2D7-4C33-4755-BF70-31CA343AC5F2}" type="pres">
      <dgm:prSet presAssocID="{A0132F6B-CF48-4C02-B80C-FC2E7119A582}" presName="desTx" presStyleLbl="revTx" presStyleIdx="1" presStyleCnt="4">
        <dgm:presLayoutVars/>
      </dgm:prSet>
      <dgm:spPr/>
    </dgm:pt>
    <dgm:pt modelId="{7AA548B1-8A72-4A8A-92AE-54F19F49602E}" type="pres">
      <dgm:prSet presAssocID="{6BE81E5D-3A85-4AB1-9034-B77239D0590A}" presName="sibTrans" presStyleCnt="0"/>
      <dgm:spPr/>
    </dgm:pt>
    <dgm:pt modelId="{C58D6E50-0947-4E58-958B-DA88CCF20855}" type="pres">
      <dgm:prSet presAssocID="{A47BD7EA-726E-4D9F-82B5-B158D7547761}" presName="compNode" presStyleCnt="0"/>
      <dgm:spPr/>
    </dgm:pt>
    <dgm:pt modelId="{BBD9739F-3E9C-489C-84F9-542E2DC0F3BC}" type="pres">
      <dgm:prSet presAssocID="{A47BD7EA-726E-4D9F-82B5-B158D754776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esentation with Checklist"/>
        </a:ext>
      </dgm:extLst>
    </dgm:pt>
    <dgm:pt modelId="{CE360E92-4997-4C6F-8437-49804CA77FB1}" type="pres">
      <dgm:prSet presAssocID="{A47BD7EA-726E-4D9F-82B5-B158D7547761}" presName="iconSpace" presStyleCnt="0"/>
      <dgm:spPr/>
    </dgm:pt>
    <dgm:pt modelId="{54F586A5-8B43-4E76-B2B7-0B095BE9612E}" type="pres">
      <dgm:prSet presAssocID="{A47BD7EA-726E-4D9F-82B5-B158D7547761}" presName="parTx" presStyleLbl="revTx" presStyleIdx="2" presStyleCnt="4">
        <dgm:presLayoutVars>
          <dgm:chMax val="0"/>
          <dgm:chPref val="0"/>
        </dgm:presLayoutVars>
      </dgm:prSet>
      <dgm:spPr/>
    </dgm:pt>
    <dgm:pt modelId="{0C1402B7-D77F-4CA6-A520-04352BC1ADE3}" type="pres">
      <dgm:prSet presAssocID="{A47BD7EA-726E-4D9F-82B5-B158D7547761}" presName="txSpace" presStyleCnt="0"/>
      <dgm:spPr/>
    </dgm:pt>
    <dgm:pt modelId="{6DF93DA5-E6A7-41E7-BF9D-5C9B8DBB9108}" type="pres">
      <dgm:prSet presAssocID="{A47BD7EA-726E-4D9F-82B5-B158D7547761}" presName="desTx" presStyleLbl="revTx" presStyleIdx="3" presStyleCnt="4">
        <dgm:presLayoutVars/>
      </dgm:prSet>
      <dgm:spPr/>
    </dgm:pt>
  </dgm:ptLst>
  <dgm:cxnLst>
    <dgm:cxn modelId="{BEAC0000-0970-40B9-BE0F-33BECA7A4A0C}" type="presOf" srcId="{09518B78-861B-4A2B-84F9-676BE22B4C9B}" destId="{6DF93DA5-E6A7-41E7-BF9D-5C9B8DBB9108}" srcOrd="0" destOrd="0" presId="urn:microsoft.com/office/officeart/2018/2/layout/IconLabelDescriptionList"/>
    <dgm:cxn modelId="{B04BE311-E315-4E76-B09C-33D2B2D6DF40}" type="presOf" srcId="{A47BD7EA-726E-4D9F-82B5-B158D7547761}" destId="{54F586A5-8B43-4E76-B2B7-0B095BE9612E}" srcOrd="0" destOrd="0" presId="urn:microsoft.com/office/officeart/2018/2/layout/IconLabelDescriptionList"/>
    <dgm:cxn modelId="{8A38A417-9167-45FE-AE4D-E03A2AB34C8F}" type="presOf" srcId="{940CD0D7-EA93-4680-8CF8-73936AC5E8DD}" destId="{0D227A7F-5538-4683-9435-C69AAAFA77F7}" srcOrd="0" destOrd="0" presId="urn:microsoft.com/office/officeart/2018/2/layout/IconLabelDescriptionList"/>
    <dgm:cxn modelId="{1219533D-187B-4CD2-961C-691D337C2E5F}" srcId="{A47BD7EA-726E-4D9F-82B5-B158D7547761}" destId="{8D2E9788-0257-4094-A80B-B8595DAD6EDC}" srcOrd="3" destOrd="0" parTransId="{6F1C597C-E8B6-4B95-8792-5F0123DC70DB}" sibTransId="{CC06F644-BF9A-4987-8CF9-1359743E764D}"/>
    <dgm:cxn modelId="{1451A64A-A43E-42C8-A9B0-9CBEEE4A1DA3}" type="presOf" srcId="{8D2E9788-0257-4094-A80B-B8595DAD6EDC}" destId="{6DF93DA5-E6A7-41E7-BF9D-5C9B8DBB9108}" srcOrd="0" destOrd="3" presId="urn:microsoft.com/office/officeart/2018/2/layout/IconLabelDescriptionList"/>
    <dgm:cxn modelId="{B8270873-69D5-484F-ABDB-4571713811B4}" type="presOf" srcId="{5194EA53-826F-4BAE-A5C0-12DA0F529268}" destId="{6DF93DA5-E6A7-41E7-BF9D-5C9B8DBB9108}" srcOrd="0" destOrd="2" presId="urn:microsoft.com/office/officeart/2018/2/layout/IconLabelDescriptionList"/>
    <dgm:cxn modelId="{6C844E79-B412-485A-8DFB-0CDD8FA6E9E9}" srcId="{940CD0D7-EA93-4680-8CF8-73936AC5E8DD}" destId="{A0132F6B-CF48-4C02-B80C-FC2E7119A582}" srcOrd="0" destOrd="0" parTransId="{3E5C97CA-5C60-4EAA-8B43-E9EB463C3D14}" sibTransId="{6BE81E5D-3A85-4AB1-9034-B77239D0590A}"/>
    <dgm:cxn modelId="{E8EBEE88-070A-4D42-83CF-8083E22FC09B}" srcId="{A47BD7EA-726E-4D9F-82B5-B158D7547761}" destId="{0C5795AD-5179-4F85-910F-69C7614C9715}" srcOrd="1" destOrd="0" parTransId="{5BF8B1CB-BB7B-44F8-9B32-904AE474A681}" sibTransId="{2BB1F3C1-86F6-49F8-B92D-32B9A4C538F5}"/>
    <dgm:cxn modelId="{898A0E97-425B-4762-827E-13D822296856}" srcId="{940CD0D7-EA93-4680-8CF8-73936AC5E8DD}" destId="{A47BD7EA-726E-4D9F-82B5-B158D7547761}" srcOrd="1" destOrd="0" parTransId="{AE08E56A-8C07-46D3-8070-C10662F0D239}" sibTransId="{DF0E95A9-ACB0-4739-ADFB-AC0BD2AC3751}"/>
    <dgm:cxn modelId="{312A4B99-8CEC-45A9-BE5D-7ACD1558E14B}" type="presOf" srcId="{0C5795AD-5179-4F85-910F-69C7614C9715}" destId="{6DF93DA5-E6A7-41E7-BF9D-5C9B8DBB9108}" srcOrd="0" destOrd="1" presId="urn:microsoft.com/office/officeart/2018/2/layout/IconLabelDescriptionList"/>
    <dgm:cxn modelId="{CEC0DEA5-8B7E-4D56-A73A-5B5EC01B0EA2}" srcId="{A47BD7EA-726E-4D9F-82B5-B158D7547761}" destId="{5194EA53-826F-4BAE-A5C0-12DA0F529268}" srcOrd="2" destOrd="0" parTransId="{99A19EBE-084C-4DB3-9E8C-A3AF251CEF23}" sibTransId="{CB3C9AE6-7721-4A2C-A0C5-5B1F2638E147}"/>
    <dgm:cxn modelId="{BAD8B1AB-1FD2-45D7-9617-D95BEB5B0CDB}" type="presOf" srcId="{A0132F6B-CF48-4C02-B80C-FC2E7119A582}" destId="{0D0047A5-6D70-4CB9-A9A0-5E7BBABD78C1}" srcOrd="0" destOrd="0" presId="urn:microsoft.com/office/officeart/2018/2/layout/IconLabelDescriptionList"/>
    <dgm:cxn modelId="{F7E748EF-3C4F-4843-AC27-C53DEE85BA6A}" srcId="{A47BD7EA-726E-4D9F-82B5-B158D7547761}" destId="{09518B78-861B-4A2B-84F9-676BE22B4C9B}" srcOrd="0" destOrd="0" parTransId="{053B5C6E-BF6C-411B-B125-8011B95F26A0}" sibTransId="{65C8F8BB-15B2-4887-B46A-E75A34AA9FEF}"/>
    <dgm:cxn modelId="{B0D14B89-4F85-48D0-B1BB-B366B40CDC5F}" type="presParOf" srcId="{0D227A7F-5538-4683-9435-C69AAAFA77F7}" destId="{CF3F3E8C-3D25-4233-8DC7-3A0A9A8926AA}" srcOrd="0" destOrd="0" presId="urn:microsoft.com/office/officeart/2018/2/layout/IconLabelDescriptionList"/>
    <dgm:cxn modelId="{01A1B10C-E3F2-4F22-BADF-85012346AE2F}" type="presParOf" srcId="{CF3F3E8C-3D25-4233-8DC7-3A0A9A8926AA}" destId="{83DFA71E-F4FA-4075-8099-92E12118F885}" srcOrd="0" destOrd="0" presId="urn:microsoft.com/office/officeart/2018/2/layout/IconLabelDescriptionList"/>
    <dgm:cxn modelId="{28027C70-D309-4942-A43D-EA3DA4074B08}" type="presParOf" srcId="{CF3F3E8C-3D25-4233-8DC7-3A0A9A8926AA}" destId="{D6ED1FB9-A90B-4288-9DF2-D72EF7621FFE}" srcOrd="1" destOrd="0" presId="urn:microsoft.com/office/officeart/2018/2/layout/IconLabelDescriptionList"/>
    <dgm:cxn modelId="{9A39A365-D7CA-4E41-9301-DD1EC2FBB81D}" type="presParOf" srcId="{CF3F3E8C-3D25-4233-8DC7-3A0A9A8926AA}" destId="{0D0047A5-6D70-4CB9-A9A0-5E7BBABD78C1}" srcOrd="2" destOrd="0" presId="urn:microsoft.com/office/officeart/2018/2/layout/IconLabelDescriptionList"/>
    <dgm:cxn modelId="{41867C87-5D1A-4447-9B7A-C7C94C7A4213}" type="presParOf" srcId="{CF3F3E8C-3D25-4233-8DC7-3A0A9A8926AA}" destId="{D1324C9B-F0DF-48CB-A245-9D95696708B1}" srcOrd="3" destOrd="0" presId="urn:microsoft.com/office/officeart/2018/2/layout/IconLabelDescriptionList"/>
    <dgm:cxn modelId="{403D93AD-F061-4F03-A3C9-E10AC1B5A7FA}" type="presParOf" srcId="{CF3F3E8C-3D25-4233-8DC7-3A0A9A8926AA}" destId="{9367E2D7-4C33-4755-BF70-31CA343AC5F2}" srcOrd="4" destOrd="0" presId="urn:microsoft.com/office/officeart/2018/2/layout/IconLabelDescriptionList"/>
    <dgm:cxn modelId="{78627BC5-EA68-4743-9520-395AB92142C9}" type="presParOf" srcId="{0D227A7F-5538-4683-9435-C69AAAFA77F7}" destId="{7AA548B1-8A72-4A8A-92AE-54F19F49602E}" srcOrd="1" destOrd="0" presId="urn:microsoft.com/office/officeart/2018/2/layout/IconLabelDescriptionList"/>
    <dgm:cxn modelId="{57DDBA0C-88E2-4534-886B-C3AA05E6B3B5}" type="presParOf" srcId="{0D227A7F-5538-4683-9435-C69AAAFA77F7}" destId="{C58D6E50-0947-4E58-958B-DA88CCF20855}" srcOrd="2" destOrd="0" presId="urn:microsoft.com/office/officeart/2018/2/layout/IconLabelDescriptionList"/>
    <dgm:cxn modelId="{42BB6C53-C0FE-4CF7-BD07-9077ADCE7F56}" type="presParOf" srcId="{C58D6E50-0947-4E58-958B-DA88CCF20855}" destId="{BBD9739F-3E9C-489C-84F9-542E2DC0F3BC}" srcOrd="0" destOrd="0" presId="urn:microsoft.com/office/officeart/2018/2/layout/IconLabelDescriptionList"/>
    <dgm:cxn modelId="{79E4AAA2-6478-4F56-852E-599BC70BB9B2}" type="presParOf" srcId="{C58D6E50-0947-4E58-958B-DA88CCF20855}" destId="{CE360E92-4997-4C6F-8437-49804CA77FB1}" srcOrd="1" destOrd="0" presId="urn:microsoft.com/office/officeart/2018/2/layout/IconLabelDescriptionList"/>
    <dgm:cxn modelId="{D0752AB7-768D-4C5D-A7AF-503265F79A28}" type="presParOf" srcId="{C58D6E50-0947-4E58-958B-DA88CCF20855}" destId="{54F586A5-8B43-4E76-B2B7-0B095BE9612E}" srcOrd="2" destOrd="0" presId="urn:microsoft.com/office/officeart/2018/2/layout/IconLabelDescriptionList"/>
    <dgm:cxn modelId="{250FD63B-0A38-4C97-BC73-F2BDCC51E6DC}" type="presParOf" srcId="{C58D6E50-0947-4E58-958B-DA88CCF20855}" destId="{0C1402B7-D77F-4CA6-A520-04352BC1ADE3}" srcOrd="3" destOrd="0" presId="urn:microsoft.com/office/officeart/2018/2/layout/IconLabelDescriptionList"/>
    <dgm:cxn modelId="{EF761AA2-A971-457C-AF28-91E643A4398B}" type="presParOf" srcId="{C58D6E50-0947-4E58-958B-DA88CCF20855}" destId="{6DF93DA5-E6A7-41E7-BF9D-5C9B8DBB9108}"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D1281E-5B34-4B1F-A18B-9B98EBA96715}">
      <dsp:nvSpPr>
        <dsp:cNvPr id="0" name=""/>
        <dsp:cNvSpPr/>
      </dsp:nvSpPr>
      <dsp:spPr>
        <a:xfrm>
          <a:off x="0" y="1907"/>
          <a:ext cx="6588691" cy="81281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DB27BC-5C82-44A2-A179-318564B8BF7D}">
      <dsp:nvSpPr>
        <dsp:cNvPr id="0" name=""/>
        <dsp:cNvSpPr/>
      </dsp:nvSpPr>
      <dsp:spPr>
        <a:xfrm>
          <a:off x="245877" y="184791"/>
          <a:ext cx="447049" cy="447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2358E31-673D-4A86-A6EE-4E26497E3CBE}">
      <dsp:nvSpPr>
        <dsp:cNvPr id="0" name=""/>
        <dsp:cNvSpPr/>
      </dsp:nvSpPr>
      <dsp:spPr>
        <a:xfrm>
          <a:off x="938804" y="1907"/>
          <a:ext cx="5649886" cy="812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023" tIns="86023" rIns="86023" bIns="86023" numCol="1" spcCol="1270" anchor="ctr" anchorCtr="0">
          <a:noAutofit/>
        </a:bodyPr>
        <a:lstStyle/>
        <a:p>
          <a:pPr marL="0" lvl="0" indent="0" algn="l" defTabSz="844550">
            <a:lnSpc>
              <a:spcPct val="90000"/>
            </a:lnSpc>
            <a:spcBef>
              <a:spcPct val="0"/>
            </a:spcBef>
            <a:spcAft>
              <a:spcPct val="35000"/>
            </a:spcAft>
            <a:buNone/>
          </a:pPr>
          <a:r>
            <a:rPr lang="en-US" sz="1900" kern="1200"/>
            <a:t>Smell /olfactory</a:t>
          </a:r>
        </a:p>
      </dsp:txBody>
      <dsp:txXfrm>
        <a:off x="938804" y="1907"/>
        <a:ext cx="5649886" cy="812817"/>
      </dsp:txXfrm>
    </dsp:sp>
    <dsp:sp modelId="{575837C8-0796-4323-BEA1-FD2DA8543120}">
      <dsp:nvSpPr>
        <dsp:cNvPr id="0" name=""/>
        <dsp:cNvSpPr/>
      </dsp:nvSpPr>
      <dsp:spPr>
        <a:xfrm>
          <a:off x="0" y="1017929"/>
          <a:ext cx="6588691" cy="81281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7DD8FA-612C-4835-9CC4-049648F8741B}">
      <dsp:nvSpPr>
        <dsp:cNvPr id="0" name=""/>
        <dsp:cNvSpPr/>
      </dsp:nvSpPr>
      <dsp:spPr>
        <a:xfrm>
          <a:off x="245877" y="1200813"/>
          <a:ext cx="447049" cy="447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96290F-42D2-4240-8AC7-B667B56BDF6E}">
      <dsp:nvSpPr>
        <dsp:cNvPr id="0" name=""/>
        <dsp:cNvSpPr/>
      </dsp:nvSpPr>
      <dsp:spPr>
        <a:xfrm>
          <a:off x="938804" y="1017929"/>
          <a:ext cx="5649886" cy="812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023" tIns="86023" rIns="86023" bIns="86023" numCol="1" spcCol="1270" anchor="ctr" anchorCtr="0">
          <a:noAutofit/>
        </a:bodyPr>
        <a:lstStyle/>
        <a:p>
          <a:pPr marL="0" lvl="0" indent="0" algn="l" defTabSz="844550">
            <a:lnSpc>
              <a:spcPct val="90000"/>
            </a:lnSpc>
            <a:spcBef>
              <a:spcPct val="0"/>
            </a:spcBef>
            <a:spcAft>
              <a:spcPct val="35000"/>
            </a:spcAft>
            <a:buNone/>
          </a:pPr>
          <a:r>
            <a:rPr lang="en-US" sz="1900" kern="1200"/>
            <a:t>Seeing/ visual/optical</a:t>
          </a:r>
        </a:p>
      </dsp:txBody>
      <dsp:txXfrm>
        <a:off x="938804" y="1017929"/>
        <a:ext cx="5649886" cy="812817"/>
      </dsp:txXfrm>
    </dsp:sp>
    <dsp:sp modelId="{8418CFBA-0677-4B88-AE5E-AE472300BF7F}">
      <dsp:nvSpPr>
        <dsp:cNvPr id="0" name=""/>
        <dsp:cNvSpPr/>
      </dsp:nvSpPr>
      <dsp:spPr>
        <a:xfrm>
          <a:off x="0" y="2033951"/>
          <a:ext cx="6588691" cy="81281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86AD06-2E5E-4382-962A-8F7037255295}">
      <dsp:nvSpPr>
        <dsp:cNvPr id="0" name=""/>
        <dsp:cNvSpPr/>
      </dsp:nvSpPr>
      <dsp:spPr>
        <a:xfrm>
          <a:off x="245877" y="2216835"/>
          <a:ext cx="447049" cy="4470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843833-E4A4-42F5-BA95-F4485F928F64}">
      <dsp:nvSpPr>
        <dsp:cNvPr id="0" name=""/>
        <dsp:cNvSpPr/>
      </dsp:nvSpPr>
      <dsp:spPr>
        <a:xfrm>
          <a:off x="938804" y="2033951"/>
          <a:ext cx="5649886" cy="812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023" tIns="86023" rIns="86023" bIns="86023" numCol="1" spcCol="1270" anchor="ctr" anchorCtr="0">
          <a:noAutofit/>
        </a:bodyPr>
        <a:lstStyle/>
        <a:p>
          <a:pPr marL="0" lvl="0" indent="0" algn="l" defTabSz="844550">
            <a:lnSpc>
              <a:spcPct val="90000"/>
            </a:lnSpc>
            <a:spcBef>
              <a:spcPct val="0"/>
            </a:spcBef>
            <a:spcAft>
              <a:spcPct val="35000"/>
            </a:spcAft>
            <a:buNone/>
          </a:pPr>
          <a:r>
            <a:rPr lang="en-US" sz="1900" kern="1200"/>
            <a:t>Hearing/auditory</a:t>
          </a:r>
        </a:p>
      </dsp:txBody>
      <dsp:txXfrm>
        <a:off x="938804" y="2033951"/>
        <a:ext cx="5649886" cy="812817"/>
      </dsp:txXfrm>
    </dsp:sp>
    <dsp:sp modelId="{03DF4B14-4B90-4CA2-A807-CD9AA2E5F5F2}">
      <dsp:nvSpPr>
        <dsp:cNvPr id="0" name=""/>
        <dsp:cNvSpPr/>
      </dsp:nvSpPr>
      <dsp:spPr>
        <a:xfrm>
          <a:off x="0" y="3049973"/>
          <a:ext cx="6588691" cy="81281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49EEB1-BDE3-401D-85D9-6506A30A5FCE}">
      <dsp:nvSpPr>
        <dsp:cNvPr id="0" name=""/>
        <dsp:cNvSpPr/>
      </dsp:nvSpPr>
      <dsp:spPr>
        <a:xfrm>
          <a:off x="245877" y="3232857"/>
          <a:ext cx="447049" cy="4470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81499D-981A-4E8C-BA95-1957CF9DA14C}">
      <dsp:nvSpPr>
        <dsp:cNvPr id="0" name=""/>
        <dsp:cNvSpPr/>
      </dsp:nvSpPr>
      <dsp:spPr>
        <a:xfrm>
          <a:off x="938804" y="3049973"/>
          <a:ext cx="5649886" cy="812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023" tIns="86023" rIns="86023" bIns="86023" numCol="1" spcCol="1270" anchor="ctr" anchorCtr="0">
          <a:noAutofit/>
        </a:bodyPr>
        <a:lstStyle/>
        <a:p>
          <a:pPr marL="0" lvl="0" indent="0" algn="l" defTabSz="844550">
            <a:lnSpc>
              <a:spcPct val="90000"/>
            </a:lnSpc>
            <a:spcBef>
              <a:spcPct val="0"/>
            </a:spcBef>
            <a:spcAft>
              <a:spcPct val="35000"/>
            </a:spcAft>
            <a:buNone/>
          </a:pPr>
          <a:r>
            <a:rPr lang="en-US" sz="1900" kern="1200"/>
            <a:t>Taste/gustatory</a:t>
          </a:r>
        </a:p>
      </dsp:txBody>
      <dsp:txXfrm>
        <a:off x="938804" y="3049973"/>
        <a:ext cx="5649886" cy="812817"/>
      </dsp:txXfrm>
    </dsp:sp>
    <dsp:sp modelId="{826C157F-939E-4F13-B910-6AFA10861245}">
      <dsp:nvSpPr>
        <dsp:cNvPr id="0" name=""/>
        <dsp:cNvSpPr/>
      </dsp:nvSpPr>
      <dsp:spPr>
        <a:xfrm>
          <a:off x="0" y="4065995"/>
          <a:ext cx="6588691" cy="81281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4F5BB5-E165-4B5D-8CEF-C0E8F4321F54}">
      <dsp:nvSpPr>
        <dsp:cNvPr id="0" name=""/>
        <dsp:cNvSpPr/>
      </dsp:nvSpPr>
      <dsp:spPr>
        <a:xfrm>
          <a:off x="245877" y="4248879"/>
          <a:ext cx="447049" cy="4470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47F7EB-E724-419C-8940-1D128B07B179}">
      <dsp:nvSpPr>
        <dsp:cNvPr id="0" name=""/>
        <dsp:cNvSpPr/>
      </dsp:nvSpPr>
      <dsp:spPr>
        <a:xfrm>
          <a:off x="938804" y="4065995"/>
          <a:ext cx="5649886" cy="812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023" tIns="86023" rIns="86023" bIns="86023" numCol="1" spcCol="1270" anchor="ctr" anchorCtr="0">
          <a:noAutofit/>
        </a:bodyPr>
        <a:lstStyle/>
        <a:p>
          <a:pPr marL="0" lvl="0" indent="0" algn="l" defTabSz="844550">
            <a:lnSpc>
              <a:spcPct val="90000"/>
            </a:lnSpc>
            <a:spcBef>
              <a:spcPct val="0"/>
            </a:spcBef>
            <a:spcAft>
              <a:spcPct val="35000"/>
            </a:spcAft>
            <a:buNone/>
          </a:pPr>
          <a:r>
            <a:rPr lang="en-US" sz="1900" kern="1200"/>
            <a:t>Touch/tactile</a:t>
          </a:r>
        </a:p>
      </dsp:txBody>
      <dsp:txXfrm>
        <a:off x="938804" y="4065995"/>
        <a:ext cx="5649886" cy="812817"/>
      </dsp:txXfrm>
    </dsp:sp>
    <dsp:sp modelId="{16F9B7E3-4CBC-48C2-AD51-998283EA2CE7}">
      <dsp:nvSpPr>
        <dsp:cNvPr id="0" name=""/>
        <dsp:cNvSpPr/>
      </dsp:nvSpPr>
      <dsp:spPr>
        <a:xfrm>
          <a:off x="0" y="5082017"/>
          <a:ext cx="6588691" cy="81281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0F66F1-FC0A-4FCA-9ACF-2A66B8A16A77}">
      <dsp:nvSpPr>
        <dsp:cNvPr id="0" name=""/>
        <dsp:cNvSpPr/>
      </dsp:nvSpPr>
      <dsp:spPr>
        <a:xfrm>
          <a:off x="245877" y="5264901"/>
          <a:ext cx="447049" cy="44704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68A87D-B86F-4FBD-B65A-BF8B7D172279}">
      <dsp:nvSpPr>
        <dsp:cNvPr id="0" name=""/>
        <dsp:cNvSpPr/>
      </dsp:nvSpPr>
      <dsp:spPr>
        <a:xfrm>
          <a:off x="938804" y="5082017"/>
          <a:ext cx="5649886" cy="812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023" tIns="86023" rIns="86023" bIns="86023" numCol="1" spcCol="1270" anchor="ctr" anchorCtr="0">
          <a:noAutofit/>
        </a:bodyPr>
        <a:lstStyle/>
        <a:p>
          <a:pPr marL="0" lvl="0" indent="0" algn="l" defTabSz="844550">
            <a:lnSpc>
              <a:spcPct val="90000"/>
            </a:lnSpc>
            <a:spcBef>
              <a:spcPct val="0"/>
            </a:spcBef>
            <a:spcAft>
              <a:spcPct val="35000"/>
            </a:spcAft>
            <a:buNone/>
          </a:pPr>
          <a:r>
            <a:rPr lang="en-US" sz="1900" kern="1200"/>
            <a:t>Distinguishing ability.</a:t>
          </a:r>
        </a:p>
      </dsp:txBody>
      <dsp:txXfrm>
        <a:off x="938804" y="5082017"/>
        <a:ext cx="5649886" cy="8128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92622D-E719-4840-9EF3-F5C0502E7CC6}">
      <dsp:nvSpPr>
        <dsp:cNvPr id="0" name=""/>
        <dsp:cNvSpPr/>
      </dsp:nvSpPr>
      <dsp:spPr>
        <a:xfrm>
          <a:off x="0" y="536"/>
          <a:ext cx="10905066" cy="12551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908125-758A-45CB-975D-9EFD2D763750}">
      <dsp:nvSpPr>
        <dsp:cNvPr id="0" name=""/>
        <dsp:cNvSpPr/>
      </dsp:nvSpPr>
      <dsp:spPr>
        <a:xfrm>
          <a:off x="379672" y="282937"/>
          <a:ext cx="690314" cy="6903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51E7F0-7CB8-4D80-B873-08880618504E}">
      <dsp:nvSpPr>
        <dsp:cNvPr id="0" name=""/>
        <dsp:cNvSpPr/>
      </dsp:nvSpPr>
      <dsp:spPr>
        <a:xfrm>
          <a:off x="1449660" y="536"/>
          <a:ext cx="9455405" cy="1255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833" tIns="132833" rIns="132833" bIns="132833" numCol="1" spcCol="1270" anchor="ctr" anchorCtr="0">
          <a:noAutofit/>
        </a:bodyPr>
        <a:lstStyle/>
        <a:p>
          <a:pPr marL="0" lvl="0" indent="0" algn="l" defTabSz="1111250">
            <a:lnSpc>
              <a:spcPct val="100000"/>
            </a:lnSpc>
            <a:spcBef>
              <a:spcPct val="0"/>
            </a:spcBef>
            <a:spcAft>
              <a:spcPct val="35000"/>
            </a:spcAft>
            <a:buNone/>
          </a:pPr>
          <a:r>
            <a:rPr lang="en-US" sz="2500" b="1" kern="1200"/>
            <a:t>Sensation </a:t>
          </a:r>
          <a:r>
            <a:rPr lang="en-US" sz="2500" kern="1200"/>
            <a:t>refers to the initial detection of energy from the physical world</a:t>
          </a:r>
        </a:p>
      </dsp:txBody>
      <dsp:txXfrm>
        <a:off x="1449660" y="536"/>
        <a:ext cx="9455405" cy="1255116"/>
      </dsp:txXfrm>
    </dsp:sp>
    <dsp:sp modelId="{CF62DF80-930F-4F5D-8B96-761B1BCFB63B}">
      <dsp:nvSpPr>
        <dsp:cNvPr id="0" name=""/>
        <dsp:cNvSpPr/>
      </dsp:nvSpPr>
      <dsp:spPr>
        <a:xfrm>
          <a:off x="0" y="1569432"/>
          <a:ext cx="10905066" cy="12551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CCAD39-26D0-4B59-839B-F108832F155A}">
      <dsp:nvSpPr>
        <dsp:cNvPr id="0" name=""/>
        <dsp:cNvSpPr/>
      </dsp:nvSpPr>
      <dsp:spPr>
        <a:xfrm>
          <a:off x="379672" y="1851833"/>
          <a:ext cx="690314" cy="6903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31494C-0EA8-4063-BE4E-4DE629D4FAD6}">
      <dsp:nvSpPr>
        <dsp:cNvPr id="0" name=""/>
        <dsp:cNvSpPr/>
      </dsp:nvSpPr>
      <dsp:spPr>
        <a:xfrm>
          <a:off x="1449660" y="1569432"/>
          <a:ext cx="9455405" cy="1255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833" tIns="132833" rIns="132833" bIns="132833" numCol="1" spcCol="1270" anchor="ctr" anchorCtr="0">
          <a:noAutofit/>
        </a:bodyPr>
        <a:lstStyle/>
        <a:p>
          <a:pPr marL="0" lvl="0" indent="0" algn="l" defTabSz="1111250">
            <a:lnSpc>
              <a:spcPct val="100000"/>
            </a:lnSpc>
            <a:spcBef>
              <a:spcPct val="0"/>
            </a:spcBef>
            <a:spcAft>
              <a:spcPct val="35000"/>
            </a:spcAft>
            <a:buNone/>
          </a:pPr>
          <a:r>
            <a:rPr lang="en-US" sz="2500" b="1" kern="1200" dirty="0"/>
            <a:t>Perception, </a:t>
          </a:r>
          <a:r>
            <a:rPr lang="en-US" sz="2500" kern="1200" dirty="0"/>
            <a:t>on the other hand, The sorting out, interpretation, analysis, and integration of stimuli by the sense organs and brain.</a:t>
          </a:r>
        </a:p>
      </dsp:txBody>
      <dsp:txXfrm>
        <a:off x="1449660" y="1569432"/>
        <a:ext cx="9455405" cy="1255116"/>
      </dsp:txXfrm>
    </dsp:sp>
    <dsp:sp modelId="{9F825D94-7B5E-4DF9-8CC3-EE43C422DC41}">
      <dsp:nvSpPr>
        <dsp:cNvPr id="0" name=""/>
        <dsp:cNvSpPr/>
      </dsp:nvSpPr>
      <dsp:spPr>
        <a:xfrm>
          <a:off x="0" y="3138328"/>
          <a:ext cx="10905066" cy="12551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EDACE3-5047-4AE9-9A25-C37F02AEDEEE}">
      <dsp:nvSpPr>
        <dsp:cNvPr id="0" name=""/>
        <dsp:cNvSpPr/>
      </dsp:nvSpPr>
      <dsp:spPr>
        <a:xfrm>
          <a:off x="379672" y="3420730"/>
          <a:ext cx="690314" cy="6903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EB29FE-1ADF-41F6-81DE-9025754DFA2C}">
      <dsp:nvSpPr>
        <dsp:cNvPr id="0" name=""/>
        <dsp:cNvSpPr/>
      </dsp:nvSpPr>
      <dsp:spPr>
        <a:xfrm>
          <a:off x="1449660" y="3138328"/>
          <a:ext cx="9455405" cy="1255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833" tIns="132833" rIns="132833" bIns="132833" numCol="1" spcCol="1270" anchor="ctr" anchorCtr="0">
          <a:noAutofit/>
        </a:bodyPr>
        <a:lstStyle/>
        <a:p>
          <a:pPr marL="0" lvl="0" indent="0" algn="l" defTabSz="1111250">
            <a:lnSpc>
              <a:spcPct val="100000"/>
            </a:lnSpc>
            <a:spcBef>
              <a:spcPct val="0"/>
            </a:spcBef>
            <a:spcAft>
              <a:spcPct val="35000"/>
            </a:spcAft>
            <a:buNone/>
          </a:pPr>
          <a:r>
            <a:rPr lang="en-US" sz="2500" b="1" kern="1200" dirty="0"/>
            <a:t>Stimulus</a:t>
          </a:r>
          <a:r>
            <a:rPr lang="en-US" sz="2500" kern="1200" dirty="0"/>
            <a:t> is any passing source of physical energy that produces a response in a sense organ.</a:t>
          </a:r>
        </a:p>
      </dsp:txBody>
      <dsp:txXfrm>
        <a:off x="1449660" y="3138328"/>
        <a:ext cx="9455405" cy="12551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DFA71E-F4FA-4075-8099-92E12118F885}">
      <dsp:nvSpPr>
        <dsp:cNvPr id="0" name=""/>
        <dsp:cNvSpPr/>
      </dsp:nvSpPr>
      <dsp:spPr>
        <a:xfrm>
          <a:off x="765914" y="392540"/>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0047A5-6D70-4CB9-A9A0-5E7BBABD78C1}">
      <dsp:nvSpPr>
        <dsp:cNvPr id="0" name=""/>
        <dsp:cNvSpPr/>
      </dsp:nvSpPr>
      <dsp:spPr>
        <a:xfrm>
          <a:off x="765914" y="205107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44550">
            <a:lnSpc>
              <a:spcPct val="90000"/>
            </a:lnSpc>
            <a:spcBef>
              <a:spcPct val="0"/>
            </a:spcBef>
            <a:spcAft>
              <a:spcPct val="35000"/>
            </a:spcAft>
            <a:buNone/>
            <a:defRPr b="1"/>
          </a:pPr>
          <a:r>
            <a:rPr lang="en-US" sz="1900" kern="1200"/>
            <a:t>One of the several information processing occurrences in the nervous system. </a:t>
          </a:r>
        </a:p>
      </dsp:txBody>
      <dsp:txXfrm>
        <a:off x="765914" y="2051072"/>
        <a:ext cx="4320000" cy="648000"/>
      </dsp:txXfrm>
    </dsp:sp>
    <dsp:sp modelId="{9367E2D7-4C33-4755-BF70-31CA343AC5F2}">
      <dsp:nvSpPr>
        <dsp:cNvPr id="0" name=""/>
        <dsp:cNvSpPr/>
      </dsp:nvSpPr>
      <dsp:spPr>
        <a:xfrm>
          <a:off x="765914" y="2767227"/>
          <a:ext cx="4320000" cy="1033036"/>
        </a:xfrm>
        <a:prstGeom prst="rect">
          <a:avLst/>
        </a:prstGeom>
        <a:noFill/>
        <a:ln>
          <a:noFill/>
        </a:ln>
        <a:effectLst/>
      </dsp:spPr>
      <dsp:style>
        <a:lnRef idx="0">
          <a:scrgbClr r="0" g="0" b="0"/>
        </a:lnRef>
        <a:fillRef idx="0">
          <a:scrgbClr r="0" g="0" b="0"/>
        </a:fillRef>
        <a:effectRef idx="0">
          <a:scrgbClr r="0" g="0" b="0"/>
        </a:effectRef>
        <a:fontRef idx="minor"/>
      </dsp:style>
    </dsp:sp>
    <dsp:sp modelId="{BBD9739F-3E9C-489C-84F9-542E2DC0F3BC}">
      <dsp:nvSpPr>
        <dsp:cNvPr id="0" name=""/>
        <dsp:cNvSpPr/>
      </dsp:nvSpPr>
      <dsp:spPr>
        <a:xfrm>
          <a:off x="5841914" y="392540"/>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F586A5-8B43-4E76-B2B7-0B095BE9612E}">
      <dsp:nvSpPr>
        <dsp:cNvPr id="0" name=""/>
        <dsp:cNvSpPr/>
      </dsp:nvSpPr>
      <dsp:spPr>
        <a:xfrm>
          <a:off x="5841914" y="205107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44550">
            <a:lnSpc>
              <a:spcPct val="90000"/>
            </a:lnSpc>
            <a:spcBef>
              <a:spcPct val="0"/>
            </a:spcBef>
            <a:spcAft>
              <a:spcPct val="35000"/>
            </a:spcAft>
            <a:buNone/>
            <a:defRPr b="1"/>
          </a:pPr>
          <a:r>
            <a:rPr lang="en-US" sz="1900" kern="1200"/>
            <a:t>This process involves four different but highly related events, which include </a:t>
          </a:r>
        </a:p>
      </dsp:txBody>
      <dsp:txXfrm>
        <a:off x="5841914" y="2051072"/>
        <a:ext cx="4320000" cy="648000"/>
      </dsp:txXfrm>
    </dsp:sp>
    <dsp:sp modelId="{6DF93DA5-E6A7-41E7-BF9D-5C9B8DBB9108}">
      <dsp:nvSpPr>
        <dsp:cNvPr id="0" name=""/>
        <dsp:cNvSpPr/>
      </dsp:nvSpPr>
      <dsp:spPr>
        <a:xfrm>
          <a:off x="5841914" y="2767227"/>
          <a:ext cx="4320000" cy="1033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pPr>
          <a:r>
            <a:rPr lang="en-US" sz="1400" kern="1200"/>
            <a:t>Reception </a:t>
          </a:r>
        </a:p>
        <a:p>
          <a:pPr marL="0" lvl="0" indent="0" algn="l" defTabSz="622300">
            <a:lnSpc>
              <a:spcPct val="90000"/>
            </a:lnSpc>
            <a:spcBef>
              <a:spcPct val="0"/>
            </a:spcBef>
            <a:spcAft>
              <a:spcPct val="35000"/>
            </a:spcAft>
            <a:buNone/>
          </a:pPr>
          <a:r>
            <a:rPr lang="en-US" sz="1400" kern="1200"/>
            <a:t>Transduction </a:t>
          </a:r>
        </a:p>
        <a:p>
          <a:pPr marL="0" lvl="0" indent="0" algn="l" defTabSz="622300">
            <a:lnSpc>
              <a:spcPct val="90000"/>
            </a:lnSpc>
            <a:spcBef>
              <a:spcPct val="0"/>
            </a:spcBef>
            <a:spcAft>
              <a:spcPct val="35000"/>
            </a:spcAft>
            <a:buNone/>
          </a:pPr>
          <a:r>
            <a:rPr lang="en-US" sz="1400" kern="1200"/>
            <a:t>Coding </a:t>
          </a:r>
        </a:p>
        <a:p>
          <a:pPr marL="0" lvl="0" indent="0" algn="l" defTabSz="622300">
            <a:lnSpc>
              <a:spcPct val="90000"/>
            </a:lnSpc>
            <a:spcBef>
              <a:spcPct val="0"/>
            </a:spcBef>
            <a:spcAft>
              <a:spcPct val="35000"/>
            </a:spcAft>
            <a:buNone/>
          </a:pPr>
          <a:r>
            <a:rPr lang="en-US" sz="1400" kern="1200"/>
            <a:t>Awareness</a:t>
          </a:r>
        </a:p>
      </dsp:txBody>
      <dsp:txXfrm>
        <a:off x="5841914" y="2767227"/>
        <a:ext cx="4320000" cy="103303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CB52F1-8FC7-4D45-8C9E-C694D22D8710}" type="datetimeFigureOut">
              <a:rPr lang="en-US" smtClean="0"/>
              <a:t>3/7/2023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03EAE7-8B39-426C-AB76-53EA1F7C4D17}" type="slidenum">
              <a:rPr lang="en-US" smtClean="0"/>
              <a:t>‹#›</a:t>
            </a:fld>
            <a:endParaRPr lang="en-US"/>
          </a:p>
        </p:txBody>
      </p:sp>
    </p:spTree>
    <p:extLst>
      <p:ext uri="{BB962C8B-B14F-4D97-AF65-F5344CB8AC3E}">
        <p14:creationId xmlns:p14="http://schemas.microsoft.com/office/powerpoint/2010/main" val="2357565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74C876-C67A-4EEB-BBD3-9B4A2C2F33A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2177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7DA39-2E6D-4DA4-9721-6428136D2B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2477D3-2352-42A5-BBA6-92098B6972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25ED3C7-5C67-49B4-878F-1B745AEE52EE}"/>
              </a:ext>
            </a:extLst>
          </p:cNvPr>
          <p:cNvSpPr>
            <a:spLocks noGrp="1"/>
          </p:cNvSpPr>
          <p:nvPr>
            <p:ph type="dt" sz="half" idx="10"/>
          </p:nvPr>
        </p:nvSpPr>
        <p:spPr/>
        <p:txBody>
          <a:bodyPr/>
          <a:lstStyle/>
          <a:p>
            <a:fld id="{DC6F9A3E-CDFC-4402-85AC-083A27C439E3}" type="datetimeFigureOut">
              <a:rPr lang="en-US" smtClean="0"/>
              <a:t>3/7/2023</a:t>
            </a:fld>
            <a:endParaRPr lang="en-US"/>
          </a:p>
        </p:txBody>
      </p:sp>
      <p:sp>
        <p:nvSpPr>
          <p:cNvPr id="5" name="Footer Placeholder 4">
            <a:extLst>
              <a:ext uri="{FF2B5EF4-FFF2-40B4-BE49-F238E27FC236}">
                <a16:creationId xmlns:a16="http://schemas.microsoft.com/office/drawing/2014/main" id="{09D3079A-B9D2-4BC0-92D6-FE55EAD114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C309C5-77BB-434D-9A7B-B696FD8B654D}"/>
              </a:ext>
            </a:extLst>
          </p:cNvPr>
          <p:cNvSpPr>
            <a:spLocks noGrp="1"/>
          </p:cNvSpPr>
          <p:nvPr>
            <p:ph type="sldNum" sz="quarter" idx="12"/>
          </p:nvPr>
        </p:nvSpPr>
        <p:spPr/>
        <p:txBody>
          <a:bodyPr/>
          <a:lstStyle/>
          <a:p>
            <a:fld id="{9728F38C-7E8A-40D4-AAD7-544C226BF5BA}" type="slidenum">
              <a:rPr lang="en-US" smtClean="0"/>
              <a:t>‹#›</a:t>
            </a:fld>
            <a:endParaRPr lang="en-US"/>
          </a:p>
        </p:txBody>
      </p:sp>
    </p:spTree>
    <p:extLst>
      <p:ext uri="{BB962C8B-B14F-4D97-AF65-F5344CB8AC3E}">
        <p14:creationId xmlns:p14="http://schemas.microsoft.com/office/powerpoint/2010/main" val="3877151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E2E0-317E-4D0F-8EF9-15631FEDA8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8939C0-A529-402E-9C65-CAD09B5598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013BDF-B285-4A24-83D2-D7FC0B346FAD}"/>
              </a:ext>
            </a:extLst>
          </p:cNvPr>
          <p:cNvSpPr>
            <a:spLocks noGrp="1"/>
          </p:cNvSpPr>
          <p:nvPr>
            <p:ph type="dt" sz="half" idx="10"/>
          </p:nvPr>
        </p:nvSpPr>
        <p:spPr/>
        <p:txBody>
          <a:bodyPr/>
          <a:lstStyle/>
          <a:p>
            <a:fld id="{DC6F9A3E-CDFC-4402-85AC-083A27C439E3}" type="datetimeFigureOut">
              <a:rPr lang="en-US" smtClean="0"/>
              <a:t>3/7/2023</a:t>
            </a:fld>
            <a:endParaRPr lang="en-US"/>
          </a:p>
        </p:txBody>
      </p:sp>
      <p:sp>
        <p:nvSpPr>
          <p:cNvPr id="5" name="Footer Placeholder 4">
            <a:extLst>
              <a:ext uri="{FF2B5EF4-FFF2-40B4-BE49-F238E27FC236}">
                <a16:creationId xmlns:a16="http://schemas.microsoft.com/office/drawing/2014/main" id="{ACD2E603-CF37-4CB4-AC8C-AB648E2313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769EE-A28F-41BD-9238-9B1D7C0ADDD6}"/>
              </a:ext>
            </a:extLst>
          </p:cNvPr>
          <p:cNvSpPr>
            <a:spLocks noGrp="1"/>
          </p:cNvSpPr>
          <p:nvPr>
            <p:ph type="sldNum" sz="quarter" idx="12"/>
          </p:nvPr>
        </p:nvSpPr>
        <p:spPr/>
        <p:txBody>
          <a:bodyPr/>
          <a:lstStyle/>
          <a:p>
            <a:fld id="{9728F38C-7E8A-40D4-AAD7-544C226BF5BA}" type="slidenum">
              <a:rPr lang="en-US" smtClean="0"/>
              <a:t>‹#›</a:t>
            </a:fld>
            <a:endParaRPr lang="en-US"/>
          </a:p>
        </p:txBody>
      </p:sp>
    </p:spTree>
    <p:extLst>
      <p:ext uri="{BB962C8B-B14F-4D97-AF65-F5344CB8AC3E}">
        <p14:creationId xmlns:p14="http://schemas.microsoft.com/office/powerpoint/2010/main" val="214607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0B674-0A3F-4D6A-9708-44A1CCDBDC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ACB522-4122-4DD5-98C7-63D5C835D3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7CBE1C-B2D9-4646-9B65-2BE930254585}"/>
              </a:ext>
            </a:extLst>
          </p:cNvPr>
          <p:cNvSpPr>
            <a:spLocks noGrp="1"/>
          </p:cNvSpPr>
          <p:nvPr>
            <p:ph type="dt" sz="half" idx="10"/>
          </p:nvPr>
        </p:nvSpPr>
        <p:spPr/>
        <p:txBody>
          <a:bodyPr/>
          <a:lstStyle/>
          <a:p>
            <a:fld id="{DC6F9A3E-CDFC-4402-85AC-083A27C439E3}" type="datetimeFigureOut">
              <a:rPr lang="en-US" smtClean="0"/>
              <a:t>3/7/2023</a:t>
            </a:fld>
            <a:endParaRPr lang="en-US"/>
          </a:p>
        </p:txBody>
      </p:sp>
      <p:sp>
        <p:nvSpPr>
          <p:cNvPr id="5" name="Footer Placeholder 4">
            <a:extLst>
              <a:ext uri="{FF2B5EF4-FFF2-40B4-BE49-F238E27FC236}">
                <a16:creationId xmlns:a16="http://schemas.microsoft.com/office/drawing/2014/main" id="{E1CB1EA0-B36E-43A8-A07E-ED35DAE90C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D51CF4-BE0F-40E5-9870-2A576BEB0058}"/>
              </a:ext>
            </a:extLst>
          </p:cNvPr>
          <p:cNvSpPr>
            <a:spLocks noGrp="1"/>
          </p:cNvSpPr>
          <p:nvPr>
            <p:ph type="sldNum" sz="quarter" idx="12"/>
          </p:nvPr>
        </p:nvSpPr>
        <p:spPr/>
        <p:txBody>
          <a:bodyPr/>
          <a:lstStyle/>
          <a:p>
            <a:fld id="{9728F38C-7E8A-40D4-AAD7-544C226BF5BA}" type="slidenum">
              <a:rPr lang="en-US" smtClean="0"/>
              <a:t>‹#›</a:t>
            </a:fld>
            <a:endParaRPr lang="en-US"/>
          </a:p>
        </p:txBody>
      </p:sp>
    </p:spTree>
    <p:extLst>
      <p:ext uri="{BB962C8B-B14F-4D97-AF65-F5344CB8AC3E}">
        <p14:creationId xmlns:p14="http://schemas.microsoft.com/office/powerpoint/2010/main" val="3682773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BEA36-7AA0-4859-A5E6-9805006FA3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F9EF97-B52F-4973-9748-319B7EE2DF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F925CD-0F0E-4CC0-88EC-4B372E3658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FEFE85-9BA6-4023-BB71-FA2A0AC063FF}"/>
              </a:ext>
            </a:extLst>
          </p:cNvPr>
          <p:cNvSpPr>
            <a:spLocks noGrp="1"/>
          </p:cNvSpPr>
          <p:nvPr>
            <p:ph type="dt" sz="half" idx="10"/>
          </p:nvPr>
        </p:nvSpPr>
        <p:spPr/>
        <p:txBody>
          <a:bodyPr/>
          <a:lstStyle/>
          <a:p>
            <a:fld id="{DC6F9A3E-CDFC-4402-85AC-083A27C439E3}" type="datetimeFigureOut">
              <a:rPr lang="en-US" smtClean="0"/>
              <a:t>3/7/2023</a:t>
            </a:fld>
            <a:endParaRPr lang="en-US"/>
          </a:p>
        </p:txBody>
      </p:sp>
      <p:sp>
        <p:nvSpPr>
          <p:cNvPr id="6" name="Footer Placeholder 5">
            <a:extLst>
              <a:ext uri="{FF2B5EF4-FFF2-40B4-BE49-F238E27FC236}">
                <a16:creationId xmlns:a16="http://schemas.microsoft.com/office/drawing/2014/main" id="{184545E7-18A9-4355-B157-3C903C792D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F3AC9A-3569-4CC6-9E77-F9EC7F836BED}"/>
              </a:ext>
            </a:extLst>
          </p:cNvPr>
          <p:cNvSpPr>
            <a:spLocks noGrp="1"/>
          </p:cNvSpPr>
          <p:nvPr>
            <p:ph type="sldNum" sz="quarter" idx="12"/>
          </p:nvPr>
        </p:nvSpPr>
        <p:spPr/>
        <p:txBody>
          <a:bodyPr/>
          <a:lstStyle/>
          <a:p>
            <a:fld id="{9728F38C-7E8A-40D4-AAD7-544C226BF5BA}" type="slidenum">
              <a:rPr lang="en-US" smtClean="0"/>
              <a:t>‹#›</a:t>
            </a:fld>
            <a:endParaRPr lang="en-US"/>
          </a:p>
        </p:txBody>
      </p:sp>
    </p:spTree>
    <p:extLst>
      <p:ext uri="{BB962C8B-B14F-4D97-AF65-F5344CB8AC3E}">
        <p14:creationId xmlns:p14="http://schemas.microsoft.com/office/powerpoint/2010/main" val="1176992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66BCE-BD3C-41B4-AFC6-4CF93E4736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0D4644-0A38-4CBB-978D-BC09B6BF4A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5C43A1-A8C1-4F1D-8DA4-B29FB58225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006C84-B4D5-47DD-85DC-2CAC5C235F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51455-9EDA-4384-9DF8-10A839AD67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B0CB76-9BD0-44C6-8B75-6792863F9318}"/>
              </a:ext>
            </a:extLst>
          </p:cNvPr>
          <p:cNvSpPr>
            <a:spLocks noGrp="1"/>
          </p:cNvSpPr>
          <p:nvPr>
            <p:ph type="dt" sz="half" idx="10"/>
          </p:nvPr>
        </p:nvSpPr>
        <p:spPr/>
        <p:txBody>
          <a:bodyPr/>
          <a:lstStyle/>
          <a:p>
            <a:fld id="{DC6F9A3E-CDFC-4402-85AC-083A27C439E3}" type="datetimeFigureOut">
              <a:rPr lang="en-US" smtClean="0"/>
              <a:t>3/7/2023</a:t>
            </a:fld>
            <a:endParaRPr lang="en-US"/>
          </a:p>
        </p:txBody>
      </p:sp>
      <p:sp>
        <p:nvSpPr>
          <p:cNvPr id="8" name="Footer Placeholder 7">
            <a:extLst>
              <a:ext uri="{FF2B5EF4-FFF2-40B4-BE49-F238E27FC236}">
                <a16:creationId xmlns:a16="http://schemas.microsoft.com/office/drawing/2014/main" id="{396B7A7A-FF94-42F2-825A-0A4117EF5B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D91883-7AFA-4878-84C0-CF4E32FED912}"/>
              </a:ext>
            </a:extLst>
          </p:cNvPr>
          <p:cNvSpPr>
            <a:spLocks noGrp="1"/>
          </p:cNvSpPr>
          <p:nvPr>
            <p:ph type="sldNum" sz="quarter" idx="12"/>
          </p:nvPr>
        </p:nvSpPr>
        <p:spPr/>
        <p:txBody>
          <a:bodyPr/>
          <a:lstStyle/>
          <a:p>
            <a:fld id="{9728F38C-7E8A-40D4-AAD7-544C226BF5BA}" type="slidenum">
              <a:rPr lang="en-US" smtClean="0"/>
              <a:t>‹#›</a:t>
            </a:fld>
            <a:endParaRPr lang="en-US"/>
          </a:p>
        </p:txBody>
      </p:sp>
    </p:spTree>
    <p:extLst>
      <p:ext uri="{BB962C8B-B14F-4D97-AF65-F5344CB8AC3E}">
        <p14:creationId xmlns:p14="http://schemas.microsoft.com/office/powerpoint/2010/main" val="2393913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E3C3A-225E-4BC0-B988-5005B1C54E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D81EFC-7F01-46F2-8835-FAA6C8E12FE5}"/>
              </a:ext>
            </a:extLst>
          </p:cNvPr>
          <p:cNvSpPr>
            <a:spLocks noGrp="1"/>
          </p:cNvSpPr>
          <p:nvPr>
            <p:ph type="dt" sz="half" idx="10"/>
          </p:nvPr>
        </p:nvSpPr>
        <p:spPr/>
        <p:txBody>
          <a:bodyPr/>
          <a:lstStyle/>
          <a:p>
            <a:fld id="{DC6F9A3E-CDFC-4402-85AC-083A27C439E3}" type="datetimeFigureOut">
              <a:rPr lang="en-US" smtClean="0"/>
              <a:t>3/7/2023</a:t>
            </a:fld>
            <a:endParaRPr lang="en-US"/>
          </a:p>
        </p:txBody>
      </p:sp>
      <p:sp>
        <p:nvSpPr>
          <p:cNvPr id="4" name="Footer Placeholder 3">
            <a:extLst>
              <a:ext uri="{FF2B5EF4-FFF2-40B4-BE49-F238E27FC236}">
                <a16:creationId xmlns:a16="http://schemas.microsoft.com/office/drawing/2014/main" id="{FBC71D17-267B-41CD-995B-D7FD7F24AC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4BE80E-0BFA-4A55-A79F-6EBFAEEC6247}"/>
              </a:ext>
            </a:extLst>
          </p:cNvPr>
          <p:cNvSpPr>
            <a:spLocks noGrp="1"/>
          </p:cNvSpPr>
          <p:nvPr>
            <p:ph type="sldNum" sz="quarter" idx="12"/>
          </p:nvPr>
        </p:nvSpPr>
        <p:spPr/>
        <p:txBody>
          <a:bodyPr/>
          <a:lstStyle/>
          <a:p>
            <a:fld id="{9728F38C-7E8A-40D4-AAD7-544C226BF5BA}" type="slidenum">
              <a:rPr lang="en-US" smtClean="0"/>
              <a:t>‹#›</a:t>
            </a:fld>
            <a:endParaRPr lang="en-US"/>
          </a:p>
        </p:txBody>
      </p:sp>
    </p:spTree>
    <p:extLst>
      <p:ext uri="{BB962C8B-B14F-4D97-AF65-F5344CB8AC3E}">
        <p14:creationId xmlns:p14="http://schemas.microsoft.com/office/powerpoint/2010/main" val="392135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2362C5-D985-4444-9171-1277EF13669E}"/>
              </a:ext>
            </a:extLst>
          </p:cNvPr>
          <p:cNvSpPr>
            <a:spLocks noGrp="1"/>
          </p:cNvSpPr>
          <p:nvPr>
            <p:ph type="dt" sz="half" idx="10"/>
          </p:nvPr>
        </p:nvSpPr>
        <p:spPr/>
        <p:txBody>
          <a:bodyPr/>
          <a:lstStyle/>
          <a:p>
            <a:fld id="{DC6F9A3E-CDFC-4402-85AC-083A27C439E3}" type="datetimeFigureOut">
              <a:rPr lang="en-US" smtClean="0"/>
              <a:t>3/7/2023</a:t>
            </a:fld>
            <a:endParaRPr lang="en-US"/>
          </a:p>
        </p:txBody>
      </p:sp>
      <p:sp>
        <p:nvSpPr>
          <p:cNvPr id="3" name="Footer Placeholder 2">
            <a:extLst>
              <a:ext uri="{FF2B5EF4-FFF2-40B4-BE49-F238E27FC236}">
                <a16:creationId xmlns:a16="http://schemas.microsoft.com/office/drawing/2014/main" id="{42A3B592-C634-4AB5-A8BB-BCCBA05BD8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675B15-AD04-4BBD-8842-2D876B423050}"/>
              </a:ext>
            </a:extLst>
          </p:cNvPr>
          <p:cNvSpPr>
            <a:spLocks noGrp="1"/>
          </p:cNvSpPr>
          <p:nvPr>
            <p:ph type="sldNum" sz="quarter" idx="12"/>
          </p:nvPr>
        </p:nvSpPr>
        <p:spPr/>
        <p:txBody>
          <a:bodyPr/>
          <a:lstStyle/>
          <a:p>
            <a:fld id="{9728F38C-7E8A-40D4-AAD7-544C226BF5BA}" type="slidenum">
              <a:rPr lang="en-US" smtClean="0"/>
              <a:t>‹#›</a:t>
            </a:fld>
            <a:endParaRPr lang="en-US"/>
          </a:p>
        </p:txBody>
      </p:sp>
    </p:spTree>
    <p:extLst>
      <p:ext uri="{BB962C8B-B14F-4D97-AF65-F5344CB8AC3E}">
        <p14:creationId xmlns:p14="http://schemas.microsoft.com/office/powerpoint/2010/main" val="1881493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5B5CC-BAAC-449C-B117-BF5550A8C2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0E2497-B8B1-4DED-A41A-70262A09ED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FB957D-1EDE-4A22-B0AC-E85B49CA8F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B1842A-3A36-4FCB-B8B4-3DB34F5337CA}"/>
              </a:ext>
            </a:extLst>
          </p:cNvPr>
          <p:cNvSpPr>
            <a:spLocks noGrp="1"/>
          </p:cNvSpPr>
          <p:nvPr>
            <p:ph type="dt" sz="half" idx="10"/>
          </p:nvPr>
        </p:nvSpPr>
        <p:spPr/>
        <p:txBody>
          <a:bodyPr/>
          <a:lstStyle/>
          <a:p>
            <a:fld id="{DC6F9A3E-CDFC-4402-85AC-083A27C439E3}" type="datetimeFigureOut">
              <a:rPr lang="en-US" smtClean="0"/>
              <a:t>3/7/2023</a:t>
            </a:fld>
            <a:endParaRPr lang="en-US"/>
          </a:p>
        </p:txBody>
      </p:sp>
      <p:sp>
        <p:nvSpPr>
          <p:cNvPr id="6" name="Footer Placeholder 5">
            <a:extLst>
              <a:ext uri="{FF2B5EF4-FFF2-40B4-BE49-F238E27FC236}">
                <a16:creationId xmlns:a16="http://schemas.microsoft.com/office/drawing/2014/main" id="{26B1F6A0-8660-4710-A303-4F3FC7337F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20C78B-38D6-445B-AE91-AA766B0FD7C1}"/>
              </a:ext>
            </a:extLst>
          </p:cNvPr>
          <p:cNvSpPr>
            <a:spLocks noGrp="1"/>
          </p:cNvSpPr>
          <p:nvPr>
            <p:ph type="sldNum" sz="quarter" idx="12"/>
          </p:nvPr>
        </p:nvSpPr>
        <p:spPr/>
        <p:txBody>
          <a:bodyPr/>
          <a:lstStyle/>
          <a:p>
            <a:fld id="{9728F38C-7E8A-40D4-AAD7-544C226BF5BA}" type="slidenum">
              <a:rPr lang="en-US" smtClean="0"/>
              <a:t>‹#›</a:t>
            </a:fld>
            <a:endParaRPr lang="en-US"/>
          </a:p>
        </p:txBody>
      </p:sp>
    </p:spTree>
    <p:extLst>
      <p:ext uri="{BB962C8B-B14F-4D97-AF65-F5344CB8AC3E}">
        <p14:creationId xmlns:p14="http://schemas.microsoft.com/office/powerpoint/2010/main" val="1299247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D951C-5FCE-4A05-80A4-72D702E4EF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447E86-8E2D-43C5-B96E-4E8B9571BE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737B77-1801-4C26-93D5-3E094BA05A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757122-8B03-46A4-ACE6-3642F5EA7E0F}"/>
              </a:ext>
            </a:extLst>
          </p:cNvPr>
          <p:cNvSpPr>
            <a:spLocks noGrp="1"/>
          </p:cNvSpPr>
          <p:nvPr>
            <p:ph type="dt" sz="half" idx="10"/>
          </p:nvPr>
        </p:nvSpPr>
        <p:spPr/>
        <p:txBody>
          <a:bodyPr/>
          <a:lstStyle/>
          <a:p>
            <a:fld id="{DC6F9A3E-CDFC-4402-85AC-083A27C439E3}" type="datetimeFigureOut">
              <a:rPr lang="en-US" smtClean="0"/>
              <a:t>3/7/2023</a:t>
            </a:fld>
            <a:endParaRPr lang="en-US"/>
          </a:p>
        </p:txBody>
      </p:sp>
      <p:sp>
        <p:nvSpPr>
          <p:cNvPr id="6" name="Footer Placeholder 5">
            <a:extLst>
              <a:ext uri="{FF2B5EF4-FFF2-40B4-BE49-F238E27FC236}">
                <a16:creationId xmlns:a16="http://schemas.microsoft.com/office/drawing/2014/main" id="{86D0B979-2D20-4AD8-B40E-684C8B3708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C0A0EB-2367-4272-A32E-F968CDF8BA62}"/>
              </a:ext>
            </a:extLst>
          </p:cNvPr>
          <p:cNvSpPr>
            <a:spLocks noGrp="1"/>
          </p:cNvSpPr>
          <p:nvPr>
            <p:ph type="sldNum" sz="quarter" idx="12"/>
          </p:nvPr>
        </p:nvSpPr>
        <p:spPr/>
        <p:txBody>
          <a:bodyPr/>
          <a:lstStyle/>
          <a:p>
            <a:fld id="{9728F38C-7E8A-40D4-AAD7-544C226BF5BA}" type="slidenum">
              <a:rPr lang="en-US" smtClean="0"/>
              <a:t>‹#›</a:t>
            </a:fld>
            <a:endParaRPr lang="en-US"/>
          </a:p>
        </p:txBody>
      </p:sp>
    </p:spTree>
    <p:extLst>
      <p:ext uri="{BB962C8B-B14F-4D97-AF65-F5344CB8AC3E}">
        <p14:creationId xmlns:p14="http://schemas.microsoft.com/office/powerpoint/2010/main" val="110676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CA0EF-9D54-484C-8618-D78A7CA3A5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FA35B8-541E-4713-BAAB-22E8B95ABA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8EF1B7-9CEE-41B6-B385-535E06422BE3}"/>
              </a:ext>
            </a:extLst>
          </p:cNvPr>
          <p:cNvSpPr>
            <a:spLocks noGrp="1"/>
          </p:cNvSpPr>
          <p:nvPr>
            <p:ph type="dt" sz="half" idx="10"/>
          </p:nvPr>
        </p:nvSpPr>
        <p:spPr/>
        <p:txBody>
          <a:bodyPr/>
          <a:lstStyle/>
          <a:p>
            <a:fld id="{DC6F9A3E-CDFC-4402-85AC-083A27C439E3}" type="datetimeFigureOut">
              <a:rPr lang="en-US" smtClean="0"/>
              <a:t>3/7/2023</a:t>
            </a:fld>
            <a:endParaRPr lang="en-US"/>
          </a:p>
        </p:txBody>
      </p:sp>
      <p:sp>
        <p:nvSpPr>
          <p:cNvPr id="5" name="Footer Placeholder 4">
            <a:extLst>
              <a:ext uri="{FF2B5EF4-FFF2-40B4-BE49-F238E27FC236}">
                <a16:creationId xmlns:a16="http://schemas.microsoft.com/office/drawing/2014/main" id="{841F15F4-0993-4ACB-B4F7-3F9253991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916DDD-372E-4885-ACB3-1BB0DE7D1E0C}"/>
              </a:ext>
            </a:extLst>
          </p:cNvPr>
          <p:cNvSpPr>
            <a:spLocks noGrp="1"/>
          </p:cNvSpPr>
          <p:nvPr>
            <p:ph type="sldNum" sz="quarter" idx="12"/>
          </p:nvPr>
        </p:nvSpPr>
        <p:spPr/>
        <p:txBody>
          <a:bodyPr/>
          <a:lstStyle/>
          <a:p>
            <a:fld id="{9728F38C-7E8A-40D4-AAD7-544C226BF5BA}" type="slidenum">
              <a:rPr lang="en-US" smtClean="0"/>
              <a:t>‹#›</a:t>
            </a:fld>
            <a:endParaRPr lang="en-US"/>
          </a:p>
        </p:txBody>
      </p:sp>
    </p:spTree>
    <p:extLst>
      <p:ext uri="{BB962C8B-B14F-4D97-AF65-F5344CB8AC3E}">
        <p14:creationId xmlns:p14="http://schemas.microsoft.com/office/powerpoint/2010/main" val="1050493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9802CC-AAF5-4A23-B817-E553896FC6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C290EF-D7F4-49D8-88F5-9802A0F448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268760-6822-47B3-A8C4-685F76F84919}"/>
              </a:ext>
            </a:extLst>
          </p:cNvPr>
          <p:cNvSpPr>
            <a:spLocks noGrp="1"/>
          </p:cNvSpPr>
          <p:nvPr>
            <p:ph type="dt" sz="half" idx="10"/>
          </p:nvPr>
        </p:nvSpPr>
        <p:spPr/>
        <p:txBody>
          <a:bodyPr/>
          <a:lstStyle/>
          <a:p>
            <a:fld id="{DC6F9A3E-CDFC-4402-85AC-083A27C439E3}" type="datetimeFigureOut">
              <a:rPr lang="en-US" smtClean="0"/>
              <a:t>3/7/2023</a:t>
            </a:fld>
            <a:endParaRPr lang="en-US"/>
          </a:p>
        </p:txBody>
      </p:sp>
      <p:sp>
        <p:nvSpPr>
          <p:cNvPr id="5" name="Footer Placeholder 4">
            <a:extLst>
              <a:ext uri="{FF2B5EF4-FFF2-40B4-BE49-F238E27FC236}">
                <a16:creationId xmlns:a16="http://schemas.microsoft.com/office/drawing/2014/main" id="{4A715FE4-19B1-4F52-AF94-2DA84AD4B6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D84BAB-F9C3-40E7-AFA8-53C91DF1BC3D}"/>
              </a:ext>
            </a:extLst>
          </p:cNvPr>
          <p:cNvSpPr>
            <a:spLocks noGrp="1"/>
          </p:cNvSpPr>
          <p:nvPr>
            <p:ph type="sldNum" sz="quarter" idx="12"/>
          </p:nvPr>
        </p:nvSpPr>
        <p:spPr/>
        <p:txBody>
          <a:bodyPr/>
          <a:lstStyle/>
          <a:p>
            <a:fld id="{9728F38C-7E8A-40D4-AAD7-544C226BF5BA}" type="slidenum">
              <a:rPr lang="en-US" smtClean="0"/>
              <a:t>‹#›</a:t>
            </a:fld>
            <a:endParaRPr lang="en-US"/>
          </a:p>
        </p:txBody>
      </p:sp>
    </p:spTree>
    <p:extLst>
      <p:ext uri="{BB962C8B-B14F-4D97-AF65-F5344CB8AC3E}">
        <p14:creationId xmlns:p14="http://schemas.microsoft.com/office/powerpoint/2010/main" val="37242197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494AB-83CB-45E3-8ADA-D20C4A811D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4730589-DD3F-4553-B695-B9E0CED293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707347B-FF6E-45FE-9621-F4C1BE061925}"/>
              </a:ext>
            </a:extLst>
          </p:cNvPr>
          <p:cNvSpPr>
            <a:spLocks noGrp="1"/>
          </p:cNvSpPr>
          <p:nvPr>
            <p:ph type="dt" sz="half" idx="10"/>
          </p:nvPr>
        </p:nvSpPr>
        <p:spPr/>
        <p:txBody>
          <a:bodyPr/>
          <a:lstStyle/>
          <a:p>
            <a:fld id="{619539C5-0AF7-4F42-9663-5468D66C463F}" type="datetimeFigureOut">
              <a:rPr lang="en-US" smtClean="0"/>
              <a:t>3/7/2023</a:t>
            </a:fld>
            <a:endParaRPr lang="en-US"/>
          </a:p>
        </p:txBody>
      </p:sp>
      <p:sp>
        <p:nvSpPr>
          <p:cNvPr id="5" name="Footer Placeholder 4">
            <a:extLst>
              <a:ext uri="{FF2B5EF4-FFF2-40B4-BE49-F238E27FC236}">
                <a16:creationId xmlns:a16="http://schemas.microsoft.com/office/drawing/2014/main" id="{FFBA349E-DCD2-4DC8-9459-B428588F69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718F5D-55FD-4D07-9D4D-3460C92167F6}"/>
              </a:ext>
            </a:extLst>
          </p:cNvPr>
          <p:cNvSpPr>
            <a:spLocks noGrp="1"/>
          </p:cNvSpPr>
          <p:nvPr>
            <p:ph type="sldNum" sz="quarter" idx="12"/>
          </p:nvPr>
        </p:nvSpPr>
        <p:spPr/>
        <p:txBody>
          <a:bodyPr/>
          <a:lstStyle/>
          <a:p>
            <a:fld id="{FBC8B428-6D1D-40C6-86AC-CE6EBA4D7771}" type="slidenum">
              <a:rPr lang="en-US" smtClean="0"/>
              <a:t>‹#›</a:t>
            </a:fld>
            <a:endParaRPr lang="en-US"/>
          </a:p>
        </p:txBody>
      </p:sp>
    </p:spTree>
    <p:extLst>
      <p:ext uri="{BB962C8B-B14F-4D97-AF65-F5344CB8AC3E}">
        <p14:creationId xmlns:p14="http://schemas.microsoft.com/office/powerpoint/2010/main" val="360010406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3F86F-22E1-47C4-A8B5-A08BEBC0D1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BE363D-5E43-4D08-8CFB-E0973BCFC1C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9CC63C-0B6E-422A-84FD-B194EED88AC5}"/>
              </a:ext>
            </a:extLst>
          </p:cNvPr>
          <p:cNvSpPr>
            <a:spLocks noGrp="1"/>
          </p:cNvSpPr>
          <p:nvPr>
            <p:ph type="dt" sz="half" idx="10"/>
          </p:nvPr>
        </p:nvSpPr>
        <p:spPr/>
        <p:txBody>
          <a:bodyPr/>
          <a:lstStyle/>
          <a:p>
            <a:fld id="{619539C5-0AF7-4F42-9663-5468D66C463F}" type="datetimeFigureOut">
              <a:rPr lang="en-US" smtClean="0"/>
              <a:t>3/7/2023</a:t>
            </a:fld>
            <a:endParaRPr lang="en-US"/>
          </a:p>
        </p:txBody>
      </p:sp>
      <p:sp>
        <p:nvSpPr>
          <p:cNvPr id="5" name="Footer Placeholder 4">
            <a:extLst>
              <a:ext uri="{FF2B5EF4-FFF2-40B4-BE49-F238E27FC236}">
                <a16:creationId xmlns:a16="http://schemas.microsoft.com/office/drawing/2014/main" id="{EC167A9E-2888-4312-89B7-13D1F3E2BA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FFC504-98FA-437F-AFE8-9132B1449443}"/>
              </a:ext>
            </a:extLst>
          </p:cNvPr>
          <p:cNvSpPr>
            <a:spLocks noGrp="1"/>
          </p:cNvSpPr>
          <p:nvPr>
            <p:ph type="sldNum" sz="quarter" idx="12"/>
          </p:nvPr>
        </p:nvSpPr>
        <p:spPr/>
        <p:txBody>
          <a:bodyPr/>
          <a:lstStyle/>
          <a:p>
            <a:fld id="{FBC8B428-6D1D-40C6-86AC-CE6EBA4D7771}" type="slidenum">
              <a:rPr lang="en-US" smtClean="0"/>
              <a:t>‹#›</a:t>
            </a:fld>
            <a:endParaRPr lang="en-US"/>
          </a:p>
        </p:txBody>
      </p:sp>
    </p:spTree>
    <p:extLst>
      <p:ext uri="{BB962C8B-B14F-4D97-AF65-F5344CB8AC3E}">
        <p14:creationId xmlns:p14="http://schemas.microsoft.com/office/powerpoint/2010/main" val="30125875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26CFD-372F-45DE-8C82-F5D84C92CC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071C3F-3206-4C7E-823A-D986F89DD5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E3DD8AC-5547-4617-B03A-280E3DEB9030}"/>
              </a:ext>
            </a:extLst>
          </p:cNvPr>
          <p:cNvSpPr>
            <a:spLocks noGrp="1"/>
          </p:cNvSpPr>
          <p:nvPr>
            <p:ph type="dt" sz="half" idx="10"/>
          </p:nvPr>
        </p:nvSpPr>
        <p:spPr/>
        <p:txBody>
          <a:bodyPr/>
          <a:lstStyle/>
          <a:p>
            <a:fld id="{619539C5-0AF7-4F42-9663-5468D66C463F}" type="datetimeFigureOut">
              <a:rPr lang="en-US" smtClean="0"/>
              <a:t>3/7/2023</a:t>
            </a:fld>
            <a:endParaRPr lang="en-US"/>
          </a:p>
        </p:txBody>
      </p:sp>
      <p:sp>
        <p:nvSpPr>
          <p:cNvPr id="5" name="Footer Placeholder 4">
            <a:extLst>
              <a:ext uri="{FF2B5EF4-FFF2-40B4-BE49-F238E27FC236}">
                <a16:creationId xmlns:a16="http://schemas.microsoft.com/office/drawing/2014/main" id="{5A5CA90C-BFFC-4C97-99EE-0C9DD48FF4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833F0C-DC0D-4B96-A271-CBBAF0B8E8FF}"/>
              </a:ext>
            </a:extLst>
          </p:cNvPr>
          <p:cNvSpPr>
            <a:spLocks noGrp="1"/>
          </p:cNvSpPr>
          <p:nvPr>
            <p:ph type="sldNum" sz="quarter" idx="12"/>
          </p:nvPr>
        </p:nvSpPr>
        <p:spPr/>
        <p:txBody>
          <a:bodyPr/>
          <a:lstStyle/>
          <a:p>
            <a:fld id="{FBC8B428-6D1D-40C6-86AC-CE6EBA4D7771}" type="slidenum">
              <a:rPr lang="en-US" smtClean="0"/>
              <a:t>‹#›</a:t>
            </a:fld>
            <a:endParaRPr lang="en-US"/>
          </a:p>
        </p:txBody>
      </p:sp>
    </p:spTree>
    <p:extLst>
      <p:ext uri="{BB962C8B-B14F-4D97-AF65-F5344CB8AC3E}">
        <p14:creationId xmlns:p14="http://schemas.microsoft.com/office/powerpoint/2010/main" val="6175631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0FB38-142B-42E2-9337-974B5F472E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DAB1AE-0094-46D7-B183-5A8B8E62C35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7B65CA-2F4F-4DB6-8C63-B8A76EEFED8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44E452-FC16-4263-8943-8F70E2B253B1}"/>
              </a:ext>
            </a:extLst>
          </p:cNvPr>
          <p:cNvSpPr>
            <a:spLocks noGrp="1"/>
          </p:cNvSpPr>
          <p:nvPr>
            <p:ph type="dt" sz="half" idx="10"/>
          </p:nvPr>
        </p:nvSpPr>
        <p:spPr/>
        <p:txBody>
          <a:bodyPr/>
          <a:lstStyle/>
          <a:p>
            <a:fld id="{619539C5-0AF7-4F42-9663-5468D66C463F}" type="datetimeFigureOut">
              <a:rPr lang="en-US" smtClean="0"/>
              <a:t>3/7/2023</a:t>
            </a:fld>
            <a:endParaRPr lang="en-US"/>
          </a:p>
        </p:txBody>
      </p:sp>
      <p:sp>
        <p:nvSpPr>
          <p:cNvPr id="6" name="Footer Placeholder 5">
            <a:extLst>
              <a:ext uri="{FF2B5EF4-FFF2-40B4-BE49-F238E27FC236}">
                <a16:creationId xmlns:a16="http://schemas.microsoft.com/office/drawing/2014/main" id="{8AFEC293-7AF7-429B-8FB9-60BA8F3347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9CCB72-A7D2-4DFA-9586-E7CDCC518033}"/>
              </a:ext>
            </a:extLst>
          </p:cNvPr>
          <p:cNvSpPr>
            <a:spLocks noGrp="1"/>
          </p:cNvSpPr>
          <p:nvPr>
            <p:ph type="sldNum" sz="quarter" idx="12"/>
          </p:nvPr>
        </p:nvSpPr>
        <p:spPr/>
        <p:txBody>
          <a:bodyPr/>
          <a:lstStyle/>
          <a:p>
            <a:fld id="{FBC8B428-6D1D-40C6-86AC-CE6EBA4D7771}" type="slidenum">
              <a:rPr lang="en-US" smtClean="0"/>
              <a:t>‹#›</a:t>
            </a:fld>
            <a:endParaRPr lang="en-US"/>
          </a:p>
        </p:txBody>
      </p:sp>
    </p:spTree>
    <p:extLst>
      <p:ext uri="{BB962C8B-B14F-4D97-AF65-F5344CB8AC3E}">
        <p14:creationId xmlns:p14="http://schemas.microsoft.com/office/powerpoint/2010/main" val="1547587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7AA3E-D0F9-44A7-A7B2-6AC6166F981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C0107B-883B-46A9-B09B-08D9541EE3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D0987BA-3F77-40E3-9E32-61F73CA69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F3B63D-2942-4884-AA8F-AD1945C516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6A6DD9E-3A53-43A9-B705-7E5AA3B03E4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BB18A7-E3EB-407D-9109-24D268506312}"/>
              </a:ext>
            </a:extLst>
          </p:cNvPr>
          <p:cNvSpPr>
            <a:spLocks noGrp="1"/>
          </p:cNvSpPr>
          <p:nvPr>
            <p:ph type="dt" sz="half" idx="10"/>
          </p:nvPr>
        </p:nvSpPr>
        <p:spPr/>
        <p:txBody>
          <a:bodyPr/>
          <a:lstStyle/>
          <a:p>
            <a:fld id="{619539C5-0AF7-4F42-9663-5468D66C463F}" type="datetimeFigureOut">
              <a:rPr lang="en-US" smtClean="0"/>
              <a:t>3/7/2023</a:t>
            </a:fld>
            <a:endParaRPr lang="en-US"/>
          </a:p>
        </p:txBody>
      </p:sp>
      <p:sp>
        <p:nvSpPr>
          <p:cNvPr id="8" name="Footer Placeholder 7">
            <a:extLst>
              <a:ext uri="{FF2B5EF4-FFF2-40B4-BE49-F238E27FC236}">
                <a16:creationId xmlns:a16="http://schemas.microsoft.com/office/drawing/2014/main" id="{B1DD5FD2-5504-4EF8-AA22-94BC1CBA95A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F13D8D-1498-4FAA-882C-ED46A2162600}"/>
              </a:ext>
            </a:extLst>
          </p:cNvPr>
          <p:cNvSpPr>
            <a:spLocks noGrp="1"/>
          </p:cNvSpPr>
          <p:nvPr>
            <p:ph type="sldNum" sz="quarter" idx="12"/>
          </p:nvPr>
        </p:nvSpPr>
        <p:spPr/>
        <p:txBody>
          <a:bodyPr/>
          <a:lstStyle/>
          <a:p>
            <a:fld id="{FBC8B428-6D1D-40C6-86AC-CE6EBA4D7771}" type="slidenum">
              <a:rPr lang="en-US" smtClean="0"/>
              <a:t>‹#›</a:t>
            </a:fld>
            <a:endParaRPr lang="en-US"/>
          </a:p>
        </p:txBody>
      </p:sp>
    </p:spTree>
    <p:extLst>
      <p:ext uri="{BB962C8B-B14F-4D97-AF65-F5344CB8AC3E}">
        <p14:creationId xmlns:p14="http://schemas.microsoft.com/office/powerpoint/2010/main" val="2160328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6F306-4F37-41F1-B52D-00D4C0868D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73FD15-48E9-4004-AEAB-5910E9A41FD6}"/>
              </a:ext>
            </a:extLst>
          </p:cNvPr>
          <p:cNvSpPr>
            <a:spLocks noGrp="1"/>
          </p:cNvSpPr>
          <p:nvPr>
            <p:ph type="dt" sz="half" idx="10"/>
          </p:nvPr>
        </p:nvSpPr>
        <p:spPr/>
        <p:txBody>
          <a:bodyPr/>
          <a:lstStyle/>
          <a:p>
            <a:fld id="{619539C5-0AF7-4F42-9663-5468D66C463F}" type="datetimeFigureOut">
              <a:rPr lang="en-US" smtClean="0"/>
              <a:t>3/7/2023</a:t>
            </a:fld>
            <a:endParaRPr lang="en-US"/>
          </a:p>
        </p:txBody>
      </p:sp>
      <p:sp>
        <p:nvSpPr>
          <p:cNvPr id="4" name="Footer Placeholder 3">
            <a:extLst>
              <a:ext uri="{FF2B5EF4-FFF2-40B4-BE49-F238E27FC236}">
                <a16:creationId xmlns:a16="http://schemas.microsoft.com/office/drawing/2014/main" id="{4B3C3CBC-685A-4B55-957E-A246535B7B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3604F6-E829-4EBB-B2C0-299E58ECBE01}"/>
              </a:ext>
            </a:extLst>
          </p:cNvPr>
          <p:cNvSpPr>
            <a:spLocks noGrp="1"/>
          </p:cNvSpPr>
          <p:nvPr>
            <p:ph type="sldNum" sz="quarter" idx="12"/>
          </p:nvPr>
        </p:nvSpPr>
        <p:spPr/>
        <p:txBody>
          <a:bodyPr/>
          <a:lstStyle/>
          <a:p>
            <a:fld id="{FBC8B428-6D1D-40C6-86AC-CE6EBA4D7771}" type="slidenum">
              <a:rPr lang="en-US" smtClean="0"/>
              <a:t>‹#›</a:t>
            </a:fld>
            <a:endParaRPr lang="en-US"/>
          </a:p>
        </p:txBody>
      </p:sp>
    </p:spTree>
    <p:extLst>
      <p:ext uri="{BB962C8B-B14F-4D97-AF65-F5344CB8AC3E}">
        <p14:creationId xmlns:p14="http://schemas.microsoft.com/office/powerpoint/2010/main" val="1918818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3A330E-FA71-4B1E-AD30-FB70D86C1E8C}"/>
              </a:ext>
            </a:extLst>
          </p:cNvPr>
          <p:cNvSpPr>
            <a:spLocks noGrp="1"/>
          </p:cNvSpPr>
          <p:nvPr>
            <p:ph type="dt" sz="half" idx="10"/>
          </p:nvPr>
        </p:nvSpPr>
        <p:spPr/>
        <p:txBody>
          <a:bodyPr/>
          <a:lstStyle/>
          <a:p>
            <a:fld id="{619539C5-0AF7-4F42-9663-5468D66C463F}" type="datetimeFigureOut">
              <a:rPr lang="en-US" smtClean="0"/>
              <a:t>3/7/2023</a:t>
            </a:fld>
            <a:endParaRPr lang="en-US"/>
          </a:p>
        </p:txBody>
      </p:sp>
      <p:sp>
        <p:nvSpPr>
          <p:cNvPr id="3" name="Footer Placeholder 2">
            <a:extLst>
              <a:ext uri="{FF2B5EF4-FFF2-40B4-BE49-F238E27FC236}">
                <a16:creationId xmlns:a16="http://schemas.microsoft.com/office/drawing/2014/main" id="{F8990BED-30A5-4987-9946-6E1A8419A3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36B659-4A98-4655-9EA6-0516149842E1}"/>
              </a:ext>
            </a:extLst>
          </p:cNvPr>
          <p:cNvSpPr>
            <a:spLocks noGrp="1"/>
          </p:cNvSpPr>
          <p:nvPr>
            <p:ph type="sldNum" sz="quarter" idx="12"/>
          </p:nvPr>
        </p:nvSpPr>
        <p:spPr/>
        <p:txBody>
          <a:bodyPr/>
          <a:lstStyle/>
          <a:p>
            <a:fld id="{FBC8B428-6D1D-40C6-86AC-CE6EBA4D7771}" type="slidenum">
              <a:rPr lang="en-US" smtClean="0"/>
              <a:t>‹#›</a:t>
            </a:fld>
            <a:endParaRPr lang="en-US"/>
          </a:p>
        </p:txBody>
      </p:sp>
    </p:spTree>
    <p:extLst>
      <p:ext uri="{BB962C8B-B14F-4D97-AF65-F5344CB8AC3E}">
        <p14:creationId xmlns:p14="http://schemas.microsoft.com/office/powerpoint/2010/main" val="4096576765"/>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5120C-013C-4B0D-AD02-5C27D4EC6D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94C028-0D7B-4603-9BBA-3EF02EF1F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711557-1498-4834-AAD2-E1792CF6C0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12CB55A-ACB0-47A5-85D1-C90AD134E8C4}"/>
              </a:ext>
            </a:extLst>
          </p:cNvPr>
          <p:cNvSpPr>
            <a:spLocks noGrp="1"/>
          </p:cNvSpPr>
          <p:nvPr>
            <p:ph type="dt" sz="half" idx="10"/>
          </p:nvPr>
        </p:nvSpPr>
        <p:spPr/>
        <p:txBody>
          <a:bodyPr/>
          <a:lstStyle/>
          <a:p>
            <a:fld id="{619539C5-0AF7-4F42-9663-5468D66C463F}" type="datetimeFigureOut">
              <a:rPr lang="en-US" smtClean="0"/>
              <a:t>3/7/2023</a:t>
            </a:fld>
            <a:endParaRPr lang="en-US"/>
          </a:p>
        </p:txBody>
      </p:sp>
      <p:sp>
        <p:nvSpPr>
          <p:cNvPr id="6" name="Footer Placeholder 5">
            <a:extLst>
              <a:ext uri="{FF2B5EF4-FFF2-40B4-BE49-F238E27FC236}">
                <a16:creationId xmlns:a16="http://schemas.microsoft.com/office/drawing/2014/main" id="{E60C68F0-ECBC-4B5C-9026-26930DDF57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C509C9-D878-470A-8BAF-2D18966A3174}"/>
              </a:ext>
            </a:extLst>
          </p:cNvPr>
          <p:cNvSpPr>
            <a:spLocks noGrp="1"/>
          </p:cNvSpPr>
          <p:nvPr>
            <p:ph type="sldNum" sz="quarter" idx="12"/>
          </p:nvPr>
        </p:nvSpPr>
        <p:spPr/>
        <p:txBody>
          <a:bodyPr/>
          <a:lstStyle/>
          <a:p>
            <a:fld id="{FBC8B428-6D1D-40C6-86AC-CE6EBA4D7771}" type="slidenum">
              <a:rPr lang="en-US" smtClean="0"/>
              <a:t>‹#›</a:t>
            </a:fld>
            <a:endParaRPr lang="en-US"/>
          </a:p>
        </p:txBody>
      </p:sp>
    </p:spTree>
    <p:extLst>
      <p:ext uri="{BB962C8B-B14F-4D97-AF65-F5344CB8AC3E}">
        <p14:creationId xmlns:p14="http://schemas.microsoft.com/office/powerpoint/2010/main" val="1293021383"/>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2D1D-E785-469C-8790-7DD0BCA80B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6ACFBA-5142-456B-B918-BBE9CF3A11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08F438-C1CD-44AE-B87B-0F1652536C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62B021F-363C-4C3C-B33E-9BDB30209E5D}"/>
              </a:ext>
            </a:extLst>
          </p:cNvPr>
          <p:cNvSpPr>
            <a:spLocks noGrp="1"/>
          </p:cNvSpPr>
          <p:nvPr>
            <p:ph type="dt" sz="half" idx="10"/>
          </p:nvPr>
        </p:nvSpPr>
        <p:spPr/>
        <p:txBody>
          <a:bodyPr/>
          <a:lstStyle/>
          <a:p>
            <a:fld id="{619539C5-0AF7-4F42-9663-5468D66C463F}" type="datetimeFigureOut">
              <a:rPr lang="en-US" smtClean="0"/>
              <a:t>3/7/2023</a:t>
            </a:fld>
            <a:endParaRPr lang="en-US"/>
          </a:p>
        </p:txBody>
      </p:sp>
      <p:sp>
        <p:nvSpPr>
          <p:cNvPr id="6" name="Footer Placeholder 5">
            <a:extLst>
              <a:ext uri="{FF2B5EF4-FFF2-40B4-BE49-F238E27FC236}">
                <a16:creationId xmlns:a16="http://schemas.microsoft.com/office/drawing/2014/main" id="{1F09354D-6C41-4850-A729-441FA4A6BC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870DE6-5C99-4927-9972-9D6C0CA8CE6C}"/>
              </a:ext>
            </a:extLst>
          </p:cNvPr>
          <p:cNvSpPr>
            <a:spLocks noGrp="1"/>
          </p:cNvSpPr>
          <p:nvPr>
            <p:ph type="sldNum" sz="quarter" idx="12"/>
          </p:nvPr>
        </p:nvSpPr>
        <p:spPr/>
        <p:txBody>
          <a:bodyPr/>
          <a:lstStyle/>
          <a:p>
            <a:fld id="{FBC8B428-6D1D-40C6-86AC-CE6EBA4D7771}" type="slidenum">
              <a:rPr lang="en-US" smtClean="0"/>
              <a:t>‹#›</a:t>
            </a:fld>
            <a:endParaRPr lang="en-US"/>
          </a:p>
        </p:txBody>
      </p:sp>
    </p:spTree>
    <p:extLst>
      <p:ext uri="{BB962C8B-B14F-4D97-AF65-F5344CB8AC3E}">
        <p14:creationId xmlns:p14="http://schemas.microsoft.com/office/powerpoint/2010/main" val="23629302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BBCB5-77A7-4DD4-9912-99FFE2603D7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C8BB5C-C517-4370-8CD5-80A904C30F5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2E74DB-06A6-4246-B8D2-A1C170DFB368}"/>
              </a:ext>
            </a:extLst>
          </p:cNvPr>
          <p:cNvSpPr>
            <a:spLocks noGrp="1"/>
          </p:cNvSpPr>
          <p:nvPr>
            <p:ph type="dt" sz="half" idx="10"/>
          </p:nvPr>
        </p:nvSpPr>
        <p:spPr/>
        <p:txBody>
          <a:bodyPr/>
          <a:lstStyle/>
          <a:p>
            <a:fld id="{619539C5-0AF7-4F42-9663-5468D66C463F}" type="datetimeFigureOut">
              <a:rPr lang="en-US" smtClean="0"/>
              <a:t>3/7/2023</a:t>
            </a:fld>
            <a:endParaRPr lang="en-US"/>
          </a:p>
        </p:txBody>
      </p:sp>
      <p:sp>
        <p:nvSpPr>
          <p:cNvPr id="5" name="Footer Placeholder 4">
            <a:extLst>
              <a:ext uri="{FF2B5EF4-FFF2-40B4-BE49-F238E27FC236}">
                <a16:creationId xmlns:a16="http://schemas.microsoft.com/office/drawing/2014/main" id="{8018BB79-03F8-4D0D-80AC-3E94EFFDF3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3821B-328D-462F-AF29-5CD0D9C0937B}"/>
              </a:ext>
            </a:extLst>
          </p:cNvPr>
          <p:cNvSpPr>
            <a:spLocks noGrp="1"/>
          </p:cNvSpPr>
          <p:nvPr>
            <p:ph type="sldNum" sz="quarter" idx="12"/>
          </p:nvPr>
        </p:nvSpPr>
        <p:spPr/>
        <p:txBody>
          <a:bodyPr/>
          <a:lstStyle/>
          <a:p>
            <a:fld id="{FBC8B428-6D1D-40C6-86AC-CE6EBA4D7771}" type="slidenum">
              <a:rPr lang="en-US" smtClean="0"/>
              <a:t>‹#›</a:t>
            </a:fld>
            <a:endParaRPr lang="en-US"/>
          </a:p>
        </p:txBody>
      </p:sp>
    </p:spTree>
    <p:extLst>
      <p:ext uri="{BB962C8B-B14F-4D97-AF65-F5344CB8AC3E}">
        <p14:creationId xmlns:p14="http://schemas.microsoft.com/office/powerpoint/2010/main" val="42323126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24D1F-6346-4EDA-AF16-EB3D0429DC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C31DBC-3D70-4C59-B4CE-2FFACA427F7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4F4524-BEA7-4A0F-8E29-3660604B0D21}"/>
              </a:ext>
            </a:extLst>
          </p:cNvPr>
          <p:cNvSpPr>
            <a:spLocks noGrp="1"/>
          </p:cNvSpPr>
          <p:nvPr>
            <p:ph type="dt" sz="half" idx="10"/>
          </p:nvPr>
        </p:nvSpPr>
        <p:spPr/>
        <p:txBody>
          <a:bodyPr/>
          <a:lstStyle/>
          <a:p>
            <a:fld id="{619539C5-0AF7-4F42-9663-5468D66C463F}" type="datetimeFigureOut">
              <a:rPr lang="en-US" smtClean="0"/>
              <a:t>3/7/2023</a:t>
            </a:fld>
            <a:endParaRPr lang="en-US"/>
          </a:p>
        </p:txBody>
      </p:sp>
      <p:sp>
        <p:nvSpPr>
          <p:cNvPr id="5" name="Footer Placeholder 4">
            <a:extLst>
              <a:ext uri="{FF2B5EF4-FFF2-40B4-BE49-F238E27FC236}">
                <a16:creationId xmlns:a16="http://schemas.microsoft.com/office/drawing/2014/main" id="{A8E7D241-6DE6-4D34-87F3-AEB19C0C0F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9C5CBF-C0FF-4D32-B555-D8BF146B3864}"/>
              </a:ext>
            </a:extLst>
          </p:cNvPr>
          <p:cNvSpPr>
            <a:spLocks noGrp="1"/>
          </p:cNvSpPr>
          <p:nvPr>
            <p:ph type="sldNum" sz="quarter" idx="12"/>
          </p:nvPr>
        </p:nvSpPr>
        <p:spPr/>
        <p:txBody>
          <a:bodyPr/>
          <a:lstStyle/>
          <a:p>
            <a:fld id="{FBC8B428-6D1D-40C6-86AC-CE6EBA4D7771}" type="slidenum">
              <a:rPr lang="en-US" smtClean="0"/>
              <a:t>‹#›</a:t>
            </a:fld>
            <a:endParaRPr lang="en-US"/>
          </a:p>
        </p:txBody>
      </p:sp>
    </p:spTree>
    <p:extLst>
      <p:ext uri="{BB962C8B-B14F-4D97-AF65-F5344CB8AC3E}">
        <p14:creationId xmlns:p14="http://schemas.microsoft.com/office/powerpoint/2010/main" val="2379244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58ECCF-C256-49EF-BE67-465AAA097F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E32293-F4E6-41B3-AA44-1C6C98953E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413181-C68B-434F-A4D0-4221585CE1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6F9A3E-CDFC-4402-85AC-083A27C439E3}" type="datetimeFigureOut">
              <a:rPr lang="en-US" smtClean="0"/>
              <a:t>3/7/2023</a:t>
            </a:fld>
            <a:endParaRPr lang="en-US"/>
          </a:p>
        </p:txBody>
      </p:sp>
      <p:sp>
        <p:nvSpPr>
          <p:cNvPr id="5" name="Footer Placeholder 4">
            <a:extLst>
              <a:ext uri="{FF2B5EF4-FFF2-40B4-BE49-F238E27FC236}">
                <a16:creationId xmlns:a16="http://schemas.microsoft.com/office/drawing/2014/main" id="{712BD63D-810C-4A22-A923-F256A1FB61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1A89564-F543-466A-AA88-0085124B06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28F38C-7E8A-40D4-AAD7-544C226BF5BA}" type="slidenum">
              <a:rPr lang="en-US" smtClean="0"/>
              <a:t>‹#›</a:t>
            </a:fld>
            <a:endParaRPr lang="en-US"/>
          </a:p>
        </p:txBody>
      </p:sp>
    </p:spTree>
    <p:extLst>
      <p:ext uri="{BB962C8B-B14F-4D97-AF65-F5344CB8AC3E}">
        <p14:creationId xmlns:p14="http://schemas.microsoft.com/office/powerpoint/2010/main" val="4225473181"/>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6CD1E9-B444-4C88-9670-DE58AE1817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FB450A3-342B-4935-AEB8-C2E42596C5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1D2138-3E80-495A-AD9F-9C533915F3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9539C5-0AF7-4F42-9663-5468D66C463F}" type="datetimeFigureOut">
              <a:rPr lang="en-US" smtClean="0"/>
              <a:t>3/7/2023</a:t>
            </a:fld>
            <a:endParaRPr lang="en-US"/>
          </a:p>
        </p:txBody>
      </p:sp>
      <p:sp>
        <p:nvSpPr>
          <p:cNvPr id="5" name="Footer Placeholder 4">
            <a:extLst>
              <a:ext uri="{FF2B5EF4-FFF2-40B4-BE49-F238E27FC236}">
                <a16:creationId xmlns:a16="http://schemas.microsoft.com/office/drawing/2014/main" id="{DBAF0E9B-1B5B-45D8-A6B0-B9C6D61BD1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4BC6E68-7E5A-4589-9FD4-137F9131A5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C8B428-6D1D-40C6-86AC-CE6EBA4D7771}" type="slidenum">
              <a:rPr lang="en-US" smtClean="0"/>
              <a:t>‹#›</a:t>
            </a:fld>
            <a:endParaRPr lang="en-US"/>
          </a:p>
        </p:txBody>
      </p:sp>
    </p:spTree>
    <p:extLst>
      <p:ext uri="{BB962C8B-B14F-4D97-AF65-F5344CB8AC3E}">
        <p14:creationId xmlns:p14="http://schemas.microsoft.com/office/powerpoint/2010/main" val="729461093"/>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gif"/><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EE39DFCF-9247-4DE5-BB93-074BFAF07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9">
            <a:extLst>
              <a:ext uri="{FF2B5EF4-FFF2-40B4-BE49-F238E27FC236}">
                <a16:creationId xmlns:a16="http://schemas.microsoft.com/office/drawing/2014/main" id="{442B652E-D499-4CDA-8F7A-60469EDBCB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1632" y="996662"/>
            <a:ext cx="4864676" cy="4864676"/>
          </a:xfrm>
          <a:custGeom>
            <a:avLst/>
            <a:gdLst>
              <a:gd name="connsiteX0" fmla="*/ 0 w 4864676"/>
              <a:gd name="connsiteY0" fmla="*/ 0 h 4864676"/>
              <a:gd name="connsiteX1" fmla="*/ 4864676 w 4864676"/>
              <a:gd name="connsiteY1" fmla="*/ 0 h 4864676"/>
              <a:gd name="connsiteX2" fmla="*/ 4864676 w 4864676"/>
              <a:gd name="connsiteY2" fmla="*/ 4864676 h 4864676"/>
              <a:gd name="connsiteX3" fmla="*/ 1281101 w 4864676"/>
              <a:gd name="connsiteY3" fmla="*/ 4864676 h 4864676"/>
              <a:gd name="connsiteX4" fmla="*/ 0 w 4864676"/>
              <a:gd name="connsiteY4" fmla="*/ 3583575 h 4864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4676" h="4864676">
                <a:moveTo>
                  <a:pt x="0" y="0"/>
                </a:moveTo>
                <a:lnTo>
                  <a:pt x="4864676" y="0"/>
                </a:lnTo>
                <a:lnTo>
                  <a:pt x="4864676" y="4864676"/>
                </a:lnTo>
                <a:lnTo>
                  <a:pt x="1281101" y="4864676"/>
                </a:lnTo>
                <a:lnTo>
                  <a:pt x="0" y="358357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11">
            <a:extLst>
              <a:ext uri="{FF2B5EF4-FFF2-40B4-BE49-F238E27FC236}">
                <a16:creationId xmlns:a16="http://schemas.microsoft.com/office/drawing/2014/main" id="{484A22B8-F5B6-47C2-B88E-DADAF37913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7225693" y="996662"/>
            <a:ext cx="4864676" cy="4864676"/>
          </a:xfrm>
          <a:custGeom>
            <a:avLst/>
            <a:gdLst>
              <a:gd name="connsiteX0" fmla="*/ 0 w 4864676"/>
              <a:gd name="connsiteY0" fmla="*/ 0 h 4864676"/>
              <a:gd name="connsiteX1" fmla="*/ 3583574 w 4864676"/>
              <a:gd name="connsiteY1" fmla="*/ 0 h 4864676"/>
              <a:gd name="connsiteX2" fmla="*/ 4864676 w 4864676"/>
              <a:gd name="connsiteY2" fmla="*/ 1281103 h 4864676"/>
              <a:gd name="connsiteX3" fmla="*/ 4864676 w 4864676"/>
              <a:gd name="connsiteY3" fmla="*/ 4864676 h 4864676"/>
              <a:gd name="connsiteX4" fmla="*/ 0 w 4864676"/>
              <a:gd name="connsiteY4" fmla="*/ 4864676 h 4864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4676" h="4864676">
                <a:moveTo>
                  <a:pt x="0" y="0"/>
                </a:moveTo>
                <a:lnTo>
                  <a:pt x="3583574" y="0"/>
                </a:lnTo>
                <a:lnTo>
                  <a:pt x="4864676" y="1281103"/>
                </a:lnTo>
                <a:lnTo>
                  <a:pt x="4864676" y="4864676"/>
                </a:lnTo>
                <a:lnTo>
                  <a:pt x="0" y="4864676"/>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Isosceles Triangle 13">
            <a:extLst>
              <a:ext uri="{FF2B5EF4-FFF2-40B4-BE49-F238E27FC236}">
                <a16:creationId xmlns:a16="http://schemas.microsoft.com/office/drawing/2014/main" id="{A987C18C-164D-4263-B486-4647A98E8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789020" y="1"/>
            <a:ext cx="6613961" cy="3286380"/>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E7E98B39-04C6-408B-92FD-768628740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286" y="3571620"/>
            <a:ext cx="6613961" cy="3286380"/>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81C8C27-2457-421F-BDC4-7B4EA3C7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CEA13C66-82C1-44AF-972B-8F5CCA41B6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71208" y="5287803"/>
            <a:ext cx="955808" cy="9558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9DB36437-FE59-457E-91A7-396BBD3C9C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BB6FD912-84B4-4F59-9AE4-81967F8CCC84}"/>
              </a:ext>
            </a:extLst>
          </p:cNvPr>
          <p:cNvSpPr>
            <a:spLocks noGrp="1"/>
          </p:cNvSpPr>
          <p:nvPr>
            <p:ph type="ctrTitle"/>
          </p:nvPr>
        </p:nvSpPr>
        <p:spPr>
          <a:xfrm>
            <a:off x="3204642" y="2353641"/>
            <a:ext cx="5782716" cy="2150719"/>
          </a:xfrm>
          <a:noFill/>
        </p:spPr>
        <p:txBody>
          <a:bodyPr anchor="ctr">
            <a:normAutofit/>
          </a:bodyPr>
          <a:lstStyle/>
          <a:p>
            <a:r>
              <a:rPr lang="en-US" sz="3600">
                <a:solidFill>
                  <a:srgbClr val="080808"/>
                </a:solidFill>
              </a:rPr>
              <a:t>Sensation, Perception,</a:t>
            </a:r>
            <a:br>
              <a:rPr lang="en-US" sz="3600">
                <a:solidFill>
                  <a:srgbClr val="080808"/>
                </a:solidFill>
              </a:rPr>
            </a:br>
            <a:r>
              <a:rPr lang="en-US" sz="3600">
                <a:solidFill>
                  <a:srgbClr val="080808"/>
                </a:solidFill>
              </a:rPr>
              <a:t>and Attention</a:t>
            </a:r>
          </a:p>
        </p:txBody>
      </p:sp>
      <p:sp>
        <p:nvSpPr>
          <p:cNvPr id="24" name="Rectangle 23">
            <a:extLst>
              <a:ext uri="{FF2B5EF4-FFF2-40B4-BE49-F238E27FC236}">
                <a16:creationId xmlns:a16="http://schemas.microsoft.com/office/drawing/2014/main" id="{844D3693-2EFE-4667-89D5-47E2D59209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42846" y="410171"/>
            <a:ext cx="1321281" cy="1321281"/>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21FD796-9CD0-404D-8DF5-5274C0BCC7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30319" y="1508609"/>
            <a:ext cx="700047" cy="70004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19778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02127-5F72-43BC-BC84-4628B0863378}"/>
              </a:ext>
            </a:extLst>
          </p:cNvPr>
          <p:cNvSpPr>
            <a:spLocks noGrp="1"/>
          </p:cNvSpPr>
          <p:nvPr>
            <p:ph type="title"/>
          </p:nvPr>
        </p:nvSpPr>
        <p:spPr/>
        <p:txBody>
          <a:bodyPr/>
          <a:lstStyle/>
          <a:p>
            <a:r>
              <a:rPr lang="en-US" b="1">
                <a:solidFill>
                  <a:srgbClr val="7030A0"/>
                </a:solidFill>
                <a:latin typeface="Book Antiqua" panose="02040602050305030304" pitchFamily="18" charset="0"/>
              </a:rPr>
              <a:t>Perceiving the world</a:t>
            </a:r>
            <a:endParaRPr lang="x-none" b="1" dirty="0">
              <a:solidFill>
                <a:srgbClr val="7030A0"/>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AC48688E-D6B5-45B0-9293-4435E8166CDD}"/>
              </a:ext>
            </a:extLst>
          </p:cNvPr>
          <p:cNvSpPr>
            <a:spLocks noGrp="1"/>
          </p:cNvSpPr>
          <p:nvPr>
            <p:ph idx="1"/>
          </p:nvPr>
        </p:nvSpPr>
        <p:spPr>
          <a:xfrm>
            <a:off x="838200" y="1368425"/>
            <a:ext cx="10515600" cy="4351338"/>
          </a:xfrm>
        </p:spPr>
        <p:txBody>
          <a:bodyPr>
            <a:normAutofit fontScale="92500" lnSpcReduction="20000"/>
          </a:bodyPr>
          <a:lstStyle/>
          <a:p>
            <a:pPr algn="just"/>
            <a:r>
              <a:rPr lang="en-US">
                <a:latin typeface="Book Antiqua" panose="02040602050305030304" pitchFamily="18" charset="0"/>
              </a:rPr>
              <a:t>Sensory systems = sense organs having 5 major senses</a:t>
            </a:r>
          </a:p>
          <a:p>
            <a:pPr algn="just"/>
            <a:r>
              <a:rPr lang="en-US">
                <a:latin typeface="Book Antiqua" panose="02040602050305030304" pitchFamily="18" charset="0"/>
              </a:rPr>
              <a:t>What are your senses?</a:t>
            </a:r>
          </a:p>
          <a:p>
            <a:pPr lvl="1" algn="just"/>
            <a:r>
              <a:rPr lang="en-US">
                <a:latin typeface="Book Antiqua" panose="02040602050305030304" pitchFamily="18" charset="0"/>
              </a:rPr>
              <a:t>Hearing</a:t>
            </a:r>
          </a:p>
          <a:p>
            <a:pPr lvl="1" algn="just"/>
            <a:r>
              <a:rPr lang="en-US">
                <a:latin typeface="Book Antiqua" panose="02040602050305030304" pitchFamily="18" charset="0"/>
              </a:rPr>
              <a:t>Vision</a:t>
            </a:r>
          </a:p>
          <a:p>
            <a:pPr lvl="1" algn="just"/>
            <a:r>
              <a:rPr lang="en-US">
                <a:latin typeface="Book Antiqua" panose="02040602050305030304" pitchFamily="18" charset="0"/>
              </a:rPr>
              <a:t>Taste</a:t>
            </a:r>
          </a:p>
          <a:p>
            <a:pPr lvl="1" algn="just"/>
            <a:r>
              <a:rPr lang="en-US">
                <a:latin typeface="Book Antiqua" panose="02040602050305030304" pitchFamily="18" charset="0"/>
              </a:rPr>
              <a:t>Touch</a:t>
            </a:r>
          </a:p>
          <a:p>
            <a:pPr lvl="1" algn="just"/>
            <a:r>
              <a:rPr lang="en-US">
                <a:latin typeface="Book Antiqua" panose="02040602050305030304" pitchFamily="18" charset="0"/>
              </a:rPr>
              <a:t>Smell</a:t>
            </a:r>
          </a:p>
          <a:p>
            <a:pPr algn="just"/>
            <a:r>
              <a:rPr lang="en-US">
                <a:latin typeface="Book Antiqua" panose="02040602050305030304" pitchFamily="18" charset="0"/>
              </a:rPr>
              <a:t>How do we make meaningful interpretation from what our senses take in?</a:t>
            </a:r>
          </a:p>
          <a:p>
            <a:pPr algn="just"/>
            <a:r>
              <a:rPr lang="en-US">
                <a:latin typeface="Book Antiqua" panose="02040602050305030304" pitchFamily="18" charset="0"/>
              </a:rPr>
              <a:t>Environment stimulus.. Attention.. picked.. taken in by the sensory receptors.. neural stimulation.. brain receive/read.. sensation completed.. Brain meaningfully interprets it.. Perception.. Cognition..</a:t>
            </a:r>
            <a:endParaRPr lang="x-none" dirty="0">
              <a:latin typeface="Book Antiqua" panose="02040602050305030304" pitchFamily="18" charset="0"/>
            </a:endParaRPr>
          </a:p>
        </p:txBody>
      </p:sp>
    </p:spTree>
    <p:extLst>
      <p:ext uri="{BB962C8B-B14F-4D97-AF65-F5344CB8AC3E}">
        <p14:creationId xmlns:p14="http://schemas.microsoft.com/office/powerpoint/2010/main" val="2581673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8">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4335327"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DD6F66-E13E-4A7A-9F0F-B2A7F7112D68}"/>
              </a:ext>
            </a:extLst>
          </p:cNvPr>
          <p:cNvSpPr>
            <a:spLocks noGrp="1"/>
          </p:cNvSpPr>
          <p:nvPr>
            <p:ph type="title"/>
          </p:nvPr>
        </p:nvSpPr>
        <p:spPr>
          <a:xfrm>
            <a:off x="594360" y="637125"/>
            <a:ext cx="3802276" cy="5256371"/>
          </a:xfrm>
        </p:spPr>
        <p:txBody>
          <a:bodyPr>
            <a:normAutofit/>
          </a:bodyPr>
          <a:lstStyle/>
          <a:p>
            <a:r>
              <a:rPr lang="en-US" sz="4800" b="1">
                <a:solidFill>
                  <a:schemeClr val="bg1"/>
                </a:solidFill>
                <a:latin typeface="Book Antiqua" panose="02040602050305030304" pitchFamily="18" charset="0"/>
              </a:rPr>
              <a:t>Senses</a:t>
            </a:r>
            <a:endParaRPr lang="x-none" sz="4800" b="1">
              <a:solidFill>
                <a:schemeClr val="bg1"/>
              </a:solidFill>
              <a:latin typeface="Book Antiqua" panose="02040602050305030304" pitchFamily="18" charset="0"/>
            </a:endParaRPr>
          </a:p>
        </p:txBody>
      </p:sp>
      <p:graphicFrame>
        <p:nvGraphicFramePr>
          <p:cNvPr id="18" name="Content Placeholder 2">
            <a:extLst>
              <a:ext uri="{FF2B5EF4-FFF2-40B4-BE49-F238E27FC236}">
                <a16:creationId xmlns:a16="http://schemas.microsoft.com/office/drawing/2014/main" id="{1520AB0C-7C8A-0C5A-EEE2-C8C7617B6B24}"/>
              </a:ext>
            </a:extLst>
          </p:cNvPr>
          <p:cNvGraphicFramePr>
            <a:graphicFrameLocks noGrp="1"/>
          </p:cNvGraphicFramePr>
          <p:nvPr>
            <p:ph idx="1"/>
            <p:extLst>
              <p:ext uri="{D42A27DB-BD31-4B8C-83A1-F6EECF244321}">
                <p14:modId xmlns:p14="http://schemas.microsoft.com/office/powerpoint/2010/main" val="2269793190"/>
              </p:ext>
            </p:extLst>
          </p:nvPr>
        </p:nvGraphicFramePr>
        <p:xfrm>
          <a:off x="5166985" y="303591"/>
          <a:ext cx="6588691"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03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ensation-and-perception-psychology-4-638.jpg"/>
          <p:cNvPicPr>
            <a:picLocks noChangeAspect="1"/>
          </p:cNvPicPr>
          <p:nvPr/>
        </p:nvPicPr>
        <p:blipFill rotWithShape="1">
          <a:blip r:embed="rId2"/>
          <a:srcRect t="5436"/>
          <a:stretch/>
        </p:blipFill>
        <p:spPr>
          <a:xfrm>
            <a:off x="2522356" y="10"/>
            <a:ext cx="9669642" cy="6857990"/>
          </a:xfrm>
          <a:prstGeom prst="rect">
            <a:avLst/>
          </a:prstGeom>
        </p:spPr>
      </p:pic>
      <p:sp>
        <p:nvSpPr>
          <p:cNvPr id="13" name="Rectangle 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838200" y="548640"/>
            <a:ext cx="3822189" cy="5628323"/>
          </a:xfrm>
          <a:prstGeom prst="rect">
            <a:avLst/>
          </a:prstGeom>
        </p:spPr>
        <p:txBody>
          <a:bodyPr vert="horz" lIns="91440" tIns="45720" rIns="91440" bIns="45720" rtlCol="0">
            <a:normAutofit lnSpcReduction="10000"/>
          </a:bodyPr>
          <a:lstStyle/>
          <a:p>
            <a:pPr>
              <a:lnSpc>
                <a:spcPct val="90000"/>
              </a:lnSpc>
              <a:spcAft>
                <a:spcPts val="600"/>
              </a:spcAft>
            </a:pPr>
            <a:r>
              <a:rPr lang="en-US" sz="2800" b="1" u="sng" dirty="0"/>
              <a:t>SENSATION </a:t>
            </a:r>
          </a:p>
          <a:p>
            <a:pPr>
              <a:lnSpc>
                <a:spcPct val="90000"/>
              </a:lnSpc>
              <a:spcAft>
                <a:spcPts val="600"/>
              </a:spcAft>
            </a:pPr>
            <a:r>
              <a:rPr lang="en-US" sz="2400" b="1" dirty="0"/>
              <a:t>        </a:t>
            </a:r>
            <a:r>
              <a:rPr lang="en-US" sz="2400" dirty="0"/>
              <a:t>( Your window to the world ) </a:t>
            </a:r>
          </a:p>
          <a:p>
            <a:pPr>
              <a:lnSpc>
                <a:spcPct val="90000"/>
              </a:lnSpc>
              <a:spcAft>
                <a:spcPts val="600"/>
              </a:spcAft>
            </a:pPr>
            <a:r>
              <a:rPr lang="en-US" sz="2400" dirty="0"/>
              <a:t>The passive process of bringing information from the outside world into the body and to the brain.   </a:t>
            </a:r>
          </a:p>
          <a:p>
            <a:pPr>
              <a:lnSpc>
                <a:spcPct val="90000"/>
              </a:lnSpc>
              <a:spcAft>
                <a:spcPts val="600"/>
              </a:spcAft>
            </a:pPr>
            <a:r>
              <a:rPr lang="en-US" sz="2400" dirty="0"/>
              <a:t>Sensation occurs when special receptors in the sense organs- the eyes, ears, nose, skin and taste buds are activated allowing  various forms of outside stimuli to become neural signal in the brain.    </a:t>
            </a:r>
          </a:p>
          <a:p>
            <a:pPr>
              <a:lnSpc>
                <a:spcPct val="90000"/>
              </a:lnSpc>
              <a:spcAft>
                <a:spcPts val="600"/>
              </a:spcAft>
            </a:pPr>
            <a:r>
              <a:rPr lang="en-US" sz="2400" dirty="0"/>
              <a:t>                                              </a:t>
            </a:r>
          </a:p>
          <a:p>
            <a:pPr>
              <a:lnSpc>
                <a:spcPct val="90000"/>
              </a:lnSpc>
              <a:spcAft>
                <a:spcPts val="600"/>
              </a:spcAft>
            </a:pPr>
            <a:r>
              <a:rPr lang="en-US" sz="1700" dirty="0"/>
              <a:t> </a:t>
            </a:r>
            <a:endParaRPr lang="en-US" sz="17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52600" y="609600"/>
            <a:ext cx="6629400" cy="369332"/>
          </a:xfrm>
          <a:prstGeom prst="rect">
            <a:avLst/>
          </a:prstGeom>
          <a:noFill/>
        </p:spPr>
        <p:txBody>
          <a:bodyPr wrap="square" rtlCol="0">
            <a:spAutoFit/>
          </a:bodyPr>
          <a:lstStyle/>
          <a:p>
            <a:endParaRPr lang="en-US" dirty="0"/>
          </a:p>
        </p:txBody>
      </p:sp>
      <p:pic>
        <p:nvPicPr>
          <p:cNvPr id="3" name="Picture 2" descr="GettyImages-468906855-4e29883e13ab43b38ab0995721c477da.jpg"/>
          <p:cNvPicPr>
            <a:picLocks noChangeAspect="1"/>
          </p:cNvPicPr>
          <p:nvPr/>
        </p:nvPicPr>
        <p:blipFill>
          <a:blip r:embed="rId2"/>
          <a:stretch>
            <a:fillRect/>
          </a:stretch>
        </p:blipFill>
        <p:spPr>
          <a:xfrm>
            <a:off x="2057400" y="381000"/>
            <a:ext cx="4038600" cy="2827020"/>
          </a:xfrm>
          <a:prstGeom prst="rect">
            <a:avLst/>
          </a:prstGeom>
        </p:spPr>
      </p:pic>
      <p:sp>
        <p:nvSpPr>
          <p:cNvPr id="4" name="TextBox 3"/>
          <p:cNvSpPr txBox="1"/>
          <p:nvPr/>
        </p:nvSpPr>
        <p:spPr>
          <a:xfrm>
            <a:off x="6553200" y="1143001"/>
            <a:ext cx="3429000" cy="1384995"/>
          </a:xfrm>
          <a:prstGeom prst="rect">
            <a:avLst/>
          </a:prstGeom>
          <a:noFill/>
        </p:spPr>
        <p:txBody>
          <a:bodyPr wrap="square" rtlCol="0">
            <a:spAutoFit/>
          </a:bodyPr>
          <a:lstStyle/>
          <a:p>
            <a:r>
              <a:rPr lang="en-US" sz="2800" dirty="0"/>
              <a:t>Sensation happens when you feel wind on your face. </a:t>
            </a:r>
          </a:p>
        </p:txBody>
      </p:sp>
      <p:pic>
        <p:nvPicPr>
          <p:cNvPr id="5" name="Picture 4" descr="2018-2-woman-checking-pulse.jpg"/>
          <p:cNvPicPr>
            <a:picLocks noChangeAspect="1"/>
          </p:cNvPicPr>
          <p:nvPr/>
        </p:nvPicPr>
        <p:blipFill>
          <a:blip r:embed="rId3"/>
          <a:stretch>
            <a:fillRect/>
          </a:stretch>
        </p:blipFill>
        <p:spPr>
          <a:xfrm>
            <a:off x="5181600" y="3810000"/>
            <a:ext cx="3810000" cy="2865120"/>
          </a:xfrm>
          <a:prstGeom prst="rect">
            <a:avLst/>
          </a:prstGeom>
        </p:spPr>
      </p:pic>
      <p:sp>
        <p:nvSpPr>
          <p:cNvPr id="6" name="TextBox 5"/>
          <p:cNvSpPr txBox="1"/>
          <p:nvPr/>
        </p:nvSpPr>
        <p:spPr>
          <a:xfrm>
            <a:off x="2133600" y="4114800"/>
            <a:ext cx="3276600" cy="523220"/>
          </a:xfrm>
          <a:prstGeom prst="rect">
            <a:avLst/>
          </a:prstGeom>
          <a:noFill/>
        </p:spPr>
        <p:txBody>
          <a:bodyPr wrap="square" rtlCol="0">
            <a:spAutoFit/>
          </a:bodyPr>
          <a:lstStyle/>
          <a:p>
            <a:r>
              <a:rPr lang="en-US" sz="2800" dirty="0"/>
              <a:t>     Feeling pulse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wnload (1).jfif"/>
          <p:cNvPicPr>
            <a:picLocks noChangeAspect="1"/>
          </p:cNvPicPr>
          <p:nvPr/>
        </p:nvPicPr>
        <p:blipFill>
          <a:blip r:embed="rId2"/>
          <a:stretch>
            <a:fillRect/>
          </a:stretch>
        </p:blipFill>
        <p:spPr>
          <a:xfrm>
            <a:off x="2967375" y="1109407"/>
            <a:ext cx="685800" cy="685800"/>
          </a:xfrm>
          <a:prstGeom prst="rect">
            <a:avLst/>
          </a:prstGeom>
        </p:spPr>
      </p:pic>
      <p:pic>
        <p:nvPicPr>
          <p:cNvPr id="3" name="Picture 2" descr="Ramen_Noodles_Is_Safe_to_Eat_While_Pregnant.jpg"/>
          <p:cNvPicPr>
            <a:picLocks noChangeAspect="1"/>
          </p:cNvPicPr>
          <p:nvPr/>
        </p:nvPicPr>
        <p:blipFill>
          <a:blip r:embed="rId3"/>
          <a:stretch>
            <a:fillRect/>
          </a:stretch>
        </p:blipFill>
        <p:spPr>
          <a:xfrm>
            <a:off x="1981200" y="533401"/>
            <a:ext cx="3657600" cy="2584754"/>
          </a:xfrm>
          <a:prstGeom prst="rect">
            <a:avLst/>
          </a:prstGeom>
        </p:spPr>
      </p:pic>
      <p:pic>
        <p:nvPicPr>
          <p:cNvPr id="4" name="Picture 3" descr="download (1).jfif"/>
          <p:cNvPicPr>
            <a:picLocks noChangeAspect="1"/>
          </p:cNvPicPr>
          <p:nvPr/>
        </p:nvPicPr>
        <p:blipFill>
          <a:blip r:embed="rId2"/>
          <a:stretch>
            <a:fillRect/>
          </a:stretch>
        </p:blipFill>
        <p:spPr>
          <a:xfrm>
            <a:off x="6172200" y="3429000"/>
            <a:ext cx="3752850" cy="3124200"/>
          </a:xfrm>
          <a:prstGeom prst="rect">
            <a:avLst/>
          </a:prstGeom>
        </p:spPr>
      </p:pic>
      <p:sp>
        <p:nvSpPr>
          <p:cNvPr id="5" name="TextBox 4"/>
          <p:cNvSpPr txBox="1"/>
          <p:nvPr/>
        </p:nvSpPr>
        <p:spPr>
          <a:xfrm>
            <a:off x="6172200" y="1066801"/>
            <a:ext cx="2819400" cy="1384995"/>
          </a:xfrm>
          <a:prstGeom prst="rect">
            <a:avLst/>
          </a:prstGeom>
          <a:noFill/>
        </p:spPr>
        <p:txBody>
          <a:bodyPr wrap="square" rtlCol="0">
            <a:spAutoFit/>
          </a:bodyPr>
          <a:lstStyle/>
          <a:p>
            <a:r>
              <a:rPr lang="en-US" sz="2800" dirty="0"/>
              <a:t>Sensation happens when you eat noodles. </a:t>
            </a:r>
          </a:p>
        </p:txBody>
      </p:sp>
      <p:sp>
        <p:nvSpPr>
          <p:cNvPr id="6" name="TextBox 5"/>
          <p:cNvSpPr txBox="1"/>
          <p:nvPr/>
        </p:nvSpPr>
        <p:spPr>
          <a:xfrm>
            <a:off x="3124200" y="4114800"/>
            <a:ext cx="2667000" cy="1815882"/>
          </a:xfrm>
          <a:prstGeom prst="rect">
            <a:avLst/>
          </a:prstGeom>
          <a:noFill/>
        </p:spPr>
        <p:txBody>
          <a:bodyPr wrap="square" rtlCol="0">
            <a:spAutoFit/>
          </a:bodyPr>
          <a:lstStyle/>
          <a:p>
            <a:r>
              <a:rPr lang="en-US" sz="2800" dirty="0"/>
              <a:t>Or </a:t>
            </a:r>
          </a:p>
          <a:p>
            <a:r>
              <a:rPr lang="en-US" sz="2800" dirty="0"/>
              <a:t>When you hear a car horn honking in the distance.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2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400D18-7C3F-4B4F-A3C3-FB4752880271}"/>
              </a:ext>
            </a:extLst>
          </p:cNvPr>
          <p:cNvSpPr>
            <a:spLocks noGrp="1"/>
          </p:cNvSpPr>
          <p:nvPr>
            <p:ph type="title"/>
          </p:nvPr>
        </p:nvSpPr>
        <p:spPr>
          <a:xfrm>
            <a:off x="686834" y="1153572"/>
            <a:ext cx="3200400" cy="4461163"/>
          </a:xfrm>
        </p:spPr>
        <p:txBody>
          <a:bodyPr>
            <a:normAutofit/>
          </a:bodyPr>
          <a:lstStyle/>
          <a:p>
            <a:r>
              <a:rPr lang="en-US" sz="3700">
                <a:solidFill>
                  <a:srgbClr val="FFFFFF"/>
                </a:solidFill>
              </a:rPr>
              <a:t>The Computational Brain</a:t>
            </a:r>
            <a:endParaRPr lang="en-US" sz="3700" dirty="0">
              <a:solidFill>
                <a:srgbClr val="FFFFFF"/>
              </a:solidFill>
            </a:endParaRPr>
          </a:p>
        </p:txBody>
      </p:sp>
      <p:sp>
        <p:nvSpPr>
          <p:cNvPr id="32" name="Arc 2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3" name="Content Placeholder 2">
            <a:extLst>
              <a:ext uri="{FF2B5EF4-FFF2-40B4-BE49-F238E27FC236}">
                <a16:creationId xmlns:a16="http://schemas.microsoft.com/office/drawing/2014/main" id="{31EC851A-1AE8-45CF-BD6B-FB28119772A6}"/>
              </a:ext>
            </a:extLst>
          </p:cNvPr>
          <p:cNvSpPr>
            <a:spLocks noGrp="1"/>
          </p:cNvSpPr>
          <p:nvPr>
            <p:ph idx="1"/>
          </p:nvPr>
        </p:nvSpPr>
        <p:spPr>
          <a:xfrm>
            <a:off x="4447308" y="591344"/>
            <a:ext cx="6906491" cy="5585619"/>
          </a:xfrm>
        </p:spPr>
        <p:txBody>
          <a:bodyPr anchor="ctr">
            <a:normAutofit/>
          </a:bodyPr>
          <a:lstStyle/>
          <a:p>
            <a:r>
              <a:rPr lang="en-US" sz="2600"/>
              <a:t>humans use the </a:t>
            </a:r>
            <a:r>
              <a:rPr lang="en-US" sz="2600" b="1"/>
              <a:t>computational brain </a:t>
            </a:r>
            <a:r>
              <a:rPr lang="en-US" sz="2600"/>
              <a:t>to </a:t>
            </a:r>
            <a:r>
              <a:rPr lang="en-US" sz="2600" i="1"/>
              <a:t>perceive </a:t>
            </a:r>
            <a:r>
              <a:rPr lang="en-US" sz="2600"/>
              <a:t>information about the environment, </a:t>
            </a:r>
            <a:r>
              <a:rPr lang="en-US" sz="2600" i="1"/>
              <a:t>attend </a:t>
            </a:r>
            <a:r>
              <a:rPr lang="en-US" sz="2600"/>
              <a:t>to the world, and </a:t>
            </a:r>
            <a:r>
              <a:rPr lang="en-US" sz="2600" i="1"/>
              <a:t>process information </a:t>
            </a:r>
            <a:r>
              <a:rPr lang="en-US" sz="2600"/>
              <a:t>during the initial stages</a:t>
            </a:r>
          </a:p>
          <a:p>
            <a:r>
              <a:rPr lang="en-US" sz="2600"/>
              <a:t>We see, hear, smell, taste, and feel </a:t>
            </a:r>
          </a:p>
          <a:p>
            <a:r>
              <a:rPr lang="en-US" sz="2600"/>
              <a:t>sensations of the world as the first link in a chain of events that subsequently involves coding stimuli; storing information; transforming material; thinking; and, finally, reacting to knowledge</a:t>
            </a:r>
          </a:p>
          <a:p>
            <a:r>
              <a:rPr lang="en-US" sz="2600"/>
              <a:t>concept of the computational brain is based on —it processes information.</a:t>
            </a:r>
            <a:endParaRPr lang="en-US" sz="2600" dirty="0"/>
          </a:p>
        </p:txBody>
      </p:sp>
    </p:spTree>
    <p:extLst>
      <p:ext uri="{BB962C8B-B14F-4D97-AF65-F5344CB8AC3E}">
        <p14:creationId xmlns:p14="http://schemas.microsoft.com/office/powerpoint/2010/main" val="1609045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226C49B-DCE7-4965-8997-E10F1FEF8F0E}"/>
              </a:ext>
            </a:extLst>
          </p:cNvPr>
          <p:cNvSpPr>
            <a:spLocks noGrp="1"/>
          </p:cNvSpPr>
          <p:nvPr>
            <p:ph type="title"/>
          </p:nvPr>
        </p:nvSpPr>
        <p:spPr>
          <a:xfrm>
            <a:off x="643467" y="321734"/>
            <a:ext cx="10905066" cy="1135737"/>
          </a:xfrm>
        </p:spPr>
        <p:txBody>
          <a:bodyPr>
            <a:normAutofit/>
          </a:bodyPr>
          <a:lstStyle/>
          <a:p>
            <a:r>
              <a:rPr lang="en-US" sz="3600"/>
              <a:t>Sensation and Perception</a:t>
            </a:r>
            <a:endParaRPr lang="en-US" sz="3600" dirty="0"/>
          </a:p>
        </p:txBody>
      </p:sp>
      <p:graphicFrame>
        <p:nvGraphicFramePr>
          <p:cNvPr id="18" name="Content Placeholder 2">
            <a:extLst>
              <a:ext uri="{FF2B5EF4-FFF2-40B4-BE49-F238E27FC236}">
                <a16:creationId xmlns:a16="http://schemas.microsoft.com/office/drawing/2014/main" id="{54965A8C-7249-048B-2232-CB30FEF603E2}"/>
              </a:ext>
            </a:extLst>
          </p:cNvPr>
          <p:cNvGraphicFramePr>
            <a:graphicFrameLocks noGrp="1"/>
          </p:cNvGraphicFramePr>
          <p:nvPr>
            <p:ph idx="1"/>
            <p:extLst>
              <p:ext uri="{D42A27DB-BD31-4B8C-83A1-F6EECF244321}">
                <p14:modId xmlns:p14="http://schemas.microsoft.com/office/powerpoint/2010/main" val="1514198581"/>
              </p:ext>
            </p:extLst>
          </p:nvPr>
        </p:nvGraphicFramePr>
        <p:xfrm>
          <a:off x="643467" y="1782981"/>
          <a:ext cx="10905066" cy="43939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55664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21DA6-DEBB-3E90-3CB0-5C0416F7DD20}"/>
              </a:ext>
            </a:extLst>
          </p:cNvPr>
          <p:cNvSpPr>
            <a:spLocks noGrp="1"/>
          </p:cNvSpPr>
          <p:nvPr>
            <p:ph type="title"/>
          </p:nvPr>
        </p:nvSpPr>
        <p:spPr/>
        <p:txBody>
          <a:bodyPr>
            <a:normAutofit/>
          </a:bodyPr>
          <a:lstStyle/>
          <a:p>
            <a:r>
              <a:rPr lang="en-US" b="1" dirty="0"/>
              <a:t>Vision: </a:t>
            </a:r>
            <a:r>
              <a:rPr lang="en-US" dirty="0"/>
              <a:t>act of sensing a small section of electromagnetic waves referred to as light</a:t>
            </a:r>
          </a:p>
        </p:txBody>
      </p:sp>
      <p:sp>
        <p:nvSpPr>
          <p:cNvPr id="3" name="Content Placeholder 2">
            <a:extLst>
              <a:ext uri="{FF2B5EF4-FFF2-40B4-BE49-F238E27FC236}">
                <a16:creationId xmlns:a16="http://schemas.microsoft.com/office/drawing/2014/main" id="{DC59C595-B789-E011-DDFF-6FBE992CD086}"/>
              </a:ext>
            </a:extLst>
          </p:cNvPr>
          <p:cNvSpPr>
            <a:spLocks noGrp="1"/>
          </p:cNvSpPr>
          <p:nvPr>
            <p:ph idx="1"/>
          </p:nvPr>
        </p:nvSpPr>
        <p:spPr/>
        <p:txBody>
          <a:bodyPr/>
          <a:lstStyle/>
          <a:p>
            <a:pPr lvl="1">
              <a:lnSpc>
                <a:spcPct val="100000"/>
              </a:lnSpc>
            </a:pPr>
            <a:r>
              <a:rPr lang="en-US" dirty="0"/>
              <a:t>Light rays enter the eye through the </a:t>
            </a:r>
            <a:r>
              <a:rPr lang="en-US" b="1" dirty="0"/>
              <a:t>cornea </a:t>
            </a:r>
            <a:r>
              <a:rPr lang="en-US" dirty="0"/>
              <a:t>and </a:t>
            </a:r>
            <a:r>
              <a:rPr lang="en-US" b="1" dirty="0"/>
              <a:t>lens, </a:t>
            </a:r>
            <a:r>
              <a:rPr lang="en-US" dirty="0"/>
              <a:t>which focus an image on the </a:t>
            </a:r>
            <a:r>
              <a:rPr lang="en-US" b="1" dirty="0"/>
              <a:t>retina</a:t>
            </a:r>
            <a:endParaRPr lang="en-US" dirty="0"/>
          </a:p>
          <a:p>
            <a:pPr lvl="1">
              <a:lnSpc>
                <a:spcPct val="100000"/>
              </a:lnSpc>
            </a:pPr>
            <a:r>
              <a:rPr lang="en-US" dirty="0"/>
              <a:t>illusion of three-dimensionality is made possible</a:t>
            </a:r>
          </a:p>
          <a:p>
            <a:pPr lvl="1">
              <a:lnSpc>
                <a:spcPct val="100000"/>
              </a:lnSpc>
            </a:pPr>
            <a:r>
              <a:rPr lang="en-US" dirty="0"/>
              <a:t>human eye has about 7 million </a:t>
            </a:r>
            <a:r>
              <a:rPr lang="en-US" b="1" dirty="0"/>
              <a:t>cones, </a:t>
            </a:r>
            <a:r>
              <a:rPr lang="en-US" dirty="0"/>
              <a:t>and about 125 million </a:t>
            </a:r>
            <a:r>
              <a:rPr lang="en-US" b="1" dirty="0"/>
              <a:t>rods</a:t>
            </a:r>
            <a:endParaRPr lang="en-US" dirty="0"/>
          </a:p>
          <a:p>
            <a:pPr lvl="1">
              <a:lnSpc>
                <a:spcPct val="100000"/>
              </a:lnSpc>
            </a:pPr>
            <a:r>
              <a:rPr lang="en-US" dirty="0"/>
              <a:t>Cones are concentrated in the </a:t>
            </a:r>
            <a:r>
              <a:rPr lang="en-US" b="1" dirty="0"/>
              <a:t>fovea, </a:t>
            </a:r>
            <a:r>
              <a:rPr lang="en-US" dirty="0"/>
              <a:t>and are responsible for color and fine vision</a:t>
            </a:r>
          </a:p>
          <a:p>
            <a:endParaRPr lang="en-US" dirty="0"/>
          </a:p>
        </p:txBody>
      </p:sp>
    </p:spTree>
    <p:extLst>
      <p:ext uri="{BB962C8B-B14F-4D97-AF65-F5344CB8AC3E}">
        <p14:creationId xmlns:p14="http://schemas.microsoft.com/office/powerpoint/2010/main" val="3488179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04A3319-C6AA-46D4-B33F-DE0922082052}"/>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r="-1" b="3746"/>
          <a:stretch/>
        </p:blipFill>
        <p:spPr>
          <a:xfrm>
            <a:off x="606425" y="0"/>
            <a:ext cx="11585575" cy="6858000"/>
          </a:xfrm>
          <a:prstGeom prst="rect">
            <a:avLst/>
          </a:prstGeom>
        </p:spPr>
      </p:pic>
    </p:spTree>
    <p:extLst>
      <p:ext uri="{BB962C8B-B14F-4D97-AF65-F5344CB8AC3E}">
        <p14:creationId xmlns:p14="http://schemas.microsoft.com/office/powerpoint/2010/main" val="3459676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1351D02-E00E-4D2E-877D-35BE16487E2B}"/>
              </a:ext>
            </a:extLst>
          </p:cNvPr>
          <p:cNvSpPr>
            <a:spLocks noGrp="1"/>
          </p:cNvSpPr>
          <p:nvPr>
            <p:ph type="title"/>
          </p:nvPr>
        </p:nvSpPr>
        <p:spPr>
          <a:xfrm>
            <a:off x="1371597" y="348865"/>
            <a:ext cx="10044023" cy="877729"/>
          </a:xfrm>
        </p:spPr>
        <p:txBody>
          <a:bodyPr anchor="ctr">
            <a:normAutofit/>
          </a:bodyPr>
          <a:lstStyle/>
          <a:p>
            <a:r>
              <a:rPr lang="en-US" sz="4000" b="1">
                <a:solidFill>
                  <a:srgbClr val="FFFFFF"/>
                </a:solidFill>
                <a:latin typeface="Book Antiqua" panose="02040602050305030304" pitchFamily="18" charset="0"/>
              </a:rPr>
              <a:t>Sensory Coding</a:t>
            </a:r>
            <a:endParaRPr lang="x-none" sz="4000" b="1">
              <a:solidFill>
                <a:srgbClr val="FFFFFF"/>
              </a:solidFill>
              <a:latin typeface="Book Antiqua" panose="02040602050305030304" pitchFamily="18" charset="0"/>
            </a:endParaRPr>
          </a:p>
        </p:txBody>
      </p:sp>
      <p:graphicFrame>
        <p:nvGraphicFramePr>
          <p:cNvPr id="19" name="Content Placeholder 2">
            <a:extLst>
              <a:ext uri="{FF2B5EF4-FFF2-40B4-BE49-F238E27FC236}">
                <a16:creationId xmlns:a16="http://schemas.microsoft.com/office/drawing/2014/main" id="{5C72813E-9CD8-290F-7DF5-4CD43CD66C58}"/>
              </a:ext>
            </a:extLst>
          </p:cNvPr>
          <p:cNvGraphicFramePr>
            <a:graphicFrameLocks noGrp="1"/>
          </p:cNvGraphicFramePr>
          <p:nvPr>
            <p:ph idx="1"/>
            <p:extLst>
              <p:ext uri="{D42A27DB-BD31-4B8C-83A1-F6EECF244321}">
                <p14:modId xmlns:p14="http://schemas.microsoft.com/office/powerpoint/2010/main" val="196817586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28487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C4849D-FABB-39F1-D2C1-F93AA3936530}"/>
              </a:ext>
            </a:extLst>
          </p:cNvPr>
          <p:cNvSpPr>
            <a:spLocks noGrp="1"/>
          </p:cNvSpPr>
          <p:nvPr>
            <p:ph type="title"/>
          </p:nvPr>
        </p:nvSpPr>
        <p:spPr/>
        <p:txBody>
          <a:bodyPr/>
          <a:lstStyle/>
          <a:p>
            <a:endParaRPr lang="en-US"/>
          </a:p>
        </p:txBody>
      </p:sp>
      <p:sp>
        <p:nvSpPr>
          <p:cNvPr id="5126" name="Content Placeholder 5125">
            <a:extLst>
              <a:ext uri="{FF2B5EF4-FFF2-40B4-BE49-F238E27FC236}">
                <a16:creationId xmlns:a16="http://schemas.microsoft.com/office/drawing/2014/main" id="{888EF323-D7FC-7542-1B32-1BB60E87CCA1}"/>
              </a:ext>
            </a:extLst>
          </p:cNvPr>
          <p:cNvSpPr>
            <a:spLocks noGrp="1"/>
          </p:cNvSpPr>
          <p:nvPr>
            <p:ph idx="1"/>
          </p:nvPr>
        </p:nvSpPr>
        <p:spPr/>
        <p:txBody>
          <a:bodyPr>
            <a:normAutofit/>
          </a:bodyPr>
          <a:lstStyle/>
          <a:p>
            <a:r>
              <a:rPr lang="en-US" sz="2000" dirty="0"/>
              <a:t>Our senses “boil down” floods of information into streams of useful data </a:t>
            </a:r>
          </a:p>
          <a:p>
            <a:r>
              <a:rPr lang="en-US" sz="2000" dirty="0"/>
              <a:t>After our senses analyze information, our senses use sensory “coding”</a:t>
            </a:r>
          </a:p>
          <a:p>
            <a:r>
              <a:rPr lang="en-US" sz="2000" dirty="0"/>
              <a:t>Sensory coding: converting sensory information to neural messages that are understood by brain {transduction}</a:t>
            </a:r>
          </a:p>
          <a:p>
            <a:endParaRPr lang="en-US" sz="2000" dirty="0"/>
          </a:p>
        </p:txBody>
      </p:sp>
    </p:spTree>
    <p:extLst>
      <p:ext uri="{BB962C8B-B14F-4D97-AF65-F5344CB8AC3E}">
        <p14:creationId xmlns:p14="http://schemas.microsoft.com/office/powerpoint/2010/main" val="148777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630936" y="2807208"/>
            <a:ext cx="3839464"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400" b="1" u="sng" dirty="0"/>
              <a:t>PERCEPTION </a:t>
            </a:r>
          </a:p>
          <a:p>
            <a:pPr indent="-228600">
              <a:lnSpc>
                <a:spcPct val="90000"/>
              </a:lnSpc>
              <a:spcAft>
                <a:spcPts val="600"/>
              </a:spcAft>
              <a:buFont typeface="Arial" panose="020B0604020202020204" pitchFamily="34" charset="0"/>
              <a:buChar char="•"/>
            </a:pPr>
            <a:r>
              <a:rPr lang="en-US" sz="1700" dirty="0"/>
              <a:t>       Perception is the active process of </a:t>
            </a:r>
            <a:r>
              <a:rPr lang="en-US" sz="1700" b="1" u="sng" dirty="0"/>
              <a:t>selecting, organizing and interpreting </a:t>
            </a:r>
            <a:r>
              <a:rPr lang="en-US" sz="1700" dirty="0"/>
              <a:t>the information brought to the brain by the senses.  </a:t>
            </a:r>
          </a:p>
          <a:p>
            <a:pPr indent="-228600">
              <a:lnSpc>
                <a:spcPct val="90000"/>
              </a:lnSpc>
              <a:spcAft>
                <a:spcPts val="600"/>
              </a:spcAft>
              <a:buFont typeface="Arial" panose="020B0604020202020204" pitchFamily="34" charset="0"/>
              <a:buChar char="•"/>
            </a:pPr>
            <a:endParaRPr lang="en-US" sz="1700" b="1" u="sng" dirty="0"/>
          </a:p>
          <a:p>
            <a:pPr indent="-228600">
              <a:lnSpc>
                <a:spcPct val="90000"/>
              </a:lnSpc>
              <a:spcAft>
                <a:spcPts val="600"/>
              </a:spcAft>
              <a:buFont typeface="Arial" panose="020B0604020202020204" pitchFamily="34" charset="0"/>
              <a:buChar char="•"/>
            </a:pPr>
            <a:r>
              <a:rPr lang="en-US" sz="1700" dirty="0"/>
              <a:t>The perceptual process is a sequence of steps that </a:t>
            </a:r>
            <a:r>
              <a:rPr lang="en-US" sz="1700" u="sng" dirty="0"/>
              <a:t>begins with the environment and leads to our perception of stimulus and action in response </a:t>
            </a:r>
            <a:r>
              <a:rPr lang="en-US" sz="1700" dirty="0"/>
              <a:t>to the stimulus. </a:t>
            </a:r>
            <a:endParaRPr lang="en-US" sz="1700" b="1" dirty="0"/>
          </a:p>
        </p:txBody>
      </p:sp>
      <p:pic>
        <p:nvPicPr>
          <p:cNvPr id="5" name="Picture 4" descr="A picture containing shape&#10;&#10;Description automatically generated">
            <a:extLst>
              <a:ext uri="{FF2B5EF4-FFF2-40B4-BE49-F238E27FC236}">
                <a16:creationId xmlns:a16="http://schemas.microsoft.com/office/drawing/2014/main" id="{50F44FD6-2A74-045F-20A8-ACB69FCA27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960920"/>
            <a:ext cx="6903720" cy="49361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2" name="Content Placeholder 11" descr="A picture containing icon&#10;&#10;Description automatically generated">
            <a:extLst>
              <a:ext uri="{FF2B5EF4-FFF2-40B4-BE49-F238E27FC236}">
                <a16:creationId xmlns:a16="http://schemas.microsoft.com/office/drawing/2014/main" id="{AA08EA12-6525-F784-4D03-D807C4B3B89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8226" b="35535"/>
          <a:stretch/>
        </p:blipFill>
        <p:spPr>
          <a:xfrm>
            <a:off x="20" y="1282"/>
            <a:ext cx="12191980" cy="6856718"/>
          </a:xfrm>
          <a:prstGeom prst="rect">
            <a:avLst/>
          </a:prstGeom>
        </p:spPr>
      </p:pic>
    </p:spTree>
    <p:extLst>
      <p:ext uri="{BB962C8B-B14F-4D97-AF65-F5344CB8AC3E}">
        <p14:creationId xmlns:p14="http://schemas.microsoft.com/office/powerpoint/2010/main" val="3269440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2" name="Content Placeholder 11" descr="Graphical user interface&#10;&#10;Description automatically generated">
            <a:extLst>
              <a:ext uri="{FF2B5EF4-FFF2-40B4-BE49-F238E27FC236}">
                <a16:creationId xmlns:a16="http://schemas.microsoft.com/office/drawing/2014/main" id="{389B24B7-A40F-889A-9112-359EF257C3A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19"/>
          <a:stretch/>
        </p:blipFill>
        <p:spPr>
          <a:xfrm>
            <a:off x="20" y="1282"/>
            <a:ext cx="12191980" cy="6856718"/>
          </a:xfrm>
          <a:prstGeom prst="rect">
            <a:avLst/>
          </a:prstGeom>
        </p:spPr>
      </p:pic>
    </p:spTree>
    <p:extLst>
      <p:ext uri="{BB962C8B-B14F-4D97-AF65-F5344CB8AC3E}">
        <p14:creationId xmlns:p14="http://schemas.microsoft.com/office/powerpoint/2010/main" val="1727760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6">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IMG_20200822_203810.jpg"/>
          <p:cNvPicPr>
            <a:picLocks noChangeAspect="1"/>
          </p:cNvPicPr>
          <p:nvPr/>
        </p:nvPicPr>
        <p:blipFill rotWithShape="1">
          <a:blip r:embed="rId2"/>
          <a:srcRect t="9741" r="1" b="11052"/>
          <a:stretch/>
        </p:blipFill>
        <p:spPr>
          <a:xfrm>
            <a:off x="180279" y="161490"/>
            <a:ext cx="11827082" cy="6534092"/>
          </a:xfrm>
          <a:custGeom>
            <a:avLst/>
            <a:gdLst/>
            <a:ahLst/>
            <a:cxnLst/>
            <a:rect l="l" t="t" r="r" b="b"/>
            <a:pathLst>
              <a:path w="11827082" h="6534092">
                <a:moveTo>
                  <a:pt x="6610089" y="5"/>
                </a:moveTo>
                <a:cubicBezTo>
                  <a:pt x="6763993" y="-277"/>
                  <a:pt x="6862741" y="14300"/>
                  <a:pt x="6956523" y="21390"/>
                </a:cubicBezTo>
                <a:cubicBezTo>
                  <a:pt x="7271939" y="-12207"/>
                  <a:pt x="7581352" y="149"/>
                  <a:pt x="7768349" y="21390"/>
                </a:cubicBezTo>
                <a:lnTo>
                  <a:pt x="7831642" y="23688"/>
                </a:lnTo>
                <a:lnTo>
                  <a:pt x="7886307" y="21390"/>
                </a:lnTo>
                <a:cubicBezTo>
                  <a:pt x="7951978" y="17798"/>
                  <a:pt x="8007622" y="16567"/>
                  <a:pt x="8057445" y="16600"/>
                </a:cubicBezTo>
                <a:lnTo>
                  <a:pt x="8096254" y="17396"/>
                </a:lnTo>
                <a:lnTo>
                  <a:pt x="8199591" y="12947"/>
                </a:lnTo>
                <a:cubicBezTo>
                  <a:pt x="8247971" y="12558"/>
                  <a:pt x="8296272" y="14617"/>
                  <a:pt x="8344260" y="21390"/>
                </a:cubicBezTo>
                <a:lnTo>
                  <a:pt x="8355505" y="22738"/>
                </a:lnTo>
                <a:lnTo>
                  <a:pt x="8462217" y="21390"/>
                </a:lnTo>
                <a:cubicBezTo>
                  <a:pt x="8567700" y="16869"/>
                  <a:pt x="8666620" y="17239"/>
                  <a:pt x="8761697" y="18554"/>
                </a:cubicBezTo>
                <a:lnTo>
                  <a:pt x="8808871" y="19038"/>
                </a:lnTo>
                <a:lnTo>
                  <a:pt x="8941246" y="13930"/>
                </a:lnTo>
                <a:cubicBezTo>
                  <a:pt x="9040199" y="10800"/>
                  <a:pt x="9149474" y="10157"/>
                  <a:pt x="9260166" y="21390"/>
                </a:cubicBezTo>
                <a:lnTo>
                  <a:pt x="9339613" y="26448"/>
                </a:lnTo>
                <a:lnTo>
                  <a:pt x="9432845" y="28493"/>
                </a:lnTo>
                <a:cubicBezTo>
                  <a:pt x="9587011" y="31230"/>
                  <a:pt x="9744909" y="31599"/>
                  <a:pt x="9849954" y="21390"/>
                </a:cubicBezTo>
                <a:cubicBezTo>
                  <a:pt x="10060044" y="972"/>
                  <a:pt x="10204432" y="2657"/>
                  <a:pt x="10425865" y="21390"/>
                </a:cubicBezTo>
                <a:lnTo>
                  <a:pt x="10477895" y="25158"/>
                </a:lnTo>
                <a:lnTo>
                  <a:pt x="10566351" y="27751"/>
                </a:lnTo>
                <a:cubicBezTo>
                  <a:pt x="10727031" y="32755"/>
                  <a:pt x="10877889" y="35639"/>
                  <a:pt x="11001775" y="21390"/>
                </a:cubicBezTo>
                <a:cubicBezTo>
                  <a:pt x="11249546" y="-7108"/>
                  <a:pt x="11434553" y="12510"/>
                  <a:pt x="11813601" y="21390"/>
                </a:cubicBezTo>
                <a:cubicBezTo>
                  <a:pt x="11817928" y="208271"/>
                  <a:pt x="11818867" y="336567"/>
                  <a:pt x="11813601" y="475847"/>
                </a:cubicBezTo>
                <a:cubicBezTo>
                  <a:pt x="11808335" y="615127"/>
                  <a:pt x="11845853" y="1008651"/>
                  <a:pt x="11813601" y="1254916"/>
                </a:cubicBezTo>
                <a:cubicBezTo>
                  <a:pt x="11809570" y="1285699"/>
                  <a:pt x="11806768" y="1314174"/>
                  <a:pt x="11804923" y="1340777"/>
                </a:cubicBezTo>
                <a:lnTo>
                  <a:pt x="11803652" y="1373115"/>
                </a:lnTo>
                <a:lnTo>
                  <a:pt x="11804560" y="1395572"/>
                </a:lnTo>
                <a:cubicBezTo>
                  <a:pt x="11806656" y="1431340"/>
                  <a:pt x="11809600" y="1470662"/>
                  <a:pt x="11813601" y="1514605"/>
                </a:cubicBezTo>
                <a:cubicBezTo>
                  <a:pt x="11829606" y="1690380"/>
                  <a:pt x="11822955" y="1813845"/>
                  <a:pt x="11815628" y="1920902"/>
                </a:cubicBezTo>
                <a:lnTo>
                  <a:pt x="11811346" y="1995660"/>
                </a:lnTo>
                <a:lnTo>
                  <a:pt x="11813868" y="2104640"/>
                </a:lnTo>
                <a:lnTo>
                  <a:pt x="11817197" y="2264365"/>
                </a:lnTo>
                <a:lnTo>
                  <a:pt x="11821465" y="2306631"/>
                </a:lnTo>
                <a:cubicBezTo>
                  <a:pt x="11835170" y="2477814"/>
                  <a:pt x="11818400" y="2578773"/>
                  <a:pt x="11813601" y="2683208"/>
                </a:cubicBezTo>
                <a:cubicBezTo>
                  <a:pt x="11809487" y="2772725"/>
                  <a:pt x="11816027" y="2930030"/>
                  <a:pt x="11816192" y="3070653"/>
                </a:cubicBezTo>
                <a:lnTo>
                  <a:pt x="11813610" y="3202145"/>
                </a:lnTo>
                <a:lnTo>
                  <a:pt x="11813601" y="3267510"/>
                </a:lnTo>
                <a:cubicBezTo>
                  <a:pt x="11811419" y="3587194"/>
                  <a:pt x="11813535" y="3497122"/>
                  <a:pt x="11813601" y="3721967"/>
                </a:cubicBezTo>
                <a:cubicBezTo>
                  <a:pt x="11813617" y="3778178"/>
                  <a:pt x="11814293" y="3835214"/>
                  <a:pt x="11815131" y="3894088"/>
                </a:cubicBezTo>
                <a:lnTo>
                  <a:pt x="11816203" y="3972593"/>
                </a:lnTo>
                <a:lnTo>
                  <a:pt x="11816265" y="3973919"/>
                </a:lnTo>
                <a:cubicBezTo>
                  <a:pt x="11819902" y="4062998"/>
                  <a:pt x="11819694" y="4122248"/>
                  <a:pt x="11818174" y="4171327"/>
                </a:cubicBezTo>
                <a:lnTo>
                  <a:pt x="11817878" y="4178488"/>
                </a:lnTo>
                <a:lnTo>
                  <a:pt x="11818118" y="4277530"/>
                </a:lnTo>
                <a:cubicBezTo>
                  <a:pt x="11817612" y="4347824"/>
                  <a:pt x="11816272" y="4421987"/>
                  <a:pt x="11813601" y="4501036"/>
                </a:cubicBezTo>
                <a:cubicBezTo>
                  <a:pt x="11824398" y="4779554"/>
                  <a:pt x="11834923" y="4895505"/>
                  <a:pt x="11813601" y="5020415"/>
                </a:cubicBezTo>
                <a:cubicBezTo>
                  <a:pt x="11808270" y="5051643"/>
                  <a:pt x="11804885" y="5094410"/>
                  <a:pt x="11802984" y="5145366"/>
                </a:cubicBezTo>
                <a:lnTo>
                  <a:pt x="11802805" y="5153576"/>
                </a:lnTo>
                <a:lnTo>
                  <a:pt x="11813601" y="5280104"/>
                </a:lnTo>
                <a:cubicBezTo>
                  <a:pt x="11848339" y="5545832"/>
                  <a:pt x="11803810" y="5568088"/>
                  <a:pt x="11813601" y="5734561"/>
                </a:cubicBezTo>
                <a:cubicBezTo>
                  <a:pt x="11814825" y="5755370"/>
                  <a:pt x="11815354" y="5777180"/>
                  <a:pt x="11815391" y="5800160"/>
                </a:cubicBezTo>
                <a:lnTo>
                  <a:pt x="11814403" y="5861994"/>
                </a:lnTo>
                <a:lnTo>
                  <a:pt x="11814897" y="5940552"/>
                </a:lnTo>
                <a:cubicBezTo>
                  <a:pt x="11813455" y="6007961"/>
                  <a:pt x="11810716" y="6074118"/>
                  <a:pt x="11808410" y="6139030"/>
                </a:cubicBezTo>
                <a:lnTo>
                  <a:pt x="11805249" y="6294204"/>
                </a:lnTo>
                <a:lnTo>
                  <a:pt x="11806853" y="6377232"/>
                </a:lnTo>
                <a:lnTo>
                  <a:pt x="11813601" y="6513630"/>
                </a:lnTo>
                <a:cubicBezTo>
                  <a:pt x="11755932" y="6520071"/>
                  <a:pt x="11702085" y="6522123"/>
                  <a:pt x="11651008" y="6521869"/>
                </a:cubicBezTo>
                <a:lnTo>
                  <a:pt x="11606878" y="6520178"/>
                </a:lnTo>
                <a:lnTo>
                  <a:pt x="11480359" y="6526470"/>
                </a:lnTo>
                <a:cubicBezTo>
                  <a:pt x="11411497" y="6529079"/>
                  <a:pt x="11340067" y="6529281"/>
                  <a:pt x="11235913" y="6522672"/>
                </a:cubicBezTo>
                <a:lnTo>
                  <a:pt x="11167376" y="6517338"/>
                </a:lnTo>
                <a:lnTo>
                  <a:pt x="11118099" y="6519937"/>
                </a:lnTo>
                <a:cubicBezTo>
                  <a:pt x="11008080" y="6519923"/>
                  <a:pt x="10918905" y="6505169"/>
                  <a:pt x="10779737" y="6513630"/>
                </a:cubicBezTo>
                <a:lnTo>
                  <a:pt x="10756340" y="6513513"/>
                </a:lnTo>
                <a:lnTo>
                  <a:pt x="10748952" y="6514346"/>
                </a:lnTo>
                <a:cubicBezTo>
                  <a:pt x="10725838" y="6516206"/>
                  <a:pt x="10699773" y="6516641"/>
                  <a:pt x="10661780" y="6513630"/>
                </a:cubicBezTo>
                <a:lnTo>
                  <a:pt x="10643067" y="6512943"/>
                </a:lnTo>
                <a:lnTo>
                  <a:pt x="10627638" y="6512866"/>
                </a:lnTo>
                <a:lnTo>
                  <a:pt x="10598539" y="6511309"/>
                </a:lnTo>
                <a:lnTo>
                  <a:pt x="10590670" y="6511020"/>
                </a:lnTo>
                <a:cubicBezTo>
                  <a:pt x="10422654" y="6509230"/>
                  <a:pt x="10114537" y="6525711"/>
                  <a:pt x="9930443" y="6519069"/>
                </a:cubicBezTo>
                <a:lnTo>
                  <a:pt x="9908887" y="6517613"/>
                </a:lnTo>
                <a:lnTo>
                  <a:pt x="9697150" y="6531900"/>
                </a:lnTo>
                <a:cubicBezTo>
                  <a:pt x="9438634" y="6540253"/>
                  <a:pt x="9217380" y="6522684"/>
                  <a:pt x="9038128" y="6513630"/>
                </a:cubicBezTo>
                <a:lnTo>
                  <a:pt x="8901719" y="6509665"/>
                </a:lnTo>
                <a:lnTo>
                  <a:pt x="8766922" y="6512046"/>
                </a:lnTo>
                <a:cubicBezTo>
                  <a:pt x="8694433" y="6513288"/>
                  <a:pt x="8629372" y="6514112"/>
                  <a:pt x="8580175" y="6513630"/>
                </a:cubicBezTo>
                <a:lnTo>
                  <a:pt x="8571277" y="6513524"/>
                </a:lnTo>
                <a:lnTo>
                  <a:pt x="8462217" y="6513630"/>
                </a:lnTo>
                <a:cubicBezTo>
                  <a:pt x="8225188" y="6509968"/>
                  <a:pt x="7780127" y="6525503"/>
                  <a:pt x="7532434" y="6513630"/>
                </a:cubicBezTo>
                <a:lnTo>
                  <a:pt x="7448622" y="6511320"/>
                </a:lnTo>
                <a:lnTo>
                  <a:pt x="7428354" y="6513630"/>
                </a:lnTo>
                <a:cubicBezTo>
                  <a:pt x="7293248" y="6538560"/>
                  <a:pt x="7186080" y="6533261"/>
                  <a:pt x="7078782" y="6523679"/>
                </a:cubicBezTo>
                <a:lnTo>
                  <a:pt x="6973169" y="6513887"/>
                </a:lnTo>
                <a:lnTo>
                  <a:pt x="6954249" y="6514033"/>
                </a:lnTo>
                <a:cubicBezTo>
                  <a:pt x="6918701" y="6514123"/>
                  <a:pt x="6880374" y="6514018"/>
                  <a:pt x="6838566" y="6513630"/>
                </a:cubicBezTo>
                <a:lnTo>
                  <a:pt x="6790865" y="6514652"/>
                </a:lnTo>
                <a:lnTo>
                  <a:pt x="6717520" y="6518204"/>
                </a:lnTo>
                <a:lnTo>
                  <a:pt x="6690736" y="6516798"/>
                </a:lnTo>
                <a:lnTo>
                  <a:pt x="6604647" y="6518643"/>
                </a:lnTo>
                <a:cubicBezTo>
                  <a:pt x="6383546" y="6528740"/>
                  <a:pt x="6188571" y="6547337"/>
                  <a:pt x="5908782" y="6513630"/>
                </a:cubicBezTo>
                <a:lnTo>
                  <a:pt x="5827432" y="6506155"/>
                </a:lnTo>
                <a:lnTo>
                  <a:pt x="5818169" y="6505897"/>
                </a:lnTo>
                <a:cubicBezTo>
                  <a:pt x="5656134" y="6501940"/>
                  <a:pt x="5476891" y="6500561"/>
                  <a:pt x="5360626" y="6513630"/>
                </a:cubicBezTo>
                <a:cubicBezTo>
                  <a:pt x="5244362" y="6526700"/>
                  <a:pt x="5155294" y="6523407"/>
                  <a:pt x="5082581" y="6518492"/>
                </a:cubicBezTo>
                <a:lnTo>
                  <a:pt x="5011539" y="6513612"/>
                </a:lnTo>
                <a:lnTo>
                  <a:pt x="4978999" y="6513630"/>
                </a:lnTo>
                <a:lnTo>
                  <a:pt x="4947560" y="6512597"/>
                </a:lnTo>
                <a:lnTo>
                  <a:pt x="4902673" y="6513630"/>
                </a:lnTo>
                <a:cubicBezTo>
                  <a:pt x="4851834" y="6520217"/>
                  <a:pt x="4795188" y="6523001"/>
                  <a:pt x="4737076" y="6522747"/>
                </a:cubicBezTo>
                <a:lnTo>
                  <a:pt x="4649328" y="6518160"/>
                </a:lnTo>
                <a:lnTo>
                  <a:pt x="4624935" y="6519597"/>
                </a:lnTo>
                <a:cubicBezTo>
                  <a:pt x="4598495" y="6519851"/>
                  <a:pt x="4566987" y="6518389"/>
                  <a:pt x="4521046" y="6513630"/>
                </a:cubicBezTo>
                <a:lnTo>
                  <a:pt x="4456833" y="6510131"/>
                </a:lnTo>
                <a:lnTo>
                  <a:pt x="4343538" y="6512337"/>
                </a:lnTo>
                <a:cubicBezTo>
                  <a:pt x="4260681" y="6514690"/>
                  <a:pt x="4174545" y="6517475"/>
                  <a:pt x="4104725" y="6513630"/>
                </a:cubicBezTo>
                <a:cubicBezTo>
                  <a:pt x="3965085" y="6505941"/>
                  <a:pt x="3802107" y="6535988"/>
                  <a:pt x="3528815" y="6513630"/>
                </a:cubicBezTo>
                <a:lnTo>
                  <a:pt x="3407613" y="6504978"/>
                </a:lnTo>
                <a:lnTo>
                  <a:pt x="3251268" y="6513630"/>
                </a:lnTo>
                <a:cubicBezTo>
                  <a:pt x="3103602" y="6529652"/>
                  <a:pt x="3004932" y="6519904"/>
                  <a:pt x="2867035" y="6513929"/>
                </a:cubicBezTo>
                <a:lnTo>
                  <a:pt x="2840124" y="6513045"/>
                </a:lnTo>
                <a:lnTo>
                  <a:pt x="2834946" y="6513630"/>
                </a:lnTo>
                <a:cubicBezTo>
                  <a:pt x="2691933" y="6538293"/>
                  <a:pt x="2614008" y="6529004"/>
                  <a:pt x="2502859" y="6520536"/>
                </a:cubicBezTo>
                <a:lnTo>
                  <a:pt x="2442001" y="6517197"/>
                </a:lnTo>
                <a:lnTo>
                  <a:pt x="2438245" y="6517313"/>
                </a:lnTo>
                <a:cubicBezTo>
                  <a:pt x="2401807" y="6517985"/>
                  <a:pt x="2368299" y="6518156"/>
                  <a:pt x="2336678" y="6517988"/>
                </a:cubicBezTo>
                <a:lnTo>
                  <a:pt x="2185932" y="6514754"/>
                </a:lnTo>
                <a:lnTo>
                  <a:pt x="1960620" y="6520062"/>
                </a:lnTo>
                <a:cubicBezTo>
                  <a:pt x="1876521" y="6521810"/>
                  <a:pt x="1788378" y="6523022"/>
                  <a:pt x="1701155" y="6522387"/>
                </a:cubicBezTo>
                <a:lnTo>
                  <a:pt x="1589271" y="6518529"/>
                </a:lnTo>
                <a:lnTo>
                  <a:pt x="1539168" y="6519829"/>
                </a:lnTo>
                <a:cubicBezTo>
                  <a:pt x="1395291" y="6522782"/>
                  <a:pt x="1407110" y="6517174"/>
                  <a:pt x="1287620" y="6513630"/>
                </a:cubicBezTo>
                <a:cubicBezTo>
                  <a:pt x="1168131" y="6510087"/>
                  <a:pt x="1041230" y="6513238"/>
                  <a:pt x="932033" y="6514000"/>
                </a:cubicBezTo>
                <a:lnTo>
                  <a:pt x="918750" y="6513952"/>
                </a:lnTo>
                <a:lnTo>
                  <a:pt x="858917" y="6514806"/>
                </a:lnTo>
                <a:cubicBezTo>
                  <a:pt x="826932" y="6514879"/>
                  <a:pt x="792070" y="6514545"/>
                  <a:pt x="753341" y="6513630"/>
                </a:cubicBezTo>
                <a:cubicBezTo>
                  <a:pt x="443511" y="6506311"/>
                  <a:pt x="354936" y="6524642"/>
                  <a:pt x="17841" y="6513630"/>
                </a:cubicBezTo>
                <a:cubicBezTo>
                  <a:pt x="-956" y="6342673"/>
                  <a:pt x="-10467" y="6012653"/>
                  <a:pt x="17841" y="5799484"/>
                </a:cubicBezTo>
                <a:lnTo>
                  <a:pt x="19845" y="5756408"/>
                </a:lnTo>
                <a:lnTo>
                  <a:pt x="17841" y="5734561"/>
                </a:lnTo>
                <a:cubicBezTo>
                  <a:pt x="13149" y="5695472"/>
                  <a:pt x="12578" y="5648752"/>
                  <a:pt x="13918" y="5598323"/>
                </a:cubicBezTo>
                <a:lnTo>
                  <a:pt x="18180" y="5508699"/>
                </a:lnTo>
                <a:lnTo>
                  <a:pt x="16493" y="5477760"/>
                </a:lnTo>
                <a:cubicBezTo>
                  <a:pt x="8966" y="5369709"/>
                  <a:pt x="1889" y="5260695"/>
                  <a:pt x="17841" y="5150260"/>
                </a:cubicBezTo>
                <a:cubicBezTo>
                  <a:pt x="-3463" y="5038150"/>
                  <a:pt x="-2139" y="4857473"/>
                  <a:pt x="6850" y="4650409"/>
                </a:cubicBezTo>
                <a:lnTo>
                  <a:pt x="14633" y="4498670"/>
                </a:lnTo>
                <a:lnTo>
                  <a:pt x="14494" y="4495758"/>
                </a:lnTo>
                <a:cubicBezTo>
                  <a:pt x="12245" y="4421472"/>
                  <a:pt x="13025" y="4335511"/>
                  <a:pt x="14442" y="4243130"/>
                </a:cubicBezTo>
                <a:lnTo>
                  <a:pt x="16801" y="4091152"/>
                </a:lnTo>
                <a:lnTo>
                  <a:pt x="13537" y="4018512"/>
                </a:lnTo>
                <a:lnTo>
                  <a:pt x="17696" y="3920163"/>
                </a:lnTo>
                <a:lnTo>
                  <a:pt x="17841" y="3851812"/>
                </a:lnTo>
                <a:cubicBezTo>
                  <a:pt x="15571" y="3651484"/>
                  <a:pt x="26219" y="3546077"/>
                  <a:pt x="24551" y="3386181"/>
                </a:cubicBezTo>
                <a:lnTo>
                  <a:pt x="24397" y="3379573"/>
                </a:lnTo>
                <a:lnTo>
                  <a:pt x="22173" y="3327681"/>
                </a:lnTo>
                <a:cubicBezTo>
                  <a:pt x="20895" y="3304536"/>
                  <a:pt x="19446" y="3284181"/>
                  <a:pt x="17841" y="3267510"/>
                </a:cubicBezTo>
                <a:cubicBezTo>
                  <a:pt x="8213" y="3167488"/>
                  <a:pt x="-3113" y="2984082"/>
                  <a:pt x="3931" y="2799801"/>
                </a:cubicBezTo>
                <a:lnTo>
                  <a:pt x="4125" y="2797274"/>
                </a:lnTo>
                <a:lnTo>
                  <a:pt x="3717" y="2776150"/>
                </a:lnTo>
                <a:cubicBezTo>
                  <a:pt x="3237" y="2640023"/>
                  <a:pt x="7465" y="2516197"/>
                  <a:pt x="17841" y="2423520"/>
                </a:cubicBezTo>
                <a:cubicBezTo>
                  <a:pt x="20435" y="2400350"/>
                  <a:pt x="22069" y="2375698"/>
                  <a:pt x="22982" y="2349684"/>
                </a:cubicBezTo>
                <a:lnTo>
                  <a:pt x="23157" y="2331991"/>
                </a:lnTo>
                <a:lnTo>
                  <a:pt x="21648" y="2290240"/>
                </a:lnTo>
                <a:cubicBezTo>
                  <a:pt x="18695" y="2240502"/>
                  <a:pt x="15426" y="2193755"/>
                  <a:pt x="14054" y="2150784"/>
                </a:cubicBezTo>
                <a:lnTo>
                  <a:pt x="17291" y="2050968"/>
                </a:lnTo>
                <a:lnTo>
                  <a:pt x="12351" y="1872365"/>
                </a:lnTo>
                <a:cubicBezTo>
                  <a:pt x="11665" y="1799113"/>
                  <a:pt x="12859" y="1722821"/>
                  <a:pt x="17841" y="1644450"/>
                </a:cubicBezTo>
                <a:lnTo>
                  <a:pt x="21169" y="1569934"/>
                </a:lnTo>
                <a:lnTo>
                  <a:pt x="20488" y="1547698"/>
                </a:lnTo>
                <a:cubicBezTo>
                  <a:pt x="19568" y="1516527"/>
                  <a:pt x="18663" y="1483900"/>
                  <a:pt x="17841" y="1449683"/>
                </a:cubicBezTo>
                <a:cubicBezTo>
                  <a:pt x="11271" y="1175953"/>
                  <a:pt x="1415" y="1152151"/>
                  <a:pt x="17841" y="995226"/>
                </a:cubicBezTo>
                <a:lnTo>
                  <a:pt x="19885" y="968921"/>
                </a:lnTo>
                <a:lnTo>
                  <a:pt x="17841" y="930304"/>
                </a:lnTo>
                <a:cubicBezTo>
                  <a:pt x="7442" y="768208"/>
                  <a:pt x="7865" y="285783"/>
                  <a:pt x="17841" y="21390"/>
                </a:cubicBezTo>
                <a:cubicBezTo>
                  <a:pt x="147136" y="10433"/>
                  <a:pt x="296588" y="9602"/>
                  <a:pt x="440468" y="11925"/>
                </a:cubicBezTo>
                <a:lnTo>
                  <a:pt x="473966" y="12726"/>
                </a:lnTo>
                <a:lnTo>
                  <a:pt x="478805" y="12539"/>
                </a:lnTo>
                <a:lnTo>
                  <a:pt x="484496" y="12977"/>
                </a:lnTo>
                <a:lnTo>
                  <a:pt x="648894" y="16905"/>
                </a:lnTo>
                <a:cubicBezTo>
                  <a:pt x="714833" y="18773"/>
                  <a:pt x="776163" y="20559"/>
                  <a:pt x="829667" y="21390"/>
                </a:cubicBezTo>
                <a:lnTo>
                  <a:pt x="916694" y="22693"/>
                </a:lnTo>
                <a:lnTo>
                  <a:pt x="933747" y="21390"/>
                </a:lnTo>
                <a:cubicBezTo>
                  <a:pt x="1086511" y="12604"/>
                  <a:pt x="1591110" y="15003"/>
                  <a:pt x="1863531" y="21390"/>
                </a:cubicBezTo>
                <a:lnTo>
                  <a:pt x="1920387" y="22646"/>
                </a:lnTo>
                <a:lnTo>
                  <a:pt x="2054705" y="24358"/>
                </a:lnTo>
                <a:cubicBezTo>
                  <a:pt x="2107717" y="24456"/>
                  <a:pt x="2161143" y="23719"/>
                  <a:pt x="2217404" y="21390"/>
                </a:cubicBezTo>
                <a:cubicBezTo>
                  <a:pt x="2442445" y="12073"/>
                  <a:pt x="2732199" y="18194"/>
                  <a:pt x="2911273" y="21390"/>
                </a:cubicBezTo>
                <a:lnTo>
                  <a:pt x="3023675" y="20799"/>
                </a:lnTo>
                <a:lnTo>
                  <a:pt x="3093869" y="15816"/>
                </a:lnTo>
                <a:cubicBezTo>
                  <a:pt x="3182922" y="11551"/>
                  <a:pt x="3301373" y="10993"/>
                  <a:pt x="3429365" y="12165"/>
                </a:cubicBezTo>
                <a:lnTo>
                  <a:pt x="3575555" y="14425"/>
                </a:lnTo>
                <a:lnTo>
                  <a:pt x="3605772" y="13210"/>
                </a:lnTo>
                <a:cubicBezTo>
                  <a:pt x="3774503" y="6974"/>
                  <a:pt x="3960371" y="3465"/>
                  <a:pt x="4063093" y="21390"/>
                </a:cubicBezTo>
                <a:lnTo>
                  <a:pt x="4088792" y="24677"/>
                </a:lnTo>
                <a:lnTo>
                  <a:pt x="4129769" y="25744"/>
                </a:lnTo>
                <a:cubicBezTo>
                  <a:pt x="4269845" y="29597"/>
                  <a:pt x="4297423" y="30995"/>
                  <a:pt x="4403088" y="21390"/>
                </a:cubicBezTo>
                <a:cubicBezTo>
                  <a:pt x="4473592" y="10814"/>
                  <a:pt x="4858406" y="-6032"/>
                  <a:pt x="5096956" y="21390"/>
                </a:cubicBezTo>
                <a:lnTo>
                  <a:pt x="5251798" y="27914"/>
                </a:lnTo>
                <a:lnTo>
                  <a:pt x="5332872" y="21390"/>
                </a:lnTo>
                <a:cubicBezTo>
                  <a:pt x="5422885" y="11295"/>
                  <a:pt x="5502187" y="8863"/>
                  <a:pt x="5576462" y="10240"/>
                </a:cubicBezTo>
                <a:lnTo>
                  <a:pt x="5700011" y="17015"/>
                </a:lnTo>
                <a:lnTo>
                  <a:pt x="5761151" y="15143"/>
                </a:lnTo>
                <a:cubicBezTo>
                  <a:pt x="5846776" y="14123"/>
                  <a:pt x="5935566" y="15403"/>
                  <a:pt x="6026740" y="21390"/>
                </a:cubicBezTo>
                <a:lnTo>
                  <a:pt x="6161088" y="29209"/>
                </a:lnTo>
                <a:lnTo>
                  <a:pt x="6262655" y="21390"/>
                </a:lnTo>
                <a:cubicBezTo>
                  <a:pt x="6405549" y="5694"/>
                  <a:pt x="6517747" y="175"/>
                  <a:pt x="6610089" y="5"/>
                </a:cubicBezTo>
                <a:close/>
              </a:path>
            </a:pathLst>
          </a:cu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BBE3A-253D-4682-AEE4-8360E06B6B9C}"/>
              </a:ext>
            </a:extLst>
          </p:cNvPr>
          <p:cNvSpPr>
            <a:spLocks noGrp="1"/>
          </p:cNvSpPr>
          <p:nvPr>
            <p:ph type="title"/>
          </p:nvPr>
        </p:nvSpPr>
        <p:spPr/>
        <p:txBody>
          <a:bodyPr/>
          <a:lstStyle/>
          <a:p>
            <a:r>
              <a:rPr lang="en-US" b="1" dirty="0">
                <a:solidFill>
                  <a:srgbClr val="7030A0"/>
                </a:solidFill>
                <a:latin typeface="Book Antiqua" panose="02040602050305030304" pitchFamily="18" charset="0"/>
              </a:rPr>
              <a:t>Absolute threshold</a:t>
            </a:r>
            <a:endParaRPr lang="x-none" b="1" dirty="0">
              <a:solidFill>
                <a:srgbClr val="7030A0"/>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EB3CD245-78EF-46A2-88A6-51C5A61CD355}"/>
              </a:ext>
            </a:extLst>
          </p:cNvPr>
          <p:cNvSpPr>
            <a:spLocks noGrp="1"/>
          </p:cNvSpPr>
          <p:nvPr>
            <p:ph idx="1"/>
          </p:nvPr>
        </p:nvSpPr>
        <p:spPr/>
        <p:txBody>
          <a:bodyPr>
            <a:normAutofit fontScale="77500" lnSpcReduction="20000"/>
          </a:bodyPr>
          <a:lstStyle/>
          <a:p>
            <a:pPr>
              <a:buFont typeface="Wingdings" pitchFamily="2" charset="2"/>
              <a:buChar char="ü"/>
            </a:pPr>
            <a:r>
              <a:rPr lang="en-US" sz="2800" dirty="0"/>
              <a:t>Absolute threshold is the </a:t>
            </a:r>
            <a:r>
              <a:rPr lang="en-US" sz="2800" b="1" u="sng" dirty="0"/>
              <a:t>smallest level of stimulus that can be detected</a:t>
            </a:r>
            <a:r>
              <a:rPr lang="en-US" sz="2800" dirty="0"/>
              <a:t>. </a:t>
            </a:r>
          </a:p>
          <a:p>
            <a:pPr>
              <a:buFont typeface="Wingdings" pitchFamily="2" charset="2"/>
              <a:buChar char="ü"/>
            </a:pPr>
            <a:endParaRPr lang="en-US" sz="2800" dirty="0"/>
          </a:p>
          <a:p>
            <a:pPr>
              <a:buFont typeface="Wingdings" pitchFamily="2" charset="2"/>
              <a:buChar char="ü"/>
            </a:pPr>
            <a:r>
              <a:rPr lang="en-US" sz="2800" dirty="0"/>
              <a:t> In hearing, the absolute threshold refers to the smallest level of a tone that can be detected by normal hearing when there are no other interfering sounds present. </a:t>
            </a:r>
          </a:p>
          <a:p>
            <a:pPr>
              <a:buFont typeface="Wingdings" pitchFamily="2" charset="2"/>
              <a:buChar char="ü"/>
            </a:pPr>
            <a:endParaRPr lang="en-US" sz="2800" dirty="0"/>
          </a:p>
          <a:p>
            <a:pPr>
              <a:buFont typeface="Wingdings" pitchFamily="2" charset="2"/>
              <a:buChar char="ü"/>
            </a:pPr>
            <a:r>
              <a:rPr lang="en-US" sz="2800" dirty="0"/>
              <a:t> In vision, the absolute threshold refers to the smallest level of the light that a person can detect. </a:t>
            </a:r>
          </a:p>
          <a:p>
            <a:pPr>
              <a:buFont typeface="Wingdings" pitchFamily="2" charset="2"/>
              <a:buChar char="ü"/>
            </a:pPr>
            <a:endParaRPr lang="en-US" sz="2800" dirty="0"/>
          </a:p>
          <a:p>
            <a:pPr>
              <a:buFont typeface="Wingdings" pitchFamily="2" charset="2"/>
              <a:buChar char="ü"/>
            </a:pPr>
            <a:r>
              <a:rPr lang="en-US" sz="2800" dirty="0"/>
              <a:t> In smell, for odors, the absolute threshold involves the smallest amount that a person is able to smell. </a:t>
            </a:r>
          </a:p>
          <a:p>
            <a:pPr>
              <a:buFont typeface="Wingdings" pitchFamily="2" charset="2"/>
              <a:buChar char="ü"/>
            </a:pPr>
            <a:endParaRPr lang="en-US" sz="2800" dirty="0"/>
          </a:p>
          <a:p>
            <a:pPr>
              <a:buFont typeface="Wingdings" pitchFamily="2" charset="2"/>
              <a:buChar char="ü"/>
            </a:pPr>
            <a:r>
              <a:rPr lang="en-US" sz="2800" dirty="0"/>
              <a:t>In the absolute threshold of touch, the amount of force required for you to detect the feeling of feather lightly brushing  your arm. </a:t>
            </a:r>
          </a:p>
        </p:txBody>
      </p:sp>
    </p:spTree>
    <p:extLst>
      <p:ext uri="{BB962C8B-B14F-4D97-AF65-F5344CB8AC3E}">
        <p14:creationId xmlns:p14="http://schemas.microsoft.com/office/powerpoint/2010/main" val="1127304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51A0227-072A-4F5F-928C-E2C3E5CCD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Capture.JPG"/>
          <p:cNvPicPr>
            <a:picLocks noChangeAspect="1"/>
          </p:cNvPicPr>
          <p:nvPr/>
        </p:nvPicPr>
        <p:blipFill rotWithShape="1">
          <a:blip r:embed="rId2"/>
          <a:srcRect t="11736" b="9273"/>
          <a:stretch/>
        </p:blipFill>
        <p:spPr>
          <a:xfrm>
            <a:off x="463296" y="943821"/>
            <a:ext cx="5471160" cy="2679468"/>
          </a:xfrm>
          <a:prstGeom prst="rect">
            <a:avLst/>
          </a:prstGeom>
        </p:spPr>
      </p:pic>
      <p:pic>
        <p:nvPicPr>
          <p:cNvPr id="5" name="Picture 4" descr="A picture containing diagram&#10;&#10;Description automatically generated">
            <a:extLst>
              <a:ext uri="{FF2B5EF4-FFF2-40B4-BE49-F238E27FC236}">
                <a16:creationId xmlns:a16="http://schemas.microsoft.com/office/drawing/2014/main" id="{2F00C486-F765-C8A2-5BFE-A4C3525BAC35}"/>
              </a:ext>
            </a:extLst>
          </p:cNvPr>
          <p:cNvPicPr>
            <a:picLocks noChangeAspect="1"/>
          </p:cNvPicPr>
          <p:nvPr/>
        </p:nvPicPr>
        <p:blipFill rotWithShape="1">
          <a:blip r:embed="rId3">
            <a:extLst>
              <a:ext uri="{28A0092B-C50C-407E-A947-70E740481C1C}">
                <a14:useLocalDpi xmlns:a14="http://schemas.microsoft.com/office/drawing/2010/main" val="0"/>
              </a:ext>
            </a:extLst>
          </a:blip>
          <a:srcRect l="40185" b="15400"/>
          <a:stretch/>
        </p:blipFill>
        <p:spPr>
          <a:xfrm>
            <a:off x="6254496" y="697229"/>
            <a:ext cx="5471160" cy="3172652"/>
          </a:xfrm>
          <a:prstGeom prst="rect">
            <a:avLst/>
          </a:prstGeom>
        </p:spPr>
      </p:pic>
      <p:sp>
        <p:nvSpPr>
          <p:cNvPr id="32" name="sketchy line">
            <a:extLst>
              <a:ext uri="{FF2B5EF4-FFF2-40B4-BE49-F238E27FC236}">
                <a16:creationId xmlns:a16="http://schemas.microsoft.com/office/drawing/2014/main" id="{35D99776-4B38-47DF-A302-11AD9AF87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37304" y="529256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5333999" y="4440365"/>
            <a:ext cx="6214871" cy="1722691"/>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b="1" u="sng" dirty="0"/>
              <a:t>SENSORY ADAPTATION   </a:t>
            </a:r>
          </a:p>
          <a:p>
            <a:pPr indent="-228600">
              <a:lnSpc>
                <a:spcPct val="90000"/>
              </a:lnSpc>
              <a:spcAft>
                <a:spcPts val="600"/>
              </a:spcAft>
              <a:buFont typeface="Arial" panose="020B0604020202020204" pitchFamily="34" charset="0"/>
              <a:buChar char="•"/>
            </a:pPr>
            <a:r>
              <a:rPr lang="en-US" sz="2000" dirty="0"/>
              <a:t>The process in which changes in the sensitivity of sensory receptors occur in relation to the stimulus. </a:t>
            </a:r>
          </a:p>
          <a:p>
            <a:pPr indent="-228600">
              <a:lnSpc>
                <a:spcPct val="90000"/>
              </a:lnSpc>
              <a:spcAft>
                <a:spcPts val="600"/>
              </a:spcAft>
              <a:buFont typeface="Arial" panose="020B0604020202020204" pitchFamily="34" charset="0"/>
              <a:buChar char="•"/>
            </a:pPr>
            <a:r>
              <a:rPr lang="en-US" sz="2000" dirty="0"/>
              <a:t>Gradual decrease over time in the responsiveness of the sensory system to a constant stimulus.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Graphical user interface, text, application&#10;&#10;Description automatically generated">
            <a:extLst>
              <a:ext uri="{FF2B5EF4-FFF2-40B4-BE49-F238E27FC236}">
                <a16:creationId xmlns:a16="http://schemas.microsoft.com/office/drawing/2014/main" id="{168492BE-A222-9FC4-256C-415B8BB5B2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0825" y="74268"/>
            <a:ext cx="7960832" cy="6709463"/>
          </a:xfrm>
          <a:prstGeom prst="rect">
            <a:avLst/>
          </a:prstGeom>
        </p:spPr>
      </p:pic>
    </p:spTree>
    <p:extLst>
      <p:ext uri="{BB962C8B-B14F-4D97-AF65-F5344CB8AC3E}">
        <p14:creationId xmlns:p14="http://schemas.microsoft.com/office/powerpoint/2010/main" val="3835655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944C5-5818-975C-E3C1-E48BC9F2D252}"/>
              </a:ext>
            </a:extLst>
          </p:cNvPr>
          <p:cNvSpPr>
            <a:spLocks noGrp="1"/>
          </p:cNvSpPr>
          <p:nvPr>
            <p:ph type="title"/>
          </p:nvPr>
        </p:nvSpPr>
        <p:spPr>
          <a:xfrm>
            <a:off x="838199" y="291090"/>
            <a:ext cx="10515599" cy="932688"/>
          </a:xfrm>
        </p:spPr>
        <p:txBody>
          <a:bodyPr vert="horz" lIns="91440" tIns="45720" rIns="91440" bIns="45720" rtlCol="0" anchor="b">
            <a:normAutofit/>
          </a:bodyPr>
          <a:lstStyle/>
          <a:p>
            <a:pPr algn="ctr"/>
            <a:r>
              <a:rPr lang="en-US" sz="5400" kern="1200">
                <a:solidFill>
                  <a:schemeClr val="tx1"/>
                </a:solidFill>
                <a:latin typeface="+mj-lt"/>
                <a:ea typeface="+mj-ea"/>
                <a:cs typeface="+mj-cs"/>
              </a:rPr>
              <a:t>Let’s revise</a:t>
            </a:r>
          </a:p>
        </p:txBody>
      </p:sp>
      <p:pic>
        <p:nvPicPr>
          <p:cNvPr id="5" name="Content Placeholder 4" descr="Diagram&#10;&#10;Description automatically generated">
            <a:extLst>
              <a:ext uri="{FF2B5EF4-FFF2-40B4-BE49-F238E27FC236}">
                <a16:creationId xmlns:a16="http://schemas.microsoft.com/office/drawing/2014/main" id="{2BEB9220-0ADB-7CFB-74E9-72192D9BAFB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6482" y="1863801"/>
            <a:ext cx="8499035" cy="4440746"/>
          </a:xfrm>
          <a:prstGeom prst="rect">
            <a:avLst/>
          </a:prstGeom>
        </p:spPr>
      </p:pic>
    </p:spTree>
    <p:extLst>
      <p:ext uri="{BB962C8B-B14F-4D97-AF65-F5344CB8AC3E}">
        <p14:creationId xmlns:p14="http://schemas.microsoft.com/office/powerpoint/2010/main" val="3401318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E2D5455-ADC8-EA43-8C28-E12DFA31F224}"/>
              </a:ext>
            </a:extLst>
          </p:cNvPr>
          <p:cNvSpPr>
            <a:spLocks noGrp="1"/>
          </p:cNvSpPr>
          <p:nvPr>
            <p:ph type="title"/>
          </p:nvPr>
        </p:nvSpPr>
        <p:spPr>
          <a:xfrm>
            <a:off x="1137034" y="609597"/>
            <a:ext cx="9392421" cy="1330841"/>
          </a:xfrm>
        </p:spPr>
        <p:txBody>
          <a:bodyPr>
            <a:normAutofit/>
          </a:bodyPr>
          <a:lstStyle/>
          <a:p>
            <a:r>
              <a:rPr lang="en-US" dirty="0"/>
              <a:t>Difference Thresholds: Noticing Distinctions Between Stimuli</a:t>
            </a:r>
          </a:p>
        </p:txBody>
      </p:sp>
      <p:sp>
        <p:nvSpPr>
          <p:cNvPr id="3" name="Content Placeholder 2">
            <a:extLst>
              <a:ext uri="{FF2B5EF4-FFF2-40B4-BE49-F238E27FC236}">
                <a16:creationId xmlns:a16="http://schemas.microsoft.com/office/drawing/2014/main" id="{2A3FD9BC-796E-483E-004F-84F870F4F77C}"/>
              </a:ext>
            </a:extLst>
          </p:cNvPr>
          <p:cNvSpPr>
            <a:spLocks noGrp="1"/>
          </p:cNvSpPr>
          <p:nvPr>
            <p:ph idx="1"/>
          </p:nvPr>
        </p:nvSpPr>
        <p:spPr>
          <a:xfrm>
            <a:off x="1137034" y="2198362"/>
            <a:ext cx="4958966" cy="3917773"/>
          </a:xfrm>
        </p:spPr>
        <p:txBody>
          <a:bodyPr>
            <a:normAutofit/>
          </a:bodyPr>
          <a:lstStyle/>
          <a:p>
            <a:r>
              <a:rPr lang="en-US" sz="2000" dirty="0"/>
              <a:t>Difference threshold is the smallest level of added (or reduced) stimulation required to </a:t>
            </a:r>
            <a:r>
              <a:rPr lang="en-US" sz="2000" b="1" dirty="0"/>
              <a:t>sense that a change in stimulation has occurred.</a:t>
            </a:r>
          </a:p>
          <a:p>
            <a:r>
              <a:rPr lang="en-US" sz="2000" b="1" dirty="0"/>
              <a:t>The difference threshold is </a:t>
            </a:r>
            <a:r>
              <a:rPr lang="en-US" sz="2000" b="1" u="sng" dirty="0"/>
              <a:t>the minimum change in stimulation required to detect the difference between two stimuli</a:t>
            </a:r>
            <a:r>
              <a:rPr lang="en-US" sz="2000" b="1" dirty="0"/>
              <a:t>, and so it also is called a just noticeable difference</a:t>
            </a:r>
          </a:p>
        </p:txBody>
      </p:sp>
      <p:pic>
        <p:nvPicPr>
          <p:cNvPr id="5" name="Picture 4" descr="Logo, company name&#10;&#10;Description automatically generated">
            <a:extLst>
              <a:ext uri="{FF2B5EF4-FFF2-40B4-BE49-F238E27FC236}">
                <a16:creationId xmlns:a16="http://schemas.microsoft.com/office/drawing/2014/main" id="{31D71812-F3ED-9D5C-EDE9-3A1B086C9E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0070" y="2184914"/>
            <a:ext cx="4507098" cy="3755915"/>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59921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Shape&#10;&#10;Description automatically generated with medium confidence">
            <a:extLst>
              <a:ext uri="{FF2B5EF4-FFF2-40B4-BE49-F238E27FC236}">
                <a16:creationId xmlns:a16="http://schemas.microsoft.com/office/drawing/2014/main" id="{FD50B21F-D489-2ED7-62B9-E9F21AA24A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2300320"/>
            <a:ext cx="10905066" cy="2257358"/>
          </a:xfrm>
          <a:prstGeom prst="rect">
            <a:avLst/>
          </a:prstGeom>
        </p:spPr>
      </p:pic>
    </p:spTree>
    <p:extLst>
      <p:ext uri="{BB962C8B-B14F-4D97-AF65-F5344CB8AC3E}">
        <p14:creationId xmlns:p14="http://schemas.microsoft.com/office/powerpoint/2010/main" val="3949918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BC4CE-97EC-887E-E714-4540A895C89C}"/>
              </a:ext>
            </a:extLst>
          </p:cNvPr>
          <p:cNvSpPr>
            <a:spLocks noGrp="1"/>
          </p:cNvSpPr>
          <p:nvPr>
            <p:ph type="title"/>
          </p:nvPr>
        </p:nvSpPr>
        <p:spPr/>
        <p:txBody>
          <a:bodyPr/>
          <a:lstStyle/>
          <a:p>
            <a:r>
              <a:rPr lang="en-US" dirty="0"/>
              <a:t>Cont. </a:t>
            </a:r>
          </a:p>
        </p:txBody>
      </p:sp>
      <p:sp>
        <p:nvSpPr>
          <p:cNvPr id="3" name="Content Placeholder 2">
            <a:extLst>
              <a:ext uri="{FF2B5EF4-FFF2-40B4-BE49-F238E27FC236}">
                <a16:creationId xmlns:a16="http://schemas.microsoft.com/office/drawing/2014/main" id="{C2238B11-C923-3DE7-9ED5-E41312F87986}"/>
              </a:ext>
            </a:extLst>
          </p:cNvPr>
          <p:cNvSpPr>
            <a:spLocks noGrp="1"/>
          </p:cNvSpPr>
          <p:nvPr>
            <p:ph idx="1"/>
          </p:nvPr>
        </p:nvSpPr>
        <p:spPr/>
        <p:txBody>
          <a:bodyPr>
            <a:normAutofit/>
          </a:bodyPr>
          <a:lstStyle/>
          <a:p>
            <a:r>
              <a:rPr lang="en-US" dirty="0"/>
              <a:t>Weber’s law helps explain why a person in a quiet room is more startled by the ringing of a telephone than is a person in an already noisy room. </a:t>
            </a:r>
          </a:p>
          <a:p>
            <a:r>
              <a:rPr lang="en-US" dirty="0"/>
              <a:t>To produce the same amount of reaction in a noisy room, a telephone ring might have to approximate the loudness of cathedral bells. </a:t>
            </a:r>
          </a:p>
          <a:p>
            <a:r>
              <a:rPr lang="en-US" dirty="0"/>
              <a:t>Similarly, when the moon is visible during the late afternoon, it appears relatively dim—yet against a dark night sky, it seems quite bright.</a:t>
            </a:r>
          </a:p>
        </p:txBody>
      </p:sp>
    </p:spTree>
    <p:extLst>
      <p:ext uri="{BB962C8B-B14F-4D97-AF65-F5344CB8AC3E}">
        <p14:creationId xmlns:p14="http://schemas.microsoft.com/office/powerpoint/2010/main" val="2837846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Diagram, text&#10;&#10;Description automatically generated">
            <a:extLst>
              <a:ext uri="{FF2B5EF4-FFF2-40B4-BE49-F238E27FC236}">
                <a16:creationId xmlns:a16="http://schemas.microsoft.com/office/drawing/2014/main" id="{531F69B3-58C5-3E1F-249C-512050F302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9840" y="0"/>
            <a:ext cx="9682801" cy="6850583"/>
          </a:xfrm>
          <a:prstGeom prst="rect">
            <a:avLst/>
          </a:prstGeom>
        </p:spPr>
      </p:pic>
    </p:spTree>
    <p:extLst>
      <p:ext uri="{BB962C8B-B14F-4D97-AF65-F5344CB8AC3E}">
        <p14:creationId xmlns:p14="http://schemas.microsoft.com/office/powerpoint/2010/main" val="29957780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381000"/>
            <a:ext cx="6705600" cy="523220"/>
          </a:xfrm>
          <a:prstGeom prst="rect">
            <a:avLst/>
          </a:prstGeom>
          <a:noFill/>
        </p:spPr>
        <p:txBody>
          <a:bodyPr wrap="square" rtlCol="0">
            <a:spAutoFit/>
          </a:bodyPr>
          <a:lstStyle/>
          <a:p>
            <a:r>
              <a:rPr lang="en-US" sz="2800" dirty="0"/>
              <a:t>GESTALT THEORIES OF PERCEPTION</a:t>
            </a:r>
          </a:p>
        </p:txBody>
      </p:sp>
      <p:pic>
        <p:nvPicPr>
          <p:cNvPr id="3" name="Picture 2" descr="0_xAunMZs52Y3AnILg.jpg"/>
          <p:cNvPicPr>
            <a:picLocks noChangeAspect="1"/>
          </p:cNvPicPr>
          <p:nvPr/>
        </p:nvPicPr>
        <p:blipFill>
          <a:blip r:embed="rId2"/>
          <a:stretch>
            <a:fillRect/>
          </a:stretch>
        </p:blipFill>
        <p:spPr>
          <a:xfrm>
            <a:off x="1524000" y="1039368"/>
            <a:ext cx="9144000" cy="482803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E5CF5-E89A-47A2-907A-132EA55A2712}"/>
              </a:ext>
            </a:extLst>
          </p:cNvPr>
          <p:cNvSpPr>
            <a:spLocks noGrp="1"/>
          </p:cNvSpPr>
          <p:nvPr>
            <p:ph idx="1"/>
          </p:nvPr>
        </p:nvSpPr>
        <p:spPr>
          <a:xfrm>
            <a:off x="1446221" y="1489587"/>
            <a:ext cx="6066118" cy="3147176"/>
          </a:xfrm>
        </p:spPr>
        <p:txBody>
          <a:bodyPr>
            <a:noAutofit/>
          </a:bodyPr>
          <a:lstStyle/>
          <a:p>
            <a:pPr marL="0" indent="0">
              <a:buNone/>
            </a:pPr>
            <a:r>
              <a:rPr lang="en-US" sz="2000" b="1" dirty="0"/>
              <a:t>THE GESTALT LAWS OF ORGANIZATION</a:t>
            </a:r>
          </a:p>
          <a:p>
            <a:r>
              <a:rPr lang="en-US" sz="2000" dirty="0"/>
              <a:t>When given a cluster of sensations, people tend to organize them into a </a:t>
            </a:r>
            <a:r>
              <a:rPr lang="en-US" sz="2000" b="1" dirty="0"/>
              <a:t>gestalt, </a:t>
            </a:r>
            <a:r>
              <a:rPr lang="en-US" sz="2000" dirty="0"/>
              <a:t>a German word meaning a “form” or a “whole.”</a:t>
            </a:r>
          </a:p>
          <a:p>
            <a:r>
              <a:rPr lang="en-US" sz="2000" dirty="0"/>
              <a:t>For example, Note the individual elements of this figure, called a </a:t>
            </a:r>
            <a:r>
              <a:rPr lang="en-US" sz="2000" i="1" dirty="0"/>
              <a:t>Necker cube</a:t>
            </a:r>
          </a:p>
          <a:p>
            <a:r>
              <a:rPr lang="en-US" sz="2000" dirty="0"/>
              <a:t>Gestalt psychologists demonstrated many principles we use to organize our sensations into perceptions</a:t>
            </a:r>
          </a:p>
          <a:p>
            <a:r>
              <a:rPr lang="en-US" sz="2000" i="1" dirty="0"/>
              <a:t>Our brain does more than register information about the world</a:t>
            </a:r>
            <a:r>
              <a:rPr lang="en-US" sz="2000" dirty="0"/>
              <a:t>.</a:t>
            </a:r>
          </a:p>
        </p:txBody>
      </p:sp>
      <p:pic>
        <p:nvPicPr>
          <p:cNvPr id="5" name="Picture 4">
            <a:extLst>
              <a:ext uri="{FF2B5EF4-FFF2-40B4-BE49-F238E27FC236}">
                <a16:creationId xmlns:a16="http://schemas.microsoft.com/office/drawing/2014/main" id="{9952F159-F76F-48FA-8AAF-6C3FD13A72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0889" y="3191551"/>
            <a:ext cx="2204579" cy="2194559"/>
          </a:xfrm>
          <a:prstGeom prst="rect">
            <a:avLst/>
          </a:prstGeom>
        </p:spPr>
      </p:pic>
    </p:spTree>
    <p:extLst>
      <p:ext uri="{BB962C8B-B14F-4D97-AF65-F5344CB8AC3E}">
        <p14:creationId xmlns:p14="http://schemas.microsoft.com/office/powerpoint/2010/main" val="12514822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8FC42-3CFD-4569-BF6D-0AA68EC5DE30}"/>
              </a:ext>
            </a:extLst>
          </p:cNvPr>
          <p:cNvSpPr>
            <a:spLocks noGrp="1"/>
          </p:cNvSpPr>
          <p:nvPr>
            <p:ph type="title"/>
          </p:nvPr>
        </p:nvSpPr>
        <p:spPr>
          <a:xfrm>
            <a:off x="7856388" y="975365"/>
            <a:ext cx="3847882" cy="1691907"/>
          </a:xfrm>
        </p:spPr>
        <p:txBody>
          <a:bodyPr anchor="ctr">
            <a:normAutofit/>
          </a:bodyPr>
          <a:lstStyle/>
          <a:p>
            <a:r>
              <a:rPr lang="en-US" sz="1600" dirty="0" err="1">
                <a:solidFill>
                  <a:srgbClr val="FFFFFF"/>
                </a:solidFill>
              </a:rPr>
              <a:t>Cont</a:t>
            </a:r>
            <a:r>
              <a:rPr lang="en-US" sz="1600" dirty="0">
                <a:solidFill>
                  <a:srgbClr val="FFFFFF"/>
                </a:solidFill>
              </a:rPr>
              <a:t>…</a:t>
            </a:r>
          </a:p>
        </p:txBody>
      </p:sp>
      <p:pic>
        <p:nvPicPr>
          <p:cNvPr id="9" name="Picture 8">
            <a:extLst>
              <a:ext uri="{FF2B5EF4-FFF2-40B4-BE49-F238E27FC236}">
                <a16:creationId xmlns:a16="http://schemas.microsoft.com/office/drawing/2014/main" id="{82510D4A-7A75-48ED-B4E0-0D662288903D}"/>
              </a:ext>
            </a:extLst>
          </p:cNvPr>
          <p:cNvPicPr>
            <a:picLocks noChangeAspect="1"/>
          </p:cNvPicPr>
          <p:nvPr/>
        </p:nvPicPr>
        <p:blipFill rotWithShape="1">
          <a:blip r:embed="rId2">
            <a:extLst>
              <a:ext uri="{28A0092B-C50C-407E-A947-70E740481C1C}">
                <a14:useLocalDpi xmlns:a14="http://schemas.microsoft.com/office/drawing/2010/main" val="0"/>
              </a:ext>
            </a:extLst>
          </a:blip>
          <a:srcRect t="6018"/>
          <a:stretch/>
        </p:blipFill>
        <p:spPr>
          <a:xfrm>
            <a:off x="1075896" y="775380"/>
            <a:ext cx="2286736" cy="2377220"/>
          </a:xfrm>
          <a:prstGeom prst="rect">
            <a:avLst/>
          </a:prstGeom>
        </p:spPr>
      </p:pic>
      <p:pic>
        <p:nvPicPr>
          <p:cNvPr id="11" name="Picture 10">
            <a:extLst>
              <a:ext uri="{FF2B5EF4-FFF2-40B4-BE49-F238E27FC236}">
                <a16:creationId xmlns:a16="http://schemas.microsoft.com/office/drawing/2014/main" id="{8D1621BD-21FC-48CB-B50A-BF28296A04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34581" y="3578457"/>
            <a:ext cx="2403987" cy="2377220"/>
          </a:xfrm>
          <a:prstGeom prst="rect">
            <a:avLst/>
          </a:prstGeom>
        </p:spPr>
      </p:pic>
      <p:sp>
        <p:nvSpPr>
          <p:cNvPr id="3" name="Content Placeholder 2">
            <a:extLst>
              <a:ext uri="{FF2B5EF4-FFF2-40B4-BE49-F238E27FC236}">
                <a16:creationId xmlns:a16="http://schemas.microsoft.com/office/drawing/2014/main" id="{D63A062C-8804-4993-BDE1-11C7FFEF683C}"/>
              </a:ext>
            </a:extLst>
          </p:cNvPr>
          <p:cNvSpPr>
            <a:spLocks noGrp="1"/>
          </p:cNvSpPr>
          <p:nvPr>
            <p:ph idx="1"/>
          </p:nvPr>
        </p:nvSpPr>
        <p:spPr>
          <a:xfrm>
            <a:off x="7581926" y="624298"/>
            <a:ext cx="4610074" cy="5609398"/>
          </a:xfrm>
        </p:spPr>
        <p:txBody>
          <a:bodyPr anchor="ctr">
            <a:normAutofit fontScale="32500" lnSpcReduction="20000"/>
          </a:bodyPr>
          <a:lstStyle/>
          <a:p>
            <a:endParaRPr lang="en-US" sz="1000" dirty="0"/>
          </a:p>
          <a:p>
            <a:endParaRPr lang="en-US" sz="1000" dirty="0"/>
          </a:p>
          <a:p>
            <a:endParaRPr lang="en-US" sz="1000" dirty="0"/>
          </a:p>
          <a:p>
            <a:pPr marL="0" indent="0">
              <a:buNone/>
            </a:pPr>
            <a:endParaRPr lang="en-US" sz="1000" dirty="0"/>
          </a:p>
          <a:p>
            <a:pPr marL="0" indent="0">
              <a:buNone/>
            </a:pPr>
            <a:endParaRPr lang="en-US" sz="3800" dirty="0"/>
          </a:p>
          <a:p>
            <a:r>
              <a:rPr lang="en-US" sz="9600" b="1" dirty="0"/>
              <a:t>Figure and ground </a:t>
            </a:r>
          </a:p>
          <a:p>
            <a:r>
              <a:rPr lang="en-US" sz="8000" dirty="0"/>
              <a:t>each figure is two-dimensional</a:t>
            </a:r>
          </a:p>
          <a:p>
            <a:r>
              <a:rPr lang="en-US" sz="8000" dirty="0"/>
              <a:t>the usual means we employ for distinguishing the figure from the </a:t>
            </a:r>
            <a:r>
              <a:rPr lang="en-US" sz="8000" i="1" dirty="0"/>
              <a:t>ground </a:t>
            </a:r>
            <a:r>
              <a:rPr lang="en-US" sz="8000" dirty="0"/>
              <a:t>do not work.</a:t>
            </a:r>
          </a:p>
          <a:p>
            <a:r>
              <a:rPr lang="en-US" sz="8000" dirty="0"/>
              <a:t>We do not just passively respond to visual stimuli that happen to fall on our retinas. </a:t>
            </a:r>
          </a:p>
          <a:p>
            <a:r>
              <a:rPr lang="en-US" sz="8000" dirty="0"/>
              <a:t>Rather, we actively try to organize and make sense of what we see.</a:t>
            </a:r>
          </a:p>
          <a:p>
            <a:endParaRPr lang="en-US" sz="2900" dirty="0"/>
          </a:p>
          <a:p>
            <a:endParaRPr lang="en-US" sz="2900" dirty="0"/>
          </a:p>
          <a:p>
            <a:endParaRPr lang="en-US" sz="2900" dirty="0"/>
          </a:p>
          <a:p>
            <a:endParaRPr lang="en-US" sz="2900" dirty="0"/>
          </a:p>
          <a:p>
            <a:endParaRPr lang="en-US" sz="2900" dirty="0"/>
          </a:p>
          <a:p>
            <a:endParaRPr lang="en-US" sz="2900" dirty="0"/>
          </a:p>
          <a:p>
            <a:endParaRPr lang="en-US" sz="2900" dirty="0"/>
          </a:p>
          <a:p>
            <a:endParaRPr lang="en-US" sz="2900" dirty="0"/>
          </a:p>
        </p:txBody>
      </p:sp>
    </p:spTree>
    <p:extLst>
      <p:ext uri="{BB962C8B-B14F-4D97-AF65-F5344CB8AC3E}">
        <p14:creationId xmlns:p14="http://schemas.microsoft.com/office/powerpoint/2010/main" val="33691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92797-56AA-42DB-BDB7-3A38E06CF98D}"/>
              </a:ext>
            </a:extLst>
          </p:cNvPr>
          <p:cNvSpPr>
            <a:spLocks noGrp="1"/>
          </p:cNvSpPr>
          <p:nvPr>
            <p:ph type="title"/>
          </p:nvPr>
        </p:nvSpPr>
        <p:spPr>
          <a:xfrm>
            <a:off x="838200" y="365125"/>
            <a:ext cx="10515600" cy="637765"/>
          </a:xfrm>
        </p:spPr>
        <p:txBody>
          <a:bodyPr>
            <a:normAutofit/>
          </a:bodyPr>
          <a:lstStyle/>
          <a:p>
            <a:pPr algn="r"/>
            <a:r>
              <a:rPr lang="en-US" sz="1600" dirty="0" err="1"/>
              <a:t>Cont</a:t>
            </a:r>
            <a:r>
              <a:rPr lang="en-US" sz="1600" dirty="0"/>
              <a:t>….</a:t>
            </a:r>
          </a:p>
        </p:txBody>
      </p:sp>
      <p:sp>
        <p:nvSpPr>
          <p:cNvPr id="3" name="Content Placeholder 2">
            <a:extLst>
              <a:ext uri="{FF2B5EF4-FFF2-40B4-BE49-F238E27FC236}">
                <a16:creationId xmlns:a16="http://schemas.microsoft.com/office/drawing/2014/main" id="{CFE03820-64A5-472F-BEA5-F0CB59673FB1}"/>
              </a:ext>
            </a:extLst>
          </p:cNvPr>
          <p:cNvSpPr>
            <a:spLocks noGrp="1"/>
          </p:cNvSpPr>
          <p:nvPr>
            <p:ph idx="1"/>
          </p:nvPr>
        </p:nvSpPr>
        <p:spPr>
          <a:xfrm>
            <a:off x="838200" y="1224116"/>
            <a:ext cx="10515600" cy="4952847"/>
          </a:xfrm>
        </p:spPr>
        <p:txBody>
          <a:bodyPr>
            <a:normAutofit/>
          </a:bodyPr>
          <a:lstStyle/>
          <a:p>
            <a:pPr marL="0" indent="0">
              <a:buNone/>
            </a:pPr>
            <a:r>
              <a:rPr lang="en-US" sz="2400" b="1" dirty="0"/>
              <a:t>FORM PERCEPTION </a:t>
            </a:r>
          </a:p>
          <a:p>
            <a:pPr marL="0" indent="0">
              <a:buNone/>
            </a:pPr>
            <a:r>
              <a:rPr lang="en-US" sz="2000" b="1" dirty="0"/>
              <a:t>GROUPING</a:t>
            </a:r>
          </a:p>
          <a:p>
            <a:r>
              <a:rPr lang="en-US" sz="2000" dirty="0"/>
              <a:t>Having discriminated figure from ground, we must also organize the figure into a </a:t>
            </a:r>
            <a:r>
              <a:rPr lang="en-US" sz="2000" i="1" dirty="0"/>
              <a:t>meaningful </a:t>
            </a:r>
            <a:r>
              <a:rPr lang="en-US" sz="2000" dirty="0"/>
              <a:t>form</a:t>
            </a:r>
          </a:p>
          <a:p>
            <a:r>
              <a:rPr lang="en-US" sz="2000" dirty="0"/>
              <a:t>Our minds bring order and form to stimuli by following certain rules for </a:t>
            </a:r>
            <a:r>
              <a:rPr lang="en-US" sz="2000" b="1" dirty="0"/>
              <a:t>grouping</a:t>
            </a:r>
            <a:r>
              <a:rPr lang="en-US" sz="2000" dirty="0"/>
              <a:t>.</a:t>
            </a:r>
            <a:endParaRPr lang="en-US" sz="2000" b="1" dirty="0"/>
          </a:p>
          <a:p>
            <a:r>
              <a:rPr lang="en-US" sz="2000" b="1" i="1" dirty="0"/>
              <a:t>Proximity </a:t>
            </a:r>
            <a:r>
              <a:rPr lang="en-US" sz="2000" dirty="0"/>
              <a:t>We group nearby figures together. </a:t>
            </a:r>
          </a:p>
          <a:p>
            <a:endParaRPr lang="en-US" sz="2000" dirty="0"/>
          </a:p>
          <a:p>
            <a:endParaRPr lang="en-US" sz="2000" dirty="0"/>
          </a:p>
          <a:p>
            <a:endParaRPr lang="en-US" sz="2000" dirty="0"/>
          </a:p>
          <a:p>
            <a:endParaRPr lang="en-US" sz="2000" dirty="0"/>
          </a:p>
          <a:p>
            <a:r>
              <a:rPr lang="en-US" sz="2000" b="1" i="1" dirty="0"/>
              <a:t>Continuity </a:t>
            </a:r>
            <a:r>
              <a:rPr lang="en-US" sz="2000" dirty="0"/>
              <a:t>We perceive smooth, continuous patterns rather than discontinuous ones.</a:t>
            </a:r>
          </a:p>
          <a:p>
            <a:endParaRPr lang="en-US" sz="2000" dirty="0"/>
          </a:p>
        </p:txBody>
      </p:sp>
      <p:pic>
        <p:nvPicPr>
          <p:cNvPr id="5" name="Picture 4">
            <a:extLst>
              <a:ext uri="{FF2B5EF4-FFF2-40B4-BE49-F238E27FC236}">
                <a16:creationId xmlns:a16="http://schemas.microsoft.com/office/drawing/2014/main" id="{C408DCC4-BB7D-48D8-AFA6-BC55EA6FBE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9949" y="3429000"/>
            <a:ext cx="4327676" cy="521274"/>
          </a:xfrm>
          <a:prstGeom prst="rect">
            <a:avLst/>
          </a:prstGeom>
        </p:spPr>
      </p:pic>
      <p:pic>
        <p:nvPicPr>
          <p:cNvPr id="7" name="Picture 6">
            <a:extLst>
              <a:ext uri="{FF2B5EF4-FFF2-40B4-BE49-F238E27FC236}">
                <a16:creationId xmlns:a16="http://schemas.microsoft.com/office/drawing/2014/main" id="{590414FE-BD14-43CD-A0D8-94EDDBB6CD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2298" y="3604674"/>
            <a:ext cx="1218943" cy="1059590"/>
          </a:xfrm>
          <a:prstGeom prst="rect">
            <a:avLst/>
          </a:prstGeom>
        </p:spPr>
      </p:pic>
      <p:pic>
        <p:nvPicPr>
          <p:cNvPr id="9" name="Picture 8">
            <a:extLst>
              <a:ext uri="{FF2B5EF4-FFF2-40B4-BE49-F238E27FC236}">
                <a16:creationId xmlns:a16="http://schemas.microsoft.com/office/drawing/2014/main" id="{1B09FB85-67B5-4DEF-B384-063E97DA85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0800000" flipV="1">
            <a:off x="1924921" y="5250110"/>
            <a:ext cx="2374490" cy="1457795"/>
          </a:xfrm>
          <a:prstGeom prst="rect">
            <a:avLst/>
          </a:prstGeom>
        </p:spPr>
      </p:pic>
    </p:spTree>
    <p:extLst>
      <p:ext uri="{BB962C8B-B14F-4D97-AF65-F5344CB8AC3E}">
        <p14:creationId xmlns:p14="http://schemas.microsoft.com/office/powerpoint/2010/main" val="31289285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F05E0-4546-4215-93AE-D1691E476E11}"/>
              </a:ext>
            </a:extLst>
          </p:cNvPr>
          <p:cNvSpPr>
            <a:spLocks noGrp="1"/>
          </p:cNvSpPr>
          <p:nvPr>
            <p:ph type="title"/>
          </p:nvPr>
        </p:nvSpPr>
        <p:spPr>
          <a:xfrm>
            <a:off x="7129133" y="324465"/>
            <a:ext cx="4266942" cy="752167"/>
          </a:xfrm>
        </p:spPr>
        <p:txBody>
          <a:bodyPr>
            <a:normAutofit/>
          </a:bodyPr>
          <a:lstStyle/>
          <a:p>
            <a:pPr algn="r"/>
            <a:r>
              <a:rPr lang="en-US" sz="1600" dirty="0" err="1">
                <a:solidFill>
                  <a:srgbClr val="000000"/>
                </a:solidFill>
              </a:rPr>
              <a:t>Cont</a:t>
            </a:r>
            <a:r>
              <a:rPr lang="en-US" sz="1600" dirty="0">
                <a:solidFill>
                  <a:srgbClr val="000000"/>
                </a:solidFill>
              </a:rPr>
              <a:t>…..</a:t>
            </a:r>
          </a:p>
        </p:txBody>
      </p:sp>
      <p:pic>
        <p:nvPicPr>
          <p:cNvPr id="7" name="Picture 6">
            <a:extLst>
              <a:ext uri="{FF2B5EF4-FFF2-40B4-BE49-F238E27FC236}">
                <a16:creationId xmlns:a16="http://schemas.microsoft.com/office/drawing/2014/main" id="{5B83C16B-F067-4AA5-BA54-92FA9EBC15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402" y="429009"/>
            <a:ext cx="3060569" cy="2157701"/>
          </a:xfrm>
          <a:prstGeom prst="rect">
            <a:avLst/>
          </a:prstGeom>
        </p:spPr>
      </p:pic>
      <p:pic>
        <p:nvPicPr>
          <p:cNvPr id="9" name="Picture 8">
            <a:extLst>
              <a:ext uri="{FF2B5EF4-FFF2-40B4-BE49-F238E27FC236}">
                <a16:creationId xmlns:a16="http://schemas.microsoft.com/office/drawing/2014/main" id="{DF5DED46-6812-49B8-9351-05CC85A347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33029" y="856999"/>
            <a:ext cx="1272920" cy="1164842"/>
          </a:xfrm>
          <a:prstGeom prst="rect">
            <a:avLst/>
          </a:prstGeom>
        </p:spPr>
      </p:pic>
      <p:pic>
        <p:nvPicPr>
          <p:cNvPr id="14" name="Picture 13">
            <a:extLst>
              <a:ext uri="{FF2B5EF4-FFF2-40B4-BE49-F238E27FC236}">
                <a16:creationId xmlns:a16="http://schemas.microsoft.com/office/drawing/2014/main" id="{72A12390-8838-46BA-B6BF-D5666D840D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1608" y="4804968"/>
            <a:ext cx="2162198" cy="1878272"/>
          </a:xfrm>
          <a:prstGeom prst="rect">
            <a:avLst/>
          </a:prstGeom>
        </p:spPr>
      </p:pic>
      <p:pic>
        <p:nvPicPr>
          <p:cNvPr id="12" name="Picture 11">
            <a:extLst>
              <a:ext uri="{FF2B5EF4-FFF2-40B4-BE49-F238E27FC236}">
                <a16:creationId xmlns:a16="http://schemas.microsoft.com/office/drawing/2014/main" id="{568267ED-5ECD-4949-B61E-E60DD0EDAD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56842" y="3317649"/>
            <a:ext cx="1703599" cy="1863312"/>
          </a:xfrm>
          <a:prstGeom prst="rect">
            <a:avLst/>
          </a:prstGeom>
        </p:spPr>
      </p:pic>
      <p:sp>
        <p:nvSpPr>
          <p:cNvPr id="3" name="Content Placeholder 2">
            <a:extLst>
              <a:ext uri="{FF2B5EF4-FFF2-40B4-BE49-F238E27FC236}">
                <a16:creationId xmlns:a16="http://schemas.microsoft.com/office/drawing/2014/main" id="{DB6046E4-3677-4BD2-8554-5A30ED7C87B6}"/>
              </a:ext>
            </a:extLst>
          </p:cNvPr>
          <p:cNvSpPr>
            <a:spLocks noGrp="1"/>
          </p:cNvSpPr>
          <p:nvPr>
            <p:ph idx="1"/>
          </p:nvPr>
        </p:nvSpPr>
        <p:spPr>
          <a:xfrm>
            <a:off x="6205950" y="1176025"/>
            <a:ext cx="5670648" cy="5507215"/>
          </a:xfrm>
        </p:spPr>
        <p:txBody>
          <a:bodyPr anchor="ctr">
            <a:normAutofit fontScale="92500" lnSpcReduction="10000"/>
          </a:bodyPr>
          <a:lstStyle/>
          <a:p>
            <a:r>
              <a:rPr lang="en-US" sz="2000" b="1" i="1" dirty="0">
                <a:solidFill>
                  <a:srgbClr val="000000"/>
                </a:solidFill>
              </a:rPr>
              <a:t>Closure </a:t>
            </a:r>
            <a:r>
              <a:rPr lang="en-US" sz="2000" dirty="0">
                <a:solidFill>
                  <a:srgbClr val="000000"/>
                </a:solidFill>
              </a:rPr>
              <a:t>We fill in gaps to create a complete, whole object.</a:t>
            </a:r>
          </a:p>
          <a:p>
            <a:endParaRPr lang="en-US" sz="2000" dirty="0">
              <a:solidFill>
                <a:srgbClr val="000000"/>
              </a:solidFill>
            </a:endParaRPr>
          </a:p>
          <a:p>
            <a:pPr marL="0" indent="0">
              <a:buNone/>
            </a:pPr>
            <a:endParaRPr lang="en-US" sz="2000" dirty="0">
              <a:solidFill>
                <a:srgbClr val="000000"/>
              </a:solidFill>
            </a:endParaRPr>
          </a:p>
          <a:p>
            <a:endParaRPr lang="en-US" sz="2000" dirty="0">
              <a:solidFill>
                <a:srgbClr val="000000"/>
              </a:solidFill>
            </a:endParaRPr>
          </a:p>
          <a:p>
            <a:r>
              <a:rPr lang="en-US" sz="2000" dirty="0">
                <a:solidFill>
                  <a:srgbClr val="000000"/>
                </a:solidFill>
              </a:rPr>
              <a:t> </a:t>
            </a:r>
            <a:r>
              <a:rPr lang="en-US" sz="2000" b="1" i="1" dirty="0">
                <a:solidFill>
                  <a:srgbClr val="000000"/>
                </a:solidFill>
              </a:rPr>
              <a:t>Similarity</a:t>
            </a:r>
            <a:r>
              <a:rPr lang="en-US" sz="2000" dirty="0">
                <a:solidFill>
                  <a:srgbClr val="000000"/>
                </a:solidFill>
              </a:rPr>
              <a:t> Elements that are </a:t>
            </a:r>
            <a:r>
              <a:rPr lang="en-US" sz="2000" i="1" dirty="0">
                <a:solidFill>
                  <a:srgbClr val="000000"/>
                </a:solidFill>
              </a:rPr>
              <a:t>similar </a:t>
            </a:r>
            <a:r>
              <a:rPr lang="en-US" sz="2000" dirty="0">
                <a:solidFill>
                  <a:srgbClr val="000000"/>
                </a:solidFill>
              </a:rPr>
              <a:t>in appearance we perceive as grouped together</a:t>
            </a: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r>
              <a:rPr lang="en-US" sz="2000" b="1" dirty="0">
                <a:solidFill>
                  <a:srgbClr val="000000"/>
                </a:solidFill>
              </a:rPr>
              <a:t>Figure and ground</a:t>
            </a:r>
            <a:r>
              <a:rPr lang="en-US" sz="2000" dirty="0">
                <a:solidFill>
                  <a:srgbClr val="000000"/>
                </a:solidFill>
              </a:rPr>
              <a:t>: distinguishing figure from the base or the ground.</a:t>
            </a:r>
          </a:p>
          <a:p>
            <a:pPr marL="0" indent="0">
              <a:buNone/>
            </a:pPr>
            <a:endParaRPr lang="en-US" sz="2000" dirty="0">
              <a:solidFill>
                <a:srgbClr val="000000"/>
              </a:solidFill>
            </a:endParaRPr>
          </a:p>
          <a:p>
            <a:r>
              <a:rPr lang="en-US" sz="2000" b="1" i="1" dirty="0">
                <a:solidFill>
                  <a:srgbClr val="000000"/>
                </a:solidFill>
              </a:rPr>
              <a:t>Simplicity </a:t>
            </a:r>
            <a:r>
              <a:rPr lang="en-US" sz="2000" dirty="0">
                <a:solidFill>
                  <a:srgbClr val="000000"/>
                </a:solidFill>
              </a:rPr>
              <a:t>: When we observe a pattern, we perceive it in the most basic, straightforward manner that we can.</a:t>
            </a:r>
          </a:p>
          <a:p>
            <a:endParaRPr lang="en-US" sz="1600" dirty="0">
              <a:solidFill>
                <a:srgbClr val="000000"/>
              </a:solidFill>
            </a:endParaRPr>
          </a:p>
        </p:txBody>
      </p:sp>
    </p:spTree>
    <p:extLst>
      <p:ext uri="{BB962C8B-B14F-4D97-AF65-F5344CB8AC3E}">
        <p14:creationId xmlns:p14="http://schemas.microsoft.com/office/powerpoint/2010/main" val="11322223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estalt-principles-n.jpg"/>
          <p:cNvPicPr>
            <a:picLocks noChangeAspect="1"/>
          </p:cNvPicPr>
          <p:nvPr/>
        </p:nvPicPr>
        <p:blipFill>
          <a:blip r:embed="rId2"/>
          <a:stretch>
            <a:fillRect/>
          </a:stretch>
        </p:blipFill>
        <p:spPr>
          <a:xfrm>
            <a:off x="261257" y="0"/>
            <a:ext cx="11930743"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91D1B-6621-09BB-C963-85AAD2484057}"/>
              </a:ext>
            </a:extLst>
          </p:cNvPr>
          <p:cNvSpPr>
            <a:spLocks noGrp="1"/>
          </p:cNvSpPr>
          <p:nvPr>
            <p:ph type="title"/>
          </p:nvPr>
        </p:nvSpPr>
        <p:spPr/>
        <p:txBody>
          <a:bodyPr/>
          <a:lstStyle/>
          <a:p>
            <a:r>
              <a:rPr lang="en-US" dirty="0"/>
              <a:t>Top-down Processing </a:t>
            </a:r>
          </a:p>
        </p:txBody>
      </p:sp>
      <p:sp>
        <p:nvSpPr>
          <p:cNvPr id="3" name="Content Placeholder 2">
            <a:extLst>
              <a:ext uri="{FF2B5EF4-FFF2-40B4-BE49-F238E27FC236}">
                <a16:creationId xmlns:a16="http://schemas.microsoft.com/office/drawing/2014/main" id="{D9015548-5426-DCE7-9C43-EB3098BCE89C}"/>
              </a:ext>
            </a:extLst>
          </p:cNvPr>
          <p:cNvSpPr>
            <a:spLocks noGrp="1"/>
          </p:cNvSpPr>
          <p:nvPr>
            <p:ph idx="1"/>
          </p:nvPr>
        </p:nvSpPr>
        <p:spPr/>
        <p:txBody>
          <a:bodyPr/>
          <a:lstStyle/>
          <a:p>
            <a:r>
              <a:rPr lang="en-US" dirty="0"/>
              <a:t>Ca- </a:t>
            </a:r>
            <a:r>
              <a:rPr lang="en-US" dirty="0" err="1"/>
              <a:t>yo</a:t>
            </a:r>
            <a:r>
              <a:rPr lang="en-US" dirty="0"/>
              <a:t>- re-d t-is -</a:t>
            </a:r>
            <a:r>
              <a:rPr lang="en-US" dirty="0" err="1"/>
              <a:t>en</a:t>
            </a:r>
            <a:r>
              <a:rPr lang="en-US" dirty="0"/>
              <a:t>-</a:t>
            </a:r>
            <a:r>
              <a:rPr lang="en-US" dirty="0" err="1"/>
              <a:t>en</a:t>
            </a:r>
            <a:r>
              <a:rPr lang="en-US" dirty="0"/>
              <a:t>-e, w-</a:t>
            </a:r>
            <a:r>
              <a:rPr lang="en-US" dirty="0" err="1"/>
              <a:t>ic</a:t>
            </a:r>
            <a:r>
              <a:rPr lang="en-US" dirty="0"/>
              <a:t>- ha- </a:t>
            </a:r>
            <a:r>
              <a:rPr lang="en-US" dirty="0" err="1"/>
              <a:t>ev-ry</a:t>
            </a:r>
            <a:r>
              <a:rPr lang="en-US" dirty="0"/>
              <a:t> -hi-d l-</a:t>
            </a:r>
            <a:r>
              <a:rPr lang="en-US" dirty="0" err="1"/>
              <a:t>tt</a:t>
            </a:r>
            <a:r>
              <a:rPr lang="en-US" dirty="0"/>
              <a:t>-r m-ss-ng?</a:t>
            </a:r>
          </a:p>
          <a:p>
            <a:r>
              <a:rPr lang="en-US" dirty="0"/>
              <a:t>In</a:t>
            </a:r>
            <a:r>
              <a:rPr lang="en-US" b="1" dirty="0"/>
              <a:t> top-down processing </a:t>
            </a:r>
            <a:r>
              <a:rPr lang="en-US" dirty="0"/>
              <a:t>, perception is guided by higher-level knowledge, experience,</a:t>
            </a:r>
          </a:p>
          <a:p>
            <a:r>
              <a:rPr lang="en-US" dirty="0"/>
              <a:t>expectations, and motivations. You were able to figure out the meaning of the sentence with the missing letters because of your prior reading experience and because  written English contains redundancies.</a:t>
            </a:r>
          </a:p>
        </p:txBody>
      </p:sp>
    </p:spTree>
    <p:extLst>
      <p:ext uri="{BB962C8B-B14F-4D97-AF65-F5344CB8AC3E}">
        <p14:creationId xmlns:p14="http://schemas.microsoft.com/office/powerpoint/2010/main" val="2432331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0DCBF-70F9-CA9F-3B00-CE4F17FAA699}"/>
              </a:ext>
            </a:extLst>
          </p:cNvPr>
          <p:cNvSpPr>
            <a:spLocks noGrp="1"/>
          </p:cNvSpPr>
          <p:nvPr>
            <p:ph type="title"/>
          </p:nvPr>
        </p:nvSpPr>
        <p:spPr/>
        <p:txBody>
          <a:bodyPr/>
          <a:lstStyle/>
          <a:p>
            <a:r>
              <a:rPr lang="en-US" dirty="0"/>
              <a:t>Bottom-up Processing</a:t>
            </a:r>
          </a:p>
        </p:txBody>
      </p:sp>
      <p:sp>
        <p:nvSpPr>
          <p:cNvPr id="3" name="Content Placeholder 2">
            <a:extLst>
              <a:ext uri="{FF2B5EF4-FFF2-40B4-BE49-F238E27FC236}">
                <a16:creationId xmlns:a16="http://schemas.microsoft.com/office/drawing/2014/main" id="{8B07B5D2-DD0C-3419-B63E-433AAE36C52D}"/>
              </a:ext>
            </a:extLst>
          </p:cNvPr>
          <p:cNvSpPr>
            <a:spLocks noGrp="1"/>
          </p:cNvSpPr>
          <p:nvPr>
            <p:ph idx="1"/>
          </p:nvPr>
        </p:nvSpPr>
        <p:spPr/>
        <p:txBody>
          <a:bodyPr/>
          <a:lstStyle/>
          <a:p>
            <a:r>
              <a:rPr lang="en-US" dirty="0"/>
              <a:t>Bottom-up processing consists of the progression of recognizing and processing information from individual components of a stimuli and moving to the perception of the whole.</a:t>
            </a:r>
          </a:p>
          <a:p>
            <a:r>
              <a:rPr lang="en-US" dirty="0"/>
              <a:t>We would make no headway in our recognition of the sentence without being able to perceive the individual shapes that make up the letters.</a:t>
            </a:r>
          </a:p>
        </p:txBody>
      </p:sp>
    </p:spTree>
    <p:extLst>
      <p:ext uri="{BB962C8B-B14F-4D97-AF65-F5344CB8AC3E}">
        <p14:creationId xmlns:p14="http://schemas.microsoft.com/office/powerpoint/2010/main" val="3296519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9">
            <a:extLst>
              <a:ext uri="{FF2B5EF4-FFF2-40B4-BE49-F238E27FC236}">
                <a16:creationId xmlns:a16="http://schemas.microsoft.com/office/drawing/2014/main" id="{7C1E5815-D54C-487F-A054-6D4930ADE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hart, diagram&#10;&#10;Description automatically generated">
            <a:extLst>
              <a:ext uri="{FF2B5EF4-FFF2-40B4-BE49-F238E27FC236}">
                <a16:creationId xmlns:a16="http://schemas.microsoft.com/office/drawing/2014/main" id="{6C32B65B-63E8-067F-BA65-A9F3D428CF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5553" y="643468"/>
            <a:ext cx="6515866" cy="5571066"/>
          </a:xfrm>
          <a:prstGeom prst="rect">
            <a:avLst/>
          </a:prstGeom>
        </p:spPr>
      </p:pic>
      <p:sp>
        <p:nvSpPr>
          <p:cNvPr id="25" name="Freeform: Shape 11">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208496"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Tree>
    <p:extLst>
      <p:ext uri="{BB962C8B-B14F-4D97-AF65-F5344CB8AC3E}">
        <p14:creationId xmlns:p14="http://schemas.microsoft.com/office/powerpoint/2010/main" val="10343626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29F4FEF-3F4E-4042-8E6D-C24E201FB3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6248400" y="365125"/>
            <a:ext cx="5105400" cy="257969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400" b="1" u="sng" kern="1200">
                <a:solidFill>
                  <a:schemeClr val="tx1"/>
                </a:solidFill>
                <a:latin typeface="+mj-lt"/>
                <a:ea typeface="+mj-ea"/>
                <a:cs typeface="+mj-cs"/>
              </a:rPr>
              <a:t>DEPTH PERCEPTION</a:t>
            </a:r>
          </a:p>
        </p:txBody>
      </p:sp>
      <p:pic>
        <p:nvPicPr>
          <p:cNvPr id="5" name="Picture 4" descr="A picture containing road, outdoor, way, person&#10;&#10;Description automatically generated">
            <a:extLst>
              <a:ext uri="{FF2B5EF4-FFF2-40B4-BE49-F238E27FC236}">
                <a16:creationId xmlns:a16="http://schemas.microsoft.com/office/drawing/2014/main" id="{0F6C5903-31A1-BD5D-D4EA-231DD425211D}"/>
              </a:ext>
            </a:extLst>
          </p:cNvPr>
          <p:cNvPicPr>
            <a:picLocks noChangeAspect="1"/>
          </p:cNvPicPr>
          <p:nvPr/>
        </p:nvPicPr>
        <p:blipFill rotWithShape="1">
          <a:blip r:embed="rId2">
            <a:extLst>
              <a:ext uri="{28A0092B-C50C-407E-A947-70E740481C1C}">
                <a14:useLocalDpi xmlns:a14="http://schemas.microsoft.com/office/drawing/2010/main" val="0"/>
              </a:ext>
            </a:extLst>
          </a:blip>
          <a:srcRect r="3143" b="-3"/>
          <a:stretch/>
        </p:blipFill>
        <p:spPr>
          <a:xfrm>
            <a:off x="20" y="10"/>
            <a:ext cx="6105116" cy="4191736"/>
          </a:xfrm>
          <a:custGeom>
            <a:avLst/>
            <a:gdLst/>
            <a:ahLst/>
            <a:cxnLst/>
            <a:rect l="l" t="t" r="r" b="b"/>
            <a:pathLst>
              <a:path w="6105136" h="4191746">
                <a:moveTo>
                  <a:pt x="0" y="0"/>
                </a:moveTo>
                <a:lnTo>
                  <a:pt x="5607799" y="0"/>
                </a:lnTo>
                <a:lnTo>
                  <a:pt x="5571513" y="27327"/>
                </a:lnTo>
                <a:cubicBezTo>
                  <a:pt x="5516855" y="89886"/>
                  <a:pt x="5497833" y="180727"/>
                  <a:pt x="5456712" y="261788"/>
                </a:cubicBezTo>
                <a:cubicBezTo>
                  <a:pt x="5516289" y="304550"/>
                  <a:pt x="5587520" y="313948"/>
                  <a:pt x="5651844" y="341674"/>
                </a:cubicBezTo>
                <a:cubicBezTo>
                  <a:pt x="5718760" y="370809"/>
                  <a:pt x="5718760" y="392425"/>
                  <a:pt x="5663501" y="477009"/>
                </a:cubicBezTo>
                <a:cubicBezTo>
                  <a:pt x="5807259" y="495339"/>
                  <a:pt x="5807259" y="495339"/>
                  <a:pt x="5762794" y="628324"/>
                </a:cubicBezTo>
                <a:cubicBezTo>
                  <a:pt x="5883243" y="640542"/>
                  <a:pt x="5962676" y="703511"/>
                  <a:pt x="5981237" y="841197"/>
                </a:cubicBezTo>
                <a:cubicBezTo>
                  <a:pt x="5990305" y="907926"/>
                  <a:pt x="6044700" y="939409"/>
                  <a:pt x="6105136" y="984052"/>
                </a:cubicBezTo>
                <a:cubicBezTo>
                  <a:pt x="6030022" y="1027286"/>
                  <a:pt x="5979081" y="1117509"/>
                  <a:pt x="5891443" y="1022115"/>
                </a:cubicBezTo>
                <a:cubicBezTo>
                  <a:pt x="5859498" y="987342"/>
                  <a:pt x="5862517" y="1031513"/>
                  <a:pt x="5858202" y="1044202"/>
                </a:cubicBezTo>
                <a:cubicBezTo>
                  <a:pt x="5847842" y="1075215"/>
                  <a:pt x="5869424" y="1095893"/>
                  <a:pt x="5883673" y="1119387"/>
                </a:cubicBezTo>
                <a:cubicBezTo>
                  <a:pt x="5897486" y="1142885"/>
                  <a:pt x="5913893" y="1167789"/>
                  <a:pt x="5917778" y="1194108"/>
                </a:cubicBezTo>
                <a:cubicBezTo>
                  <a:pt x="5920365" y="1212434"/>
                  <a:pt x="5907848" y="1239216"/>
                  <a:pt x="5894034" y="1252846"/>
                </a:cubicBezTo>
                <a:cubicBezTo>
                  <a:pt x="5821506" y="1324743"/>
                  <a:pt x="5864677" y="1486396"/>
                  <a:pt x="5727393" y="1507074"/>
                </a:cubicBezTo>
                <a:cubicBezTo>
                  <a:pt x="5665659" y="1516469"/>
                  <a:pt x="5635872" y="1575680"/>
                  <a:pt x="5590543" y="1608104"/>
                </a:cubicBezTo>
                <a:cubicBezTo>
                  <a:pt x="5432970" y="1721355"/>
                  <a:pt x="5327632" y="1867030"/>
                  <a:pt x="5278850" y="2067214"/>
                </a:cubicBezTo>
                <a:cubicBezTo>
                  <a:pt x="5265468" y="2122664"/>
                  <a:pt x="5214092" y="2167309"/>
                  <a:pt x="5180851" y="2216179"/>
                </a:cubicBezTo>
                <a:cubicBezTo>
                  <a:pt x="5196826" y="2251892"/>
                  <a:pt x="5284029" y="2174826"/>
                  <a:pt x="5253380" y="2268808"/>
                </a:cubicBezTo>
                <a:cubicBezTo>
                  <a:pt x="5230067" y="2339298"/>
                  <a:pt x="5170490" y="2383001"/>
                  <a:pt x="5114368" y="2424825"/>
                </a:cubicBezTo>
                <a:cubicBezTo>
                  <a:pt x="5050475" y="2472284"/>
                  <a:pt x="4979676" y="2510347"/>
                  <a:pt x="4950749" y="2598221"/>
                </a:cubicBezTo>
                <a:cubicBezTo>
                  <a:pt x="4944706" y="2617020"/>
                  <a:pt x="4925279" y="2636755"/>
                  <a:pt x="4908013" y="2644276"/>
                </a:cubicBezTo>
                <a:cubicBezTo>
                  <a:pt x="4007468" y="4190779"/>
                  <a:pt x="1790648" y="4201115"/>
                  <a:pt x="1535079" y="4190306"/>
                </a:cubicBezTo>
                <a:cubicBezTo>
                  <a:pt x="1225543" y="4176680"/>
                  <a:pt x="932844" y="4081285"/>
                  <a:pt x="645760" y="3962397"/>
                </a:cubicBezTo>
                <a:cubicBezTo>
                  <a:pt x="524448" y="3912117"/>
                  <a:pt x="411775" y="3840689"/>
                  <a:pt x="293915" y="3785239"/>
                </a:cubicBezTo>
                <a:cubicBezTo>
                  <a:pt x="212539" y="3746940"/>
                  <a:pt x="140444" y="3691254"/>
                  <a:pt x="68403" y="3637448"/>
                </a:cubicBezTo>
                <a:lnTo>
                  <a:pt x="0" y="3589272"/>
                </a:lnTo>
                <a:close/>
              </a:path>
            </a:pathLst>
          </a:custGeom>
        </p:spPr>
      </p:pic>
      <p:pic>
        <p:nvPicPr>
          <p:cNvPr id="6" name="Picture 5" descr="Depth-Perception-still-frame.png"/>
          <p:cNvPicPr>
            <a:picLocks noChangeAspect="1"/>
          </p:cNvPicPr>
          <p:nvPr/>
        </p:nvPicPr>
        <p:blipFill rotWithShape="1">
          <a:blip r:embed="rId3"/>
          <a:srcRect t="15252" r="5" b="14877"/>
          <a:stretch/>
        </p:blipFill>
        <p:spPr>
          <a:xfrm>
            <a:off x="462420" y="4304418"/>
            <a:ext cx="5414116" cy="2553582"/>
          </a:xfrm>
          <a:custGeom>
            <a:avLst/>
            <a:gdLst/>
            <a:ahLst/>
            <a:cxnLst/>
            <a:rect l="l" t="t" r="r" b="b"/>
            <a:pathLst>
              <a:path w="5414116" h="2553582">
                <a:moveTo>
                  <a:pt x="158526" y="1316979"/>
                </a:moveTo>
                <a:lnTo>
                  <a:pt x="156754" y="1330318"/>
                </a:lnTo>
                <a:lnTo>
                  <a:pt x="150357" y="1343402"/>
                </a:lnTo>
                <a:cubicBezTo>
                  <a:pt x="148595" y="1346671"/>
                  <a:pt x="147784" y="1347597"/>
                  <a:pt x="148224" y="1345403"/>
                </a:cubicBezTo>
                <a:cubicBezTo>
                  <a:pt x="148536" y="1343890"/>
                  <a:pt x="150150" y="1339188"/>
                  <a:pt x="152759" y="1332109"/>
                </a:cubicBezTo>
                <a:close/>
                <a:moveTo>
                  <a:pt x="183999" y="1247985"/>
                </a:moveTo>
                <a:lnTo>
                  <a:pt x="185425" y="1249095"/>
                </a:lnTo>
                <a:lnTo>
                  <a:pt x="177909" y="1267545"/>
                </a:lnTo>
                <a:cubicBezTo>
                  <a:pt x="172543" y="1280910"/>
                  <a:pt x="167559" y="1293511"/>
                  <a:pt x="163267" y="1304542"/>
                </a:cubicBezTo>
                <a:lnTo>
                  <a:pt x="158526" y="1316979"/>
                </a:lnTo>
                <a:lnTo>
                  <a:pt x="160096" y="1305161"/>
                </a:lnTo>
                <a:cubicBezTo>
                  <a:pt x="166154" y="1273946"/>
                  <a:pt x="174799" y="1251295"/>
                  <a:pt x="183999" y="1247985"/>
                </a:cubicBezTo>
                <a:close/>
                <a:moveTo>
                  <a:pt x="2747400" y="406"/>
                </a:moveTo>
                <a:cubicBezTo>
                  <a:pt x="3035071" y="-4281"/>
                  <a:pt x="3341945" y="31161"/>
                  <a:pt x="3649095" y="133697"/>
                </a:cubicBezTo>
                <a:cubicBezTo>
                  <a:pt x="3849864" y="200721"/>
                  <a:pt x="4603144" y="576730"/>
                  <a:pt x="4698157" y="641897"/>
                </a:cubicBezTo>
                <a:cubicBezTo>
                  <a:pt x="4795794" y="709015"/>
                  <a:pt x="4865356" y="805949"/>
                  <a:pt x="4969229" y="864848"/>
                </a:cubicBezTo>
                <a:cubicBezTo>
                  <a:pt x="5024230" y="895855"/>
                  <a:pt x="5072076" y="940214"/>
                  <a:pt x="5031717" y="1024948"/>
                </a:cubicBezTo>
                <a:cubicBezTo>
                  <a:pt x="5020170" y="1048963"/>
                  <a:pt x="5029183" y="1072811"/>
                  <a:pt x="5057014" y="1071682"/>
                </a:cubicBezTo>
                <a:cubicBezTo>
                  <a:pt x="5109680" y="1069387"/>
                  <a:pt x="5118666" y="1110271"/>
                  <a:pt x="5135838" y="1143392"/>
                </a:cubicBezTo>
                <a:cubicBezTo>
                  <a:pt x="5166252" y="1202027"/>
                  <a:pt x="5193622" y="1263285"/>
                  <a:pt x="5266156" y="1289064"/>
                </a:cubicBezTo>
                <a:cubicBezTo>
                  <a:pt x="5238324" y="1323279"/>
                  <a:pt x="5215649" y="1311585"/>
                  <a:pt x="5195858" y="1298567"/>
                </a:cubicBezTo>
                <a:cubicBezTo>
                  <a:pt x="5143669" y="1263879"/>
                  <a:pt x="5093474" y="1226987"/>
                  <a:pt x="5041179" y="1192607"/>
                </a:cubicBezTo>
                <a:cubicBezTo>
                  <a:pt x="5007224" y="1170236"/>
                  <a:pt x="4975133" y="1142623"/>
                  <a:pt x="4918135" y="1145234"/>
                </a:cubicBezTo>
                <a:cubicBezTo>
                  <a:pt x="4935797" y="1231274"/>
                  <a:pt x="5007025" y="1262427"/>
                  <a:pt x="5060171" y="1300349"/>
                </a:cubicBezTo>
                <a:cubicBezTo>
                  <a:pt x="5126536" y="1347737"/>
                  <a:pt x="5152263" y="1413621"/>
                  <a:pt x="5184421" y="1487704"/>
                </a:cubicBezTo>
                <a:cubicBezTo>
                  <a:pt x="5122415" y="1489134"/>
                  <a:pt x="5103753" y="1435610"/>
                  <a:pt x="5058648" y="1427657"/>
                </a:cubicBezTo>
                <a:cubicBezTo>
                  <a:pt x="5053296" y="1435084"/>
                  <a:pt x="5045346" y="1445577"/>
                  <a:pt x="5045794" y="1446015"/>
                </a:cubicBezTo>
                <a:cubicBezTo>
                  <a:pt x="5106451" y="1496737"/>
                  <a:pt x="5117537" y="1568193"/>
                  <a:pt x="5101767" y="1647359"/>
                </a:cubicBezTo>
                <a:cubicBezTo>
                  <a:pt x="5093584" y="1688209"/>
                  <a:pt x="5115626" y="1706770"/>
                  <a:pt x="5135030" y="1731061"/>
                </a:cubicBezTo>
                <a:cubicBezTo>
                  <a:pt x="5203090" y="1816944"/>
                  <a:pt x="5278566" y="1897224"/>
                  <a:pt x="5321944" y="2003361"/>
                </a:cubicBezTo>
                <a:cubicBezTo>
                  <a:pt x="5239878" y="1971324"/>
                  <a:pt x="5191106" y="1897335"/>
                  <a:pt x="5107240" y="1850840"/>
                </a:cubicBezTo>
                <a:cubicBezTo>
                  <a:pt x="5146549" y="1965041"/>
                  <a:pt x="5224816" y="2036621"/>
                  <a:pt x="5290952" y="2116036"/>
                </a:cubicBezTo>
                <a:cubicBezTo>
                  <a:pt x="5321198" y="2152238"/>
                  <a:pt x="5345753" y="2195120"/>
                  <a:pt x="5388446" y="2220887"/>
                </a:cubicBezTo>
                <a:cubicBezTo>
                  <a:pt x="5403552" y="2230128"/>
                  <a:pt x="5428090" y="2247608"/>
                  <a:pt x="5403992" y="2273010"/>
                </a:cubicBezTo>
                <a:cubicBezTo>
                  <a:pt x="5383871" y="2294002"/>
                  <a:pt x="5363583" y="2281535"/>
                  <a:pt x="5345240" y="2269525"/>
                </a:cubicBezTo>
                <a:cubicBezTo>
                  <a:pt x="5301305" y="2240459"/>
                  <a:pt x="5249677" y="2227961"/>
                  <a:pt x="5181971" y="2212341"/>
                </a:cubicBezTo>
                <a:cubicBezTo>
                  <a:pt x="5210776" y="2304349"/>
                  <a:pt x="5323140" y="2305426"/>
                  <a:pt x="5342451" y="2399541"/>
                </a:cubicBezTo>
                <a:cubicBezTo>
                  <a:pt x="5276493" y="2399374"/>
                  <a:pt x="5240279" y="2358756"/>
                  <a:pt x="5193127" y="2341296"/>
                </a:cubicBezTo>
                <a:cubicBezTo>
                  <a:pt x="5150483" y="2325566"/>
                  <a:pt x="5134316" y="2337131"/>
                  <a:pt x="5128778" y="2384953"/>
                </a:cubicBezTo>
                <a:cubicBezTo>
                  <a:pt x="5120098" y="2459440"/>
                  <a:pt x="5082689" y="2490060"/>
                  <a:pt x="5024779" y="2455361"/>
                </a:cubicBezTo>
                <a:cubicBezTo>
                  <a:pt x="4971160" y="2423009"/>
                  <a:pt x="4955618" y="2448088"/>
                  <a:pt x="4957119" y="2492221"/>
                </a:cubicBezTo>
                <a:cubicBezTo>
                  <a:pt x="4957659" y="2508307"/>
                  <a:pt x="4955422" y="2522819"/>
                  <a:pt x="4951208" y="2536243"/>
                </a:cubicBezTo>
                <a:lnTo>
                  <a:pt x="4942986" y="2553582"/>
                </a:lnTo>
                <a:lnTo>
                  <a:pt x="0" y="2553582"/>
                </a:lnTo>
                <a:lnTo>
                  <a:pt x="10415" y="2540282"/>
                </a:lnTo>
                <a:cubicBezTo>
                  <a:pt x="21321" y="2529317"/>
                  <a:pt x="34083" y="2520126"/>
                  <a:pt x="50390" y="2514109"/>
                </a:cubicBezTo>
                <a:cubicBezTo>
                  <a:pt x="60150" y="2510393"/>
                  <a:pt x="69288" y="2504190"/>
                  <a:pt x="78593" y="2498362"/>
                </a:cubicBezTo>
                <a:cubicBezTo>
                  <a:pt x="79663" y="2490260"/>
                  <a:pt x="77016" y="2483287"/>
                  <a:pt x="68604" y="2478966"/>
                </a:cubicBezTo>
                <a:cubicBezTo>
                  <a:pt x="15119" y="2451323"/>
                  <a:pt x="33815" y="2412284"/>
                  <a:pt x="51592" y="2367344"/>
                </a:cubicBezTo>
                <a:cubicBezTo>
                  <a:pt x="73482" y="2311677"/>
                  <a:pt x="117178" y="2293901"/>
                  <a:pt x="167239" y="2281968"/>
                </a:cubicBezTo>
                <a:cubicBezTo>
                  <a:pt x="184333" y="2277976"/>
                  <a:pt x="204809" y="2283134"/>
                  <a:pt x="218700" y="2261009"/>
                </a:cubicBezTo>
                <a:cubicBezTo>
                  <a:pt x="202945" y="2233233"/>
                  <a:pt x="167661" y="2244301"/>
                  <a:pt x="144260" y="2232104"/>
                </a:cubicBezTo>
                <a:cubicBezTo>
                  <a:pt x="124982" y="2221882"/>
                  <a:pt x="89225" y="2216464"/>
                  <a:pt x="132450" y="2182200"/>
                </a:cubicBezTo>
                <a:cubicBezTo>
                  <a:pt x="145069" y="2172139"/>
                  <a:pt x="138401" y="2161211"/>
                  <a:pt x="128269" y="2157485"/>
                </a:cubicBezTo>
                <a:cubicBezTo>
                  <a:pt x="45771" y="2128357"/>
                  <a:pt x="114856" y="2054401"/>
                  <a:pt x="102768" y="2004430"/>
                </a:cubicBezTo>
                <a:cubicBezTo>
                  <a:pt x="99143" y="1990876"/>
                  <a:pt x="114661" y="1971808"/>
                  <a:pt x="128485" y="1969383"/>
                </a:cubicBezTo>
                <a:cubicBezTo>
                  <a:pt x="216478" y="1953355"/>
                  <a:pt x="255260" y="1875600"/>
                  <a:pt x="316632" y="1814867"/>
                </a:cubicBezTo>
                <a:cubicBezTo>
                  <a:pt x="286607" y="1778049"/>
                  <a:pt x="240843" y="1760915"/>
                  <a:pt x="204084" y="1732869"/>
                </a:cubicBezTo>
                <a:cubicBezTo>
                  <a:pt x="165873" y="1703815"/>
                  <a:pt x="170805" y="1689937"/>
                  <a:pt x="227085" y="1644378"/>
                </a:cubicBezTo>
                <a:cubicBezTo>
                  <a:pt x="135002" y="1609983"/>
                  <a:pt x="135002" y="1609983"/>
                  <a:pt x="194840" y="1531510"/>
                </a:cubicBezTo>
                <a:cubicBezTo>
                  <a:pt x="155738" y="1518118"/>
                  <a:pt x="147268" y="1431235"/>
                  <a:pt x="153201" y="1357062"/>
                </a:cubicBezTo>
                <a:lnTo>
                  <a:pt x="156754" y="1330318"/>
                </a:lnTo>
                <a:lnTo>
                  <a:pt x="158203" y="1327353"/>
                </a:lnTo>
                <a:cubicBezTo>
                  <a:pt x="164944" y="1313010"/>
                  <a:pt x="174305" y="1292418"/>
                  <a:pt x="183908" y="1271808"/>
                </a:cubicBezTo>
                <a:lnTo>
                  <a:pt x="192178" y="1254359"/>
                </a:lnTo>
                <a:lnTo>
                  <a:pt x="197963" y="1258870"/>
                </a:lnTo>
                <a:cubicBezTo>
                  <a:pt x="201319" y="1265759"/>
                  <a:pt x="204343" y="1269123"/>
                  <a:pt x="207082" y="1270177"/>
                </a:cubicBezTo>
                <a:cubicBezTo>
                  <a:pt x="215301" y="1273335"/>
                  <a:pt x="220953" y="1255680"/>
                  <a:pt x="225258" y="1249926"/>
                </a:cubicBezTo>
                <a:cubicBezTo>
                  <a:pt x="239225" y="1231830"/>
                  <a:pt x="229470" y="1215162"/>
                  <a:pt x="225383" y="1197822"/>
                </a:cubicBezTo>
                <a:cubicBezTo>
                  <a:pt x="223809" y="1191435"/>
                  <a:pt x="212069" y="1213060"/>
                  <a:pt x="198195" y="1241661"/>
                </a:cubicBezTo>
                <a:lnTo>
                  <a:pt x="192178" y="1254359"/>
                </a:lnTo>
                <a:lnTo>
                  <a:pt x="185425" y="1249095"/>
                </a:lnTo>
                <a:lnTo>
                  <a:pt x="194847" y="1225969"/>
                </a:lnTo>
                <a:cubicBezTo>
                  <a:pt x="218144" y="1169629"/>
                  <a:pt x="242658" y="1113997"/>
                  <a:pt x="248781" y="1110761"/>
                </a:cubicBezTo>
                <a:cubicBezTo>
                  <a:pt x="313786" y="1076283"/>
                  <a:pt x="321395" y="965784"/>
                  <a:pt x="418181" y="974220"/>
                </a:cubicBezTo>
                <a:cubicBezTo>
                  <a:pt x="461819" y="977818"/>
                  <a:pt x="495215" y="944914"/>
                  <a:pt x="532987" y="931088"/>
                </a:cubicBezTo>
                <a:cubicBezTo>
                  <a:pt x="664440" y="883526"/>
                  <a:pt x="768295" y="806734"/>
                  <a:pt x="846702" y="686183"/>
                </a:cubicBezTo>
                <a:cubicBezTo>
                  <a:pt x="868484" y="652881"/>
                  <a:pt x="913166" y="632329"/>
                  <a:pt x="946487" y="606427"/>
                </a:cubicBezTo>
                <a:cubicBezTo>
                  <a:pt x="943857" y="580742"/>
                  <a:pt x="867909" y="616319"/>
                  <a:pt x="909859" y="561037"/>
                </a:cubicBezTo>
                <a:cubicBezTo>
                  <a:pt x="941546" y="519374"/>
                  <a:pt x="991572" y="500749"/>
                  <a:pt x="1038549" y="483076"/>
                </a:cubicBezTo>
                <a:cubicBezTo>
                  <a:pt x="1092404" y="463016"/>
                  <a:pt x="1148626" y="449861"/>
                  <a:pt x="1187871" y="397948"/>
                </a:cubicBezTo>
                <a:cubicBezTo>
                  <a:pt x="1194206" y="389666"/>
                  <a:pt x="1884389" y="14461"/>
                  <a:pt x="2747400" y="406"/>
                </a:cubicBezTo>
                <a:close/>
              </a:path>
            </a:pathLst>
          </a:custGeom>
        </p:spPr>
      </p:pic>
      <p:sp>
        <p:nvSpPr>
          <p:cNvPr id="4" name="TextBox 3"/>
          <p:cNvSpPr txBox="1"/>
          <p:nvPr/>
        </p:nvSpPr>
        <p:spPr>
          <a:xfrm>
            <a:off x="6248399" y="3124205"/>
            <a:ext cx="5105400" cy="3052757"/>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1900" dirty="0"/>
              <a:t>The ability to view the world in </a:t>
            </a:r>
            <a:r>
              <a:rPr lang="en-US" sz="1900" b="1" u="sng" dirty="0"/>
              <a:t>three dimensions and to perceive distance</a:t>
            </a:r>
            <a:r>
              <a:rPr lang="en-US" sz="1900" dirty="0"/>
              <a:t>—a skill known as depth perception —is due largely to the fact that we have two eyes.</a:t>
            </a:r>
          </a:p>
          <a:p>
            <a:pPr marL="285750" indent="-228600">
              <a:lnSpc>
                <a:spcPct val="90000"/>
              </a:lnSpc>
              <a:buFont typeface="Arial" panose="020B0604020202020204" pitchFamily="34" charset="0"/>
              <a:buChar char="•"/>
            </a:pPr>
            <a:r>
              <a:rPr lang="en-US" sz="1900" b="0" i="0" u="none" strike="noStrike" baseline="0" dirty="0"/>
              <a:t>Because there is a </a:t>
            </a:r>
            <a:r>
              <a:rPr lang="en-US" sz="1900" b="1" i="0" u="sng" strike="noStrike" baseline="0" dirty="0"/>
              <a:t>certain distance between the eyes, </a:t>
            </a:r>
            <a:r>
              <a:rPr lang="en-US" sz="1900" b="0" i="0" u="none" strike="noStrike" baseline="0" dirty="0"/>
              <a:t>a slightly different image reaches each retina. The brain integrates the two images into one view, but it also recognizes the difference in images and uses this difference to estimate the distance of an object from us.</a:t>
            </a:r>
            <a:endParaRPr lang="en-US" sz="1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086EA-546B-198B-1613-1EFF1618FEC2}"/>
              </a:ext>
            </a:extLst>
          </p:cNvPr>
          <p:cNvSpPr>
            <a:spLocks noGrp="1"/>
          </p:cNvSpPr>
          <p:nvPr>
            <p:ph type="title"/>
          </p:nvPr>
        </p:nvSpPr>
        <p:spPr/>
        <p:txBody>
          <a:bodyPr/>
          <a:lstStyle/>
          <a:p>
            <a:r>
              <a:rPr lang="en-US" dirty="0"/>
              <a:t>How do we make the transformation from 2-D to 3-D?</a:t>
            </a:r>
          </a:p>
        </p:txBody>
      </p:sp>
      <p:sp>
        <p:nvSpPr>
          <p:cNvPr id="3" name="Content Placeholder 2">
            <a:extLst>
              <a:ext uri="{FF2B5EF4-FFF2-40B4-BE49-F238E27FC236}">
                <a16:creationId xmlns:a16="http://schemas.microsoft.com/office/drawing/2014/main" id="{CD06D171-2A96-987E-B188-B10F0D10EA45}"/>
              </a:ext>
            </a:extLst>
          </p:cNvPr>
          <p:cNvSpPr>
            <a:spLocks noGrp="1"/>
          </p:cNvSpPr>
          <p:nvPr>
            <p:ph idx="1"/>
          </p:nvPr>
        </p:nvSpPr>
        <p:spPr/>
        <p:txBody>
          <a:bodyPr>
            <a:normAutofit/>
          </a:bodyPr>
          <a:lstStyle/>
          <a:p>
            <a:r>
              <a:rPr lang="en-US" dirty="0"/>
              <a:t>To get a sense of binocular disparity, hold a pencil at arm’s length and look at it first with one eye and then with the other. There is little difference between the two views relative to the background. Now bring the pencil just 6 inches away from your face and try the same thing. This time you will perceive a greater difference between the two views.</a:t>
            </a:r>
          </a:p>
          <a:p>
            <a:r>
              <a:rPr lang="en-US" dirty="0"/>
              <a:t>The fact that the discrepancy between the images in the two eyes varies according to the distance of objects that we view provides us with a means of determining distance.</a:t>
            </a:r>
          </a:p>
        </p:txBody>
      </p:sp>
    </p:spTree>
    <p:extLst>
      <p:ext uri="{BB962C8B-B14F-4D97-AF65-F5344CB8AC3E}">
        <p14:creationId xmlns:p14="http://schemas.microsoft.com/office/powerpoint/2010/main" val="259939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84713" y="422034"/>
            <a:ext cx="7369629" cy="646331"/>
          </a:xfrm>
          <a:prstGeom prst="rect">
            <a:avLst/>
          </a:prstGeom>
          <a:noFill/>
        </p:spPr>
        <p:txBody>
          <a:bodyPr wrap="square" rtlCol="0">
            <a:spAutoFit/>
          </a:bodyPr>
          <a:lstStyle/>
          <a:p>
            <a:r>
              <a:rPr lang="en-US" sz="3600" b="1" dirty="0">
                <a:solidFill>
                  <a:srgbClr val="7030A0"/>
                </a:solidFill>
                <a:latin typeface="Book Antiqua" panose="02040602050305030304" pitchFamily="18" charset="0"/>
              </a:rPr>
              <a:t>PERCEPTUAL CONSTANCIES</a:t>
            </a:r>
          </a:p>
        </p:txBody>
      </p:sp>
      <p:sp>
        <p:nvSpPr>
          <p:cNvPr id="5" name="TextBox 4"/>
          <p:cNvSpPr txBox="1"/>
          <p:nvPr/>
        </p:nvSpPr>
        <p:spPr>
          <a:xfrm>
            <a:off x="0" y="1371600"/>
            <a:ext cx="12192000" cy="1754326"/>
          </a:xfrm>
          <a:prstGeom prst="rect">
            <a:avLst/>
          </a:prstGeom>
          <a:noFill/>
        </p:spPr>
        <p:txBody>
          <a:bodyPr wrap="square" rtlCol="0">
            <a:spAutoFit/>
          </a:bodyPr>
          <a:lstStyle/>
          <a:p>
            <a:pPr algn="ctr">
              <a:buFont typeface="Wingdings" pitchFamily="2" charset="2"/>
              <a:buChar char="ü"/>
            </a:pPr>
            <a:r>
              <a:rPr lang="en-US" dirty="0">
                <a:latin typeface="Book Antiqua" panose="02040602050305030304" pitchFamily="18" charset="0"/>
              </a:rPr>
              <a:t> Perceptual constancy refers to perceive an object you are familiar with as having a constant shape, size and brightness despite the stimuli changes that occur. </a:t>
            </a:r>
          </a:p>
          <a:p>
            <a:pPr algn="ctr">
              <a:buFont typeface="Wingdings" pitchFamily="2" charset="2"/>
              <a:buChar char="ü"/>
            </a:pPr>
            <a:r>
              <a:rPr lang="en-US" dirty="0">
                <a:solidFill>
                  <a:srgbClr val="202124"/>
                </a:solidFill>
                <a:latin typeface="arial" panose="020B0604020202020204" pitchFamily="34" charset="0"/>
              </a:rPr>
              <a:t>T</a:t>
            </a:r>
            <a:r>
              <a:rPr lang="en-US" i="0" dirty="0">
                <a:solidFill>
                  <a:srgbClr val="202124"/>
                </a:solidFill>
                <a:effectLst/>
                <a:latin typeface="arial" panose="020B0604020202020204" pitchFamily="34" charset="0"/>
              </a:rPr>
              <a:t>he tendency of animals and humans to see familiar objects as having standard shape, size, </a:t>
            </a:r>
            <a:r>
              <a:rPr lang="en-US" i="0" dirty="0" err="1">
                <a:solidFill>
                  <a:srgbClr val="202124"/>
                </a:solidFill>
                <a:effectLst/>
                <a:latin typeface="arial" panose="020B0604020202020204" pitchFamily="34" charset="0"/>
              </a:rPr>
              <a:t>colour</a:t>
            </a:r>
            <a:r>
              <a:rPr lang="en-US" i="0" dirty="0">
                <a:solidFill>
                  <a:srgbClr val="202124"/>
                </a:solidFill>
                <a:effectLst/>
                <a:latin typeface="arial" panose="020B0604020202020204" pitchFamily="34" charset="0"/>
              </a:rPr>
              <a:t>, or location regardless of changes in the angle of perspective, distance, or lighting.</a:t>
            </a:r>
            <a:endParaRPr lang="en-US" dirty="0">
              <a:latin typeface="Book Antiqua" panose="02040602050305030304" pitchFamily="18" charset="0"/>
            </a:endParaRPr>
          </a:p>
          <a:p>
            <a:pPr algn="ctr">
              <a:buFont typeface="Wingdings" pitchFamily="2" charset="2"/>
              <a:buChar char="ü"/>
            </a:pPr>
            <a:endParaRPr lang="en-US" dirty="0">
              <a:latin typeface="Book Antiqua" panose="02040602050305030304" pitchFamily="18" charset="0"/>
            </a:endParaRPr>
          </a:p>
          <a:p>
            <a:pPr algn="ctr">
              <a:buFont typeface="Wingdings" pitchFamily="2" charset="2"/>
              <a:buChar char="ü"/>
            </a:pPr>
            <a:endParaRPr lang="en-US" dirty="0">
              <a:latin typeface="Book Antiqua" panose="02040602050305030304" pitchFamily="18" charset="0"/>
            </a:endParaRPr>
          </a:p>
        </p:txBody>
      </p:sp>
      <p:pic>
        <p:nvPicPr>
          <p:cNvPr id="4" name="Picture 3" descr="Shape&#10;&#10;Description automatically generated">
            <a:extLst>
              <a:ext uri="{FF2B5EF4-FFF2-40B4-BE49-F238E27FC236}">
                <a16:creationId xmlns:a16="http://schemas.microsoft.com/office/drawing/2014/main" id="{A6689683-5E60-E056-1A25-FE47F0F67E53}"/>
              </a:ext>
            </a:extLst>
          </p:cNvPr>
          <p:cNvPicPr>
            <a:picLocks noChangeAspect="1"/>
          </p:cNvPicPr>
          <p:nvPr/>
        </p:nvPicPr>
        <p:blipFill rotWithShape="1">
          <a:blip r:embed="rId2">
            <a:extLst>
              <a:ext uri="{28A0092B-C50C-407E-A947-70E740481C1C}">
                <a14:useLocalDpi xmlns:a14="http://schemas.microsoft.com/office/drawing/2010/main" val="0"/>
              </a:ext>
            </a:extLst>
          </a:blip>
          <a:srcRect t="41481"/>
          <a:stretch/>
        </p:blipFill>
        <p:spPr>
          <a:xfrm>
            <a:off x="1524000" y="2844800"/>
            <a:ext cx="9144000" cy="40132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95DA9E5-BE34-439D-9F66-901984A529D8}"/>
              </a:ext>
            </a:extLst>
          </p:cNvPr>
          <p:cNvSpPr>
            <a:spLocks noGrp="1"/>
          </p:cNvSpPr>
          <p:nvPr>
            <p:ph type="title"/>
          </p:nvPr>
        </p:nvSpPr>
        <p:spPr>
          <a:xfrm>
            <a:off x="643467" y="321734"/>
            <a:ext cx="10905066" cy="1135737"/>
          </a:xfrm>
        </p:spPr>
        <p:txBody>
          <a:bodyPr>
            <a:normAutofit/>
          </a:bodyPr>
          <a:lstStyle/>
          <a:p>
            <a:r>
              <a:rPr lang="en-US" sz="3600"/>
              <a:t>Illusions</a:t>
            </a:r>
          </a:p>
        </p:txBody>
      </p:sp>
      <p:sp>
        <p:nvSpPr>
          <p:cNvPr id="3" name="Content Placeholder 2">
            <a:extLst>
              <a:ext uri="{FF2B5EF4-FFF2-40B4-BE49-F238E27FC236}">
                <a16:creationId xmlns:a16="http://schemas.microsoft.com/office/drawing/2014/main" id="{80A31E91-DE9E-4333-AD94-44681FFB88D8}"/>
              </a:ext>
            </a:extLst>
          </p:cNvPr>
          <p:cNvSpPr>
            <a:spLocks noGrp="1"/>
          </p:cNvSpPr>
          <p:nvPr>
            <p:ph idx="1"/>
          </p:nvPr>
        </p:nvSpPr>
        <p:spPr>
          <a:xfrm>
            <a:off x="643468" y="1782981"/>
            <a:ext cx="4731171" cy="4393982"/>
          </a:xfrm>
        </p:spPr>
        <p:txBody>
          <a:bodyPr>
            <a:normAutofit/>
          </a:bodyPr>
          <a:lstStyle/>
          <a:p>
            <a:r>
              <a:rPr lang="en-US" sz="1700" dirty="0"/>
              <a:t>The distinction between sensations and the perceived interpretation of those experiences</a:t>
            </a:r>
          </a:p>
          <a:p>
            <a:r>
              <a:rPr lang="en-US" sz="1700" dirty="0"/>
              <a:t>Sometimes reality and perception do not match, as in the case of perceptual illusions</a:t>
            </a:r>
          </a:p>
          <a:p>
            <a:r>
              <a:rPr lang="en-US" sz="1700" dirty="0"/>
              <a:t>The explanation of this illusion is probably partly influenced by our past experiences</a:t>
            </a:r>
          </a:p>
          <a:p>
            <a:r>
              <a:rPr lang="en-US" sz="1700" dirty="0"/>
              <a:t>to expect that certain shapes are far away and others close</a:t>
            </a:r>
          </a:p>
          <a:p>
            <a:pPr lvl="1"/>
            <a:r>
              <a:rPr lang="en-US" sz="1700" dirty="0"/>
              <a:t>For example Muller-</a:t>
            </a:r>
            <a:r>
              <a:rPr lang="en-US" sz="1700" dirty="0" err="1"/>
              <a:t>Lyer</a:t>
            </a:r>
            <a:r>
              <a:rPr lang="en-US" sz="1700" dirty="0"/>
              <a:t> illusion </a:t>
            </a:r>
          </a:p>
        </p:txBody>
      </p:sp>
      <p:grpSp>
        <p:nvGrpSpPr>
          <p:cNvPr id="23" name="Group 22">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24" name="Isosceles Triangle 2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descr="A picture containing diagram&#10;&#10;Description automatically generated">
            <a:extLst>
              <a:ext uri="{FF2B5EF4-FFF2-40B4-BE49-F238E27FC236}">
                <a16:creationId xmlns:a16="http://schemas.microsoft.com/office/drawing/2014/main" id="{B1682DA2-5E7C-77F9-827C-78AFF819F1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5319" y="2603853"/>
            <a:ext cx="6253212" cy="2720147"/>
          </a:xfrm>
          <a:prstGeom prst="rect">
            <a:avLst/>
          </a:prstGeom>
        </p:spPr>
      </p:pic>
      <p:grpSp>
        <p:nvGrpSpPr>
          <p:cNvPr id="27" name="Group 26">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8" name="Rectangle 27">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0164549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2200" y="381000"/>
            <a:ext cx="4495800" cy="523220"/>
          </a:xfrm>
          <a:prstGeom prst="rect">
            <a:avLst/>
          </a:prstGeom>
          <a:noFill/>
        </p:spPr>
        <p:txBody>
          <a:bodyPr wrap="square" rtlCol="0">
            <a:spAutoFit/>
          </a:bodyPr>
          <a:lstStyle/>
          <a:p>
            <a:r>
              <a:rPr lang="en-US" sz="2800" b="1" u="sng" dirty="0"/>
              <a:t>OPTICAL ILLUSION </a:t>
            </a:r>
          </a:p>
        </p:txBody>
      </p:sp>
      <p:pic>
        <p:nvPicPr>
          <p:cNvPr id="3" name="Picture 2" descr="c088a987b7dd163b1d88ff8a5ec86db2.jpg"/>
          <p:cNvPicPr>
            <a:picLocks noChangeAspect="1"/>
          </p:cNvPicPr>
          <p:nvPr/>
        </p:nvPicPr>
        <p:blipFill>
          <a:blip r:embed="rId2"/>
          <a:stretch>
            <a:fillRect/>
          </a:stretch>
        </p:blipFill>
        <p:spPr>
          <a:xfrm>
            <a:off x="8056880" y="0"/>
            <a:ext cx="4135120" cy="6858000"/>
          </a:xfrm>
          <a:prstGeom prst="rect">
            <a:avLst/>
          </a:prstGeom>
        </p:spPr>
      </p:pic>
      <p:sp>
        <p:nvSpPr>
          <p:cNvPr id="4" name="TextBox 3"/>
          <p:cNvSpPr txBox="1"/>
          <p:nvPr/>
        </p:nvSpPr>
        <p:spPr>
          <a:xfrm>
            <a:off x="0" y="1447800"/>
            <a:ext cx="8056880" cy="4031873"/>
          </a:xfrm>
          <a:prstGeom prst="rect">
            <a:avLst/>
          </a:prstGeom>
          <a:noFill/>
        </p:spPr>
        <p:txBody>
          <a:bodyPr wrap="square" rtlCol="0">
            <a:spAutoFit/>
          </a:bodyPr>
          <a:lstStyle/>
          <a:p>
            <a:pPr>
              <a:buFont typeface="Wingdings" pitchFamily="2" charset="2"/>
              <a:buChar char="ü"/>
            </a:pPr>
            <a:r>
              <a:rPr lang="en-US" sz="3200" dirty="0">
                <a:latin typeface="Book Antiqua" panose="02040602050305030304" pitchFamily="18" charset="0"/>
              </a:rPr>
              <a:t>An optical illusion is characterized by visually perceived images that at least in common sense term are deceptive or misleading.  </a:t>
            </a:r>
          </a:p>
          <a:p>
            <a:pPr>
              <a:buFont typeface="Wingdings" pitchFamily="2" charset="2"/>
              <a:buChar char="ü"/>
            </a:pPr>
            <a:endParaRPr lang="en-US" sz="3200" dirty="0">
              <a:latin typeface="Book Antiqua" panose="02040602050305030304" pitchFamily="18" charset="0"/>
            </a:endParaRPr>
          </a:p>
          <a:p>
            <a:pPr>
              <a:buFont typeface="Wingdings" pitchFamily="2" charset="2"/>
              <a:buChar char="ü"/>
            </a:pPr>
            <a:r>
              <a:rPr lang="en-US" sz="3200" dirty="0">
                <a:latin typeface="Book Antiqua" panose="02040602050305030304" pitchFamily="18" charset="0"/>
              </a:rPr>
              <a:t> While optical illusions can be fun and interesting, they can also reveal a great deal about the working of the brain.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ptical-illusions-9-6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96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0840" t="20259" r="25239" b="8836"/>
          <a:stretch/>
        </p:blipFill>
        <p:spPr bwMode="auto">
          <a:xfrm>
            <a:off x="-1257300" y="-1691640"/>
            <a:ext cx="14241780" cy="9852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85720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pticaL ILLUSIO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27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0721" t="17888" r="24753" b="9052"/>
          <a:stretch/>
        </p:blipFill>
        <p:spPr bwMode="auto">
          <a:xfrm>
            <a:off x="-1463040" y="-1417320"/>
            <a:ext cx="14561820" cy="8481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0017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37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0477" t="18535" r="25845" b="8836"/>
          <a:stretch/>
        </p:blipFill>
        <p:spPr bwMode="auto">
          <a:xfrm>
            <a:off x="-2103120" y="-982980"/>
            <a:ext cx="18039806" cy="8206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73830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1269" t="18535" r="24853" b="8836"/>
          <a:stretch/>
        </p:blipFill>
        <p:spPr bwMode="auto">
          <a:xfrm>
            <a:off x="1628775" y="257175"/>
            <a:ext cx="8458200" cy="634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08247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58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1810" t="19181" r="26329" b="9267"/>
          <a:stretch/>
        </p:blipFill>
        <p:spPr bwMode="auto">
          <a:xfrm>
            <a:off x="0" y="0"/>
            <a:ext cx="120396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17730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686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3161" t="20259" r="25463" b="9267"/>
          <a:stretch/>
        </p:blipFill>
        <p:spPr bwMode="auto">
          <a:xfrm>
            <a:off x="0" y="0"/>
            <a:ext cx="12192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90155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78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9266" t="20043" r="25360" b="8406"/>
          <a:stretch/>
        </p:blipFill>
        <p:spPr bwMode="auto">
          <a:xfrm>
            <a:off x="0" y="-76200"/>
            <a:ext cx="12192000" cy="822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34374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89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0477" t="19181" r="19180" b="10129"/>
          <a:stretch/>
        </p:blipFill>
        <p:spPr bwMode="auto">
          <a:xfrm>
            <a:off x="-1333500" y="0"/>
            <a:ext cx="14763750" cy="706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22498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993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0841" t="19181" r="24875" b="9482"/>
          <a:stretch/>
        </p:blipFill>
        <p:spPr bwMode="auto">
          <a:xfrm>
            <a:off x="-3562350" y="-1428750"/>
            <a:ext cx="18992850" cy="851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17899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97A1E7F-2692-4644-AF3A-B595806215D6}"/>
              </a:ext>
            </a:extLst>
          </p:cNvPr>
          <p:cNvSpPr>
            <a:spLocks noGrp="1"/>
          </p:cNvSpPr>
          <p:nvPr>
            <p:ph type="title"/>
          </p:nvPr>
        </p:nvSpPr>
        <p:spPr>
          <a:xfrm>
            <a:off x="643467" y="321734"/>
            <a:ext cx="10905066" cy="1135737"/>
          </a:xfrm>
        </p:spPr>
        <p:txBody>
          <a:bodyPr>
            <a:normAutofit/>
          </a:bodyPr>
          <a:lstStyle/>
          <a:p>
            <a:r>
              <a:rPr lang="en-US" sz="3600"/>
              <a:t>Prior Knowledge</a:t>
            </a:r>
          </a:p>
        </p:txBody>
      </p:sp>
      <p:sp>
        <p:nvSpPr>
          <p:cNvPr id="3" name="Content Placeholder 2">
            <a:extLst>
              <a:ext uri="{FF2B5EF4-FFF2-40B4-BE49-F238E27FC236}">
                <a16:creationId xmlns:a16="http://schemas.microsoft.com/office/drawing/2014/main" id="{5BDADD0D-6A9B-4042-943A-BB68BA38470A}"/>
              </a:ext>
            </a:extLst>
          </p:cNvPr>
          <p:cNvSpPr>
            <a:spLocks noGrp="1"/>
          </p:cNvSpPr>
          <p:nvPr>
            <p:ph idx="1"/>
          </p:nvPr>
        </p:nvSpPr>
        <p:spPr>
          <a:xfrm>
            <a:off x="643467" y="1782981"/>
            <a:ext cx="10905066" cy="4393982"/>
          </a:xfrm>
        </p:spPr>
        <p:txBody>
          <a:bodyPr>
            <a:normAutofit/>
          </a:bodyPr>
          <a:lstStyle/>
          <a:p>
            <a:r>
              <a:rPr lang="en-US" sz="2000" dirty="0"/>
              <a:t>The relationship between perception and prior knowledge of the world is manifested not only in simple geometric illusions but also in the interpretation of scientific data</a:t>
            </a:r>
          </a:p>
          <a:p>
            <a:r>
              <a:rPr lang="en-US" sz="2000" dirty="0"/>
              <a:t>Perceptions are influenced by past knowledge, previous hypotheses, and prejudices, as well as sensory signals</a:t>
            </a:r>
          </a:p>
          <a:p>
            <a:r>
              <a:rPr lang="en-US" sz="2000" dirty="0"/>
              <a:t>In figure can be seen as a duck or a rabbit</a:t>
            </a:r>
          </a:p>
          <a:p>
            <a:endParaRPr lang="en-US" sz="2000" dirty="0"/>
          </a:p>
          <a:p>
            <a:endParaRPr lang="en-US" sz="2000" dirty="0"/>
          </a:p>
          <a:p>
            <a:endParaRPr lang="en-US" sz="2000" dirty="0"/>
          </a:p>
          <a:p>
            <a:pPr marL="0" indent="0">
              <a:buNone/>
            </a:pPr>
            <a:endParaRPr lang="en-US" sz="2000" dirty="0"/>
          </a:p>
          <a:p>
            <a:r>
              <a:rPr lang="en-US" sz="2000" dirty="0"/>
              <a:t>Which image you see is dependent upon your perspective and cues in the environment </a:t>
            </a:r>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close up of an animal&#10;&#10;Description automatically generated">
            <a:extLst>
              <a:ext uri="{FF2B5EF4-FFF2-40B4-BE49-F238E27FC236}">
                <a16:creationId xmlns:a16="http://schemas.microsoft.com/office/drawing/2014/main" id="{05EA60A2-F570-4445-948C-7D685E0CBE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1460" y="2897682"/>
            <a:ext cx="3858163" cy="2164579"/>
          </a:xfrm>
          <a:prstGeom prst="rect">
            <a:avLst/>
          </a:prstGeom>
        </p:spPr>
      </p:pic>
    </p:spTree>
    <p:extLst>
      <p:ext uri="{BB962C8B-B14F-4D97-AF65-F5344CB8AC3E}">
        <p14:creationId xmlns:p14="http://schemas.microsoft.com/office/powerpoint/2010/main" val="5091509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05000" y="457200"/>
            <a:ext cx="4343400" cy="707886"/>
          </a:xfrm>
          <a:prstGeom prst="rect">
            <a:avLst/>
          </a:prstGeom>
          <a:noFill/>
        </p:spPr>
        <p:txBody>
          <a:bodyPr wrap="square" rtlCol="0">
            <a:spAutoFit/>
          </a:bodyPr>
          <a:lstStyle/>
          <a:p>
            <a:r>
              <a:rPr lang="en-US" sz="4000" b="1" u="sng" dirty="0">
                <a:latin typeface="Book Antiqua" panose="02040602050305030304" pitchFamily="18" charset="0"/>
              </a:rPr>
              <a:t>THE EYE</a:t>
            </a:r>
          </a:p>
        </p:txBody>
      </p:sp>
      <p:sp>
        <p:nvSpPr>
          <p:cNvPr id="4" name="TextBox 3"/>
          <p:cNvSpPr txBox="1"/>
          <p:nvPr/>
        </p:nvSpPr>
        <p:spPr>
          <a:xfrm>
            <a:off x="293914" y="1179556"/>
            <a:ext cx="7859486" cy="5509200"/>
          </a:xfrm>
          <a:prstGeom prst="rect">
            <a:avLst/>
          </a:prstGeom>
          <a:noFill/>
        </p:spPr>
        <p:txBody>
          <a:bodyPr wrap="square" rtlCol="0">
            <a:spAutoFit/>
          </a:bodyPr>
          <a:lstStyle/>
          <a:p>
            <a:pPr>
              <a:buFont typeface="Wingdings" pitchFamily="2" charset="2"/>
              <a:buChar char="ü"/>
            </a:pPr>
            <a:r>
              <a:rPr lang="en-US" sz="3200" dirty="0">
                <a:latin typeface="Book Antiqua" panose="02040602050305030304" pitchFamily="18" charset="0"/>
              </a:rPr>
              <a:t> An important and one of the most complex sense organ. </a:t>
            </a:r>
          </a:p>
          <a:p>
            <a:pPr>
              <a:buFont typeface="Wingdings" pitchFamily="2" charset="2"/>
              <a:buChar char="ü"/>
            </a:pPr>
            <a:endParaRPr lang="en-US" sz="3200" dirty="0">
              <a:latin typeface="Book Antiqua" panose="02040602050305030304" pitchFamily="18" charset="0"/>
            </a:endParaRPr>
          </a:p>
          <a:p>
            <a:pPr>
              <a:buFont typeface="Wingdings" pitchFamily="2" charset="2"/>
              <a:buChar char="ü"/>
            </a:pPr>
            <a:r>
              <a:rPr lang="en-US" sz="3200" dirty="0">
                <a:latin typeface="Book Antiqua" panose="02040602050305030304" pitchFamily="18" charset="0"/>
              </a:rPr>
              <a:t> This sense organ are pretty much similar to cameras. </a:t>
            </a:r>
          </a:p>
          <a:p>
            <a:pPr>
              <a:buFont typeface="Wingdings" pitchFamily="2" charset="2"/>
              <a:buChar char="ü"/>
            </a:pPr>
            <a:endParaRPr lang="en-US" sz="3200" dirty="0">
              <a:latin typeface="Book Antiqua" panose="02040602050305030304" pitchFamily="18" charset="0"/>
            </a:endParaRPr>
          </a:p>
          <a:p>
            <a:pPr>
              <a:buFont typeface="Wingdings" pitchFamily="2" charset="2"/>
              <a:buChar char="ü"/>
            </a:pPr>
            <a:r>
              <a:rPr lang="en-US" sz="3200" dirty="0">
                <a:latin typeface="Book Antiqua" panose="02040602050305030304" pitchFamily="18" charset="0"/>
              </a:rPr>
              <a:t>A human eye is roughly 2.3cm in diameter and is almost a spherical ball filled with some fluid.  </a:t>
            </a:r>
          </a:p>
          <a:p>
            <a:r>
              <a:rPr lang="en-US" sz="3200" dirty="0">
                <a:latin typeface="Book Antiqua" panose="02040602050305030304" pitchFamily="18" charset="0"/>
              </a:rPr>
              <a:t> </a:t>
            </a:r>
          </a:p>
          <a:p>
            <a:endParaRPr lang="en-US" sz="3200" b="1" dirty="0">
              <a:latin typeface="Book Antiqua" panose="02040602050305030304" pitchFamily="18" charset="0"/>
            </a:endParaRPr>
          </a:p>
        </p:txBody>
      </p:sp>
    </p:spTree>
    <p:extLst>
      <p:ext uri="{BB962C8B-B14F-4D97-AF65-F5344CB8AC3E}">
        <p14:creationId xmlns:p14="http://schemas.microsoft.com/office/powerpoint/2010/main" val="35947103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3ac6159633447b8594afee677a255df.jpg"/>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201850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05000" y="381000"/>
            <a:ext cx="5943600" cy="523220"/>
          </a:xfrm>
          <a:prstGeom prst="rect">
            <a:avLst/>
          </a:prstGeom>
          <a:noFill/>
        </p:spPr>
        <p:txBody>
          <a:bodyPr wrap="square" rtlCol="0">
            <a:spAutoFit/>
          </a:bodyPr>
          <a:lstStyle/>
          <a:p>
            <a:r>
              <a:rPr lang="en-US" sz="2800" b="1" u="sng" dirty="0"/>
              <a:t>SMELL</a:t>
            </a:r>
          </a:p>
        </p:txBody>
      </p:sp>
      <p:pic>
        <p:nvPicPr>
          <p:cNvPr id="3" name="Picture 2" descr="unnamed.gif"/>
          <p:cNvPicPr>
            <a:picLocks noChangeAspect="1"/>
          </p:cNvPicPr>
          <p:nvPr/>
        </p:nvPicPr>
        <p:blipFill>
          <a:blip r:embed="rId2"/>
          <a:stretch>
            <a:fillRect/>
          </a:stretch>
        </p:blipFill>
        <p:spPr>
          <a:xfrm>
            <a:off x="7696200" y="304800"/>
            <a:ext cx="2781300" cy="2560320"/>
          </a:xfrm>
          <a:prstGeom prst="rect">
            <a:avLst/>
          </a:prstGeom>
        </p:spPr>
      </p:pic>
      <p:pic>
        <p:nvPicPr>
          <p:cNvPr id="4" name="Picture 3" descr="Find_Out_Senses_Prog3_smell_ewhmrk.jpg"/>
          <p:cNvPicPr>
            <a:picLocks noChangeAspect="1"/>
          </p:cNvPicPr>
          <p:nvPr/>
        </p:nvPicPr>
        <p:blipFill>
          <a:blip r:embed="rId3" cstate="print"/>
          <a:stretch>
            <a:fillRect/>
          </a:stretch>
        </p:blipFill>
        <p:spPr>
          <a:xfrm>
            <a:off x="1600200" y="3205284"/>
            <a:ext cx="3732420" cy="3652717"/>
          </a:xfrm>
          <a:prstGeom prst="rect">
            <a:avLst/>
          </a:prstGeom>
        </p:spPr>
      </p:pic>
      <p:sp>
        <p:nvSpPr>
          <p:cNvPr id="6" name="TextBox 5"/>
          <p:cNvSpPr txBox="1"/>
          <p:nvPr/>
        </p:nvSpPr>
        <p:spPr>
          <a:xfrm>
            <a:off x="1676400" y="1143000"/>
            <a:ext cx="5715000" cy="1938992"/>
          </a:xfrm>
          <a:prstGeom prst="rect">
            <a:avLst/>
          </a:prstGeom>
          <a:noFill/>
        </p:spPr>
        <p:txBody>
          <a:bodyPr wrap="square" rtlCol="0">
            <a:spAutoFit/>
          </a:bodyPr>
          <a:lstStyle/>
          <a:p>
            <a:pPr>
              <a:buFont typeface="Wingdings" pitchFamily="2" charset="2"/>
              <a:buChar char="ü"/>
            </a:pPr>
            <a:r>
              <a:rPr lang="en-US" sz="2400" dirty="0"/>
              <a:t> Molecules are released by substances around us. </a:t>
            </a:r>
          </a:p>
          <a:p>
            <a:pPr>
              <a:buFont typeface="Wingdings" pitchFamily="2" charset="2"/>
              <a:buChar char="ü"/>
            </a:pPr>
            <a:r>
              <a:rPr lang="en-US" sz="2400" dirty="0"/>
              <a:t> when they enter the nostrils, they can stimulate receptors located on the </a:t>
            </a:r>
            <a:r>
              <a:rPr lang="en-US" sz="2400" b="1" dirty="0"/>
              <a:t>Olfactory </a:t>
            </a:r>
            <a:r>
              <a:rPr lang="en-US" sz="2400" dirty="0"/>
              <a:t>sensory neurons in the back of the nose.</a:t>
            </a:r>
          </a:p>
        </p:txBody>
      </p:sp>
      <p:sp>
        <p:nvSpPr>
          <p:cNvPr id="7" name="TextBox 6"/>
          <p:cNvSpPr txBox="1"/>
          <p:nvPr/>
        </p:nvSpPr>
        <p:spPr>
          <a:xfrm>
            <a:off x="5638800" y="4495801"/>
            <a:ext cx="4191000" cy="1200329"/>
          </a:xfrm>
          <a:prstGeom prst="rect">
            <a:avLst/>
          </a:prstGeom>
          <a:noFill/>
        </p:spPr>
        <p:txBody>
          <a:bodyPr wrap="square" rtlCol="0">
            <a:spAutoFit/>
          </a:bodyPr>
          <a:lstStyle/>
          <a:p>
            <a:pPr>
              <a:buFont typeface="Wingdings" pitchFamily="2" charset="2"/>
              <a:buChar char="ü"/>
            </a:pPr>
            <a:r>
              <a:rPr lang="en-US" sz="2400" dirty="0"/>
              <a:t>Those neurons send message to your brain, which identifies the smell.</a:t>
            </a:r>
          </a:p>
        </p:txBody>
      </p:sp>
    </p:spTree>
    <p:extLst>
      <p:ext uri="{BB962C8B-B14F-4D97-AF65-F5344CB8AC3E}">
        <p14:creationId xmlns:p14="http://schemas.microsoft.com/office/powerpoint/2010/main" val="15381330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Power-of-Scents-Smell-Facts-feat.png"/>
          <p:cNvPicPr>
            <a:picLocks noChangeAspect="1"/>
          </p:cNvPicPr>
          <p:nvPr/>
        </p:nvPicPr>
        <p:blipFill>
          <a:blip r:embed="rId2"/>
          <a:stretch>
            <a:fillRect/>
          </a:stretch>
        </p:blipFill>
        <p:spPr>
          <a:xfrm>
            <a:off x="0" y="64770"/>
            <a:ext cx="12192000" cy="6728460"/>
          </a:xfrm>
          <a:prstGeom prst="rect">
            <a:avLst/>
          </a:prstGeom>
        </p:spPr>
      </p:pic>
    </p:spTree>
    <p:extLst>
      <p:ext uri="{BB962C8B-B14F-4D97-AF65-F5344CB8AC3E}">
        <p14:creationId xmlns:p14="http://schemas.microsoft.com/office/powerpoint/2010/main" val="29549481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05000" y="309047"/>
            <a:ext cx="5715000" cy="523220"/>
          </a:xfrm>
          <a:prstGeom prst="rect">
            <a:avLst/>
          </a:prstGeom>
          <a:noFill/>
        </p:spPr>
        <p:txBody>
          <a:bodyPr wrap="square" rtlCol="0">
            <a:spAutoFit/>
          </a:bodyPr>
          <a:lstStyle/>
          <a:p>
            <a:r>
              <a:rPr lang="en-US" sz="2800" b="1" u="sng"/>
              <a:t>TASTE </a:t>
            </a:r>
            <a:endParaRPr lang="en-US" sz="2800" b="1" u="sng" dirty="0"/>
          </a:p>
        </p:txBody>
      </p:sp>
      <p:pic>
        <p:nvPicPr>
          <p:cNvPr id="3" name="Picture 2" descr="download.jfif"/>
          <p:cNvPicPr>
            <a:picLocks noChangeAspect="1"/>
          </p:cNvPicPr>
          <p:nvPr/>
        </p:nvPicPr>
        <p:blipFill>
          <a:blip r:embed="rId2"/>
          <a:stretch>
            <a:fillRect/>
          </a:stretch>
        </p:blipFill>
        <p:spPr>
          <a:xfrm>
            <a:off x="7620000" y="242900"/>
            <a:ext cx="4249085" cy="3186100"/>
          </a:xfrm>
          <a:prstGeom prst="rect">
            <a:avLst/>
          </a:prstGeom>
        </p:spPr>
      </p:pic>
      <p:pic>
        <p:nvPicPr>
          <p:cNvPr id="4" name="Picture 3" descr="taste_buds_infographic.jpg"/>
          <p:cNvPicPr>
            <a:picLocks noChangeAspect="1"/>
          </p:cNvPicPr>
          <p:nvPr/>
        </p:nvPicPr>
        <p:blipFill>
          <a:blip r:embed="rId3"/>
          <a:stretch>
            <a:fillRect/>
          </a:stretch>
        </p:blipFill>
        <p:spPr>
          <a:xfrm>
            <a:off x="7620000" y="3787464"/>
            <a:ext cx="4539186" cy="3099111"/>
          </a:xfrm>
          <a:prstGeom prst="rect">
            <a:avLst/>
          </a:prstGeom>
        </p:spPr>
      </p:pic>
      <p:sp>
        <p:nvSpPr>
          <p:cNvPr id="5" name="TextBox 4"/>
          <p:cNvSpPr txBox="1"/>
          <p:nvPr/>
        </p:nvSpPr>
        <p:spPr>
          <a:xfrm>
            <a:off x="390057" y="832267"/>
            <a:ext cx="7229943" cy="4893647"/>
          </a:xfrm>
          <a:prstGeom prst="rect">
            <a:avLst/>
          </a:prstGeom>
          <a:noFill/>
        </p:spPr>
        <p:txBody>
          <a:bodyPr wrap="square" rtlCol="0">
            <a:spAutoFit/>
          </a:bodyPr>
          <a:lstStyle/>
          <a:p>
            <a:pPr>
              <a:buFont typeface="Wingdings" pitchFamily="2" charset="2"/>
              <a:buChar char="ü"/>
            </a:pPr>
            <a:r>
              <a:rPr lang="en-US" sz="2400" dirty="0">
                <a:latin typeface="Book Antiqua" panose="02040602050305030304" pitchFamily="18" charset="0"/>
              </a:rPr>
              <a:t>  The entire gustatory system is made up of the tongue, the papillae, taste buds and receptor cells. </a:t>
            </a:r>
          </a:p>
          <a:p>
            <a:endParaRPr lang="en-US" sz="2400" dirty="0">
              <a:latin typeface="Book Antiqua" panose="02040602050305030304" pitchFamily="18" charset="0"/>
            </a:endParaRPr>
          </a:p>
          <a:p>
            <a:pPr>
              <a:buFont typeface="Wingdings" pitchFamily="2" charset="2"/>
              <a:buChar char="ü"/>
            </a:pPr>
            <a:r>
              <a:rPr lang="en-US" sz="2400" dirty="0">
                <a:latin typeface="Book Antiqua" panose="02040602050305030304" pitchFamily="18" charset="0"/>
              </a:rPr>
              <a:t>our taste buds detect only </a:t>
            </a:r>
            <a:r>
              <a:rPr lang="en-US" sz="2400" b="1" dirty="0">
                <a:latin typeface="Book Antiqua" panose="02040602050305030304" pitchFamily="18" charset="0"/>
              </a:rPr>
              <a:t>five</a:t>
            </a:r>
            <a:r>
              <a:rPr lang="en-US" sz="2400" dirty="0">
                <a:latin typeface="Book Antiqua" panose="02040602050305030304" pitchFamily="18" charset="0"/>
              </a:rPr>
              <a:t> chemical stimuli.  </a:t>
            </a:r>
          </a:p>
          <a:p>
            <a:pPr>
              <a:buFont typeface="Wingdings" pitchFamily="2" charset="2"/>
              <a:buChar char="ü"/>
            </a:pPr>
            <a:endParaRPr lang="en-US" sz="2400" dirty="0">
              <a:latin typeface="Book Antiqua" panose="02040602050305030304" pitchFamily="18" charset="0"/>
            </a:endParaRPr>
          </a:p>
          <a:p>
            <a:pPr>
              <a:buFont typeface="Wingdings" pitchFamily="2" charset="2"/>
              <a:buChar char="ü"/>
            </a:pPr>
            <a:r>
              <a:rPr lang="en-US" sz="2400" dirty="0">
                <a:latin typeface="Book Antiqua" panose="02040602050305030304" pitchFamily="18" charset="0"/>
              </a:rPr>
              <a:t> On average, taste buds live for about five days, after which new taste buds are created to replace them.  </a:t>
            </a:r>
          </a:p>
          <a:p>
            <a:pPr>
              <a:buFont typeface="Wingdings" pitchFamily="2" charset="2"/>
              <a:buChar char="ü"/>
            </a:pPr>
            <a:endParaRPr lang="en-US" sz="2400" dirty="0">
              <a:latin typeface="Book Antiqua" panose="02040602050305030304" pitchFamily="18" charset="0"/>
            </a:endParaRPr>
          </a:p>
          <a:p>
            <a:pPr>
              <a:buFont typeface="Wingdings" pitchFamily="2" charset="2"/>
              <a:buChar char="ü"/>
            </a:pPr>
            <a:r>
              <a:rPr lang="en-US" sz="2400" dirty="0">
                <a:latin typeface="Book Antiqua" panose="02040602050305030304" pitchFamily="18" charset="0"/>
              </a:rPr>
              <a:t> This change helps explain why some foods that seems so bad in childhood  are more enjoyable in adulthood.     </a:t>
            </a:r>
          </a:p>
          <a:p>
            <a:pPr>
              <a:buFont typeface="Wingdings" pitchFamily="2" charset="2"/>
              <a:buChar char="ü"/>
            </a:pPr>
            <a:endParaRPr lang="en-US" sz="2400" dirty="0">
              <a:latin typeface="Book Antiqua" panose="02040602050305030304" pitchFamily="18" charset="0"/>
            </a:endParaRPr>
          </a:p>
        </p:txBody>
      </p:sp>
    </p:spTree>
    <p:extLst>
      <p:ext uri="{BB962C8B-B14F-4D97-AF65-F5344CB8AC3E}">
        <p14:creationId xmlns:p14="http://schemas.microsoft.com/office/powerpoint/2010/main" val="9187433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3628</TotalTime>
  <Words>1797</Words>
  <Application>Microsoft Office PowerPoint</Application>
  <PresentationFormat>Widescreen</PresentationFormat>
  <Paragraphs>180</Paragraphs>
  <Slides>55</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55</vt:i4>
      </vt:variant>
    </vt:vector>
  </HeadingPairs>
  <TitlesOfParts>
    <vt:vector size="63" baseType="lpstr">
      <vt:lpstr>Arial</vt:lpstr>
      <vt:lpstr>Arial</vt:lpstr>
      <vt:lpstr>Book Antiqua</vt:lpstr>
      <vt:lpstr>Calibri</vt:lpstr>
      <vt:lpstr>Calibri Light</vt:lpstr>
      <vt:lpstr>Wingdings</vt:lpstr>
      <vt:lpstr>Office Theme</vt:lpstr>
      <vt:lpstr>1_Office Theme</vt:lpstr>
      <vt:lpstr>Sensation, Perception, and Attention</vt:lpstr>
      <vt:lpstr>Perceiving the world</vt:lpstr>
      <vt:lpstr>Senses</vt:lpstr>
      <vt:lpstr>PowerPoint Presentation</vt:lpstr>
      <vt:lpstr>PowerPoint Presentation</vt:lpstr>
      <vt:lpstr>PowerPoint Presentation</vt:lpstr>
      <vt:lpstr>The Computational Brain</vt:lpstr>
      <vt:lpstr>Sensation and Perception</vt:lpstr>
      <vt:lpstr>Vision: act of sensing a small section of electromagnetic waves referred to as light</vt:lpstr>
      <vt:lpstr>PowerPoint Presentation</vt:lpstr>
      <vt:lpstr>Sensory Coding</vt:lpstr>
      <vt:lpstr>PowerPoint Presentation</vt:lpstr>
      <vt:lpstr>PowerPoint Presentation</vt:lpstr>
      <vt:lpstr>PowerPoint Presentation</vt:lpstr>
      <vt:lpstr>PowerPoint Presentation</vt:lpstr>
      <vt:lpstr>PowerPoint Presentation</vt:lpstr>
      <vt:lpstr>Absolute threshold</vt:lpstr>
      <vt:lpstr>PowerPoint Presentation</vt:lpstr>
      <vt:lpstr>PowerPoint Presentation</vt:lpstr>
      <vt:lpstr>Let’s revise</vt:lpstr>
      <vt:lpstr>Difference Thresholds: Noticing Distinctions Between Stimuli</vt:lpstr>
      <vt:lpstr>PowerPoint Presentation</vt:lpstr>
      <vt:lpstr>Cont. </vt:lpstr>
      <vt:lpstr>PowerPoint Presentation</vt:lpstr>
      <vt:lpstr>PowerPoint Presentation</vt:lpstr>
      <vt:lpstr>PowerPoint Presentation</vt:lpstr>
      <vt:lpstr>Cont…</vt:lpstr>
      <vt:lpstr>Cont….</vt:lpstr>
      <vt:lpstr>Cont…..</vt:lpstr>
      <vt:lpstr>PowerPoint Presentation</vt:lpstr>
      <vt:lpstr>Top-down Processing </vt:lpstr>
      <vt:lpstr>Bottom-up Processing</vt:lpstr>
      <vt:lpstr>PowerPoint Presentation</vt:lpstr>
      <vt:lpstr>PowerPoint Presentation</vt:lpstr>
      <vt:lpstr>How do we make the transformation from 2-D to 3-D?</vt:lpstr>
      <vt:lpstr>PowerPoint Presentation</vt:lpstr>
      <vt:lpstr>Illusions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Prior Knowledge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Perception, and Attention</dc:title>
  <dc:creator>PC</dc:creator>
  <cp:lastModifiedBy>SUMMAYYAH SHAFIQUE</cp:lastModifiedBy>
  <cp:revision>35</cp:revision>
  <dcterms:created xsi:type="dcterms:W3CDTF">2020-06-01T06:48:54Z</dcterms:created>
  <dcterms:modified xsi:type="dcterms:W3CDTF">2023-03-07T17:12:04Z</dcterms:modified>
</cp:coreProperties>
</file>