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2"/>
  </p:notesMasterIdLst>
  <p:handoutMasterIdLst>
    <p:handoutMasterId r:id="rId23"/>
  </p:handoutMasterIdLst>
  <p:sldIdLst>
    <p:sldId id="279" r:id="rId5"/>
    <p:sldId id="352" r:id="rId6"/>
    <p:sldId id="344" r:id="rId7"/>
    <p:sldId id="345" r:id="rId8"/>
    <p:sldId id="347" r:id="rId9"/>
    <p:sldId id="346" r:id="rId10"/>
    <p:sldId id="348" r:id="rId11"/>
    <p:sldId id="349" r:id="rId12"/>
    <p:sldId id="350" r:id="rId13"/>
    <p:sldId id="351" r:id="rId14"/>
    <p:sldId id="353" r:id="rId15"/>
    <p:sldId id="355" r:id="rId16"/>
    <p:sldId id="354" r:id="rId17"/>
    <p:sldId id="356" r:id="rId18"/>
    <p:sldId id="357" r:id="rId19"/>
    <p:sldId id="358" r:id="rId20"/>
    <p:sldId id="359" r:id="rId21"/>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D90"/>
    <a:srgbClr val="57B9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34" autoAdjust="0"/>
  </p:normalViewPr>
  <p:slideViewPr>
    <p:cSldViewPr snapToGrid="0">
      <p:cViewPr varScale="1">
        <p:scale>
          <a:sx n="85" d="100"/>
          <a:sy n="85" d="100"/>
        </p:scale>
        <p:origin x="590" y="62"/>
      </p:cViewPr>
      <p:guideLst/>
    </p:cSldViewPr>
  </p:slideViewPr>
  <p:notesTextViewPr>
    <p:cViewPr>
      <p:scale>
        <a:sx n="1" d="1"/>
        <a:sy n="1" d="1"/>
      </p:scale>
      <p:origin x="0" y="0"/>
    </p:cViewPr>
  </p:notesTextViewPr>
  <p:notesViewPr>
    <p:cSldViewPr snapToGrid="0">
      <p:cViewPr varScale="1">
        <p:scale>
          <a:sx n="63" d="100"/>
          <a:sy n="63" d="100"/>
        </p:scale>
        <p:origin x="313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021ECB-E5E0-4559-8547-6932920D41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4CF2C2B-73AD-432B-B1BA-5B137A9119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27279A-3E34-4139-96E8-B748F2CAADEF}" type="datetimeFigureOut">
              <a:rPr lang="en-US" smtClean="0"/>
              <a:t>12/4/2024</a:t>
            </a:fld>
            <a:endParaRPr lang="en-US" dirty="0"/>
          </a:p>
        </p:txBody>
      </p:sp>
      <p:sp>
        <p:nvSpPr>
          <p:cNvPr id="4" name="Footer Placeholder 3">
            <a:extLst>
              <a:ext uri="{FF2B5EF4-FFF2-40B4-BE49-F238E27FC236}">
                <a16:creationId xmlns:a16="http://schemas.microsoft.com/office/drawing/2014/main" id="{8C4522B6-75F6-4142-8CF8-E07CFD9423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A33A631-D0FF-49E5-BEA5-A81351C110B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6DC40A-A0FF-4BB0-B2CF-A3A4D00A3021}" type="slidenum">
              <a:rPr lang="en-US" smtClean="0"/>
              <a:t>‹#›</a:t>
            </a:fld>
            <a:endParaRPr lang="en-US" dirty="0"/>
          </a:p>
        </p:txBody>
      </p:sp>
    </p:spTree>
    <p:extLst>
      <p:ext uri="{BB962C8B-B14F-4D97-AF65-F5344CB8AC3E}">
        <p14:creationId xmlns:p14="http://schemas.microsoft.com/office/powerpoint/2010/main" val="2074843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0B447-CB0C-4DAF-89A8-27D8B9E7E434}" type="datetimeFigureOut">
              <a:rPr lang="en-US" smtClean="0"/>
              <a:t>12/4/2024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D6E128-7848-41C8-9D17-DA3B35E5052C}" type="slidenum">
              <a:rPr lang="en-US" smtClean="0"/>
              <a:t>‹#›</a:t>
            </a:fld>
            <a:endParaRPr lang="en-US" dirty="0"/>
          </a:p>
        </p:txBody>
      </p:sp>
    </p:spTree>
    <p:extLst>
      <p:ext uri="{BB962C8B-B14F-4D97-AF65-F5344CB8AC3E}">
        <p14:creationId xmlns:p14="http://schemas.microsoft.com/office/powerpoint/2010/main" val="4058101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FF771E-C08F-409D-95E9-1024C4084B56}"/>
              </a:ext>
            </a:extLst>
          </p:cNvPr>
          <p:cNvSpPr/>
          <p:nvPr userDrawn="1"/>
        </p:nvSpPr>
        <p:spPr>
          <a:xfrm>
            <a:off x="0" y="-32004"/>
            <a:ext cx="12192000" cy="6922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DC2FF076-3E45-4FBB-AB10-CB6A07F6B0B3}"/>
              </a:ext>
            </a:extLst>
          </p:cNvPr>
          <p:cNvSpPr>
            <a:spLocks noGrp="1"/>
          </p:cNvSpPr>
          <p:nvPr>
            <p:ph type="pic" sz="quarter" idx="15"/>
          </p:nvPr>
        </p:nvSpPr>
        <p:spPr>
          <a:xfrm>
            <a:off x="0" y="-32004"/>
            <a:ext cx="12192000" cy="6912864"/>
          </a:xfrm>
        </p:spPr>
        <p:txBody>
          <a:bodyPr/>
          <a:lstStyle>
            <a:lvl1pPr marL="0" indent="0" algn="ctr">
              <a:buNone/>
              <a:defRPr/>
            </a:lvl1pPr>
          </a:lstStyle>
          <a:p>
            <a:r>
              <a:rPr lang="en-US"/>
              <a:t>Click icon to add picture</a:t>
            </a:r>
            <a:endParaRPr lang="en-US" dirty="0"/>
          </a:p>
        </p:txBody>
      </p:sp>
      <p:sp>
        <p:nvSpPr>
          <p:cNvPr id="12" name="Rectangle 3">
            <a:extLst>
              <a:ext uri="{FF2B5EF4-FFF2-40B4-BE49-F238E27FC236}">
                <a16:creationId xmlns:a16="http://schemas.microsoft.com/office/drawing/2014/main" id="{63483F35-9564-4CAF-9610-9557CD25DED4}"/>
              </a:ext>
            </a:extLst>
          </p:cNvPr>
          <p:cNvSpPr/>
          <p:nvPr userDrawn="1"/>
        </p:nvSpPr>
        <p:spPr>
          <a:xfrm>
            <a:off x="0" y="-32004"/>
            <a:ext cx="2564804" cy="6922008"/>
          </a:xfrm>
          <a:custGeom>
            <a:avLst/>
            <a:gdLst>
              <a:gd name="connsiteX0" fmla="*/ 0 w 2640648"/>
              <a:gd name="connsiteY0" fmla="*/ 0 h 6859749"/>
              <a:gd name="connsiteX1" fmla="*/ 2640648 w 2640648"/>
              <a:gd name="connsiteY1" fmla="*/ 0 h 6859749"/>
              <a:gd name="connsiteX2" fmla="*/ 2640648 w 2640648"/>
              <a:gd name="connsiteY2" fmla="*/ 6859749 h 6859749"/>
              <a:gd name="connsiteX3" fmla="*/ 0 w 2640648"/>
              <a:gd name="connsiteY3" fmla="*/ 6859749 h 6859749"/>
              <a:gd name="connsiteX4" fmla="*/ 0 w 2640648"/>
              <a:gd name="connsiteY4" fmla="*/ 0 h 6859749"/>
              <a:gd name="connsiteX0" fmla="*/ 0 w 2640648"/>
              <a:gd name="connsiteY0" fmla="*/ 0 h 6859749"/>
              <a:gd name="connsiteX1" fmla="*/ 1999625 w 2640648"/>
              <a:gd name="connsiteY1" fmla="*/ 0 h 6859749"/>
              <a:gd name="connsiteX2" fmla="*/ 2640648 w 2640648"/>
              <a:gd name="connsiteY2" fmla="*/ 6859749 h 6859749"/>
              <a:gd name="connsiteX3" fmla="*/ 0 w 2640648"/>
              <a:gd name="connsiteY3" fmla="*/ 6859749 h 6859749"/>
              <a:gd name="connsiteX4" fmla="*/ 0 w 2640648"/>
              <a:gd name="connsiteY4" fmla="*/ 0 h 6859749"/>
              <a:gd name="connsiteX0" fmla="*/ 0 w 2046760"/>
              <a:gd name="connsiteY0" fmla="*/ 0 h 6859749"/>
              <a:gd name="connsiteX1" fmla="*/ 1999625 w 2046760"/>
              <a:gd name="connsiteY1" fmla="*/ 0 h 6859749"/>
              <a:gd name="connsiteX2" fmla="*/ 2046760 w 2046760"/>
              <a:gd name="connsiteY2" fmla="*/ 6859749 h 6859749"/>
              <a:gd name="connsiteX3" fmla="*/ 0 w 2046760"/>
              <a:gd name="connsiteY3" fmla="*/ 6859749 h 6859749"/>
              <a:gd name="connsiteX4" fmla="*/ 0 w 2046760"/>
              <a:gd name="connsiteY4" fmla="*/ 0 h 6859749"/>
              <a:gd name="connsiteX0" fmla="*/ 0 w 2567481"/>
              <a:gd name="connsiteY0" fmla="*/ 0 h 6859749"/>
              <a:gd name="connsiteX1" fmla="*/ 1999625 w 2567481"/>
              <a:gd name="connsiteY1" fmla="*/ 0 h 6859749"/>
              <a:gd name="connsiteX2" fmla="*/ 2046760 w 2567481"/>
              <a:gd name="connsiteY2" fmla="*/ 6859749 h 6859749"/>
              <a:gd name="connsiteX3" fmla="*/ 0 w 2567481"/>
              <a:gd name="connsiteY3" fmla="*/ 6859749 h 6859749"/>
              <a:gd name="connsiteX4" fmla="*/ 0 w 2567481"/>
              <a:gd name="connsiteY4" fmla="*/ 0 h 6859749"/>
              <a:gd name="connsiteX0" fmla="*/ 0 w 2606088"/>
              <a:gd name="connsiteY0" fmla="*/ 0 h 6859749"/>
              <a:gd name="connsiteX1" fmla="*/ 1999625 w 2606088"/>
              <a:gd name="connsiteY1" fmla="*/ 0 h 6859749"/>
              <a:gd name="connsiteX2" fmla="*/ 2046760 w 2606088"/>
              <a:gd name="connsiteY2" fmla="*/ 6859749 h 6859749"/>
              <a:gd name="connsiteX3" fmla="*/ 0 w 2606088"/>
              <a:gd name="connsiteY3" fmla="*/ 6859749 h 6859749"/>
              <a:gd name="connsiteX4" fmla="*/ 0 w 2606088"/>
              <a:gd name="connsiteY4" fmla="*/ 0 h 6859749"/>
              <a:gd name="connsiteX0" fmla="*/ 0 w 2600807"/>
              <a:gd name="connsiteY0" fmla="*/ 0 h 6859749"/>
              <a:gd name="connsiteX1" fmla="*/ 1980771 w 2600807"/>
              <a:gd name="connsiteY1" fmla="*/ 0 h 6859749"/>
              <a:gd name="connsiteX2" fmla="*/ 2046760 w 2600807"/>
              <a:gd name="connsiteY2" fmla="*/ 6859749 h 6859749"/>
              <a:gd name="connsiteX3" fmla="*/ 0 w 2600807"/>
              <a:gd name="connsiteY3" fmla="*/ 6859749 h 6859749"/>
              <a:gd name="connsiteX4" fmla="*/ 0 w 2600807"/>
              <a:gd name="connsiteY4" fmla="*/ 0 h 6859749"/>
              <a:gd name="connsiteX0" fmla="*/ 0 w 2592015"/>
              <a:gd name="connsiteY0" fmla="*/ 0 h 6859749"/>
              <a:gd name="connsiteX1" fmla="*/ 1980771 w 2592015"/>
              <a:gd name="connsiteY1" fmla="*/ 0 h 6859749"/>
              <a:gd name="connsiteX2" fmla="*/ 2046760 w 2592015"/>
              <a:gd name="connsiteY2" fmla="*/ 6859749 h 6859749"/>
              <a:gd name="connsiteX3" fmla="*/ 0 w 2592015"/>
              <a:gd name="connsiteY3" fmla="*/ 6859749 h 6859749"/>
              <a:gd name="connsiteX4" fmla="*/ 0 w 2592015"/>
              <a:gd name="connsiteY4" fmla="*/ 0 h 6859749"/>
              <a:gd name="connsiteX0" fmla="*/ 0 w 2592015"/>
              <a:gd name="connsiteY0" fmla="*/ 0 h 6859749"/>
              <a:gd name="connsiteX1" fmla="*/ 1980771 w 2592015"/>
              <a:gd name="connsiteY1" fmla="*/ 0 h 6859749"/>
              <a:gd name="connsiteX2" fmla="*/ 2046760 w 2592015"/>
              <a:gd name="connsiteY2" fmla="*/ 6859749 h 6859749"/>
              <a:gd name="connsiteX3" fmla="*/ 0 w 2592015"/>
              <a:gd name="connsiteY3" fmla="*/ 6859749 h 6859749"/>
              <a:gd name="connsiteX4" fmla="*/ 0 w 2592015"/>
              <a:gd name="connsiteY4" fmla="*/ 0 h 6859749"/>
              <a:gd name="connsiteX0" fmla="*/ 0 w 2564804"/>
              <a:gd name="connsiteY0" fmla="*/ 0 h 6859749"/>
              <a:gd name="connsiteX1" fmla="*/ 1980771 w 2564804"/>
              <a:gd name="connsiteY1" fmla="*/ 0 h 6859749"/>
              <a:gd name="connsiteX2" fmla="*/ 2046760 w 2564804"/>
              <a:gd name="connsiteY2" fmla="*/ 6859749 h 6859749"/>
              <a:gd name="connsiteX3" fmla="*/ 0 w 2564804"/>
              <a:gd name="connsiteY3" fmla="*/ 6859749 h 6859749"/>
              <a:gd name="connsiteX4" fmla="*/ 0 w 2564804"/>
              <a:gd name="connsiteY4" fmla="*/ 0 h 6859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4804" h="6859749">
                <a:moveTo>
                  <a:pt x="0" y="0"/>
                </a:moveTo>
                <a:lnTo>
                  <a:pt x="1980771" y="0"/>
                </a:lnTo>
                <a:cubicBezTo>
                  <a:pt x="2005910" y="174979"/>
                  <a:pt x="3237679" y="2838634"/>
                  <a:pt x="2046760" y="6859749"/>
                </a:cubicBezTo>
                <a:lnTo>
                  <a:pt x="0" y="6859749"/>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0919C2D0-427E-4EC2-97CA-5894246E3C7C}"/>
              </a:ext>
            </a:extLst>
          </p:cNvPr>
          <p:cNvSpPr>
            <a:spLocks noGrp="1"/>
          </p:cNvSpPr>
          <p:nvPr>
            <p:ph type="body" sz="quarter" idx="14" hasCustomPrompt="1"/>
          </p:nvPr>
        </p:nvSpPr>
        <p:spPr>
          <a:xfrm>
            <a:off x="3106594" y="3787548"/>
            <a:ext cx="7148512" cy="1382712"/>
          </a:xfrm>
        </p:spPr>
        <p:txBody>
          <a:bodyPr>
            <a:normAutofit/>
          </a:bodyPr>
          <a:lstStyle>
            <a:lvl1pPr marL="0" indent="0">
              <a:buNone/>
              <a:defRPr sz="4100">
                <a:solidFill>
                  <a:schemeClr val="tx1">
                    <a:lumMod val="65000"/>
                    <a:lumOff val="35000"/>
                  </a:schemeClr>
                </a:solidFill>
                <a:effectLst>
                  <a:outerShdw blurRad="38100" dist="38100" dir="2700000" algn="tl">
                    <a:srgbClr val="000000">
                      <a:alpha val="43137"/>
                    </a:srgbClr>
                  </a:outerShdw>
                </a:effectLst>
              </a:defRPr>
            </a:lvl1pPr>
          </a:lstStyle>
          <a:p>
            <a:pPr lvl="0"/>
            <a:r>
              <a:rPr lang="en-US" dirty="0"/>
              <a:t>Click to add subtitle</a:t>
            </a:r>
          </a:p>
        </p:txBody>
      </p:sp>
      <p:sp>
        <p:nvSpPr>
          <p:cNvPr id="15" name="Title 14">
            <a:extLst>
              <a:ext uri="{FF2B5EF4-FFF2-40B4-BE49-F238E27FC236}">
                <a16:creationId xmlns:a16="http://schemas.microsoft.com/office/drawing/2014/main" id="{25FE897E-283F-4CA2-A452-0F26A45C137E}"/>
              </a:ext>
            </a:extLst>
          </p:cNvPr>
          <p:cNvSpPr>
            <a:spLocks noGrp="1"/>
          </p:cNvSpPr>
          <p:nvPr>
            <p:ph type="title" hasCustomPrompt="1"/>
          </p:nvPr>
        </p:nvSpPr>
        <p:spPr>
          <a:xfrm>
            <a:off x="3061689" y="2349659"/>
            <a:ext cx="8292111" cy="1399667"/>
          </a:xfrm>
        </p:spPr>
        <p:txBody>
          <a:bodyPr anchor="b">
            <a:noAutofit/>
          </a:bodyPr>
          <a:lstStyle>
            <a:lvl1pPr>
              <a:defRPr sz="8200">
                <a:solidFill>
                  <a:schemeClr val="tx1">
                    <a:lumMod val="65000"/>
                    <a:lumOff val="35000"/>
                  </a:schemeClr>
                </a:solidFill>
                <a:effectLst>
                  <a:outerShdw blurRad="38100" dist="38100" dir="2700000" algn="tl">
                    <a:srgbClr val="000000">
                      <a:alpha val="43137"/>
                    </a:srgbClr>
                  </a:outerShdw>
                </a:effectLst>
                <a:latin typeface="+mn-lt"/>
              </a:defRPr>
            </a:lvl1pPr>
          </a:lstStyle>
          <a:p>
            <a:r>
              <a:rPr lang="en-US" dirty="0"/>
              <a:t>Click to add Title</a:t>
            </a:r>
          </a:p>
        </p:txBody>
      </p:sp>
      <p:sp>
        <p:nvSpPr>
          <p:cNvPr id="7" name="Date Placeholder 6">
            <a:extLst>
              <a:ext uri="{FF2B5EF4-FFF2-40B4-BE49-F238E27FC236}">
                <a16:creationId xmlns:a16="http://schemas.microsoft.com/office/drawing/2014/main" id="{483479B2-DA38-42C0-A896-9F8545DE5EAC}"/>
              </a:ext>
            </a:extLst>
          </p:cNvPr>
          <p:cNvSpPr>
            <a:spLocks noGrp="1"/>
          </p:cNvSpPr>
          <p:nvPr>
            <p:ph type="dt" sz="half" idx="16"/>
          </p:nvPr>
        </p:nvSpPr>
        <p:spPr/>
        <p:txBody>
          <a:bodyPr/>
          <a:lstStyle/>
          <a:p>
            <a:fld id="{79E3C6BB-94B4-4057-A3BC-13D6F990109B}" type="datetimeFigureOut">
              <a:rPr lang="en-US" noProof="0" smtClean="0"/>
              <a:t>12/4/2024</a:t>
            </a:fld>
            <a:endParaRPr lang="en-US" noProof="0"/>
          </a:p>
        </p:txBody>
      </p:sp>
      <p:sp>
        <p:nvSpPr>
          <p:cNvPr id="8" name="Footer Placeholder 7">
            <a:extLst>
              <a:ext uri="{FF2B5EF4-FFF2-40B4-BE49-F238E27FC236}">
                <a16:creationId xmlns:a16="http://schemas.microsoft.com/office/drawing/2014/main" id="{87042978-DC75-4938-8243-E29119EF32C1}"/>
              </a:ext>
            </a:extLst>
          </p:cNvPr>
          <p:cNvSpPr>
            <a:spLocks noGrp="1"/>
          </p:cNvSpPr>
          <p:nvPr>
            <p:ph type="ftr" sz="quarter" idx="17"/>
          </p:nvPr>
        </p:nvSpPr>
        <p:spPr/>
        <p:txBody>
          <a:bodyPr/>
          <a:lstStyle/>
          <a:p>
            <a:endParaRPr lang="en-US" noProof="0"/>
          </a:p>
        </p:txBody>
      </p:sp>
      <p:sp>
        <p:nvSpPr>
          <p:cNvPr id="9" name="Slide Number Placeholder 8">
            <a:extLst>
              <a:ext uri="{FF2B5EF4-FFF2-40B4-BE49-F238E27FC236}">
                <a16:creationId xmlns:a16="http://schemas.microsoft.com/office/drawing/2014/main" id="{B7D92BE1-E2CB-42E9-8F81-535372A1B4E8}"/>
              </a:ext>
            </a:extLst>
          </p:cNvPr>
          <p:cNvSpPr>
            <a:spLocks noGrp="1"/>
          </p:cNvSpPr>
          <p:nvPr>
            <p:ph type="sldNum" sz="quarter" idx="18"/>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947595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C44F7B3-98E3-40F2-899B-399B0D3281A3}"/>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7D2B3F-018A-4130-B26A-25A2E37D8431}"/>
              </a:ext>
            </a:extLst>
          </p:cNvPr>
          <p:cNvSpPr>
            <a:spLocks noGrp="1"/>
          </p:cNvSpPr>
          <p:nvPr>
            <p:ph type="title" hasCustomPrompt="1"/>
          </p:nvPr>
        </p:nvSpPr>
        <p:spPr>
          <a:xfrm>
            <a:off x="838200" y="2181225"/>
            <a:ext cx="10515600" cy="2495550"/>
          </a:xfrm>
        </p:spPr>
        <p:txBody>
          <a:bodyPr>
            <a:noAutofit/>
          </a:bodyPr>
          <a:lstStyle>
            <a:lvl1pPr algn="ctr">
              <a:defRPr sz="8200">
                <a:solidFill>
                  <a:schemeClr val="tx1">
                    <a:lumMod val="65000"/>
                    <a:lumOff val="35000"/>
                  </a:schemeClr>
                </a:solidFill>
                <a:effectLst>
                  <a:outerShdw blurRad="38100" dist="38100" dir="2700000" algn="tl">
                    <a:srgbClr val="000000">
                      <a:alpha val="43137"/>
                    </a:srgbClr>
                  </a:outerShdw>
                </a:effectLst>
                <a:latin typeface="+mn-lt"/>
              </a:defRPr>
            </a:lvl1pPr>
          </a:lstStyle>
          <a:p>
            <a:r>
              <a:rPr lang="en-US" dirty="0"/>
              <a:t>Click to add Title</a:t>
            </a:r>
          </a:p>
        </p:txBody>
      </p:sp>
      <p:sp>
        <p:nvSpPr>
          <p:cNvPr id="7" name="Date Placeholder 6">
            <a:extLst>
              <a:ext uri="{FF2B5EF4-FFF2-40B4-BE49-F238E27FC236}">
                <a16:creationId xmlns:a16="http://schemas.microsoft.com/office/drawing/2014/main" id="{CB59F85E-2BF1-49AB-948A-9AF1F748C435}"/>
              </a:ext>
            </a:extLst>
          </p:cNvPr>
          <p:cNvSpPr>
            <a:spLocks noGrp="1"/>
          </p:cNvSpPr>
          <p:nvPr>
            <p:ph type="dt" sz="half" idx="10"/>
          </p:nvPr>
        </p:nvSpPr>
        <p:spPr/>
        <p:txBody>
          <a:bodyPr/>
          <a:lstStyle/>
          <a:p>
            <a:fld id="{79E3C6BB-94B4-4057-A3BC-13D6F990109B}" type="datetimeFigureOut">
              <a:rPr lang="en-US" noProof="0" smtClean="0"/>
              <a:t>12/4/2024</a:t>
            </a:fld>
            <a:endParaRPr lang="en-US" noProof="0"/>
          </a:p>
        </p:txBody>
      </p:sp>
      <p:sp>
        <p:nvSpPr>
          <p:cNvPr id="8" name="Footer Placeholder 7">
            <a:extLst>
              <a:ext uri="{FF2B5EF4-FFF2-40B4-BE49-F238E27FC236}">
                <a16:creationId xmlns:a16="http://schemas.microsoft.com/office/drawing/2014/main" id="{47137F35-7EC2-46E5-84F1-ED2853CAE5DA}"/>
              </a:ext>
            </a:extLst>
          </p:cNvPr>
          <p:cNvSpPr>
            <a:spLocks noGrp="1"/>
          </p:cNvSpPr>
          <p:nvPr>
            <p:ph type="ftr" sz="quarter" idx="11"/>
          </p:nvPr>
        </p:nvSpPr>
        <p:spPr/>
        <p:txBody>
          <a:bodyPr/>
          <a:lstStyle/>
          <a:p>
            <a:endParaRPr lang="en-US" noProof="0"/>
          </a:p>
        </p:txBody>
      </p:sp>
      <p:sp>
        <p:nvSpPr>
          <p:cNvPr id="9" name="Slide Number Placeholder 8">
            <a:extLst>
              <a:ext uri="{FF2B5EF4-FFF2-40B4-BE49-F238E27FC236}">
                <a16:creationId xmlns:a16="http://schemas.microsoft.com/office/drawing/2014/main" id="{32C13ED4-C27F-404D-8C33-413B6338B2B7}"/>
              </a:ext>
            </a:extLst>
          </p:cNvPr>
          <p:cNvSpPr>
            <a:spLocks noGrp="1"/>
          </p:cNvSpPr>
          <p:nvPr>
            <p:ph type="sldNum" sz="quarter" idx="12"/>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332632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EAAA90D-EC98-41FE-BED5-F2A0FE399F9B}"/>
              </a:ext>
              <a:ext uri="{C183D7F6-B498-43B3-948B-1728B52AA6E4}">
                <adec:decorative xmlns:adec="http://schemas.microsoft.com/office/drawing/2017/decorative" val="1"/>
              </a:ext>
            </a:extLst>
          </p:cNvPr>
          <p:cNvSpPr/>
          <p:nvPr userDrawn="1"/>
        </p:nvSpPr>
        <p:spPr>
          <a:xfrm>
            <a:off x="0" y="1664219"/>
            <a:ext cx="12192000" cy="11231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68" name="Picture Placeholder 67">
            <a:extLst>
              <a:ext uri="{FF2B5EF4-FFF2-40B4-BE49-F238E27FC236}">
                <a16:creationId xmlns:a16="http://schemas.microsoft.com/office/drawing/2014/main" id="{316DFE2B-084C-4134-8A27-FD9E0ACA2DC5}"/>
              </a:ext>
            </a:extLst>
          </p:cNvPr>
          <p:cNvSpPr>
            <a:spLocks noGrp="1" noChangeAspect="1"/>
          </p:cNvSpPr>
          <p:nvPr>
            <p:ph type="pic" sz="quarter" idx="28"/>
          </p:nvPr>
        </p:nvSpPr>
        <p:spPr>
          <a:xfrm>
            <a:off x="549274" y="4358841"/>
            <a:ext cx="444024" cy="707122"/>
          </a:xfrm>
        </p:spPr>
        <p:txBody>
          <a:bodyPr>
            <a:normAutofit/>
          </a:bodyPr>
          <a:lstStyle>
            <a:lvl1pPr marL="0" indent="0">
              <a:buNone/>
              <a:defRPr sz="800"/>
            </a:lvl1pPr>
          </a:lstStyle>
          <a:p>
            <a:r>
              <a:rPr lang="en-US"/>
              <a:t>Click icon to add picture</a:t>
            </a:r>
            <a:endParaRPr lang="en-US" dirty="0"/>
          </a:p>
        </p:txBody>
      </p:sp>
      <p:sp>
        <p:nvSpPr>
          <p:cNvPr id="70" name="Picture Placeholder 69">
            <a:extLst>
              <a:ext uri="{FF2B5EF4-FFF2-40B4-BE49-F238E27FC236}">
                <a16:creationId xmlns:a16="http://schemas.microsoft.com/office/drawing/2014/main" id="{18595927-69A3-44E2-8E8E-B097B8995974}"/>
              </a:ext>
            </a:extLst>
          </p:cNvPr>
          <p:cNvSpPr>
            <a:spLocks noGrp="1" noChangeAspect="1"/>
          </p:cNvSpPr>
          <p:nvPr>
            <p:ph type="pic" sz="quarter" idx="29"/>
          </p:nvPr>
        </p:nvSpPr>
        <p:spPr>
          <a:xfrm>
            <a:off x="549274" y="5183978"/>
            <a:ext cx="420805" cy="697710"/>
          </a:xfrm>
        </p:spPr>
        <p:txBody>
          <a:bodyPr>
            <a:normAutofit/>
          </a:bodyPr>
          <a:lstStyle>
            <a:lvl1pPr marL="0" indent="0">
              <a:buNone/>
              <a:defRPr sz="600"/>
            </a:lvl1pPr>
          </a:lstStyle>
          <a:p>
            <a:r>
              <a:rPr lang="en-US"/>
              <a:t>Click icon to add picture</a:t>
            </a:r>
            <a:endParaRPr lang="en-US" dirty="0"/>
          </a:p>
        </p:txBody>
      </p:sp>
      <p:sp>
        <p:nvSpPr>
          <p:cNvPr id="72" name="Picture Placeholder 71">
            <a:extLst>
              <a:ext uri="{FF2B5EF4-FFF2-40B4-BE49-F238E27FC236}">
                <a16:creationId xmlns:a16="http://schemas.microsoft.com/office/drawing/2014/main" id="{34E24708-2E70-403A-8C0D-173D52979D2C}"/>
              </a:ext>
            </a:extLst>
          </p:cNvPr>
          <p:cNvSpPr>
            <a:spLocks noGrp="1"/>
          </p:cNvSpPr>
          <p:nvPr>
            <p:ph type="pic" sz="quarter" idx="30"/>
          </p:nvPr>
        </p:nvSpPr>
        <p:spPr>
          <a:xfrm>
            <a:off x="549274" y="5991225"/>
            <a:ext cx="425520" cy="669925"/>
          </a:xfrm>
        </p:spPr>
        <p:txBody>
          <a:bodyPr>
            <a:normAutofit/>
          </a:bodyPr>
          <a:lstStyle>
            <a:lvl1pPr marL="0" indent="0">
              <a:buNone/>
              <a:defRPr sz="600"/>
            </a:lvl1pPr>
          </a:lstStyle>
          <a:p>
            <a:r>
              <a:rPr lang="en-US"/>
              <a:t>Click icon to add picture</a:t>
            </a:r>
            <a:endParaRPr lang="en-US" dirty="0"/>
          </a:p>
        </p:txBody>
      </p:sp>
      <p:sp>
        <p:nvSpPr>
          <p:cNvPr id="64" name="Picture Placeholder 63">
            <a:extLst>
              <a:ext uri="{FF2B5EF4-FFF2-40B4-BE49-F238E27FC236}">
                <a16:creationId xmlns:a16="http://schemas.microsoft.com/office/drawing/2014/main" id="{790644FB-EBB4-4924-A139-5BEE882BFA67}"/>
              </a:ext>
            </a:extLst>
          </p:cNvPr>
          <p:cNvSpPr>
            <a:spLocks noGrp="1"/>
          </p:cNvSpPr>
          <p:nvPr>
            <p:ph type="pic" sz="quarter" idx="26"/>
          </p:nvPr>
        </p:nvSpPr>
        <p:spPr>
          <a:xfrm>
            <a:off x="549274" y="3718733"/>
            <a:ext cx="540000" cy="522093"/>
          </a:xfrm>
        </p:spPr>
        <p:txBody>
          <a:bodyPr>
            <a:normAutofit/>
          </a:bodyPr>
          <a:lstStyle>
            <a:lvl1pPr marL="0" indent="0">
              <a:buFont typeface="Arial" panose="020B0604020202020204" pitchFamily="34" charset="0"/>
              <a:buNone/>
              <a:defRPr sz="800"/>
            </a:lvl1pPr>
          </a:lstStyle>
          <a:p>
            <a:r>
              <a:rPr lang="en-US"/>
              <a:t>Click icon to add picture</a:t>
            </a:r>
            <a:endParaRPr lang="en-US" dirty="0"/>
          </a:p>
        </p:txBody>
      </p:sp>
      <p:sp>
        <p:nvSpPr>
          <p:cNvPr id="101" name="Picture Placeholder 63">
            <a:extLst>
              <a:ext uri="{FF2B5EF4-FFF2-40B4-BE49-F238E27FC236}">
                <a16:creationId xmlns:a16="http://schemas.microsoft.com/office/drawing/2014/main" id="{2C6657F7-A121-49E1-8F18-1256502F4B8D}"/>
              </a:ext>
            </a:extLst>
          </p:cNvPr>
          <p:cNvSpPr>
            <a:spLocks noGrp="1" noChangeAspect="1"/>
          </p:cNvSpPr>
          <p:nvPr>
            <p:ph type="pic" sz="quarter" idx="41"/>
          </p:nvPr>
        </p:nvSpPr>
        <p:spPr>
          <a:xfrm>
            <a:off x="549274" y="2936656"/>
            <a:ext cx="488553" cy="610476"/>
          </a:xfrm>
        </p:spPr>
        <p:txBody>
          <a:bodyPr>
            <a:normAutofit/>
          </a:bodyPr>
          <a:lstStyle>
            <a:lvl1pPr marL="0" indent="0">
              <a:buFont typeface="Arial" panose="020B0604020202020204" pitchFamily="34" charset="0"/>
              <a:buNone/>
              <a:defRPr sz="800"/>
            </a:lvl1pPr>
          </a:lstStyle>
          <a:p>
            <a:r>
              <a:rPr lang="en-US"/>
              <a:t>Click icon to add picture</a:t>
            </a:r>
            <a:endParaRPr lang="en-US" dirty="0"/>
          </a:p>
        </p:txBody>
      </p:sp>
      <p:sp>
        <p:nvSpPr>
          <p:cNvPr id="98" name="Text Placeholder 97">
            <a:extLst>
              <a:ext uri="{FF2B5EF4-FFF2-40B4-BE49-F238E27FC236}">
                <a16:creationId xmlns:a16="http://schemas.microsoft.com/office/drawing/2014/main" id="{234DDB24-5473-4E3A-87C2-2C13F43A98DA}"/>
              </a:ext>
            </a:extLst>
          </p:cNvPr>
          <p:cNvSpPr>
            <a:spLocks noGrp="1"/>
          </p:cNvSpPr>
          <p:nvPr>
            <p:ph type="body" sz="quarter" idx="40"/>
          </p:nvPr>
        </p:nvSpPr>
        <p:spPr>
          <a:xfrm>
            <a:off x="1233488" y="4587081"/>
            <a:ext cx="3078162" cy="360362"/>
          </a:xfrm>
        </p:spPr>
        <p:txBody>
          <a:bodyPr anchor="ctr">
            <a:norm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90" name="Text Placeholder 89">
            <a:extLst>
              <a:ext uri="{FF2B5EF4-FFF2-40B4-BE49-F238E27FC236}">
                <a16:creationId xmlns:a16="http://schemas.microsoft.com/office/drawing/2014/main" id="{95901B5C-B37D-4C6C-BF5D-18BAD4CAB76E}"/>
              </a:ext>
            </a:extLst>
          </p:cNvPr>
          <p:cNvSpPr>
            <a:spLocks noGrp="1"/>
          </p:cNvSpPr>
          <p:nvPr>
            <p:ph type="body" sz="quarter" idx="36"/>
          </p:nvPr>
        </p:nvSpPr>
        <p:spPr>
          <a:xfrm>
            <a:off x="3649663" y="2019300"/>
            <a:ext cx="6081712" cy="350838"/>
          </a:xfrm>
        </p:spPr>
        <p:txBody>
          <a:bodyPr>
            <a:norm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88" name="Picture Placeholder 87">
            <a:extLst>
              <a:ext uri="{FF2B5EF4-FFF2-40B4-BE49-F238E27FC236}">
                <a16:creationId xmlns:a16="http://schemas.microsoft.com/office/drawing/2014/main" id="{38EC76EE-EB81-47B7-9744-21DFD6757890}"/>
              </a:ext>
            </a:extLst>
          </p:cNvPr>
          <p:cNvSpPr>
            <a:spLocks noGrp="1"/>
          </p:cNvSpPr>
          <p:nvPr>
            <p:ph type="pic" sz="quarter" idx="35"/>
          </p:nvPr>
        </p:nvSpPr>
        <p:spPr>
          <a:xfrm>
            <a:off x="5175250" y="2966268"/>
            <a:ext cx="3457575" cy="604837"/>
          </a:xfrm>
        </p:spPr>
        <p:txBody>
          <a:bodyPr>
            <a:normAutofit/>
          </a:bodyPr>
          <a:lstStyle>
            <a:lvl1pPr marL="0" indent="0">
              <a:buNone/>
              <a:defRPr sz="1200"/>
            </a:lvl1pPr>
          </a:lstStyle>
          <a:p>
            <a:r>
              <a:rPr lang="en-US"/>
              <a:t>Click icon to add picture</a:t>
            </a:r>
            <a:endParaRPr lang="en-US" dirty="0"/>
          </a:p>
        </p:txBody>
      </p:sp>
      <p:sp>
        <p:nvSpPr>
          <p:cNvPr id="92" name="Text Placeholder 91">
            <a:extLst>
              <a:ext uri="{FF2B5EF4-FFF2-40B4-BE49-F238E27FC236}">
                <a16:creationId xmlns:a16="http://schemas.microsoft.com/office/drawing/2014/main" id="{0E108696-B9B7-4AE1-8918-CC00E7C868D6}"/>
              </a:ext>
            </a:extLst>
          </p:cNvPr>
          <p:cNvSpPr>
            <a:spLocks noGrp="1"/>
          </p:cNvSpPr>
          <p:nvPr>
            <p:ph type="body" sz="quarter" idx="37"/>
          </p:nvPr>
        </p:nvSpPr>
        <p:spPr>
          <a:xfrm>
            <a:off x="8728075" y="3084513"/>
            <a:ext cx="3128963" cy="368300"/>
          </a:xfrm>
        </p:spPr>
        <p:txBody>
          <a:bodyPr anchor="ctr">
            <a:norm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96" name="Text Placeholder 95">
            <a:extLst>
              <a:ext uri="{FF2B5EF4-FFF2-40B4-BE49-F238E27FC236}">
                <a16:creationId xmlns:a16="http://schemas.microsoft.com/office/drawing/2014/main" id="{83A41563-E0A5-4C89-8D58-1EAF51C228D4}"/>
              </a:ext>
            </a:extLst>
          </p:cNvPr>
          <p:cNvSpPr>
            <a:spLocks noGrp="1"/>
          </p:cNvSpPr>
          <p:nvPr>
            <p:ph type="body" sz="quarter" idx="39"/>
          </p:nvPr>
        </p:nvSpPr>
        <p:spPr>
          <a:xfrm>
            <a:off x="1233488" y="5382021"/>
            <a:ext cx="3052762" cy="365125"/>
          </a:xfrm>
        </p:spPr>
        <p:txBody>
          <a:bodyPr anchor="ct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36" name="Picture Placeholder 35">
            <a:extLst>
              <a:ext uri="{FF2B5EF4-FFF2-40B4-BE49-F238E27FC236}">
                <a16:creationId xmlns:a16="http://schemas.microsoft.com/office/drawing/2014/main" id="{044B8DA3-B7BD-4CEC-B681-434C289EE742}"/>
              </a:ext>
            </a:extLst>
          </p:cNvPr>
          <p:cNvSpPr>
            <a:spLocks noGrp="1"/>
          </p:cNvSpPr>
          <p:nvPr>
            <p:ph type="pic" sz="quarter" idx="14"/>
          </p:nvPr>
        </p:nvSpPr>
        <p:spPr>
          <a:xfrm>
            <a:off x="2916846" y="1736725"/>
            <a:ext cx="607683" cy="940389"/>
          </a:xfrm>
        </p:spPr>
        <p:txBody>
          <a:bodyPr>
            <a:normAutofit/>
          </a:bodyPr>
          <a:lstStyle>
            <a:lvl1pPr marL="0" indent="0">
              <a:buNone/>
              <a:defRPr sz="900"/>
            </a:lvl1pPr>
          </a:lstStyle>
          <a:p>
            <a:r>
              <a:rPr lang="en-US"/>
              <a:t>Click icon to add picture</a:t>
            </a:r>
            <a:endParaRPr lang="en-US" dirty="0"/>
          </a:p>
        </p:txBody>
      </p:sp>
      <p:sp>
        <p:nvSpPr>
          <p:cNvPr id="42" name="Text Placeholder 41">
            <a:extLst>
              <a:ext uri="{FF2B5EF4-FFF2-40B4-BE49-F238E27FC236}">
                <a16:creationId xmlns:a16="http://schemas.microsoft.com/office/drawing/2014/main" id="{C7BCD5F4-57B5-4DD7-8919-828C7DADB2B8}"/>
              </a:ext>
            </a:extLst>
          </p:cNvPr>
          <p:cNvSpPr>
            <a:spLocks noGrp="1"/>
          </p:cNvSpPr>
          <p:nvPr>
            <p:ph type="body" sz="quarter" idx="16"/>
          </p:nvPr>
        </p:nvSpPr>
        <p:spPr>
          <a:xfrm>
            <a:off x="1233488" y="3097213"/>
            <a:ext cx="3078162" cy="369887"/>
          </a:xfrm>
        </p:spPr>
        <p:txBody>
          <a:bodyPr anchor="ct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50" name="Text Placeholder 49">
            <a:extLst>
              <a:ext uri="{FF2B5EF4-FFF2-40B4-BE49-F238E27FC236}">
                <a16:creationId xmlns:a16="http://schemas.microsoft.com/office/drawing/2014/main" id="{56C49F0C-2E93-4964-BC01-9C6907CDE1D7}"/>
              </a:ext>
            </a:extLst>
          </p:cNvPr>
          <p:cNvSpPr>
            <a:spLocks noGrp="1"/>
          </p:cNvSpPr>
          <p:nvPr>
            <p:ph type="body" sz="quarter" idx="20"/>
          </p:nvPr>
        </p:nvSpPr>
        <p:spPr>
          <a:xfrm>
            <a:off x="1233488" y="6162675"/>
            <a:ext cx="3052762" cy="365125"/>
          </a:xfrm>
        </p:spPr>
        <p:txBody>
          <a:bodyPr anchor="ct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56" name="Text Placeholder 55">
            <a:extLst>
              <a:ext uri="{FF2B5EF4-FFF2-40B4-BE49-F238E27FC236}">
                <a16:creationId xmlns:a16="http://schemas.microsoft.com/office/drawing/2014/main" id="{AFC5A4FB-E027-4D87-88C8-67A1FFE82FB0}"/>
              </a:ext>
            </a:extLst>
          </p:cNvPr>
          <p:cNvSpPr>
            <a:spLocks noGrp="1"/>
          </p:cNvSpPr>
          <p:nvPr>
            <p:ph type="body" sz="quarter" idx="22"/>
          </p:nvPr>
        </p:nvSpPr>
        <p:spPr>
          <a:xfrm>
            <a:off x="6090258" y="3816350"/>
            <a:ext cx="5691188" cy="369888"/>
          </a:xfrm>
        </p:spPr>
        <p:txBody>
          <a:bodyPr anchor="ctr">
            <a:norm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58" name="Text Placeholder 57">
            <a:extLst>
              <a:ext uri="{FF2B5EF4-FFF2-40B4-BE49-F238E27FC236}">
                <a16:creationId xmlns:a16="http://schemas.microsoft.com/office/drawing/2014/main" id="{4B465A32-6CAE-4A19-AAE5-D881D94932FC}"/>
              </a:ext>
            </a:extLst>
          </p:cNvPr>
          <p:cNvSpPr>
            <a:spLocks noGrp="1"/>
          </p:cNvSpPr>
          <p:nvPr>
            <p:ph type="body" sz="quarter" idx="23"/>
          </p:nvPr>
        </p:nvSpPr>
        <p:spPr>
          <a:xfrm>
            <a:off x="6090258" y="4756150"/>
            <a:ext cx="4471988" cy="365125"/>
          </a:xfrm>
        </p:spPr>
        <p:txBody>
          <a:bodyPr anchor="ctr">
            <a:norm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60" name="Text Placeholder 59">
            <a:extLst>
              <a:ext uri="{FF2B5EF4-FFF2-40B4-BE49-F238E27FC236}">
                <a16:creationId xmlns:a16="http://schemas.microsoft.com/office/drawing/2014/main" id="{B73B60A7-C585-48A1-9EE8-5A9161FE1A2D}"/>
              </a:ext>
            </a:extLst>
          </p:cNvPr>
          <p:cNvSpPr>
            <a:spLocks noGrp="1"/>
          </p:cNvSpPr>
          <p:nvPr>
            <p:ph type="body" sz="quarter" idx="24"/>
          </p:nvPr>
        </p:nvSpPr>
        <p:spPr>
          <a:xfrm>
            <a:off x="6090258" y="5805488"/>
            <a:ext cx="2870635" cy="365125"/>
          </a:xfrm>
        </p:spPr>
        <p:txBody>
          <a:bodyPr anchor="ctr">
            <a:no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66" name="Text Placeholder 65">
            <a:extLst>
              <a:ext uri="{FF2B5EF4-FFF2-40B4-BE49-F238E27FC236}">
                <a16:creationId xmlns:a16="http://schemas.microsoft.com/office/drawing/2014/main" id="{572FF7B0-61BF-4A36-A650-9391F538F97F}"/>
              </a:ext>
            </a:extLst>
          </p:cNvPr>
          <p:cNvSpPr>
            <a:spLocks noGrp="1"/>
          </p:cNvSpPr>
          <p:nvPr>
            <p:ph type="body" sz="quarter" idx="27"/>
          </p:nvPr>
        </p:nvSpPr>
        <p:spPr>
          <a:xfrm>
            <a:off x="1233488" y="3758803"/>
            <a:ext cx="3052762" cy="422275"/>
          </a:xfrm>
        </p:spPr>
        <p:txBody>
          <a:bodyPr anchor="ctr">
            <a:normAutofit/>
          </a:bodyPr>
          <a:lstStyle>
            <a:lvl1pPr marL="0" indent="0">
              <a:buNone/>
              <a:defRPr sz="1800"/>
            </a:lvl1pPr>
            <a:lvl2pPr>
              <a:defRPr sz="1200"/>
            </a:lvl2pPr>
            <a:lvl3pPr>
              <a:defRPr sz="1100"/>
            </a:lvl3pPr>
            <a:lvl4pPr>
              <a:defRPr sz="1050"/>
            </a:lvl4pPr>
            <a:lvl5pPr>
              <a:defRPr sz="1050"/>
            </a:lvl5pPr>
          </a:lstStyle>
          <a:p>
            <a:pPr lvl="0"/>
            <a:r>
              <a:rPr lang="en-US"/>
              <a:t>Click to edit Master text styles</a:t>
            </a:r>
          </a:p>
        </p:txBody>
      </p:sp>
      <p:sp>
        <p:nvSpPr>
          <p:cNvPr id="80" name="Picture Placeholder 79">
            <a:extLst>
              <a:ext uri="{FF2B5EF4-FFF2-40B4-BE49-F238E27FC236}">
                <a16:creationId xmlns:a16="http://schemas.microsoft.com/office/drawing/2014/main" id="{549FE36E-D46D-4D10-B3EF-8CB0D5034326}"/>
              </a:ext>
            </a:extLst>
          </p:cNvPr>
          <p:cNvSpPr>
            <a:spLocks noGrp="1"/>
          </p:cNvSpPr>
          <p:nvPr>
            <p:ph type="pic" sz="quarter" idx="32"/>
          </p:nvPr>
        </p:nvSpPr>
        <p:spPr>
          <a:xfrm>
            <a:off x="5175250" y="3788614"/>
            <a:ext cx="757238" cy="447675"/>
          </a:xfrm>
        </p:spPr>
        <p:txBody>
          <a:bodyPr>
            <a:normAutofit/>
          </a:bodyPr>
          <a:lstStyle>
            <a:lvl1pPr marL="0" indent="0">
              <a:buNone/>
              <a:defRPr sz="1200"/>
            </a:lvl1pPr>
          </a:lstStyle>
          <a:p>
            <a:r>
              <a:rPr lang="en-US"/>
              <a:t>Click icon to add picture</a:t>
            </a:r>
            <a:endParaRPr lang="en-US" dirty="0"/>
          </a:p>
        </p:txBody>
      </p:sp>
      <p:sp>
        <p:nvSpPr>
          <p:cNvPr id="82" name="Picture Placeholder 81">
            <a:extLst>
              <a:ext uri="{FF2B5EF4-FFF2-40B4-BE49-F238E27FC236}">
                <a16:creationId xmlns:a16="http://schemas.microsoft.com/office/drawing/2014/main" id="{EF4A4F86-62F7-4DFE-A835-39FFDCD2E30F}"/>
              </a:ext>
            </a:extLst>
          </p:cNvPr>
          <p:cNvSpPr>
            <a:spLocks noGrp="1"/>
          </p:cNvSpPr>
          <p:nvPr>
            <p:ph type="pic" sz="quarter" idx="33"/>
          </p:nvPr>
        </p:nvSpPr>
        <p:spPr>
          <a:xfrm>
            <a:off x="5175250" y="4453798"/>
            <a:ext cx="469392" cy="909264"/>
          </a:xfrm>
        </p:spPr>
        <p:txBody>
          <a:bodyPr>
            <a:normAutofit/>
          </a:bodyPr>
          <a:lstStyle>
            <a:lvl1pPr marL="0" indent="0">
              <a:buNone/>
              <a:defRPr sz="700"/>
            </a:lvl1pPr>
          </a:lstStyle>
          <a:p>
            <a:r>
              <a:rPr lang="en-US"/>
              <a:t>Click icon to add picture</a:t>
            </a:r>
            <a:endParaRPr lang="en-US" dirty="0"/>
          </a:p>
        </p:txBody>
      </p:sp>
      <p:sp>
        <p:nvSpPr>
          <p:cNvPr id="86" name="Picture Placeholder 85">
            <a:extLst>
              <a:ext uri="{FF2B5EF4-FFF2-40B4-BE49-F238E27FC236}">
                <a16:creationId xmlns:a16="http://schemas.microsoft.com/office/drawing/2014/main" id="{62EBABF4-996C-4F70-AD03-2A7809AC3E71}"/>
              </a:ext>
            </a:extLst>
          </p:cNvPr>
          <p:cNvSpPr>
            <a:spLocks noGrp="1"/>
          </p:cNvSpPr>
          <p:nvPr>
            <p:ph type="pic" sz="quarter" idx="34"/>
          </p:nvPr>
        </p:nvSpPr>
        <p:spPr>
          <a:xfrm>
            <a:off x="5175250" y="5580570"/>
            <a:ext cx="469392" cy="868229"/>
          </a:xfrm>
        </p:spPr>
        <p:txBody>
          <a:bodyPr>
            <a:normAutofit/>
          </a:bodyPr>
          <a:lstStyle>
            <a:lvl1pPr marL="0" indent="0">
              <a:buNone/>
              <a:defRPr sz="700"/>
            </a:lvl1pPr>
          </a:lstStyle>
          <a:p>
            <a:r>
              <a:rPr lang="en-US"/>
              <a:t>Click icon to add picture</a:t>
            </a:r>
            <a:endParaRPr lang="en-US" dirty="0"/>
          </a:p>
        </p:txBody>
      </p:sp>
      <p:sp>
        <p:nvSpPr>
          <p:cNvPr id="6" name="Title 5">
            <a:extLst>
              <a:ext uri="{FF2B5EF4-FFF2-40B4-BE49-F238E27FC236}">
                <a16:creationId xmlns:a16="http://schemas.microsoft.com/office/drawing/2014/main" id="{22AA789F-0BF8-4E70-899A-C6CEE3FF1D16}"/>
              </a:ext>
            </a:extLst>
          </p:cNvPr>
          <p:cNvSpPr>
            <a:spLocks noGrp="1"/>
          </p:cNvSpPr>
          <p:nvPr>
            <p:ph type="title" hasCustomPrompt="1"/>
          </p:nvPr>
        </p:nvSpPr>
        <p:spPr>
          <a:xfrm>
            <a:off x="549274" y="136525"/>
            <a:ext cx="11232172" cy="1399667"/>
          </a:xfrm>
        </p:spPr>
        <p:txBody>
          <a:bodyPr/>
          <a:lstStyle>
            <a:lvl1pPr>
              <a:defRPr/>
            </a:lvl1pPr>
          </a:lstStyle>
          <a:p>
            <a:r>
              <a:rPr lang="en-US" dirty="0"/>
              <a:t>Click to add Title</a:t>
            </a:r>
          </a:p>
        </p:txBody>
      </p:sp>
      <p:sp>
        <p:nvSpPr>
          <p:cNvPr id="2" name="Date Placeholder 1">
            <a:extLst>
              <a:ext uri="{FF2B5EF4-FFF2-40B4-BE49-F238E27FC236}">
                <a16:creationId xmlns:a16="http://schemas.microsoft.com/office/drawing/2014/main" id="{83E5B3C0-D344-440F-8A21-D5E6DA477041}"/>
              </a:ext>
            </a:extLst>
          </p:cNvPr>
          <p:cNvSpPr>
            <a:spLocks noGrp="1"/>
          </p:cNvSpPr>
          <p:nvPr>
            <p:ph type="dt" sz="half" idx="42"/>
          </p:nvPr>
        </p:nvSpPr>
        <p:spPr/>
        <p:txBody>
          <a:bodyPr/>
          <a:lstStyle/>
          <a:p>
            <a:fld id="{79E3C6BB-94B4-4057-A3BC-13D6F990109B}" type="datetimeFigureOut">
              <a:rPr lang="en-US" noProof="0" smtClean="0"/>
              <a:t>12/4/2024</a:t>
            </a:fld>
            <a:endParaRPr lang="en-US" noProof="0"/>
          </a:p>
        </p:txBody>
      </p:sp>
      <p:sp>
        <p:nvSpPr>
          <p:cNvPr id="7" name="Footer Placeholder 6">
            <a:extLst>
              <a:ext uri="{FF2B5EF4-FFF2-40B4-BE49-F238E27FC236}">
                <a16:creationId xmlns:a16="http://schemas.microsoft.com/office/drawing/2014/main" id="{076C5D2E-1DE8-48AE-9B8C-8DAF5F08FB88}"/>
              </a:ext>
            </a:extLst>
          </p:cNvPr>
          <p:cNvSpPr>
            <a:spLocks noGrp="1"/>
          </p:cNvSpPr>
          <p:nvPr>
            <p:ph type="ftr" sz="quarter" idx="43"/>
          </p:nvPr>
        </p:nvSpPr>
        <p:spPr/>
        <p:txBody>
          <a:bodyPr/>
          <a:lstStyle/>
          <a:p>
            <a:endParaRPr lang="en-US" noProof="0"/>
          </a:p>
        </p:txBody>
      </p:sp>
      <p:sp>
        <p:nvSpPr>
          <p:cNvPr id="8" name="Slide Number Placeholder 7">
            <a:extLst>
              <a:ext uri="{FF2B5EF4-FFF2-40B4-BE49-F238E27FC236}">
                <a16:creationId xmlns:a16="http://schemas.microsoft.com/office/drawing/2014/main" id="{D3BDFE80-F205-48F7-BE94-FA67D4267E2E}"/>
              </a:ext>
            </a:extLst>
          </p:cNvPr>
          <p:cNvSpPr>
            <a:spLocks noGrp="1"/>
          </p:cNvSpPr>
          <p:nvPr>
            <p:ph type="sldNum" sz="quarter" idx="44"/>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1251033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ustom">
    <p:spTree>
      <p:nvGrpSpPr>
        <p:cNvPr id="1" name=""/>
        <p:cNvGrpSpPr/>
        <p:nvPr/>
      </p:nvGrpSpPr>
      <p:grpSpPr>
        <a:xfrm>
          <a:off x="0" y="0"/>
          <a:ext cx="0" cy="0"/>
          <a:chOff x="0" y="0"/>
          <a:chExt cx="0" cy="0"/>
        </a:xfrm>
      </p:grpSpPr>
      <p:sp>
        <p:nvSpPr>
          <p:cNvPr id="65" name="Text Placeholder 64">
            <a:extLst>
              <a:ext uri="{FF2B5EF4-FFF2-40B4-BE49-F238E27FC236}">
                <a16:creationId xmlns:a16="http://schemas.microsoft.com/office/drawing/2014/main" id="{E393AE77-BBC0-4DB8-8283-1612D63661C6}"/>
              </a:ext>
            </a:extLst>
          </p:cNvPr>
          <p:cNvSpPr>
            <a:spLocks noGrp="1"/>
          </p:cNvSpPr>
          <p:nvPr>
            <p:ph type="body" sz="quarter" idx="22"/>
          </p:nvPr>
        </p:nvSpPr>
        <p:spPr>
          <a:xfrm>
            <a:off x="6283324" y="1779588"/>
            <a:ext cx="5803899" cy="379412"/>
          </a:xfrm>
        </p:spPr>
        <p:txBody>
          <a:bodyPr>
            <a:noAutofit/>
          </a:bodyPr>
          <a:lstStyle>
            <a:lvl1pPr marL="0" indent="0">
              <a:buNone/>
              <a:defRPr sz="1800"/>
            </a:lvl1pPr>
          </a:lstStyle>
          <a:p>
            <a:pPr lvl="0"/>
            <a:r>
              <a:rPr lang="en-US"/>
              <a:t>Click to edit Master text styles</a:t>
            </a:r>
          </a:p>
        </p:txBody>
      </p:sp>
      <p:sp>
        <p:nvSpPr>
          <p:cNvPr id="48" name="Text Placeholder 47">
            <a:extLst>
              <a:ext uri="{FF2B5EF4-FFF2-40B4-BE49-F238E27FC236}">
                <a16:creationId xmlns:a16="http://schemas.microsoft.com/office/drawing/2014/main" id="{DF387B53-4C1E-4EBB-B66F-5D815C17F3BB}"/>
              </a:ext>
            </a:extLst>
          </p:cNvPr>
          <p:cNvSpPr>
            <a:spLocks noGrp="1"/>
          </p:cNvSpPr>
          <p:nvPr>
            <p:ph type="body" sz="quarter" idx="14"/>
          </p:nvPr>
        </p:nvSpPr>
        <p:spPr>
          <a:xfrm>
            <a:off x="635974" y="1806575"/>
            <a:ext cx="2266950" cy="368300"/>
          </a:xfrm>
        </p:spPr>
        <p:txBody>
          <a:bodyPr>
            <a:noAutofit/>
          </a:bodyPr>
          <a:lstStyle>
            <a:lvl1pPr marL="0" indent="0">
              <a:buNone/>
              <a:defRPr sz="1800"/>
            </a:lvl1pPr>
          </a:lstStyle>
          <a:p>
            <a:pPr lvl="0"/>
            <a:r>
              <a:rPr lang="en-US"/>
              <a:t>Click to edit Master text styles</a:t>
            </a:r>
          </a:p>
        </p:txBody>
      </p:sp>
      <p:sp>
        <p:nvSpPr>
          <p:cNvPr id="50" name="Text Placeholder 49">
            <a:extLst>
              <a:ext uri="{FF2B5EF4-FFF2-40B4-BE49-F238E27FC236}">
                <a16:creationId xmlns:a16="http://schemas.microsoft.com/office/drawing/2014/main" id="{ACFB326B-C27B-40FF-8F7B-BB633B5465A0}"/>
              </a:ext>
            </a:extLst>
          </p:cNvPr>
          <p:cNvSpPr>
            <a:spLocks noGrp="1"/>
          </p:cNvSpPr>
          <p:nvPr>
            <p:ph type="body" sz="quarter" idx="15"/>
          </p:nvPr>
        </p:nvSpPr>
        <p:spPr>
          <a:xfrm>
            <a:off x="635974" y="4030663"/>
            <a:ext cx="2266950" cy="357187"/>
          </a:xfrm>
        </p:spPr>
        <p:txBody>
          <a:bodyPr>
            <a:noAutofit/>
          </a:bodyPr>
          <a:lstStyle>
            <a:lvl1pPr marL="0" indent="0">
              <a:buNone/>
              <a:defRPr sz="1800"/>
            </a:lvl1pPr>
          </a:lstStyle>
          <a:p>
            <a:pPr lvl="0"/>
            <a:r>
              <a:rPr lang="en-US"/>
              <a:t>Click to edit Master text styles</a:t>
            </a:r>
          </a:p>
        </p:txBody>
      </p:sp>
      <p:sp>
        <p:nvSpPr>
          <p:cNvPr id="52" name="Text Placeholder 51">
            <a:extLst>
              <a:ext uri="{FF2B5EF4-FFF2-40B4-BE49-F238E27FC236}">
                <a16:creationId xmlns:a16="http://schemas.microsoft.com/office/drawing/2014/main" id="{5DDF554F-D397-40BF-98A2-1CD8E3769E50}"/>
              </a:ext>
            </a:extLst>
          </p:cNvPr>
          <p:cNvSpPr>
            <a:spLocks noGrp="1"/>
          </p:cNvSpPr>
          <p:nvPr>
            <p:ph type="body" sz="quarter" idx="16"/>
          </p:nvPr>
        </p:nvSpPr>
        <p:spPr>
          <a:xfrm>
            <a:off x="3107713" y="1806575"/>
            <a:ext cx="2988287" cy="331788"/>
          </a:xfrm>
        </p:spPr>
        <p:txBody>
          <a:bodyPr>
            <a:noAutofit/>
          </a:bodyPr>
          <a:lstStyle>
            <a:lvl1pPr marL="0" indent="0">
              <a:buNone/>
              <a:defRPr sz="1800"/>
            </a:lvl1pPr>
          </a:lstStyle>
          <a:p>
            <a:pPr lvl="0"/>
            <a:r>
              <a:rPr lang="en-US"/>
              <a:t>Click to edit Master text styles</a:t>
            </a:r>
          </a:p>
        </p:txBody>
      </p:sp>
      <p:sp>
        <p:nvSpPr>
          <p:cNvPr id="54" name="Text Placeholder 53">
            <a:extLst>
              <a:ext uri="{FF2B5EF4-FFF2-40B4-BE49-F238E27FC236}">
                <a16:creationId xmlns:a16="http://schemas.microsoft.com/office/drawing/2014/main" id="{F2164528-2D61-44A0-864B-415FADC92890}"/>
              </a:ext>
            </a:extLst>
          </p:cNvPr>
          <p:cNvSpPr>
            <a:spLocks noGrp="1"/>
          </p:cNvSpPr>
          <p:nvPr>
            <p:ph type="body" sz="quarter" idx="17"/>
          </p:nvPr>
        </p:nvSpPr>
        <p:spPr>
          <a:xfrm>
            <a:off x="3107713" y="4027488"/>
            <a:ext cx="2988287" cy="382587"/>
          </a:xfrm>
        </p:spPr>
        <p:txBody>
          <a:bodyPr>
            <a:noAutofit/>
          </a:bodyPr>
          <a:lstStyle>
            <a:lvl1pPr marL="0" indent="0">
              <a:buNone/>
              <a:defRPr sz="1800"/>
            </a:lvl1pPr>
          </a:lstStyle>
          <a:p>
            <a:pPr lvl="0"/>
            <a:r>
              <a:rPr lang="en-US"/>
              <a:t>Click to edit Master text styles</a:t>
            </a:r>
          </a:p>
        </p:txBody>
      </p:sp>
      <p:sp>
        <p:nvSpPr>
          <p:cNvPr id="58" name="Text Placeholder 57">
            <a:extLst>
              <a:ext uri="{FF2B5EF4-FFF2-40B4-BE49-F238E27FC236}">
                <a16:creationId xmlns:a16="http://schemas.microsoft.com/office/drawing/2014/main" id="{E953B0F1-0EC0-4693-AFCE-441B0654C009}"/>
              </a:ext>
            </a:extLst>
          </p:cNvPr>
          <p:cNvSpPr>
            <a:spLocks noGrp="1"/>
          </p:cNvSpPr>
          <p:nvPr>
            <p:ph type="body" sz="quarter" idx="19"/>
          </p:nvPr>
        </p:nvSpPr>
        <p:spPr>
          <a:xfrm>
            <a:off x="6283325" y="3422650"/>
            <a:ext cx="5803900" cy="374650"/>
          </a:xfrm>
        </p:spPr>
        <p:txBody>
          <a:bodyPr/>
          <a:lstStyle>
            <a:lvl1pPr marL="0" indent="0">
              <a:buNone/>
              <a:defRPr sz="1800"/>
            </a:lvl1pPr>
          </a:lstStyle>
          <a:p>
            <a:pPr lvl="0"/>
            <a:r>
              <a:rPr lang="en-US"/>
              <a:t>Click to edit Master text styles</a:t>
            </a:r>
          </a:p>
        </p:txBody>
      </p:sp>
      <p:sp>
        <p:nvSpPr>
          <p:cNvPr id="60" name="Text Placeholder 59">
            <a:extLst>
              <a:ext uri="{FF2B5EF4-FFF2-40B4-BE49-F238E27FC236}">
                <a16:creationId xmlns:a16="http://schemas.microsoft.com/office/drawing/2014/main" id="{18AE43D2-BDA6-40AB-B941-DC3FB7B566E5}"/>
              </a:ext>
            </a:extLst>
          </p:cNvPr>
          <p:cNvSpPr>
            <a:spLocks noGrp="1"/>
          </p:cNvSpPr>
          <p:nvPr>
            <p:ph type="body" sz="quarter" idx="20"/>
          </p:nvPr>
        </p:nvSpPr>
        <p:spPr>
          <a:xfrm>
            <a:off x="6283324" y="5081588"/>
            <a:ext cx="5803901" cy="363537"/>
          </a:xfrm>
        </p:spPr>
        <p:txBody>
          <a:bodyPr>
            <a:noAutofit/>
          </a:bodyPr>
          <a:lstStyle>
            <a:lvl1pPr marL="0" indent="0">
              <a:buNone/>
              <a:defRPr sz="1800"/>
            </a:lvl1pPr>
          </a:lstStyle>
          <a:p>
            <a:pPr lvl="0"/>
            <a:r>
              <a:rPr lang="en-US"/>
              <a:t>Click to edit Master text styles</a:t>
            </a:r>
          </a:p>
        </p:txBody>
      </p:sp>
      <p:sp>
        <p:nvSpPr>
          <p:cNvPr id="3" name="Title 2">
            <a:extLst>
              <a:ext uri="{FF2B5EF4-FFF2-40B4-BE49-F238E27FC236}">
                <a16:creationId xmlns:a16="http://schemas.microsoft.com/office/drawing/2014/main" id="{A236A5CE-D419-4B5F-9D21-AEFF0E9772CB}"/>
              </a:ext>
            </a:extLst>
          </p:cNvPr>
          <p:cNvSpPr>
            <a:spLocks noGrp="1"/>
          </p:cNvSpPr>
          <p:nvPr>
            <p:ph type="title" hasCustomPrompt="1"/>
          </p:nvPr>
        </p:nvSpPr>
        <p:spPr>
          <a:xfrm>
            <a:off x="635974" y="167005"/>
            <a:ext cx="11175026" cy="1399667"/>
          </a:xfrm>
        </p:spPr>
        <p:txBody>
          <a:bodyPr/>
          <a:lstStyle>
            <a:lvl1pPr>
              <a:defRPr/>
            </a:lvl1pPr>
          </a:lstStyle>
          <a:p>
            <a:r>
              <a:rPr lang="en-US" dirty="0"/>
              <a:t>Click to add Title</a:t>
            </a:r>
          </a:p>
        </p:txBody>
      </p:sp>
      <p:sp>
        <p:nvSpPr>
          <p:cNvPr id="2" name="Date Placeholder 1">
            <a:extLst>
              <a:ext uri="{FF2B5EF4-FFF2-40B4-BE49-F238E27FC236}">
                <a16:creationId xmlns:a16="http://schemas.microsoft.com/office/drawing/2014/main" id="{09EEF589-52F5-4662-AE2E-B64C5683F01C}"/>
              </a:ext>
            </a:extLst>
          </p:cNvPr>
          <p:cNvSpPr>
            <a:spLocks noGrp="1"/>
          </p:cNvSpPr>
          <p:nvPr>
            <p:ph type="dt" sz="half" idx="23"/>
          </p:nvPr>
        </p:nvSpPr>
        <p:spPr/>
        <p:txBody>
          <a:bodyPr/>
          <a:lstStyle/>
          <a:p>
            <a:fld id="{79E3C6BB-94B4-4057-A3BC-13D6F990109B}" type="datetimeFigureOut">
              <a:rPr lang="en-US" noProof="0" smtClean="0"/>
              <a:t>12/4/2024</a:t>
            </a:fld>
            <a:endParaRPr lang="en-US" noProof="0"/>
          </a:p>
        </p:txBody>
      </p:sp>
      <p:sp>
        <p:nvSpPr>
          <p:cNvPr id="4" name="Footer Placeholder 3">
            <a:extLst>
              <a:ext uri="{FF2B5EF4-FFF2-40B4-BE49-F238E27FC236}">
                <a16:creationId xmlns:a16="http://schemas.microsoft.com/office/drawing/2014/main" id="{AC8FB119-72A8-4BF8-94DB-60F7C833C15F}"/>
              </a:ext>
            </a:extLst>
          </p:cNvPr>
          <p:cNvSpPr>
            <a:spLocks noGrp="1"/>
          </p:cNvSpPr>
          <p:nvPr>
            <p:ph type="ftr" sz="quarter" idx="24"/>
          </p:nvPr>
        </p:nvSpPr>
        <p:spPr/>
        <p:txBody>
          <a:bodyPr/>
          <a:lstStyle/>
          <a:p>
            <a:endParaRPr lang="en-US" noProof="0"/>
          </a:p>
        </p:txBody>
      </p:sp>
      <p:sp>
        <p:nvSpPr>
          <p:cNvPr id="5" name="Slide Number Placeholder 4">
            <a:extLst>
              <a:ext uri="{FF2B5EF4-FFF2-40B4-BE49-F238E27FC236}">
                <a16:creationId xmlns:a16="http://schemas.microsoft.com/office/drawing/2014/main" id="{45E1B0BD-CBF4-4496-B066-4A2C9EE35C85}"/>
              </a:ext>
            </a:extLst>
          </p:cNvPr>
          <p:cNvSpPr>
            <a:spLocks noGrp="1"/>
          </p:cNvSpPr>
          <p:nvPr>
            <p:ph type="sldNum" sz="quarter" idx="25"/>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1137906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
    <p:spTree>
      <p:nvGrpSpPr>
        <p:cNvPr id="1" name=""/>
        <p:cNvGrpSpPr/>
        <p:nvPr/>
      </p:nvGrpSpPr>
      <p:grpSpPr>
        <a:xfrm>
          <a:off x="0" y="0"/>
          <a:ext cx="0" cy="0"/>
          <a:chOff x="0" y="0"/>
          <a:chExt cx="0" cy="0"/>
        </a:xfrm>
      </p:grpSpPr>
      <p:sp>
        <p:nvSpPr>
          <p:cNvPr id="125" name="Text Placeholder 124">
            <a:extLst>
              <a:ext uri="{FF2B5EF4-FFF2-40B4-BE49-F238E27FC236}">
                <a16:creationId xmlns:a16="http://schemas.microsoft.com/office/drawing/2014/main" id="{667A1CD4-EB89-4F26-820B-BD6ECCC4CF50}"/>
              </a:ext>
            </a:extLst>
          </p:cNvPr>
          <p:cNvSpPr>
            <a:spLocks noGrp="1"/>
          </p:cNvSpPr>
          <p:nvPr>
            <p:ph type="body" sz="quarter" idx="14"/>
          </p:nvPr>
        </p:nvSpPr>
        <p:spPr>
          <a:xfrm>
            <a:off x="214746" y="1836109"/>
            <a:ext cx="3557154" cy="638175"/>
          </a:xfrm>
        </p:spPr>
        <p:txBody>
          <a:bodyPr>
            <a:noAutofit/>
          </a:bodyPr>
          <a:lstStyle>
            <a:lvl1pPr marL="0" indent="0">
              <a:buNone/>
              <a:defRPr sz="1800"/>
            </a:lvl1pPr>
          </a:lstStyle>
          <a:p>
            <a:pPr lvl="0"/>
            <a:r>
              <a:rPr lang="en-US"/>
              <a:t>Click to edit Master text styles</a:t>
            </a:r>
          </a:p>
        </p:txBody>
      </p:sp>
      <p:sp>
        <p:nvSpPr>
          <p:cNvPr id="127" name="Text Placeholder 126">
            <a:extLst>
              <a:ext uri="{FF2B5EF4-FFF2-40B4-BE49-F238E27FC236}">
                <a16:creationId xmlns:a16="http://schemas.microsoft.com/office/drawing/2014/main" id="{E06BFBA4-664B-4AEC-8485-79D1DF66739B}"/>
              </a:ext>
            </a:extLst>
          </p:cNvPr>
          <p:cNvSpPr>
            <a:spLocks noGrp="1"/>
          </p:cNvSpPr>
          <p:nvPr>
            <p:ph type="body" sz="quarter" idx="15"/>
          </p:nvPr>
        </p:nvSpPr>
        <p:spPr>
          <a:xfrm>
            <a:off x="1874837" y="4430713"/>
            <a:ext cx="3020693" cy="365125"/>
          </a:xfrm>
        </p:spPr>
        <p:txBody>
          <a:bodyPr>
            <a:noAutofit/>
          </a:bodyPr>
          <a:lstStyle>
            <a:lvl1pPr marL="0" indent="0">
              <a:buNone/>
              <a:defRPr sz="1800"/>
            </a:lvl1pPr>
          </a:lstStyle>
          <a:p>
            <a:pPr lvl="0"/>
            <a:r>
              <a:rPr lang="en-US"/>
              <a:t>Click to edit Master text styles</a:t>
            </a:r>
          </a:p>
        </p:txBody>
      </p:sp>
      <p:sp>
        <p:nvSpPr>
          <p:cNvPr id="129" name="Text Placeholder 128">
            <a:extLst>
              <a:ext uri="{FF2B5EF4-FFF2-40B4-BE49-F238E27FC236}">
                <a16:creationId xmlns:a16="http://schemas.microsoft.com/office/drawing/2014/main" id="{804B322E-D1D7-4330-A5EA-165191CF537D}"/>
              </a:ext>
            </a:extLst>
          </p:cNvPr>
          <p:cNvSpPr>
            <a:spLocks noGrp="1"/>
          </p:cNvSpPr>
          <p:nvPr>
            <p:ph type="body" sz="quarter" idx="16"/>
          </p:nvPr>
        </p:nvSpPr>
        <p:spPr>
          <a:xfrm>
            <a:off x="5355070" y="1853572"/>
            <a:ext cx="3065031" cy="654050"/>
          </a:xfrm>
        </p:spPr>
        <p:txBody>
          <a:bodyPr>
            <a:noAutofit/>
          </a:bodyPr>
          <a:lstStyle>
            <a:lvl1pPr marL="0" indent="0">
              <a:buNone/>
              <a:defRPr sz="1800"/>
            </a:lvl1pPr>
          </a:lstStyle>
          <a:p>
            <a:pPr lvl="0"/>
            <a:r>
              <a:rPr lang="en-US"/>
              <a:t>Click to edit Master text styles</a:t>
            </a:r>
          </a:p>
        </p:txBody>
      </p:sp>
      <p:sp>
        <p:nvSpPr>
          <p:cNvPr id="131" name="Text Placeholder 130">
            <a:extLst>
              <a:ext uri="{FF2B5EF4-FFF2-40B4-BE49-F238E27FC236}">
                <a16:creationId xmlns:a16="http://schemas.microsoft.com/office/drawing/2014/main" id="{0A1B5CA3-297C-4BE0-A642-D03AF8DC7F8F}"/>
              </a:ext>
            </a:extLst>
          </p:cNvPr>
          <p:cNvSpPr>
            <a:spLocks noGrp="1"/>
          </p:cNvSpPr>
          <p:nvPr>
            <p:ph type="body" sz="quarter" idx="17"/>
          </p:nvPr>
        </p:nvSpPr>
        <p:spPr>
          <a:xfrm>
            <a:off x="5648325" y="4455484"/>
            <a:ext cx="3020692" cy="365125"/>
          </a:xfrm>
        </p:spPr>
        <p:txBody>
          <a:bodyPr>
            <a:noAutofit/>
          </a:bodyPr>
          <a:lstStyle>
            <a:lvl1pPr marL="0" indent="0">
              <a:buNone/>
              <a:defRPr sz="1800"/>
            </a:lvl1pPr>
          </a:lstStyle>
          <a:p>
            <a:pPr lvl="0"/>
            <a:r>
              <a:rPr lang="en-US"/>
              <a:t>Click to edit Master text styles</a:t>
            </a:r>
          </a:p>
        </p:txBody>
      </p:sp>
      <p:sp>
        <p:nvSpPr>
          <p:cNvPr id="133" name="Text Placeholder 132">
            <a:extLst>
              <a:ext uri="{FF2B5EF4-FFF2-40B4-BE49-F238E27FC236}">
                <a16:creationId xmlns:a16="http://schemas.microsoft.com/office/drawing/2014/main" id="{E1ABB05D-FC3B-41FB-AD21-BA2D713AE131}"/>
              </a:ext>
            </a:extLst>
          </p:cNvPr>
          <p:cNvSpPr>
            <a:spLocks noGrp="1"/>
          </p:cNvSpPr>
          <p:nvPr>
            <p:ph type="body" sz="quarter" idx="18"/>
          </p:nvPr>
        </p:nvSpPr>
        <p:spPr>
          <a:xfrm>
            <a:off x="9492096" y="1859922"/>
            <a:ext cx="2499879" cy="333375"/>
          </a:xfrm>
        </p:spPr>
        <p:txBody>
          <a:bodyPr>
            <a:noAutofit/>
          </a:bodyPr>
          <a:lstStyle>
            <a:lvl1pPr marL="0" indent="0">
              <a:buNone/>
              <a:defRPr sz="1800"/>
            </a:lvl1pPr>
          </a:lstStyle>
          <a:p>
            <a:pPr lvl="0"/>
            <a:r>
              <a:rPr lang="en-US"/>
              <a:t>Click to edit Master text styles</a:t>
            </a:r>
          </a:p>
        </p:txBody>
      </p:sp>
      <p:sp>
        <p:nvSpPr>
          <p:cNvPr id="135" name="Text Placeholder 134">
            <a:extLst>
              <a:ext uri="{FF2B5EF4-FFF2-40B4-BE49-F238E27FC236}">
                <a16:creationId xmlns:a16="http://schemas.microsoft.com/office/drawing/2014/main" id="{59C0539A-1527-4F6E-BD30-B366AA4AF86D}"/>
              </a:ext>
            </a:extLst>
          </p:cNvPr>
          <p:cNvSpPr>
            <a:spLocks noGrp="1"/>
          </p:cNvSpPr>
          <p:nvPr>
            <p:ph type="body" sz="quarter" idx="19"/>
          </p:nvPr>
        </p:nvSpPr>
        <p:spPr>
          <a:xfrm>
            <a:off x="9807575" y="4235838"/>
            <a:ext cx="2184400" cy="892175"/>
          </a:xfrm>
        </p:spPr>
        <p:txBody>
          <a:bodyPr>
            <a:noAutofit/>
          </a:bodyPr>
          <a:lstStyle>
            <a:lvl1pPr marL="0" indent="0">
              <a:buNone/>
              <a:defRPr sz="1800"/>
            </a:lvl1pPr>
          </a:lstStyle>
          <a:p>
            <a:pPr lvl="0"/>
            <a:r>
              <a:rPr lang="en-US"/>
              <a:t>Click to edit Master text styles</a:t>
            </a:r>
          </a:p>
        </p:txBody>
      </p:sp>
      <p:sp>
        <p:nvSpPr>
          <p:cNvPr id="2" name="Title 1">
            <a:extLst>
              <a:ext uri="{FF2B5EF4-FFF2-40B4-BE49-F238E27FC236}">
                <a16:creationId xmlns:a16="http://schemas.microsoft.com/office/drawing/2014/main" id="{6986D36C-9DA4-4DBC-931C-B7432898FBB3}"/>
              </a:ext>
            </a:extLst>
          </p:cNvPr>
          <p:cNvSpPr>
            <a:spLocks noGrp="1"/>
          </p:cNvSpPr>
          <p:nvPr>
            <p:ph type="title" hasCustomPrompt="1"/>
          </p:nvPr>
        </p:nvSpPr>
        <p:spPr>
          <a:xfrm>
            <a:off x="420624" y="219075"/>
            <a:ext cx="10933176" cy="1371981"/>
          </a:xfrm>
        </p:spPr>
        <p:txBody>
          <a:bodyPr/>
          <a:lstStyle>
            <a:lvl1pPr>
              <a:defRPr/>
            </a:lvl1pPr>
          </a:lstStyle>
          <a:p>
            <a:r>
              <a:rPr lang="en-US" dirty="0"/>
              <a:t>Click to add Title</a:t>
            </a:r>
          </a:p>
        </p:txBody>
      </p:sp>
      <p:sp>
        <p:nvSpPr>
          <p:cNvPr id="6" name="Date Placeholder 5">
            <a:extLst>
              <a:ext uri="{FF2B5EF4-FFF2-40B4-BE49-F238E27FC236}">
                <a16:creationId xmlns:a16="http://schemas.microsoft.com/office/drawing/2014/main" id="{47F18826-28C7-45F7-AB47-EE2C77A2D414}"/>
              </a:ext>
            </a:extLst>
          </p:cNvPr>
          <p:cNvSpPr>
            <a:spLocks noGrp="1"/>
          </p:cNvSpPr>
          <p:nvPr>
            <p:ph type="dt" sz="half" idx="20"/>
          </p:nvPr>
        </p:nvSpPr>
        <p:spPr/>
        <p:txBody>
          <a:bodyPr/>
          <a:lstStyle/>
          <a:p>
            <a:fld id="{79E3C6BB-94B4-4057-A3BC-13D6F990109B}" type="datetimeFigureOut">
              <a:rPr lang="en-US" noProof="0" smtClean="0"/>
              <a:t>12/4/2024</a:t>
            </a:fld>
            <a:endParaRPr lang="en-US" noProof="0"/>
          </a:p>
        </p:txBody>
      </p:sp>
      <p:sp>
        <p:nvSpPr>
          <p:cNvPr id="7" name="Footer Placeholder 6">
            <a:extLst>
              <a:ext uri="{FF2B5EF4-FFF2-40B4-BE49-F238E27FC236}">
                <a16:creationId xmlns:a16="http://schemas.microsoft.com/office/drawing/2014/main" id="{AF6001C9-38CB-4769-90F3-F3438C4A1A38}"/>
              </a:ext>
            </a:extLst>
          </p:cNvPr>
          <p:cNvSpPr>
            <a:spLocks noGrp="1"/>
          </p:cNvSpPr>
          <p:nvPr>
            <p:ph type="ftr" sz="quarter" idx="21"/>
          </p:nvPr>
        </p:nvSpPr>
        <p:spPr/>
        <p:txBody>
          <a:bodyPr/>
          <a:lstStyle/>
          <a:p>
            <a:endParaRPr lang="en-US" noProof="0"/>
          </a:p>
        </p:txBody>
      </p:sp>
      <p:sp>
        <p:nvSpPr>
          <p:cNvPr id="8" name="Slide Number Placeholder 7">
            <a:extLst>
              <a:ext uri="{FF2B5EF4-FFF2-40B4-BE49-F238E27FC236}">
                <a16:creationId xmlns:a16="http://schemas.microsoft.com/office/drawing/2014/main" id="{BB425D4F-BE94-4913-BB60-CDC45E694DBC}"/>
              </a:ext>
            </a:extLst>
          </p:cNvPr>
          <p:cNvSpPr>
            <a:spLocks noGrp="1"/>
          </p:cNvSpPr>
          <p:nvPr>
            <p:ph type="sldNum" sz="quarter" idx="22"/>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3577300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
    <p:spTree>
      <p:nvGrpSpPr>
        <p:cNvPr id="1" name=""/>
        <p:cNvGrpSpPr/>
        <p:nvPr/>
      </p:nvGrpSpPr>
      <p:grpSpPr>
        <a:xfrm>
          <a:off x="0" y="0"/>
          <a:ext cx="0" cy="0"/>
          <a:chOff x="0" y="0"/>
          <a:chExt cx="0" cy="0"/>
        </a:xfrm>
      </p:grpSpPr>
      <p:sp>
        <p:nvSpPr>
          <p:cNvPr id="71" name="Text Placeholder 70">
            <a:extLst>
              <a:ext uri="{FF2B5EF4-FFF2-40B4-BE49-F238E27FC236}">
                <a16:creationId xmlns:a16="http://schemas.microsoft.com/office/drawing/2014/main" id="{DE47DD52-CC37-47D9-92D2-77DC922FFA9B}"/>
              </a:ext>
            </a:extLst>
          </p:cNvPr>
          <p:cNvSpPr>
            <a:spLocks noGrp="1"/>
          </p:cNvSpPr>
          <p:nvPr>
            <p:ph type="body" sz="quarter" idx="18"/>
          </p:nvPr>
        </p:nvSpPr>
        <p:spPr>
          <a:xfrm>
            <a:off x="3009220" y="4182157"/>
            <a:ext cx="3122612" cy="642938"/>
          </a:xfrm>
        </p:spPr>
        <p:txBody>
          <a:bodyPr/>
          <a:lstStyle>
            <a:lvl1pPr marL="0" indent="0" algn="ctr">
              <a:buNone/>
              <a:defRPr sz="1800"/>
            </a:lvl1pPr>
          </a:lstStyle>
          <a:p>
            <a:pPr lvl="0"/>
            <a:r>
              <a:rPr lang="en-US"/>
              <a:t>Click to edit Master text styles</a:t>
            </a:r>
          </a:p>
        </p:txBody>
      </p:sp>
      <p:sp>
        <p:nvSpPr>
          <p:cNvPr id="61" name="Text Placeholder 60">
            <a:extLst>
              <a:ext uri="{FF2B5EF4-FFF2-40B4-BE49-F238E27FC236}">
                <a16:creationId xmlns:a16="http://schemas.microsoft.com/office/drawing/2014/main" id="{9519C631-A906-449F-B0D8-91B2CB94C10B}"/>
              </a:ext>
            </a:extLst>
          </p:cNvPr>
          <p:cNvSpPr>
            <a:spLocks noGrp="1"/>
          </p:cNvSpPr>
          <p:nvPr>
            <p:ph type="body" sz="quarter" idx="14"/>
          </p:nvPr>
        </p:nvSpPr>
        <p:spPr>
          <a:xfrm>
            <a:off x="251734" y="1857603"/>
            <a:ext cx="2679700" cy="369887"/>
          </a:xfrm>
        </p:spPr>
        <p:txBody>
          <a:bodyPr>
            <a:noAutofit/>
          </a:bodyPr>
          <a:lstStyle>
            <a:lvl1pPr marL="0" indent="0" algn="ctr">
              <a:buNone/>
              <a:defRPr sz="1800"/>
            </a:lvl1pPr>
          </a:lstStyle>
          <a:p>
            <a:pPr lvl="0"/>
            <a:r>
              <a:rPr lang="en-US"/>
              <a:t>Click to edit Master text styles</a:t>
            </a:r>
          </a:p>
        </p:txBody>
      </p:sp>
      <p:sp>
        <p:nvSpPr>
          <p:cNvPr id="63" name="Text Placeholder 62">
            <a:extLst>
              <a:ext uri="{FF2B5EF4-FFF2-40B4-BE49-F238E27FC236}">
                <a16:creationId xmlns:a16="http://schemas.microsoft.com/office/drawing/2014/main" id="{CF308EC1-84C0-4AB9-9485-0FA7E78FFC72}"/>
              </a:ext>
            </a:extLst>
          </p:cNvPr>
          <p:cNvSpPr>
            <a:spLocks noGrp="1"/>
          </p:cNvSpPr>
          <p:nvPr>
            <p:ph type="body" sz="quarter" idx="15"/>
          </p:nvPr>
        </p:nvSpPr>
        <p:spPr>
          <a:xfrm>
            <a:off x="3144157" y="1857603"/>
            <a:ext cx="2679700" cy="395287"/>
          </a:xfrm>
        </p:spPr>
        <p:txBody>
          <a:bodyPr>
            <a:noAutofit/>
          </a:bodyPr>
          <a:lstStyle>
            <a:lvl1pPr marL="0" indent="0" algn="ctr">
              <a:buNone/>
              <a:defRPr sz="1800"/>
            </a:lvl1pPr>
          </a:lstStyle>
          <a:p>
            <a:pPr lvl="0"/>
            <a:r>
              <a:rPr lang="en-US"/>
              <a:t>Click to edit Master text styles</a:t>
            </a:r>
          </a:p>
        </p:txBody>
      </p:sp>
      <p:sp>
        <p:nvSpPr>
          <p:cNvPr id="67" name="Text Placeholder 66">
            <a:extLst>
              <a:ext uri="{FF2B5EF4-FFF2-40B4-BE49-F238E27FC236}">
                <a16:creationId xmlns:a16="http://schemas.microsoft.com/office/drawing/2014/main" id="{64FF3C53-7B55-4DAC-A4E2-35AF4A931D01}"/>
              </a:ext>
            </a:extLst>
          </p:cNvPr>
          <p:cNvSpPr>
            <a:spLocks noGrp="1"/>
          </p:cNvSpPr>
          <p:nvPr>
            <p:ph type="body" sz="quarter" idx="16"/>
          </p:nvPr>
        </p:nvSpPr>
        <p:spPr>
          <a:xfrm>
            <a:off x="6149295" y="1857603"/>
            <a:ext cx="2497137" cy="646112"/>
          </a:xfrm>
        </p:spPr>
        <p:txBody>
          <a:bodyPr>
            <a:normAutofit/>
          </a:bodyPr>
          <a:lstStyle>
            <a:lvl1pPr marL="0" indent="0" algn="ctr">
              <a:buNone/>
              <a:defRPr sz="1800"/>
            </a:lvl1pPr>
          </a:lstStyle>
          <a:p>
            <a:pPr lvl="0"/>
            <a:r>
              <a:rPr lang="en-US"/>
              <a:t>Click to edit Master text styles</a:t>
            </a:r>
          </a:p>
        </p:txBody>
      </p:sp>
      <p:sp>
        <p:nvSpPr>
          <p:cNvPr id="69" name="Text Placeholder 68">
            <a:extLst>
              <a:ext uri="{FF2B5EF4-FFF2-40B4-BE49-F238E27FC236}">
                <a16:creationId xmlns:a16="http://schemas.microsoft.com/office/drawing/2014/main" id="{BE804177-8205-4F88-8B63-79A733730CF9}"/>
              </a:ext>
            </a:extLst>
          </p:cNvPr>
          <p:cNvSpPr>
            <a:spLocks noGrp="1"/>
          </p:cNvSpPr>
          <p:nvPr>
            <p:ph type="body" sz="quarter" idx="17"/>
          </p:nvPr>
        </p:nvSpPr>
        <p:spPr>
          <a:xfrm>
            <a:off x="262845" y="4182157"/>
            <a:ext cx="2503487" cy="365125"/>
          </a:xfrm>
        </p:spPr>
        <p:txBody>
          <a:bodyPr>
            <a:noAutofit/>
          </a:bodyPr>
          <a:lstStyle>
            <a:lvl1pPr marL="0" indent="0" algn="ctr">
              <a:buNone/>
              <a:defRPr sz="1800"/>
            </a:lvl1pPr>
          </a:lstStyle>
          <a:p>
            <a:pPr lvl="0"/>
            <a:r>
              <a:rPr lang="en-US"/>
              <a:t>Click to edit Master text styles</a:t>
            </a:r>
          </a:p>
        </p:txBody>
      </p:sp>
      <p:sp>
        <p:nvSpPr>
          <p:cNvPr id="73" name="Text Placeholder 72">
            <a:extLst>
              <a:ext uri="{FF2B5EF4-FFF2-40B4-BE49-F238E27FC236}">
                <a16:creationId xmlns:a16="http://schemas.microsoft.com/office/drawing/2014/main" id="{EF5AB05C-6C5F-4C94-94E5-1476D391EAE6}"/>
              </a:ext>
            </a:extLst>
          </p:cNvPr>
          <p:cNvSpPr>
            <a:spLocks noGrp="1"/>
          </p:cNvSpPr>
          <p:nvPr>
            <p:ph type="body" sz="quarter" idx="19"/>
          </p:nvPr>
        </p:nvSpPr>
        <p:spPr>
          <a:xfrm>
            <a:off x="6341382" y="4182157"/>
            <a:ext cx="2743200" cy="365125"/>
          </a:xfrm>
        </p:spPr>
        <p:txBody>
          <a:bodyPr>
            <a:noAutofit/>
          </a:bodyPr>
          <a:lstStyle>
            <a:lvl1pPr marL="0" indent="0" algn="ctr">
              <a:buNone/>
              <a:defRPr sz="1800"/>
            </a:lvl1pPr>
          </a:lstStyle>
          <a:p>
            <a:pPr lvl="0"/>
            <a:r>
              <a:rPr lang="en-US"/>
              <a:t>Click to edit Master text styles</a:t>
            </a:r>
          </a:p>
        </p:txBody>
      </p:sp>
      <p:sp>
        <p:nvSpPr>
          <p:cNvPr id="75" name="Text Placeholder 74">
            <a:extLst>
              <a:ext uri="{FF2B5EF4-FFF2-40B4-BE49-F238E27FC236}">
                <a16:creationId xmlns:a16="http://schemas.microsoft.com/office/drawing/2014/main" id="{5B580198-F921-47BD-A8B8-1AD9054BBD10}"/>
              </a:ext>
            </a:extLst>
          </p:cNvPr>
          <p:cNvSpPr>
            <a:spLocks noGrp="1"/>
          </p:cNvSpPr>
          <p:nvPr>
            <p:ph type="body" sz="quarter" idx="20"/>
          </p:nvPr>
        </p:nvSpPr>
        <p:spPr>
          <a:xfrm>
            <a:off x="8932182" y="2373089"/>
            <a:ext cx="3122613" cy="1634443"/>
          </a:xfrm>
        </p:spPr>
        <p:txBody>
          <a:bodyPr>
            <a:normAutofit/>
          </a:bodyPr>
          <a:lstStyle>
            <a:lvl1pPr marL="0" indent="0" algn="ctr">
              <a:buNone/>
              <a:defRPr sz="1800"/>
            </a:lvl1pPr>
          </a:lstStyle>
          <a:p>
            <a:pPr lvl="0"/>
            <a:r>
              <a:rPr lang="en-US"/>
              <a:t>Click to edit Master text styles</a:t>
            </a:r>
          </a:p>
        </p:txBody>
      </p:sp>
      <p:sp>
        <p:nvSpPr>
          <p:cNvPr id="2" name="Title 1">
            <a:extLst>
              <a:ext uri="{FF2B5EF4-FFF2-40B4-BE49-F238E27FC236}">
                <a16:creationId xmlns:a16="http://schemas.microsoft.com/office/drawing/2014/main" id="{DBF1CE6A-4F2B-4CE0-863A-8E136D0CC3E3}"/>
              </a:ext>
            </a:extLst>
          </p:cNvPr>
          <p:cNvSpPr>
            <a:spLocks noGrp="1"/>
          </p:cNvSpPr>
          <p:nvPr>
            <p:ph type="title" hasCustomPrompt="1"/>
          </p:nvPr>
        </p:nvSpPr>
        <p:spPr>
          <a:xfrm>
            <a:off x="420625" y="179161"/>
            <a:ext cx="10826496" cy="1411895"/>
          </a:xfrm>
        </p:spPr>
        <p:txBody>
          <a:bodyPr/>
          <a:lstStyle>
            <a:lvl1pPr>
              <a:defRPr/>
            </a:lvl1pPr>
          </a:lstStyle>
          <a:p>
            <a:r>
              <a:rPr lang="en-US" dirty="0"/>
              <a:t>Click to add Title</a:t>
            </a:r>
          </a:p>
        </p:txBody>
      </p:sp>
      <p:sp>
        <p:nvSpPr>
          <p:cNvPr id="6" name="Date Placeholder 5">
            <a:extLst>
              <a:ext uri="{FF2B5EF4-FFF2-40B4-BE49-F238E27FC236}">
                <a16:creationId xmlns:a16="http://schemas.microsoft.com/office/drawing/2014/main" id="{55572283-1183-4441-955D-CF486C2EB346}"/>
              </a:ext>
            </a:extLst>
          </p:cNvPr>
          <p:cNvSpPr>
            <a:spLocks noGrp="1"/>
          </p:cNvSpPr>
          <p:nvPr>
            <p:ph type="dt" sz="half" idx="21"/>
          </p:nvPr>
        </p:nvSpPr>
        <p:spPr/>
        <p:txBody>
          <a:bodyPr/>
          <a:lstStyle/>
          <a:p>
            <a:fld id="{79E3C6BB-94B4-4057-A3BC-13D6F990109B}" type="datetimeFigureOut">
              <a:rPr lang="en-US" noProof="0" smtClean="0"/>
              <a:t>12/4/2024</a:t>
            </a:fld>
            <a:endParaRPr lang="en-US" noProof="0"/>
          </a:p>
        </p:txBody>
      </p:sp>
      <p:sp>
        <p:nvSpPr>
          <p:cNvPr id="7" name="Footer Placeholder 6">
            <a:extLst>
              <a:ext uri="{FF2B5EF4-FFF2-40B4-BE49-F238E27FC236}">
                <a16:creationId xmlns:a16="http://schemas.microsoft.com/office/drawing/2014/main" id="{D5837CC6-DAD6-4051-A89A-40A97680EA46}"/>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2190D05B-5736-40BF-BD75-FAE61DDF7658}"/>
              </a:ext>
            </a:extLst>
          </p:cNvPr>
          <p:cNvSpPr>
            <a:spLocks noGrp="1"/>
          </p:cNvSpPr>
          <p:nvPr>
            <p:ph type="sldNum" sz="quarter" idx="23"/>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1902375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
    <p:spTree>
      <p:nvGrpSpPr>
        <p:cNvPr id="1" name=""/>
        <p:cNvGrpSpPr/>
        <p:nvPr/>
      </p:nvGrpSpPr>
      <p:grpSpPr>
        <a:xfrm>
          <a:off x="0" y="0"/>
          <a:ext cx="0" cy="0"/>
          <a:chOff x="0" y="0"/>
          <a:chExt cx="0" cy="0"/>
        </a:xfrm>
      </p:grpSpPr>
      <p:sp>
        <p:nvSpPr>
          <p:cNvPr id="308" name="Text Placeholder 307">
            <a:extLst>
              <a:ext uri="{FF2B5EF4-FFF2-40B4-BE49-F238E27FC236}">
                <a16:creationId xmlns:a16="http://schemas.microsoft.com/office/drawing/2014/main" id="{BCE8CDD0-2435-4ABB-838A-6551445A0F7E}"/>
              </a:ext>
            </a:extLst>
          </p:cNvPr>
          <p:cNvSpPr>
            <a:spLocks noGrp="1"/>
          </p:cNvSpPr>
          <p:nvPr>
            <p:ph type="body" sz="quarter" idx="14"/>
          </p:nvPr>
        </p:nvSpPr>
        <p:spPr>
          <a:xfrm>
            <a:off x="574675" y="2251075"/>
            <a:ext cx="2268538" cy="365125"/>
          </a:xfrm>
        </p:spPr>
        <p:txBody>
          <a:bodyPr>
            <a:noAutofit/>
          </a:bodyPr>
          <a:lstStyle>
            <a:lvl1pPr marL="0" indent="0" algn="ctr">
              <a:buNone/>
              <a:defRPr sz="1800"/>
            </a:lvl1pPr>
          </a:lstStyle>
          <a:p>
            <a:pPr lvl="0"/>
            <a:r>
              <a:rPr lang="en-US"/>
              <a:t>Click to edit Master text styles</a:t>
            </a:r>
          </a:p>
        </p:txBody>
      </p:sp>
      <p:sp>
        <p:nvSpPr>
          <p:cNvPr id="316" name="Text Placeholder 315">
            <a:extLst>
              <a:ext uri="{FF2B5EF4-FFF2-40B4-BE49-F238E27FC236}">
                <a16:creationId xmlns:a16="http://schemas.microsoft.com/office/drawing/2014/main" id="{B3430341-19F1-4394-B54E-41EBC2E9C3F8}"/>
              </a:ext>
            </a:extLst>
          </p:cNvPr>
          <p:cNvSpPr>
            <a:spLocks noGrp="1"/>
          </p:cNvSpPr>
          <p:nvPr>
            <p:ph type="body" sz="quarter" idx="17"/>
          </p:nvPr>
        </p:nvSpPr>
        <p:spPr>
          <a:xfrm>
            <a:off x="3517900" y="2046288"/>
            <a:ext cx="2266950" cy="646112"/>
          </a:xfrm>
        </p:spPr>
        <p:txBody>
          <a:bodyPr>
            <a:noAutofit/>
          </a:bodyPr>
          <a:lstStyle>
            <a:lvl1pPr marL="0" indent="0" algn="ctr">
              <a:buNone/>
              <a:defRPr sz="1800"/>
            </a:lvl1pPr>
          </a:lstStyle>
          <a:p>
            <a:pPr lvl="0"/>
            <a:r>
              <a:rPr lang="en-US"/>
              <a:t>Click to edit Master text styles</a:t>
            </a:r>
          </a:p>
        </p:txBody>
      </p:sp>
      <p:sp>
        <p:nvSpPr>
          <p:cNvPr id="320" name="Text Placeholder 319">
            <a:extLst>
              <a:ext uri="{FF2B5EF4-FFF2-40B4-BE49-F238E27FC236}">
                <a16:creationId xmlns:a16="http://schemas.microsoft.com/office/drawing/2014/main" id="{99F3B2F1-AE92-48F2-8D64-F8777DE311FD}"/>
              </a:ext>
            </a:extLst>
          </p:cNvPr>
          <p:cNvSpPr>
            <a:spLocks noGrp="1"/>
          </p:cNvSpPr>
          <p:nvPr>
            <p:ph type="body" sz="quarter" idx="18"/>
          </p:nvPr>
        </p:nvSpPr>
        <p:spPr>
          <a:xfrm>
            <a:off x="6326189" y="1768475"/>
            <a:ext cx="3113316" cy="424771"/>
          </a:xfrm>
        </p:spPr>
        <p:txBody>
          <a:bodyPr>
            <a:noAutofit/>
          </a:bodyPr>
          <a:lstStyle>
            <a:lvl1pPr marL="0" indent="0" algn="ctr">
              <a:buNone/>
              <a:defRPr sz="1800"/>
            </a:lvl1pPr>
          </a:lstStyle>
          <a:p>
            <a:pPr lvl="0"/>
            <a:r>
              <a:rPr lang="en-US"/>
              <a:t>Click to edit Master text styles</a:t>
            </a:r>
          </a:p>
        </p:txBody>
      </p:sp>
      <p:sp>
        <p:nvSpPr>
          <p:cNvPr id="310" name="Text Placeholder 309">
            <a:extLst>
              <a:ext uri="{FF2B5EF4-FFF2-40B4-BE49-F238E27FC236}">
                <a16:creationId xmlns:a16="http://schemas.microsoft.com/office/drawing/2014/main" id="{57F473F3-9780-4049-B5FE-83919A44A20F}"/>
              </a:ext>
            </a:extLst>
          </p:cNvPr>
          <p:cNvSpPr>
            <a:spLocks noGrp="1"/>
          </p:cNvSpPr>
          <p:nvPr>
            <p:ph type="body" sz="quarter" idx="15"/>
          </p:nvPr>
        </p:nvSpPr>
        <p:spPr>
          <a:xfrm>
            <a:off x="419099" y="3708400"/>
            <a:ext cx="2424113" cy="646113"/>
          </a:xfrm>
        </p:spPr>
        <p:txBody>
          <a:bodyPr>
            <a:noAutofit/>
          </a:bodyPr>
          <a:lstStyle>
            <a:lvl1pPr marL="0" indent="0" algn="ctr">
              <a:buNone/>
              <a:defRPr sz="1800"/>
            </a:lvl1pPr>
          </a:lstStyle>
          <a:p>
            <a:pPr lvl="0"/>
            <a:r>
              <a:rPr lang="en-US"/>
              <a:t>Click to edit Master text styles</a:t>
            </a:r>
          </a:p>
        </p:txBody>
      </p:sp>
      <p:sp>
        <p:nvSpPr>
          <p:cNvPr id="312" name="Text Placeholder 311">
            <a:extLst>
              <a:ext uri="{FF2B5EF4-FFF2-40B4-BE49-F238E27FC236}">
                <a16:creationId xmlns:a16="http://schemas.microsoft.com/office/drawing/2014/main" id="{5DBBC841-865D-427F-884A-18EB83D08242}"/>
              </a:ext>
            </a:extLst>
          </p:cNvPr>
          <p:cNvSpPr>
            <a:spLocks noGrp="1"/>
          </p:cNvSpPr>
          <p:nvPr>
            <p:ph type="body" sz="quarter" idx="16"/>
          </p:nvPr>
        </p:nvSpPr>
        <p:spPr>
          <a:xfrm>
            <a:off x="3159125" y="3708400"/>
            <a:ext cx="3449754" cy="646113"/>
          </a:xfrm>
        </p:spPr>
        <p:txBody>
          <a:bodyPr>
            <a:noAutofit/>
          </a:bodyPr>
          <a:lstStyle>
            <a:lvl1pPr marL="0" indent="0" algn="ctr">
              <a:buNone/>
              <a:defRPr sz="1800"/>
            </a:lvl1pPr>
          </a:lstStyle>
          <a:p>
            <a:pPr lvl="0"/>
            <a:r>
              <a:rPr lang="en-US"/>
              <a:t>Click to edit Master text styles</a:t>
            </a:r>
          </a:p>
        </p:txBody>
      </p:sp>
      <p:sp>
        <p:nvSpPr>
          <p:cNvPr id="324" name="Text Placeholder 323">
            <a:extLst>
              <a:ext uri="{FF2B5EF4-FFF2-40B4-BE49-F238E27FC236}">
                <a16:creationId xmlns:a16="http://schemas.microsoft.com/office/drawing/2014/main" id="{6CCC657A-D0DB-4351-9916-323C53335A5C}"/>
              </a:ext>
            </a:extLst>
          </p:cNvPr>
          <p:cNvSpPr>
            <a:spLocks noGrp="1"/>
          </p:cNvSpPr>
          <p:nvPr>
            <p:ph type="body" sz="quarter" idx="19"/>
          </p:nvPr>
        </p:nvSpPr>
        <p:spPr>
          <a:xfrm>
            <a:off x="9448800" y="1817688"/>
            <a:ext cx="2743200" cy="1754187"/>
          </a:xfrm>
        </p:spPr>
        <p:txBody>
          <a:bodyPr>
            <a:normAutofit/>
          </a:bodyPr>
          <a:lstStyle>
            <a:lvl1pPr marL="0" indent="0" algn="ctr">
              <a:lnSpc>
                <a:spcPct val="100000"/>
              </a:lnSpc>
              <a:spcBef>
                <a:spcPts val="0"/>
              </a:spcBef>
              <a:buNone/>
              <a:defRPr sz="1800"/>
            </a:lvl1pPr>
          </a:lstStyle>
          <a:p>
            <a:pPr lvl="0"/>
            <a:r>
              <a:rPr lang="en-US"/>
              <a:t>Click to edit Master text styles</a:t>
            </a:r>
          </a:p>
        </p:txBody>
      </p:sp>
      <p:sp>
        <p:nvSpPr>
          <p:cNvPr id="6" name="Text Placeholder 5">
            <a:extLst>
              <a:ext uri="{FF2B5EF4-FFF2-40B4-BE49-F238E27FC236}">
                <a16:creationId xmlns:a16="http://schemas.microsoft.com/office/drawing/2014/main" id="{D5A97CAB-B907-408B-BAE6-7E60EAA1C21A}"/>
              </a:ext>
            </a:extLst>
          </p:cNvPr>
          <p:cNvSpPr>
            <a:spLocks noGrp="1"/>
          </p:cNvSpPr>
          <p:nvPr>
            <p:ph type="body" sz="quarter" idx="20"/>
          </p:nvPr>
        </p:nvSpPr>
        <p:spPr>
          <a:xfrm>
            <a:off x="419099" y="6154966"/>
            <a:ext cx="6189780" cy="424771"/>
          </a:xfrm>
        </p:spPr>
        <p:txBody>
          <a:bodyPr>
            <a:normAutofit/>
          </a:bodyPr>
          <a:lstStyle>
            <a:lvl1pPr marL="0" indent="0" algn="ctr">
              <a:buNone/>
              <a:defRPr sz="1400" i="1">
                <a:solidFill>
                  <a:schemeClr val="bg1">
                    <a:lumMod val="65000"/>
                  </a:schemeClr>
                </a:solidFill>
              </a:defRPr>
            </a:lvl1pPr>
          </a:lstStyle>
          <a:p>
            <a:pPr lvl="0"/>
            <a:r>
              <a:rPr lang="en-US"/>
              <a:t>Click to edit Master text styles</a:t>
            </a:r>
          </a:p>
        </p:txBody>
      </p:sp>
      <p:sp>
        <p:nvSpPr>
          <p:cNvPr id="16" name="Text Placeholder 5">
            <a:extLst>
              <a:ext uri="{FF2B5EF4-FFF2-40B4-BE49-F238E27FC236}">
                <a16:creationId xmlns:a16="http://schemas.microsoft.com/office/drawing/2014/main" id="{9DCE17A2-1228-4084-B8F2-21E54F25D49C}"/>
              </a:ext>
            </a:extLst>
          </p:cNvPr>
          <p:cNvSpPr>
            <a:spLocks noGrp="1"/>
          </p:cNvSpPr>
          <p:nvPr>
            <p:ph type="body" sz="quarter" idx="21"/>
          </p:nvPr>
        </p:nvSpPr>
        <p:spPr>
          <a:xfrm>
            <a:off x="6760028" y="5901873"/>
            <a:ext cx="3113315" cy="917575"/>
          </a:xfrm>
        </p:spPr>
        <p:txBody>
          <a:bodyPr>
            <a:normAutofit/>
          </a:bodyPr>
          <a:lstStyle>
            <a:lvl1pPr marL="0" indent="0" algn="ctr">
              <a:buNone/>
              <a:defRPr sz="1400" i="1">
                <a:solidFill>
                  <a:schemeClr val="bg1">
                    <a:lumMod val="65000"/>
                  </a:schemeClr>
                </a:solidFill>
              </a:defRPr>
            </a:lvl1pPr>
          </a:lstStyle>
          <a:p>
            <a:pPr lvl="0"/>
            <a:r>
              <a:rPr lang="en-US"/>
              <a:t>Click to edit Master text styles</a:t>
            </a:r>
          </a:p>
        </p:txBody>
      </p:sp>
      <p:sp>
        <p:nvSpPr>
          <p:cNvPr id="2" name="Title 1">
            <a:extLst>
              <a:ext uri="{FF2B5EF4-FFF2-40B4-BE49-F238E27FC236}">
                <a16:creationId xmlns:a16="http://schemas.microsoft.com/office/drawing/2014/main" id="{6F1C0C6A-748C-4BAA-BE25-30757DDB0EAB}"/>
              </a:ext>
            </a:extLst>
          </p:cNvPr>
          <p:cNvSpPr>
            <a:spLocks noGrp="1"/>
          </p:cNvSpPr>
          <p:nvPr>
            <p:ph type="title" hasCustomPrompt="1"/>
          </p:nvPr>
        </p:nvSpPr>
        <p:spPr>
          <a:xfrm>
            <a:off x="419099" y="164211"/>
            <a:ext cx="10934701" cy="1462526"/>
          </a:xfrm>
        </p:spPr>
        <p:txBody>
          <a:bodyPr/>
          <a:lstStyle>
            <a:lvl1pPr>
              <a:defRPr/>
            </a:lvl1pPr>
          </a:lstStyle>
          <a:p>
            <a:r>
              <a:rPr lang="en-US" dirty="0"/>
              <a:t>Click to add Title</a:t>
            </a:r>
          </a:p>
        </p:txBody>
      </p:sp>
      <p:sp>
        <p:nvSpPr>
          <p:cNvPr id="7" name="Date Placeholder 6">
            <a:extLst>
              <a:ext uri="{FF2B5EF4-FFF2-40B4-BE49-F238E27FC236}">
                <a16:creationId xmlns:a16="http://schemas.microsoft.com/office/drawing/2014/main" id="{D33B3EF9-2E3D-4321-9379-0185BEFA52D4}"/>
              </a:ext>
            </a:extLst>
          </p:cNvPr>
          <p:cNvSpPr>
            <a:spLocks noGrp="1"/>
          </p:cNvSpPr>
          <p:nvPr>
            <p:ph type="dt" sz="half" idx="22"/>
          </p:nvPr>
        </p:nvSpPr>
        <p:spPr/>
        <p:txBody>
          <a:bodyPr/>
          <a:lstStyle/>
          <a:p>
            <a:fld id="{79E3C6BB-94B4-4057-A3BC-13D6F990109B}" type="datetimeFigureOut">
              <a:rPr lang="en-US" noProof="0" smtClean="0"/>
              <a:t>12/4/2024</a:t>
            </a:fld>
            <a:endParaRPr lang="en-US" noProof="0"/>
          </a:p>
        </p:txBody>
      </p:sp>
      <p:sp>
        <p:nvSpPr>
          <p:cNvPr id="8" name="Footer Placeholder 7">
            <a:extLst>
              <a:ext uri="{FF2B5EF4-FFF2-40B4-BE49-F238E27FC236}">
                <a16:creationId xmlns:a16="http://schemas.microsoft.com/office/drawing/2014/main" id="{D9B9B804-6FB4-4858-BE42-E1E374328B4A}"/>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8C8DD47D-60CA-4DF6-A468-083256A764D7}"/>
              </a:ext>
            </a:extLst>
          </p:cNvPr>
          <p:cNvSpPr>
            <a:spLocks noGrp="1"/>
          </p:cNvSpPr>
          <p:nvPr>
            <p:ph type="sldNum" sz="quarter" idx="24"/>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1426271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ABA620C-C227-4018-A651-18B1946BBBFF}"/>
              </a:ext>
              <a:ext uri="{C183D7F6-B498-43B3-948B-1728B52AA6E4}">
                <adec:decorative xmlns:adec="http://schemas.microsoft.com/office/drawing/2017/decorative" val="1"/>
              </a:ext>
            </a:extLst>
          </p:cNvPr>
          <p:cNvSpPr/>
          <p:nvPr userDrawn="1"/>
        </p:nvSpPr>
        <p:spPr>
          <a:xfrm>
            <a:off x="0" y="1664527"/>
            <a:ext cx="12192000" cy="52627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Text Placeholder 22">
            <a:extLst>
              <a:ext uri="{FF2B5EF4-FFF2-40B4-BE49-F238E27FC236}">
                <a16:creationId xmlns:a16="http://schemas.microsoft.com/office/drawing/2014/main" id="{51D68029-3934-4C5C-A241-2F254310126E}"/>
              </a:ext>
            </a:extLst>
          </p:cNvPr>
          <p:cNvSpPr>
            <a:spLocks noGrp="1"/>
          </p:cNvSpPr>
          <p:nvPr>
            <p:ph type="body" sz="quarter" idx="14"/>
          </p:nvPr>
        </p:nvSpPr>
        <p:spPr>
          <a:xfrm>
            <a:off x="265113" y="1834926"/>
            <a:ext cx="4184057" cy="369888"/>
          </a:xfrm>
          <a:ln>
            <a:noFill/>
          </a:ln>
        </p:spPr>
        <p:txBody>
          <a:bodyPr>
            <a:noAutofit/>
          </a:bodyPr>
          <a:lstStyle>
            <a:lvl1pPr marL="0" indent="0" algn="l">
              <a:buNone/>
              <a:defRPr sz="1800"/>
            </a:lvl1pPr>
          </a:lstStyle>
          <a:p>
            <a:pPr lvl="0"/>
            <a:r>
              <a:rPr lang="en-US"/>
              <a:t>Click to edit Master text styles</a:t>
            </a:r>
          </a:p>
        </p:txBody>
      </p:sp>
      <p:sp>
        <p:nvSpPr>
          <p:cNvPr id="25" name="Text Placeholder 24">
            <a:extLst>
              <a:ext uri="{FF2B5EF4-FFF2-40B4-BE49-F238E27FC236}">
                <a16:creationId xmlns:a16="http://schemas.microsoft.com/office/drawing/2014/main" id="{B557A677-3147-4104-8080-FD6CC4440ED3}"/>
              </a:ext>
            </a:extLst>
          </p:cNvPr>
          <p:cNvSpPr>
            <a:spLocks noGrp="1"/>
          </p:cNvSpPr>
          <p:nvPr>
            <p:ph type="body" sz="quarter" idx="15"/>
          </p:nvPr>
        </p:nvSpPr>
        <p:spPr>
          <a:xfrm>
            <a:off x="8040688" y="1834926"/>
            <a:ext cx="4086225" cy="646112"/>
          </a:xfrm>
          <a:ln>
            <a:noFill/>
          </a:ln>
        </p:spPr>
        <p:txBody>
          <a:bodyPr>
            <a:normAutofit/>
          </a:bodyPr>
          <a:lstStyle>
            <a:lvl1pPr marL="0" indent="0" algn="l">
              <a:buNone/>
              <a:defRPr sz="1800"/>
            </a:lvl1pPr>
          </a:lstStyle>
          <a:p>
            <a:pPr lvl="0"/>
            <a:r>
              <a:rPr lang="en-US"/>
              <a:t>Click to edit Master text styles</a:t>
            </a:r>
          </a:p>
        </p:txBody>
      </p:sp>
      <p:sp>
        <p:nvSpPr>
          <p:cNvPr id="27" name="Text Placeholder 26">
            <a:extLst>
              <a:ext uri="{FF2B5EF4-FFF2-40B4-BE49-F238E27FC236}">
                <a16:creationId xmlns:a16="http://schemas.microsoft.com/office/drawing/2014/main" id="{485ED590-F7F6-4E8C-A1D6-12CC4B9FFE13}"/>
              </a:ext>
            </a:extLst>
          </p:cNvPr>
          <p:cNvSpPr>
            <a:spLocks noGrp="1"/>
          </p:cNvSpPr>
          <p:nvPr>
            <p:ph type="body" sz="quarter" idx="16"/>
          </p:nvPr>
        </p:nvSpPr>
        <p:spPr>
          <a:xfrm>
            <a:off x="4158343" y="6243638"/>
            <a:ext cx="3882345" cy="598487"/>
          </a:xfrm>
          <a:ln>
            <a:noFill/>
          </a:ln>
        </p:spPr>
        <p:txBody>
          <a:bodyPr>
            <a:normAutofit/>
          </a:bodyPr>
          <a:lstStyle>
            <a:lvl1pPr marL="0" indent="0" algn="l">
              <a:buNone/>
              <a:defRPr sz="1800"/>
            </a:lvl1pPr>
          </a:lstStyle>
          <a:p>
            <a:pPr lvl="0"/>
            <a:r>
              <a:rPr lang="en-US"/>
              <a:t>Click to edit Master text styles</a:t>
            </a:r>
          </a:p>
        </p:txBody>
      </p:sp>
      <p:sp>
        <p:nvSpPr>
          <p:cNvPr id="2" name="Title 1">
            <a:extLst>
              <a:ext uri="{FF2B5EF4-FFF2-40B4-BE49-F238E27FC236}">
                <a16:creationId xmlns:a16="http://schemas.microsoft.com/office/drawing/2014/main" id="{35B3F03A-8806-4538-9D7F-CB6E74BC9212}"/>
              </a:ext>
            </a:extLst>
          </p:cNvPr>
          <p:cNvSpPr>
            <a:spLocks noGrp="1"/>
          </p:cNvSpPr>
          <p:nvPr>
            <p:ph type="title" hasCustomPrompt="1"/>
          </p:nvPr>
        </p:nvSpPr>
        <p:spPr>
          <a:xfrm>
            <a:off x="420624" y="219075"/>
            <a:ext cx="10933176" cy="1371981"/>
          </a:xfrm>
        </p:spPr>
        <p:txBody>
          <a:bodyPr/>
          <a:lstStyle>
            <a:lvl1pPr>
              <a:defRPr/>
            </a:lvl1pPr>
          </a:lstStyle>
          <a:p>
            <a:r>
              <a:rPr lang="en-US" dirty="0"/>
              <a:t>Click to add Title</a:t>
            </a:r>
          </a:p>
        </p:txBody>
      </p:sp>
      <p:sp>
        <p:nvSpPr>
          <p:cNvPr id="6" name="Date Placeholder 5">
            <a:extLst>
              <a:ext uri="{FF2B5EF4-FFF2-40B4-BE49-F238E27FC236}">
                <a16:creationId xmlns:a16="http://schemas.microsoft.com/office/drawing/2014/main" id="{A933980A-C040-4372-ADFC-0885D2C8C303}"/>
              </a:ext>
            </a:extLst>
          </p:cNvPr>
          <p:cNvSpPr>
            <a:spLocks noGrp="1"/>
          </p:cNvSpPr>
          <p:nvPr>
            <p:ph type="dt" sz="half" idx="17"/>
          </p:nvPr>
        </p:nvSpPr>
        <p:spPr/>
        <p:txBody>
          <a:bodyPr/>
          <a:lstStyle/>
          <a:p>
            <a:fld id="{79E3C6BB-94B4-4057-A3BC-13D6F990109B}" type="datetimeFigureOut">
              <a:rPr lang="en-US" noProof="0" smtClean="0"/>
              <a:t>12/4/2024</a:t>
            </a:fld>
            <a:endParaRPr lang="en-US" noProof="0"/>
          </a:p>
        </p:txBody>
      </p:sp>
      <p:sp>
        <p:nvSpPr>
          <p:cNvPr id="7" name="Footer Placeholder 6">
            <a:extLst>
              <a:ext uri="{FF2B5EF4-FFF2-40B4-BE49-F238E27FC236}">
                <a16:creationId xmlns:a16="http://schemas.microsoft.com/office/drawing/2014/main" id="{9AC12AFB-CA39-4800-98DD-B04863CD3689}"/>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0B897E52-FD27-46D5-9686-4673859708A7}"/>
              </a:ext>
            </a:extLst>
          </p:cNvPr>
          <p:cNvSpPr>
            <a:spLocks noGrp="1"/>
          </p:cNvSpPr>
          <p:nvPr>
            <p:ph type="sldNum" sz="quarter" idx="19"/>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3426521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Blank with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7363-8886-4B68-BBB9-CE7E6CDC2B98}"/>
              </a:ext>
            </a:extLst>
          </p:cNvPr>
          <p:cNvSpPr>
            <a:spLocks noGrp="1"/>
          </p:cNvSpPr>
          <p:nvPr>
            <p:ph type="title" hasCustomPrompt="1"/>
          </p:nvPr>
        </p:nvSpPr>
        <p:spPr/>
        <p:txBody>
          <a:bodyPr vert="horz" lIns="91440" tIns="45720" rIns="91440" bIns="45720" rtlCol="0" anchor="ctr">
            <a:noAutofit/>
          </a:bodyPr>
          <a:lstStyle>
            <a:lvl1pPr>
              <a:defRPr lang="en-US" dirty="0"/>
            </a:lvl1pPr>
          </a:lstStyle>
          <a:p>
            <a:pPr lvl="0"/>
            <a:r>
              <a:rPr lang="en-US" dirty="0"/>
              <a:t>Click to add title</a:t>
            </a:r>
          </a:p>
        </p:txBody>
      </p:sp>
      <p:sp>
        <p:nvSpPr>
          <p:cNvPr id="6" name="Date Placeholder 5">
            <a:extLst>
              <a:ext uri="{FF2B5EF4-FFF2-40B4-BE49-F238E27FC236}">
                <a16:creationId xmlns:a16="http://schemas.microsoft.com/office/drawing/2014/main" id="{6C3B3138-7E6D-43B6-A44C-918E98D92B21}"/>
              </a:ext>
            </a:extLst>
          </p:cNvPr>
          <p:cNvSpPr>
            <a:spLocks noGrp="1"/>
          </p:cNvSpPr>
          <p:nvPr>
            <p:ph type="dt" sz="half" idx="10"/>
          </p:nvPr>
        </p:nvSpPr>
        <p:spPr/>
        <p:txBody>
          <a:bodyPr/>
          <a:lstStyle/>
          <a:p>
            <a:fld id="{79E3C6BB-94B4-4057-A3BC-13D6F990109B}" type="datetimeFigureOut">
              <a:rPr lang="en-US" noProof="0" smtClean="0"/>
              <a:t>12/4/2024</a:t>
            </a:fld>
            <a:endParaRPr lang="en-US" noProof="0"/>
          </a:p>
        </p:txBody>
      </p:sp>
      <p:sp>
        <p:nvSpPr>
          <p:cNvPr id="7" name="Footer Placeholder 6">
            <a:extLst>
              <a:ext uri="{FF2B5EF4-FFF2-40B4-BE49-F238E27FC236}">
                <a16:creationId xmlns:a16="http://schemas.microsoft.com/office/drawing/2014/main" id="{6477F59F-6724-4659-8FF1-D6926827F108}"/>
              </a:ext>
            </a:extLst>
          </p:cNvPr>
          <p:cNvSpPr>
            <a:spLocks noGrp="1"/>
          </p:cNvSpPr>
          <p:nvPr>
            <p:ph type="ftr" sz="quarter" idx="11"/>
          </p:nvPr>
        </p:nvSpPr>
        <p:spPr/>
        <p:txBody>
          <a:bodyPr/>
          <a:lstStyle/>
          <a:p>
            <a:endParaRPr lang="en-US" noProof="0"/>
          </a:p>
        </p:txBody>
      </p:sp>
      <p:sp>
        <p:nvSpPr>
          <p:cNvPr id="8" name="Slide Number Placeholder 7">
            <a:extLst>
              <a:ext uri="{FF2B5EF4-FFF2-40B4-BE49-F238E27FC236}">
                <a16:creationId xmlns:a16="http://schemas.microsoft.com/office/drawing/2014/main" id="{25914854-BBC9-429B-A35D-5523103E1A72}"/>
              </a:ext>
            </a:extLst>
          </p:cNvPr>
          <p:cNvSpPr>
            <a:spLocks noGrp="1"/>
          </p:cNvSpPr>
          <p:nvPr>
            <p:ph type="sldNum" sz="quarter" idx="12"/>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2225033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Blank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04A050-9749-4EC2-8D99-AE321E2D5786}"/>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Date Placeholder 5">
            <a:extLst>
              <a:ext uri="{FF2B5EF4-FFF2-40B4-BE49-F238E27FC236}">
                <a16:creationId xmlns:a16="http://schemas.microsoft.com/office/drawing/2014/main" id="{BE321E31-326D-4ED9-889A-C59FF59C9F12}"/>
              </a:ext>
            </a:extLst>
          </p:cNvPr>
          <p:cNvSpPr>
            <a:spLocks noGrp="1"/>
          </p:cNvSpPr>
          <p:nvPr>
            <p:ph type="dt" sz="half" idx="10"/>
          </p:nvPr>
        </p:nvSpPr>
        <p:spPr/>
        <p:txBody>
          <a:bodyPr/>
          <a:lstStyle/>
          <a:p>
            <a:fld id="{79E3C6BB-94B4-4057-A3BC-13D6F990109B}" type="datetimeFigureOut">
              <a:rPr lang="en-US" noProof="0" smtClean="0"/>
              <a:t>12/4/2024</a:t>
            </a:fld>
            <a:endParaRPr lang="en-US" noProof="0"/>
          </a:p>
        </p:txBody>
      </p:sp>
      <p:sp>
        <p:nvSpPr>
          <p:cNvPr id="7" name="Footer Placeholder 6">
            <a:extLst>
              <a:ext uri="{FF2B5EF4-FFF2-40B4-BE49-F238E27FC236}">
                <a16:creationId xmlns:a16="http://schemas.microsoft.com/office/drawing/2014/main" id="{4F9F33C1-7794-4F0A-B68F-B8F4EFC05DC4}"/>
              </a:ext>
            </a:extLst>
          </p:cNvPr>
          <p:cNvSpPr>
            <a:spLocks noGrp="1"/>
          </p:cNvSpPr>
          <p:nvPr>
            <p:ph type="ftr" sz="quarter" idx="11"/>
          </p:nvPr>
        </p:nvSpPr>
        <p:spPr/>
        <p:txBody>
          <a:bodyPr/>
          <a:lstStyle/>
          <a:p>
            <a:endParaRPr lang="en-US" noProof="0"/>
          </a:p>
        </p:txBody>
      </p:sp>
      <p:sp>
        <p:nvSpPr>
          <p:cNvPr id="8" name="Slide Number Placeholder 7">
            <a:extLst>
              <a:ext uri="{FF2B5EF4-FFF2-40B4-BE49-F238E27FC236}">
                <a16:creationId xmlns:a16="http://schemas.microsoft.com/office/drawing/2014/main" id="{28970A08-AAD4-4503-96CE-6C45F5559449}"/>
              </a:ext>
            </a:extLst>
          </p:cNvPr>
          <p:cNvSpPr>
            <a:spLocks noGrp="1"/>
          </p:cNvSpPr>
          <p:nvPr>
            <p:ph type="sldNum" sz="quarter" idx="12"/>
          </p:nvPr>
        </p:nvSpPr>
        <p:spPr/>
        <p:txBody>
          <a:body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12151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grpSp>
        <p:nvGrpSpPr>
          <p:cNvPr id="167" name="line"/>
          <p:cNvGrpSpPr/>
          <p:nvPr/>
        </p:nvGrpSpPr>
        <p:grpSpPr bwMode="invGray">
          <a:xfrm>
            <a:off x="1522810" y="1514475"/>
            <a:ext cx="10572328" cy="64008"/>
            <a:chOff x="1522413" y="1514475"/>
            <a:chExt cx="10569575" cy="64008"/>
          </a:xfrm>
          <a:solidFill>
            <a:schemeClr val="tx2"/>
          </a:solidFill>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sz="1800">
                <a:ln>
                  <a:noFill/>
                </a:ln>
              </a:endParaRPr>
            </a:p>
          </p:txBody>
        </p:sp>
      </p:grpSp>
      <p:sp>
        <p:nvSpPr>
          <p:cNvPr id="4" name="Date Placeholder 3"/>
          <p:cNvSpPr>
            <a:spLocks noGrp="1"/>
          </p:cNvSpPr>
          <p:nvPr>
            <p:ph type="dt" sz="half" idx="10"/>
          </p:nvPr>
        </p:nvSpPr>
        <p:spPr/>
        <p:txBody>
          <a:bodyPr/>
          <a:lstStyle/>
          <a:p>
            <a:fld id="{9AFE8FB1-0A7A-443E-AAF7-31D4FA1AA312}" type="datetimeFigureOut">
              <a:rPr lang="en-US" smtClean="0"/>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
        <p:nvSpPr>
          <p:cNvPr id="3" name="Content Placeholder 2"/>
          <p:cNvSpPr>
            <a:spLocks noGrp="1"/>
          </p:cNvSpPr>
          <p:nvPr>
            <p:ph idx="1"/>
          </p:nvPr>
        </p:nvSpPr>
        <p:spPr/>
        <p:txBody>
          <a:bodyPr>
            <a:normAutofit/>
          </a:bodyPr>
          <a:lstStyle>
            <a:lvl1pPr>
              <a:defRPr sz="2000">
                <a:solidFill>
                  <a:schemeClr val="accent2">
                    <a:lumMod val="75000"/>
                  </a:schemeClr>
                </a:solidFill>
                <a:latin typeface="Times New Roman" panose="02020603050405020304" pitchFamily="18" charset="0"/>
                <a:cs typeface="Times New Roman" panose="02020603050405020304" pitchFamily="18" charset="0"/>
              </a:defRPr>
            </a:lvl1pPr>
            <a:lvl2pPr marL="548640">
              <a:defRPr sz="2000">
                <a:solidFill>
                  <a:schemeClr val="accent2">
                    <a:lumMod val="75000"/>
                  </a:schemeClr>
                </a:solidFill>
                <a:latin typeface="Times New Roman" panose="02020603050405020304" pitchFamily="18" charset="0"/>
                <a:cs typeface="Times New Roman" panose="02020603050405020304" pitchFamily="18" charset="0"/>
              </a:defRPr>
            </a:lvl2pPr>
            <a:lvl3pPr marL="777240">
              <a:defRPr sz="2000">
                <a:solidFill>
                  <a:schemeClr val="accent2">
                    <a:lumMod val="75000"/>
                  </a:schemeClr>
                </a:solidFill>
                <a:latin typeface="Times New Roman" panose="02020603050405020304" pitchFamily="18" charset="0"/>
                <a:cs typeface="Times New Roman" panose="02020603050405020304" pitchFamily="18" charset="0"/>
              </a:defRPr>
            </a:lvl3pPr>
            <a:lvl4pPr marL="1005840">
              <a:defRPr sz="2000">
                <a:solidFill>
                  <a:schemeClr val="accent2">
                    <a:lumMod val="75000"/>
                  </a:schemeClr>
                </a:solidFill>
                <a:latin typeface="Times New Roman" panose="02020603050405020304" pitchFamily="18" charset="0"/>
                <a:cs typeface="Times New Roman" panose="02020603050405020304" pitchFamily="18" charset="0"/>
              </a:defRPr>
            </a:lvl4pPr>
            <a:lvl5pPr marL="1234440">
              <a:defRPr sz="2000">
                <a:solidFill>
                  <a:schemeClr val="accent2">
                    <a:lumMod val="75000"/>
                  </a:schemeClr>
                </a:solidFill>
                <a:latin typeface="Times New Roman" panose="02020603050405020304" pitchFamily="18" charset="0"/>
                <a:cs typeface="Times New Roman" panose="02020603050405020304" pitchFamily="18" charset="0"/>
              </a:defRPr>
            </a:lvl5pPr>
            <a:lvl6pPr marL="1463040">
              <a:defRPr baseline="0"/>
            </a:lvl6pPr>
            <a:lvl7pPr marL="1691640">
              <a:defRPr baseline="0"/>
            </a:lvl7pPr>
            <a:lvl8pPr marL="1920240">
              <a:defRPr baseline="0"/>
            </a:lvl8pPr>
            <a:lvl9pPr marL="2148840">
              <a:defRPr baseline="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2" name="Title 1"/>
          <p:cNvSpPr>
            <a:spLocks noGrp="1"/>
          </p:cNvSpPr>
          <p:nvPr>
            <p:ph type="title"/>
          </p:nvPr>
        </p:nvSpPr>
        <p:spPr>
          <a:xfrm>
            <a:off x="1522811" y="274638"/>
            <a:ext cx="9146380" cy="1020762"/>
          </a:xfrm>
        </p:spPr>
        <p:txBody>
          <a:bodyPr/>
          <a:lstStyle>
            <a:lvl1pPr algn="ctr">
              <a:defRPr sz="5400">
                <a:latin typeface="Times New Roman" panose="02020603050405020304" pitchFamily="18" charset="0"/>
                <a:cs typeface="Times New Roman" panose="02020603050405020304" pitchFamily="18" charset="0"/>
              </a:defRPr>
            </a:lvl1pPr>
          </a:lstStyle>
          <a:p>
            <a:r>
              <a:rPr lang="en-US" dirty="0"/>
              <a:t>Click to edit Master title style</a:t>
            </a:r>
            <a:endParaRPr dirty="0"/>
          </a:p>
        </p:txBody>
      </p:sp>
    </p:spTree>
    <p:extLst>
      <p:ext uri="{BB962C8B-B14F-4D97-AF65-F5344CB8AC3E}">
        <p14:creationId xmlns:p14="http://schemas.microsoft.com/office/powerpoint/2010/main" val="231460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B45BDD-F7D3-4B1A-88BE-8D9EDCCE830B}"/>
              </a:ext>
            </a:extLst>
          </p:cNvPr>
          <p:cNvSpPr/>
          <p:nvPr userDrawn="1"/>
        </p:nvSpPr>
        <p:spPr>
          <a:xfrm>
            <a:off x="0" y="190"/>
            <a:ext cx="12192000" cy="16735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sz="100"/>
          </a:p>
        </p:txBody>
      </p:sp>
      <p:sp>
        <p:nvSpPr>
          <p:cNvPr id="2" name="Title Placeholder 1">
            <a:extLst>
              <a:ext uri="{FF2B5EF4-FFF2-40B4-BE49-F238E27FC236}">
                <a16:creationId xmlns:a16="http://schemas.microsoft.com/office/drawing/2014/main" id="{B11D616B-116A-4DA8-8747-324ECAFBE200}"/>
              </a:ext>
            </a:extLst>
          </p:cNvPr>
          <p:cNvSpPr>
            <a:spLocks noGrp="1"/>
          </p:cNvSpPr>
          <p:nvPr>
            <p:ph type="title"/>
          </p:nvPr>
        </p:nvSpPr>
        <p:spPr>
          <a:xfrm>
            <a:off x="838200" y="136525"/>
            <a:ext cx="10515600" cy="1399667"/>
          </a:xfrm>
          <a:prstGeom prst="rect">
            <a:avLst/>
          </a:prstGeom>
        </p:spPr>
        <p:txBody>
          <a:bodyPr vert="horz" lIns="91440" tIns="45720" rIns="91440" bIns="45720" rtlCol="0" anchor="ctr">
            <a:noAutofit/>
          </a:bodyPr>
          <a:lstStyle/>
          <a:p>
            <a:r>
              <a:rPr lang="en-US" dirty="0"/>
              <a:t>Click to add Title</a:t>
            </a:r>
            <a:endParaRPr lang="uk-UA" dirty="0"/>
          </a:p>
        </p:txBody>
      </p:sp>
      <p:sp>
        <p:nvSpPr>
          <p:cNvPr id="3" name="Text Placeholder 2">
            <a:extLst>
              <a:ext uri="{FF2B5EF4-FFF2-40B4-BE49-F238E27FC236}">
                <a16:creationId xmlns:a16="http://schemas.microsoft.com/office/drawing/2014/main" id="{3CFCB574-1063-4B43-B63E-85512CC99A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uk-UA"/>
          </a:p>
        </p:txBody>
      </p:sp>
      <p:sp>
        <p:nvSpPr>
          <p:cNvPr id="4" name="Date Placeholder 3">
            <a:extLst>
              <a:ext uri="{FF2B5EF4-FFF2-40B4-BE49-F238E27FC236}">
                <a16:creationId xmlns:a16="http://schemas.microsoft.com/office/drawing/2014/main" id="{96B5D32C-0D2C-48EE-A6E0-6675C25A3B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3C6BB-94B4-4057-A3BC-13D6F990109B}" type="datetimeFigureOut">
              <a:rPr lang="en-US" noProof="0" smtClean="0"/>
              <a:t>12/4/2024</a:t>
            </a:fld>
            <a:endParaRPr lang="en-US" noProof="0"/>
          </a:p>
        </p:txBody>
      </p:sp>
      <p:sp>
        <p:nvSpPr>
          <p:cNvPr id="5" name="Footer Placeholder 4">
            <a:extLst>
              <a:ext uri="{FF2B5EF4-FFF2-40B4-BE49-F238E27FC236}">
                <a16:creationId xmlns:a16="http://schemas.microsoft.com/office/drawing/2014/main" id="{A10C77C9-2CF6-404C-92B6-BCEB6C708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a:p>
        </p:txBody>
      </p:sp>
      <p:sp>
        <p:nvSpPr>
          <p:cNvPr id="6" name="Slide Number Placeholder 5">
            <a:extLst>
              <a:ext uri="{FF2B5EF4-FFF2-40B4-BE49-F238E27FC236}">
                <a16:creationId xmlns:a16="http://schemas.microsoft.com/office/drawing/2014/main" id="{290B5D02-ADE3-4D86-BED1-C129444880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F6F2DD-221D-4991-BA23-B2C16AFFF246}" type="slidenum">
              <a:rPr lang="en-US" noProof="0" smtClean="0"/>
              <a:t>‹#›</a:t>
            </a:fld>
            <a:endParaRPr lang="en-US" noProof="0"/>
          </a:p>
        </p:txBody>
      </p:sp>
    </p:spTree>
    <p:extLst>
      <p:ext uri="{BB962C8B-B14F-4D97-AF65-F5344CB8AC3E}">
        <p14:creationId xmlns:p14="http://schemas.microsoft.com/office/powerpoint/2010/main" val="2526419463"/>
      </p:ext>
    </p:extLst>
  </p:cSld>
  <p:clrMap bg1="lt1" tx1="dk1" bg2="lt2" tx2="dk2" accent1="accent1" accent2="accent2" accent3="accent3" accent4="accent4" accent5="accent5" accent6="accent6" hlink="hlink" folHlink="folHlink"/>
  <p:sldLayoutIdLst>
    <p:sldLayoutId id="2147483662" r:id="rId1"/>
    <p:sldLayoutId id="2147483669" r:id="rId2"/>
    <p:sldLayoutId id="2147483663" r:id="rId3"/>
    <p:sldLayoutId id="2147483664" r:id="rId4"/>
    <p:sldLayoutId id="2147483665" r:id="rId5"/>
    <p:sldLayoutId id="2147483666" r:id="rId6"/>
    <p:sldLayoutId id="2147483667" r:id="rId7"/>
    <p:sldLayoutId id="2147483668" r:id="rId8"/>
    <p:sldLayoutId id="2147483661" r:id="rId9"/>
    <p:sldLayoutId id="2147483670" r:id="rId10"/>
    <p:sldLayoutId id="2147483671" r:id="rId11"/>
  </p:sldLayoutIdLst>
  <p:txStyles>
    <p:titleStyle>
      <a:lvl1pPr algn="l" defTabSz="914400" rtl="0" eaLnBrk="1" latinLnBrk="0" hangingPunct="1">
        <a:lnSpc>
          <a:spcPct val="90000"/>
        </a:lnSpc>
        <a:spcBef>
          <a:spcPct val="0"/>
        </a:spcBef>
        <a:buNone/>
        <a:defRPr sz="88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F71C6C-EE80-4C36-BBC7-2AA977E2745B}"/>
              </a:ext>
            </a:extLst>
          </p:cNvPr>
          <p:cNvSpPr>
            <a:spLocks noGrp="1"/>
          </p:cNvSpPr>
          <p:nvPr>
            <p:ph type="title"/>
          </p:nvPr>
        </p:nvSpPr>
        <p:spPr>
          <a:xfrm>
            <a:off x="2913530" y="2366682"/>
            <a:ext cx="8650941" cy="1938455"/>
          </a:xfrm>
        </p:spPr>
        <p:txBody>
          <a:bodyPr/>
          <a:lstStyle/>
          <a:p>
            <a:r>
              <a:rPr lang="en-US" sz="6000" dirty="0">
                <a:solidFill>
                  <a:schemeClr val="accent2">
                    <a:lumMod val="75000"/>
                  </a:schemeClr>
                </a:solidFill>
                <a:latin typeface="Times New Roman" panose="02020603050405020304" pitchFamily="18" charset="0"/>
                <a:cs typeface="Times New Roman" panose="02020603050405020304" pitchFamily="18" charset="0"/>
              </a:rPr>
              <a:t>Problem Identification, Funding and Spending</a:t>
            </a:r>
          </a:p>
        </p:txBody>
      </p:sp>
    </p:spTree>
    <p:extLst>
      <p:ext uri="{BB962C8B-B14F-4D97-AF65-F5344CB8AC3E}">
        <p14:creationId xmlns:p14="http://schemas.microsoft.com/office/powerpoint/2010/main" val="967404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56394-B653-4473-9DD5-7303581468FE}"/>
              </a:ext>
            </a:extLst>
          </p:cNvPr>
          <p:cNvSpPr>
            <a:spLocks noGrp="1"/>
          </p:cNvSpPr>
          <p:nvPr>
            <p:ph type="title"/>
          </p:nvPr>
        </p:nvSpPr>
        <p:spPr/>
        <p:txBody>
          <a:bodyPr/>
          <a:lstStyle/>
          <a:p>
            <a:r>
              <a:rPr lang="en-US" sz="4000" dirty="0">
                <a:solidFill>
                  <a:schemeClr val="bg1"/>
                </a:solidFill>
                <a:effectLst/>
                <a:latin typeface="Times New Roman" panose="02020603050405020304" pitchFamily="18" charset="0"/>
                <a:ea typeface="Times New Roman" panose="02020603050405020304" pitchFamily="18" charset="0"/>
              </a:rPr>
              <a:t>In the field of </a:t>
            </a:r>
            <a:r>
              <a:rPr lang="en-US" sz="4000" b="1" dirty="0">
                <a:solidFill>
                  <a:schemeClr val="bg1"/>
                </a:solidFill>
                <a:effectLst/>
                <a:latin typeface="Times New Roman" panose="02020603050405020304" pitchFamily="18" charset="0"/>
                <a:ea typeface="Times New Roman" panose="02020603050405020304" pitchFamily="18" charset="0"/>
              </a:rPr>
              <a:t>social work</a:t>
            </a:r>
            <a:r>
              <a:rPr lang="en-US" sz="4000" dirty="0">
                <a:solidFill>
                  <a:schemeClr val="bg1"/>
                </a:solidFill>
                <a:effectLst/>
                <a:latin typeface="Times New Roman" panose="02020603050405020304" pitchFamily="18" charset="0"/>
                <a:ea typeface="Times New Roman" panose="02020603050405020304" pitchFamily="18" charset="0"/>
              </a:rPr>
              <a:t>, </a:t>
            </a:r>
            <a:r>
              <a:rPr lang="en-US" sz="4000" b="1" dirty="0">
                <a:solidFill>
                  <a:schemeClr val="bg1"/>
                </a:solidFill>
                <a:effectLst/>
                <a:latin typeface="Times New Roman" panose="02020603050405020304" pitchFamily="18" charset="0"/>
                <a:ea typeface="Times New Roman" panose="02020603050405020304" pitchFamily="18" charset="0"/>
              </a:rPr>
              <a:t>problem identification</a:t>
            </a:r>
            <a:r>
              <a:rPr lang="en-US" sz="4000" dirty="0">
                <a:solidFill>
                  <a:schemeClr val="bg1"/>
                </a:solidFill>
                <a:effectLst/>
                <a:latin typeface="Times New Roman" panose="02020603050405020304" pitchFamily="18" charset="0"/>
                <a:ea typeface="Times New Roman" panose="02020603050405020304" pitchFamily="18" charset="0"/>
              </a:rPr>
              <a:t>, </a:t>
            </a:r>
            <a:r>
              <a:rPr lang="en-US" sz="4000" b="1" dirty="0">
                <a:solidFill>
                  <a:schemeClr val="bg1"/>
                </a:solidFill>
                <a:effectLst/>
                <a:latin typeface="Times New Roman" panose="02020603050405020304" pitchFamily="18" charset="0"/>
                <a:ea typeface="Times New Roman" panose="02020603050405020304" pitchFamily="18" charset="0"/>
              </a:rPr>
              <a:t>funding</a:t>
            </a:r>
            <a:r>
              <a:rPr lang="en-US" sz="4000" dirty="0">
                <a:solidFill>
                  <a:schemeClr val="bg1"/>
                </a:solidFill>
                <a:effectLst/>
                <a:latin typeface="Times New Roman" panose="02020603050405020304" pitchFamily="18" charset="0"/>
                <a:ea typeface="Times New Roman" panose="02020603050405020304" pitchFamily="18" charset="0"/>
              </a:rPr>
              <a:t>, and </a:t>
            </a:r>
            <a:r>
              <a:rPr lang="en-US" sz="4000" b="1" dirty="0">
                <a:solidFill>
                  <a:schemeClr val="bg1"/>
                </a:solidFill>
                <a:effectLst/>
                <a:latin typeface="Times New Roman" panose="02020603050405020304" pitchFamily="18" charset="0"/>
                <a:ea typeface="Times New Roman" panose="02020603050405020304" pitchFamily="18" charset="0"/>
              </a:rPr>
              <a:t>spending</a:t>
            </a:r>
            <a:r>
              <a:rPr lang="en-US" sz="4000" dirty="0">
                <a:solidFill>
                  <a:schemeClr val="bg1"/>
                </a:solidFill>
                <a:effectLst/>
                <a:latin typeface="Times New Roman" panose="02020603050405020304" pitchFamily="18" charset="0"/>
                <a:ea typeface="Times New Roman" panose="02020603050405020304" pitchFamily="18" charset="0"/>
              </a:rPr>
              <a:t> are crucial elements that help social workers address the needs of individuals, families, and communities. </a:t>
            </a:r>
            <a:endParaRPr lang="en-US" sz="19900" dirty="0">
              <a:solidFill>
                <a:schemeClr val="bg1"/>
              </a:solidFill>
            </a:endParaRPr>
          </a:p>
        </p:txBody>
      </p:sp>
    </p:spTree>
    <p:extLst>
      <p:ext uri="{BB962C8B-B14F-4D97-AF65-F5344CB8AC3E}">
        <p14:creationId xmlns:p14="http://schemas.microsoft.com/office/powerpoint/2010/main" val="2314344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Problem identification refers to recognizing and understanding the issues that individuals, families, or communities face. This is a foundational step in the social work process because it guides the direction of interventions and helps in setting priorities for the resources available.</a:t>
            </a:r>
          </a:p>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It is a crucial first step in the social work process because it helps social workers determine the most effective ways to address these problems and develop appropriate intervention strategies. The goal is to fully understand the problem before moving forward with any solutions.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Problem Identification in Social Work</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321385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a:xfrm>
            <a:off x="838199" y="1825625"/>
            <a:ext cx="11040035" cy="4512422"/>
          </a:xfrm>
        </p:spPr>
        <p:txBody>
          <a:bodyPr>
            <a:normAutofit fontScale="92500" lnSpcReduction="20000"/>
          </a:bodyPr>
          <a:lstStyle/>
          <a:p>
            <a:pPr marL="457200" lvl="1" indent="0">
              <a:lnSpc>
                <a:spcPct val="107000"/>
              </a:lnSpc>
              <a:spcBef>
                <a:spcPts val="0"/>
              </a:spcBef>
              <a:spcAft>
                <a:spcPts val="800"/>
              </a:spcAft>
              <a:buNone/>
              <a:tabLst>
                <a:tab pos="914400" algn="l"/>
              </a:tabLst>
            </a:pPr>
            <a:r>
              <a:rPr lang="en-US" sz="2500" b="1" dirty="0">
                <a:effectLst/>
                <a:ea typeface="Times New Roman" panose="02020603050405020304" pitchFamily="18" charset="0"/>
              </a:rPr>
              <a:t>1. Assessment</a:t>
            </a:r>
            <a:r>
              <a:rPr lang="en-US" sz="2500" dirty="0">
                <a:effectLst/>
                <a:ea typeface="Times New Roman" panose="02020603050405020304" pitchFamily="18" charset="0"/>
              </a:rPr>
              <a:t>: Social workers gather information through interviews, surveys, or direct observation. </a:t>
            </a:r>
          </a:p>
          <a:p>
            <a:pPr marL="457200" marR="0" lvl="1" indent="0">
              <a:lnSpc>
                <a:spcPct val="107000"/>
              </a:lnSpc>
              <a:spcBef>
                <a:spcPts val="0"/>
              </a:spcBef>
              <a:spcAft>
                <a:spcPts val="800"/>
              </a:spcAft>
              <a:buNone/>
              <a:tabLst>
                <a:tab pos="914400" algn="l"/>
              </a:tabLst>
            </a:pPr>
            <a:r>
              <a:rPr lang="en-US" sz="2500" dirty="0">
                <a:effectLst/>
                <a:ea typeface="Times New Roman" panose="02020603050405020304" pitchFamily="18" charset="0"/>
              </a:rPr>
              <a:t>A social worker might start by interviewing a family experiencing financial difficulties to gather background information about their situation. </a:t>
            </a:r>
            <a:r>
              <a:rPr lang="en-US" sz="2500" dirty="0">
                <a:effectLst/>
                <a:ea typeface="Calibri" panose="020F0502020204030204" pitchFamily="34" charset="0"/>
              </a:rPr>
              <a:t>In a case of homelessness, the problem may involve not just a lack of housing but also issues like unemployment, addiction, or mental health challenges.</a:t>
            </a:r>
          </a:p>
          <a:p>
            <a:pPr marL="457200" marR="0" lvl="1" indent="0">
              <a:lnSpc>
                <a:spcPct val="107000"/>
              </a:lnSpc>
              <a:spcBef>
                <a:spcPts val="0"/>
              </a:spcBef>
              <a:spcAft>
                <a:spcPts val="800"/>
              </a:spcAft>
              <a:buNone/>
              <a:tabLst>
                <a:tab pos="914400" algn="l"/>
              </a:tabLst>
            </a:pPr>
            <a:r>
              <a:rPr lang="en-US" sz="2500" dirty="0">
                <a:effectLst/>
                <a:ea typeface="Calibri" panose="020F0502020204030204" pitchFamily="34" charset="0"/>
              </a:rPr>
              <a:t> </a:t>
            </a:r>
            <a:r>
              <a:rPr lang="en-US" sz="2500" dirty="0">
                <a:effectLst/>
                <a:ea typeface="Times New Roman" panose="02020603050405020304" pitchFamily="18" charset="0"/>
              </a:rPr>
              <a:t>A social worker helping a teenager with substance abuse might gather information from the teenager, their family, and school counselors </a:t>
            </a:r>
            <a:endParaRPr lang="en-US" sz="2500" dirty="0">
              <a:effectLst/>
              <a:ea typeface="Calibri" panose="020F0502020204030204" pitchFamily="34" charset="0"/>
            </a:endParaRPr>
          </a:p>
          <a:p>
            <a:pPr marL="457200" marR="0" lvl="1" indent="0">
              <a:lnSpc>
                <a:spcPct val="107000"/>
              </a:lnSpc>
              <a:spcBef>
                <a:spcPts val="0"/>
              </a:spcBef>
              <a:spcAft>
                <a:spcPts val="800"/>
              </a:spcAft>
              <a:buNone/>
              <a:tabLst>
                <a:tab pos="914400" algn="l"/>
              </a:tabLst>
            </a:pPr>
            <a:r>
              <a:rPr lang="en-US" sz="2500" b="1" dirty="0">
                <a:effectLst/>
                <a:ea typeface="Times New Roman" panose="02020603050405020304" pitchFamily="18" charset="0"/>
              </a:rPr>
              <a:t>2. Analyzing Needs</a:t>
            </a:r>
            <a:r>
              <a:rPr lang="en-US" sz="2500" dirty="0">
                <a:effectLst/>
                <a:ea typeface="Times New Roman" panose="02020603050405020304" pitchFamily="18" charset="0"/>
              </a:rPr>
              <a:t>: Once information is collected, social workers analyze it to determine the most pressing needs and the causes of those problems.</a:t>
            </a:r>
          </a:p>
          <a:p>
            <a:pPr marL="457200" marR="0" lvl="1" indent="0">
              <a:lnSpc>
                <a:spcPct val="107000"/>
              </a:lnSpc>
              <a:spcBef>
                <a:spcPts val="0"/>
              </a:spcBef>
              <a:spcAft>
                <a:spcPts val="800"/>
              </a:spcAft>
              <a:buSzPts val="1000"/>
              <a:buNone/>
              <a:tabLst>
                <a:tab pos="914400" algn="l"/>
              </a:tabLst>
            </a:pPr>
            <a:r>
              <a:rPr lang="en-US" sz="2500" dirty="0">
                <a:effectLst/>
                <a:ea typeface="Times New Roman" panose="02020603050405020304" pitchFamily="18" charset="0"/>
              </a:rPr>
              <a:t>A social worker consider the family dynamics or neighborhood influences when working with a young person involved in gang activity.</a:t>
            </a:r>
            <a:endParaRPr lang="en-US" sz="2500" dirty="0">
              <a:effectLst/>
              <a:ea typeface="Calibri" panose="020F0502020204030204" pitchFamily="34" charset="0"/>
            </a:endParaRPr>
          </a:p>
          <a:p>
            <a:pPr marL="742950" marR="0" lvl="1" indent="-285750">
              <a:lnSpc>
                <a:spcPct val="107000"/>
              </a:lnSpc>
              <a:spcBef>
                <a:spcPts val="0"/>
              </a:spcBef>
              <a:spcAft>
                <a:spcPts val="800"/>
              </a:spcAft>
              <a:buFont typeface="+mj-lt"/>
              <a:buAutoNum type="arabicPeriod"/>
              <a:tabLst>
                <a:tab pos="914400" algn="l"/>
              </a:tabLst>
            </a:pPr>
            <a:endParaRPr lang="en-US" sz="2500" dirty="0">
              <a:effectLst/>
              <a:ea typeface="Calibri" panose="020F0502020204030204" pitchFamily="34" charset="0"/>
            </a:endParaRPr>
          </a:p>
          <a:p>
            <a:pPr marL="742950" marR="0" lvl="1" indent="-285750">
              <a:lnSpc>
                <a:spcPct val="107000"/>
              </a:lnSpc>
              <a:spcBef>
                <a:spcPts val="0"/>
              </a:spcBef>
              <a:spcAft>
                <a:spcPts val="800"/>
              </a:spcAft>
              <a:buFont typeface="+mj-lt"/>
              <a:buAutoNum type="arabicPeriod"/>
              <a:tabLst>
                <a:tab pos="91440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pPr algn="l"/>
            <a:r>
              <a:rPr lang="en-US" sz="4400" b="1" dirty="0">
                <a:effectLst/>
                <a:latin typeface="Times New Roman" panose="02020603050405020304" pitchFamily="18" charset="0"/>
                <a:ea typeface="Times New Roman" panose="02020603050405020304" pitchFamily="18" charset="0"/>
                <a:cs typeface="Times New Roman" panose="02020603050405020304" pitchFamily="18" charset="0"/>
              </a:rPr>
              <a:t>Steps in Problem Identification</a:t>
            </a:r>
            <a:endParaRPr lang="en-US" dirty="0"/>
          </a:p>
        </p:txBody>
      </p:sp>
    </p:spTree>
    <p:extLst>
      <p:ext uri="{BB962C8B-B14F-4D97-AF65-F5344CB8AC3E}">
        <p14:creationId xmlns:p14="http://schemas.microsoft.com/office/powerpoint/2010/main" val="135107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p:txBody>
          <a:bodyPr>
            <a:normAutofit fontScale="85000" lnSpcReduction="10000"/>
          </a:bodyPr>
          <a:lstStyle/>
          <a:p>
            <a:pPr marL="457200" marR="0" lvl="1" indent="0">
              <a:lnSpc>
                <a:spcPct val="107000"/>
              </a:lnSpc>
              <a:spcBef>
                <a:spcPts val="0"/>
              </a:spcBef>
              <a:spcAft>
                <a:spcPts val="800"/>
              </a:spcAft>
              <a:buNone/>
              <a:tabLst>
                <a:tab pos="914400" algn="l"/>
              </a:tabLst>
            </a:pPr>
            <a:r>
              <a:rPr lang="en-US" sz="2500" b="1" dirty="0">
                <a:effectLst/>
                <a:ea typeface="Times New Roman" panose="02020603050405020304" pitchFamily="18" charset="0"/>
              </a:rPr>
              <a:t>3. Defining the Problem</a:t>
            </a:r>
            <a:r>
              <a:rPr lang="en-US" sz="2500" dirty="0">
                <a:effectLst/>
                <a:ea typeface="Times New Roman" panose="02020603050405020304" pitchFamily="18" charset="0"/>
              </a:rPr>
              <a:t>: Clearly defining the problem allows social workers to focus on specific issues. It also helps in ensuring that all (clients, community, funders) understand the problem in the same way.</a:t>
            </a:r>
          </a:p>
          <a:p>
            <a:pPr marL="457200" marR="0" lvl="1" indent="0">
              <a:lnSpc>
                <a:spcPct val="107000"/>
              </a:lnSpc>
              <a:spcBef>
                <a:spcPts val="0"/>
              </a:spcBef>
              <a:spcAft>
                <a:spcPts val="800"/>
              </a:spcAft>
              <a:buSzPts val="1000"/>
              <a:buNone/>
              <a:tabLst>
                <a:tab pos="914400" algn="l"/>
              </a:tabLst>
            </a:pPr>
            <a:r>
              <a:rPr lang="en-US" sz="2500" dirty="0">
                <a:effectLst/>
                <a:ea typeface="Times New Roman" panose="02020603050405020304" pitchFamily="18" charset="0"/>
              </a:rPr>
              <a:t>Instead of broadly saying, "The client has emotional problems," the social worker might define the problem as "The client is dealing with anxiety caused by past trauma."</a:t>
            </a:r>
            <a:endParaRPr lang="en-US" sz="2500" dirty="0">
              <a:effectLst/>
              <a:ea typeface="Calibri" panose="020F0502020204030204" pitchFamily="34" charset="0"/>
            </a:endParaRPr>
          </a:p>
          <a:p>
            <a:pPr marL="742950" marR="0" lvl="1" indent="-285750">
              <a:lnSpc>
                <a:spcPct val="107000"/>
              </a:lnSpc>
              <a:spcBef>
                <a:spcPts val="0"/>
              </a:spcBef>
              <a:spcAft>
                <a:spcPts val="800"/>
              </a:spcAft>
              <a:buFont typeface="+mj-lt"/>
              <a:buAutoNum type="arabicPeriod"/>
              <a:tabLst>
                <a:tab pos="914400" algn="l"/>
              </a:tabLst>
            </a:pPr>
            <a:endParaRPr lang="en-US" sz="2500" dirty="0">
              <a:effectLst/>
              <a:ea typeface="Calibri" panose="020F0502020204030204" pitchFamily="34" charset="0"/>
            </a:endParaRPr>
          </a:p>
          <a:p>
            <a:pPr marL="457200" marR="0" lvl="1" indent="0">
              <a:lnSpc>
                <a:spcPct val="107000"/>
              </a:lnSpc>
              <a:spcBef>
                <a:spcPts val="0"/>
              </a:spcBef>
              <a:spcAft>
                <a:spcPts val="800"/>
              </a:spcAft>
              <a:buNone/>
              <a:tabLst>
                <a:tab pos="914400" algn="l"/>
              </a:tabLst>
            </a:pPr>
            <a:r>
              <a:rPr lang="en-US" sz="2500" b="1" dirty="0">
                <a:effectLst/>
                <a:ea typeface="Times New Roman" panose="02020603050405020304" pitchFamily="18" charset="0"/>
              </a:rPr>
              <a:t>4. Prioritization</a:t>
            </a:r>
            <a:r>
              <a:rPr lang="en-US" sz="2500" dirty="0">
                <a:effectLst/>
                <a:ea typeface="Times New Roman" panose="02020603050405020304" pitchFamily="18" charset="0"/>
              </a:rPr>
              <a:t>: Some issues may be more urgent than others. Social workers prioritize problems based on severity, available resources, and the impact on the community or individual.</a:t>
            </a:r>
          </a:p>
          <a:p>
            <a:pPr marL="457200" marR="0" lvl="1" indent="0">
              <a:lnSpc>
                <a:spcPct val="107000"/>
              </a:lnSpc>
              <a:spcBef>
                <a:spcPts val="0"/>
              </a:spcBef>
              <a:spcAft>
                <a:spcPts val="800"/>
              </a:spcAft>
              <a:buSzPts val="1000"/>
              <a:buNone/>
              <a:tabLst>
                <a:tab pos="914400" algn="l"/>
              </a:tabLst>
            </a:pPr>
            <a:r>
              <a:rPr lang="en-US" sz="2500" dirty="0">
                <a:effectLst/>
                <a:ea typeface="Times New Roman" panose="02020603050405020304" pitchFamily="18" charset="0"/>
              </a:rPr>
              <a:t>If a client is facing both addiction and mental health issues, the social worker might prioritize addressing the addiction first if it’s directly affecting the person’s ability to seek treatment for their mental health.</a:t>
            </a:r>
            <a:endParaRPr lang="en-US" sz="2500" dirty="0">
              <a:effectLst/>
              <a:ea typeface="Calibri" panose="020F0502020204030204" pitchFamily="34" charset="0"/>
            </a:endParaRPr>
          </a:p>
          <a:p>
            <a:pPr algn="just"/>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693625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6F87974-17B4-4E8B-84B4-7249A5EDDED0}"/>
              </a:ext>
            </a:extLst>
          </p:cNvPr>
          <p:cNvSpPr>
            <a:spLocks noGrp="1"/>
          </p:cNvSpPr>
          <p:nvPr>
            <p:ph type="title"/>
          </p:nvPr>
        </p:nvSpPr>
        <p:spPr/>
        <p:txBody>
          <a:bodyPr/>
          <a:lstStyle/>
          <a:p>
            <a:br>
              <a:rPr lang="en-US" sz="3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3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 social worker identifies that a neighborhood has a high rate of substance abuse, poor housing conditions, and lack of access to mental health services. They may focus first on substance abuse as the key problem to address, given its potential to affect other issues.</a:t>
            </a:r>
            <a:br>
              <a:rPr lang="en-US" sz="80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3009162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Identifying problems accurately ensures that resources are used effectively. For example, funding can be directed toward areas that need immediate attention.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rPr>
              <a:t>When clients see that social workers understand their problems fully, it help to build trust and cooperation, making the intervention process more effective.</a:t>
            </a:r>
          </a:p>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Proper identification leads to long-term solutions, as social workers can design programs and services that address not just the immediate crisis but also the underlying causes.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By clearly identifying the problem, social workers can design targeted interventions that address the root cause, rather than just treating the symptoms.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r>
              <a:rPr lang="en-US" sz="4400" dirty="0"/>
              <a:t>Why Problem Identification is important</a:t>
            </a:r>
          </a:p>
        </p:txBody>
      </p:sp>
    </p:spTree>
    <p:extLst>
      <p:ext uri="{BB962C8B-B14F-4D97-AF65-F5344CB8AC3E}">
        <p14:creationId xmlns:p14="http://schemas.microsoft.com/office/powerpoint/2010/main" val="1910825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social worker may be assigned to a family where children are frequently absent from school. By assessing the situation, the social worker might identify several contributing problems: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family struggles financially, leading to a lack of transportation to school.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parents are overwhelmed and unable to provide proper supervision or encouragement.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mj-lt"/>
              <a:buAutoNum type="arabicPeriod"/>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children are dealing with stress and anxiety, possibly due to family tensions or bullying.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19359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Funding refers to the financial resources required to implement social work interventions and programs. It comes from a variety of sources, and securing adequate funding is one of the biggest challenges in social work.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718939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F6D828-5081-44FB-81EA-FAD8AAAEEAA6}"/>
              </a:ext>
            </a:extLst>
          </p:cNvPr>
          <p:cNvSpPr>
            <a:spLocks noGrp="1"/>
          </p:cNvSpPr>
          <p:nvPr>
            <p:ph idx="1"/>
          </p:nvPr>
        </p:nvSpPr>
        <p:spPr/>
        <p:txBody>
          <a:bodyPr/>
          <a:lstStyle/>
          <a:p>
            <a:pPr algn="just"/>
            <a:r>
              <a:rPr lang="en-US" sz="1800" b="1" dirty="0">
                <a:effectLst/>
                <a:latin typeface="Times New Roman" panose="02020603050405020304" pitchFamily="18" charset="0"/>
                <a:ea typeface="Times New Roman" panose="02020603050405020304" pitchFamily="18" charset="0"/>
              </a:rPr>
              <a:t>Government Funds</a:t>
            </a:r>
          </a:p>
          <a:p>
            <a:pPr algn="just"/>
            <a:r>
              <a:rPr lang="en-US" sz="1800" b="1" dirty="0">
                <a:effectLst/>
                <a:latin typeface="Times New Roman" panose="02020603050405020304" pitchFamily="18" charset="0"/>
                <a:ea typeface="Times New Roman" panose="02020603050405020304" pitchFamily="18" charset="0"/>
              </a:rPr>
              <a:t>Private Donations</a:t>
            </a:r>
            <a:endParaRPr lang="en-US" sz="1800" b="1" dirty="0">
              <a:ea typeface="Times New Roman" panose="02020603050405020304" pitchFamily="18" charset="0"/>
            </a:endParaRPr>
          </a:p>
          <a:p>
            <a:pPr algn="just"/>
            <a:r>
              <a:rPr lang="en-US" sz="1800" b="1" dirty="0">
                <a:effectLst/>
                <a:latin typeface="Times New Roman" panose="02020603050405020304" pitchFamily="18" charset="0"/>
                <a:ea typeface="Times New Roman" panose="02020603050405020304" pitchFamily="18" charset="0"/>
              </a:rPr>
              <a:t>Fundraising events </a:t>
            </a:r>
            <a:endParaRPr lang="en-US" dirty="0"/>
          </a:p>
        </p:txBody>
      </p:sp>
      <p:sp>
        <p:nvSpPr>
          <p:cNvPr id="3" name="Title 2">
            <a:extLst>
              <a:ext uri="{FF2B5EF4-FFF2-40B4-BE49-F238E27FC236}">
                <a16:creationId xmlns:a16="http://schemas.microsoft.com/office/drawing/2014/main" id="{0032CA6E-1DA2-4CC6-B171-26A4AC85A5C9}"/>
              </a:ext>
            </a:extLst>
          </p:cNvPr>
          <p:cNvSpPr>
            <a:spLocks noGrp="1"/>
          </p:cNvSpPr>
          <p:nvPr>
            <p:ph type="title"/>
          </p:nvPr>
        </p:nvSpPr>
        <p:spPr/>
        <p:txBody>
          <a:bodyPr/>
          <a:lstStyle/>
          <a:p>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Sources of Funding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Tree>
    <p:extLst>
      <p:ext uri="{BB962C8B-B14F-4D97-AF65-F5344CB8AC3E}">
        <p14:creationId xmlns:p14="http://schemas.microsoft.com/office/powerpoint/2010/main" val="275265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D091C2-56B2-4B9C-85C4-05E40CADFB3F}"/>
              </a:ext>
            </a:extLst>
          </p:cNvPr>
          <p:cNvSpPr>
            <a:spLocks noGrp="1"/>
          </p:cNvSpPr>
          <p:nvPr>
            <p:ph idx="1"/>
          </p:nvPr>
        </p:nvSpPr>
        <p:spPr/>
        <p:txBody>
          <a:bodyPr>
            <a:normAutofit/>
          </a:bodyPr>
          <a:lstStyle/>
          <a:p>
            <a:r>
              <a:rPr lang="en-US" dirty="0"/>
              <a:t>Government funds from </a:t>
            </a:r>
            <a:r>
              <a:rPr lang="en-US" b="1" dirty="0"/>
              <a:t>public resources</a:t>
            </a:r>
            <a:r>
              <a:rPr lang="en-US" dirty="0"/>
              <a:t>, primarily raised through </a:t>
            </a:r>
            <a:r>
              <a:rPr lang="en-US" b="1" dirty="0"/>
              <a:t>taxation</a:t>
            </a:r>
            <a:r>
              <a:rPr lang="en-US" dirty="0"/>
              <a:t>, such as income taxes, sales taxes, property taxes, and corporate taxes.</a:t>
            </a:r>
          </a:p>
          <a:p>
            <a:r>
              <a:rPr lang="en-US" dirty="0"/>
              <a:t>These funds are used to finance </a:t>
            </a:r>
            <a:r>
              <a:rPr lang="en-US" b="1" dirty="0"/>
              <a:t>public goods and services</a:t>
            </a:r>
            <a:r>
              <a:rPr lang="en-US" dirty="0"/>
              <a:t> that benefit the entire society, such as </a:t>
            </a:r>
            <a:r>
              <a:rPr lang="en-US" b="1" dirty="0"/>
              <a:t>education</a:t>
            </a:r>
            <a:r>
              <a:rPr lang="en-US" dirty="0"/>
              <a:t>, </a:t>
            </a:r>
            <a:r>
              <a:rPr lang="en-US" b="1" dirty="0"/>
              <a:t>healthcare</a:t>
            </a:r>
            <a:r>
              <a:rPr lang="en-US" dirty="0"/>
              <a:t>, </a:t>
            </a:r>
            <a:r>
              <a:rPr lang="en-US" b="1" dirty="0"/>
              <a:t>national defense</a:t>
            </a:r>
            <a:r>
              <a:rPr lang="en-US" dirty="0"/>
              <a:t>, </a:t>
            </a:r>
            <a:r>
              <a:rPr lang="en-US" b="1" dirty="0"/>
              <a:t>infrastructure</a:t>
            </a:r>
            <a:r>
              <a:rPr lang="en-US" dirty="0"/>
              <a:t>, </a:t>
            </a:r>
            <a:r>
              <a:rPr lang="en-US" b="1" dirty="0"/>
              <a:t>social welfare programs</a:t>
            </a:r>
            <a:r>
              <a:rPr lang="en-US" dirty="0"/>
              <a:t>, and other services that ensure the well-being of citizens.</a:t>
            </a:r>
          </a:p>
          <a:p>
            <a:r>
              <a:rPr lang="en-US" dirty="0"/>
              <a:t>Government funds are usually </a:t>
            </a:r>
            <a:r>
              <a:rPr lang="en-US" b="1" dirty="0"/>
              <a:t>subject to restrictions</a:t>
            </a:r>
            <a:r>
              <a:rPr lang="en-US" dirty="0"/>
              <a:t>. They are allocated through </a:t>
            </a:r>
            <a:r>
              <a:rPr lang="en-US" b="1" dirty="0"/>
              <a:t>budgetary processes</a:t>
            </a:r>
            <a:r>
              <a:rPr lang="en-US" dirty="0"/>
              <a:t> that are determined by legislative bodies, and they can only be used for specific purposes as defined by law. These funds must comply with strict regulations and policies governing their use.</a:t>
            </a:r>
          </a:p>
          <a:p>
            <a:endParaRPr lang="en-US" b="0" i="0" dirty="0">
              <a:solidFill>
                <a:schemeClr val="accent2">
                  <a:lumMod val="75000"/>
                </a:schemeClr>
              </a:solidFill>
              <a:effectLst/>
              <a:latin typeface="Plusjakartasans"/>
            </a:endParaRPr>
          </a:p>
        </p:txBody>
      </p:sp>
      <p:sp>
        <p:nvSpPr>
          <p:cNvPr id="3" name="Title 2">
            <a:extLst>
              <a:ext uri="{FF2B5EF4-FFF2-40B4-BE49-F238E27FC236}">
                <a16:creationId xmlns:a16="http://schemas.microsoft.com/office/drawing/2014/main" id="{CC5CC0D9-A926-48DD-AE78-84D28CBD8D0E}"/>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797307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E7E190-D759-4E50-BB1E-AD7188FF16A8}"/>
              </a:ext>
            </a:extLst>
          </p:cNvPr>
          <p:cNvSpPr>
            <a:spLocks noGrp="1"/>
          </p:cNvSpPr>
          <p:nvPr>
            <p:ph idx="1"/>
          </p:nvPr>
        </p:nvSpPr>
        <p:spPr/>
        <p:txBody>
          <a:bodyPr>
            <a:normAutofit/>
          </a:bodyPr>
          <a:lstStyle/>
          <a:p>
            <a:r>
              <a:rPr lang="en-US" dirty="0"/>
              <a:t>Private donations come from </a:t>
            </a:r>
            <a:r>
              <a:rPr lang="en-US" b="1" dirty="0"/>
              <a:t>individuals, corporations, foundations</a:t>
            </a:r>
            <a:r>
              <a:rPr lang="en-US" dirty="0"/>
              <a:t>, or other private entities. They are typically voluntary contributions, often made for philanthropic or charitable purposes. Donations can be in the form of money, goods, or services.</a:t>
            </a:r>
          </a:p>
          <a:p>
            <a:r>
              <a:rPr lang="en-US" dirty="0"/>
              <a:t>Donations are typically made to support </a:t>
            </a:r>
            <a:r>
              <a:rPr lang="en-US" b="1" dirty="0"/>
              <a:t>specific causes or organizations</a:t>
            </a:r>
            <a:r>
              <a:rPr lang="en-US" dirty="0"/>
              <a:t>. This could include </a:t>
            </a:r>
            <a:r>
              <a:rPr lang="en-US" b="1" dirty="0"/>
              <a:t>charities</a:t>
            </a:r>
            <a:r>
              <a:rPr lang="en-US" dirty="0"/>
              <a:t>, </a:t>
            </a:r>
            <a:r>
              <a:rPr lang="en-US" b="1" dirty="0"/>
              <a:t>nonprofits</a:t>
            </a:r>
            <a:r>
              <a:rPr lang="en-US" dirty="0"/>
              <a:t>, </a:t>
            </a:r>
            <a:r>
              <a:rPr lang="en-US" b="1" dirty="0"/>
              <a:t>religious institutions</a:t>
            </a:r>
            <a:r>
              <a:rPr lang="en-US" dirty="0"/>
              <a:t>, </a:t>
            </a:r>
            <a:r>
              <a:rPr lang="en-US" b="1" dirty="0"/>
              <a:t>community projects</a:t>
            </a:r>
            <a:r>
              <a:rPr lang="en-US" dirty="0"/>
              <a:t>, or </a:t>
            </a:r>
            <a:r>
              <a:rPr lang="en-US" b="1" dirty="0"/>
              <a:t>personal causes</a:t>
            </a:r>
            <a:r>
              <a:rPr lang="en-US" dirty="0"/>
              <a:t> (e.g., crowdfunding for medical expenses or disaster relief).</a:t>
            </a:r>
          </a:p>
          <a:p>
            <a:r>
              <a:rPr lang="en-US" dirty="0"/>
              <a:t>Private donations are often </a:t>
            </a:r>
            <a:r>
              <a:rPr lang="en-US" b="1" dirty="0"/>
              <a:t>more flexible</a:t>
            </a:r>
            <a:r>
              <a:rPr lang="en-US" dirty="0"/>
              <a:t>. Donors can specify how their money should be spent, and many donations are unrestricted, allowing the receiving organization to use the funds where they are most needed. However, donors can also place restrictions on how their donation is used (e.g., to fund a specific program or project).</a:t>
            </a:r>
          </a:p>
        </p:txBody>
      </p:sp>
      <p:sp>
        <p:nvSpPr>
          <p:cNvPr id="3" name="Title 2">
            <a:extLst>
              <a:ext uri="{FF2B5EF4-FFF2-40B4-BE49-F238E27FC236}">
                <a16:creationId xmlns:a16="http://schemas.microsoft.com/office/drawing/2014/main" id="{2CF79C7B-5833-4B41-ADD8-B3D2A93D55F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79049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32D7C1-54D7-461F-8C77-956CF7FF2AA3}"/>
              </a:ext>
            </a:extLst>
          </p:cNvPr>
          <p:cNvSpPr>
            <a:spLocks noGrp="1"/>
          </p:cNvSpPr>
          <p:nvPr>
            <p:ph idx="1"/>
          </p:nvPr>
        </p:nvSpPr>
        <p:spPr/>
        <p:txBody>
          <a:bodyPr/>
          <a:lstStyle/>
          <a:p>
            <a:r>
              <a:rPr lang="en-US" sz="1800" dirty="0">
                <a:effectLst/>
                <a:latin typeface="Times New Roman" panose="02020603050405020304" pitchFamily="18" charset="0"/>
                <a:ea typeface="Times New Roman" panose="02020603050405020304" pitchFamily="18" charset="0"/>
              </a:rPr>
              <a:t>Social work agencies often organize events or campaigns to raise funds for specific projects.</a:t>
            </a:r>
            <a:endParaRPr lang="en-US" dirty="0"/>
          </a:p>
        </p:txBody>
      </p:sp>
      <p:sp>
        <p:nvSpPr>
          <p:cNvPr id="3" name="Title 2">
            <a:extLst>
              <a:ext uri="{FF2B5EF4-FFF2-40B4-BE49-F238E27FC236}">
                <a16:creationId xmlns:a16="http://schemas.microsoft.com/office/drawing/2014/main" id="{6822B858-00D2-4D78-B616-B9CB7729BE6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64487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C0208A-9EF8-4FDC-B333-6588B094D9DD}"/>
              </a:ext>
            </a:extLst>
          </p:cNvPr>
          <p:cNvSpPr>
            <a:spLocks noGrp="1"/>
          </p:cNvSpPr>
          <p:nvPr>
            <p:ph idx="1"/>
          </p:nvPr>
        </p:nvSpPr>
        <p:spPr>
          <a:xfrm>
            <a:off x="838200" y="1825625"/>
            <a:ext cx="10515600" cy="4584140"/>
          </a:xfrm>
        </p:spPr>
        <p:txBody>
          <a:bodyPr>
            <a:normAutofit/>
          </a:bodyPr>
          <a:lstStyle/>
          <a:p>
            <a:pPr marL="0" indent="0" algn="just">
              <a:buNone/>
            </a:pPr>
            <a:r>
              <a:rPr lang="en-US" sz="2000" dirty="0">
                <a:solidFill>
                  <a:schemeClr val="accent2">
                    <a:lumMod val="75000"/>
                  </a:schemeClr>
                </a:solidFill>
                <a:effectLst/>
                <a:ea typeface="Times New Roman" panose="02020603050405020304" pitchFamily="18" charset="0"/>
              </a:rPr>
              <a:t>Spending refers to how funds are allocated and used to implement social work programs and interventions. Effective spending is crucial for ensuring that resources are used efficiently to address the identified problems.</a:t>
            </a:r>
          </a:p>
          <a:p>
            <a:pPr algn="just"/>
            <a:r>
              <a:rPr lang="en-US" sz="2000" dirty="0">
                <a:solidFill>
                  <a:schemeClr val="accent2">
                    <a:lumMod val="75000"/>
                  </a:schemeClr>
                </a:solidFill>
                <a:effectLst/>
                <a:ea typeface="Times New Roman" panose="02020603050405020304" pitchFamily="18" charset="0"/>
              </a:rPr>
              <a:t>Providing direct assistance to clients, such as counseling, case management, emergency relief (e.g., food, shelter), and healthcare services.</a:t>
            </a:r>
          </a:p>
          <a:p>
            <a:pPr algn="just"/>
            <a:r>
              <a:rPr lang="en-US" sz="2000" dirty="0">
                <a:solidFill>
                  <a:schemeClr val="accent2">
                    <a:lumMod val="75000"/>
                  </a:schemeClr>
                </a:solidFill>
                <a:effectLst/>
                <a:ea typeface="Times New Roman" panose="02020603050405020304" pitchFamily="18" charset="0"/>
              </a:rPr>
              <a:t>Social workers and administrative staff need to be compensated for their work, and </a:t>
            </a:r>
            <a:r>
              <a:rPr lang="en-US" sz="2000" b="1" dirty="0">
                <a:solidFill>
                  <a:schemeClr val="accent2">
                    <a:lumMod val="75000"/>
                  </a:schemeClr>
                </a:solidFill>
                <a:effectLst/>
                <a:ea typeface="Times New Roman" panose="02020603050405020304" pitchFamily="18" charset="0"/>
              </a:rPr>
              <a:t>salaries</a:t>
            </a:r>
            <a:r>
              <a:rPr lang="en-US" sz="2000" dirty="0">
                <a:solidFill>
                  <a:schemeClr val="accent2">
                    <a:lumMod val="75000"/>
                  </a:schemeClr>
                </a:solidFill>
                <a:effectLst/>
                <a:ea typeface="Times New Roman" panose="02020603050405020304" pitchFamily="18" charset="0"/>
              </a:rPr>
              <a:t> often make up a large portion of the budget.</a:t>
            </a:r>
          </a:p>
          <a:p>
            <a:pPr algn="just"/>
            <a:r>
              <a:rPr lang="en-US" sz="2000" dirty="0">
                <a:solidFill>
                  <a:schemeClr val="accent2">
                    <a:lumMod val="75000"/>
                  </a:schemeClr>
                </a:solidFill>
                <a:effectLst/>
                <a:ea typeface="Times New Roman" panose="02020603050405020304" pitchFamily="18" charset="0"/>
              </a:rPr>
              <a:t>Ongoing </a:t>
            </a:r>
            <a:r>
              <a:rPr lang="en-US" sz="2000" b="1" dirty="0">
                <a:solidFill>
                  <a:schemeClr val="accent2">
                    <a:lumMod val="75000"/>
                  </a:schemeClr>
                </a:solidFill>
                <a:effectLst/>
                <a:ea typeface="Times New Roman" panose="02020603050405020304" pitchFamily="18" charset="0"/>
              </a:rPr>
              <a:t>training and education </a:t>
            </a:r>
            <a:r>
              <a:rPr lang="en-US" sz="2000" dirty="0">
                <a:solidFill>
                  <a:schemeClr val="accent2">
                    <a:lumMod val="75000"/>
                  </a:schemeClr>
                </a:solidFill>
                <a:effectLst/>
                <a:ea typeface="Times New Roman" panose="02020603050405020304" pitchFamily="18" charset="0"/>
              </a:rPr>
              <a:t>are essential to ensure that social workers are up-to-date with current best practices.</a:t>
            </a:r>
            <a:endParaRPr lang="en-US" sz="2000" dirty="0">
              <a:solidFill>
                <a:schemeClr val="accent2">
                  <a:lumMod val="75000"/>
                </a:schemeClr>
              </a:solidFill>
              <a:effectLst/>
              <a:ea typeface="Calibri" panose="020F0502020204030204" pitchFamily="34" charset="0"/>
            </a:endParaRPr>
          </a:p>
          <a:p>
            <a:pPr algn="just"/>
            <a:r>
              <a:rPr lang="en-US" sz="2000" dirty="0">
                <a:solidFill>
                  <a:schemeClr val="accent2">
                    <a:lumMod val="75000"/>
                  </a:schemeClr>
                </a:solidFill>
                <a:effectLst/>
                <a:ea typeface="Times New Roman" panose="02020603050405020304" pitchFamily="18" charset="0"/>
              </a:rPr>
              <a:t>Office supplies, program materials, transportation costs, and other necessary items for running programs.</a:t>
            </a:r>
          </a:p>
          <a:p>
            <a:pPr algn="just"/>
            <a:r>
              <a:rPr lang="en-US" sz="2000" dirty="0">
                <a:solidFill>
                  <a:schemeClr val="accent2">
                    <a:lumMod val="75000"/>
                  </a:schemeClr>
                </a:solidFill>
                <a:effectLst/>
                <a:ea typeface="Times New Roman" panose="02020603050405020304" pitchFamily="18" charset="0"/>
              </a:rPr>
              <a:t>Some funds are spent on outreach efforts, including advertising and materials to raise awareness about the program or service.</a:t>
            </a:r>
            <a:endParaRPr lang="en-US" sz="2000" dirty="0">
              <a:solidFill>
                <a:schemeClr val="accent2">
                  <a:lumMod val="75000"/>
                </a:schemeClr>
              </a:solidFill>
              <a:effectLst/>
              <a:ea typeface="Calibri" panose="020F0502020204030204" pitchFamily="34" charset="0"/>
            </a:endParaRPr>
          </a:p>
          <a:p>
            <a:endParaRPr lang="en-US" dirty="0"/>
          </a:p>
        </p:txBody>
      </p:sp>
      <p:sp>
        <p:nvSpPr>
          <p:cNvPr id="3" name="Title 2">
            <a:extLst>
              <a:ext uri="{FF2B5EF4-FFF2-40B4-BE49-F238E27FC236}">
                <a16:creationId xmlns:a16="http://schemas.microsoft.com/office/drawing/2014/main" id="{B1E10E40-73BC-4EC8-A302-1567A9CDBC3A}"/>
              </a:ext>
            </a:extLst>
          </p:cNvPr>
          <p:cNvSpPr>
            <a:spLocks noGrp="1"/>
          </p:cNvSpPr>
          <p:nvPr>
            <p:ph type="title"/>
          </p:nvPr>
        </p:nvSpPr>
        <p:spPr/>
        <p:txBody>
          <a:bodyPr/>
          <a:lstStyle/>
          <a:p>
            <a:r>
              <a:rPr lang="en-US" sz="1800" b="1" dirty="0">
                <a:effectLst/>
                <a:latin typeface="Times New Roman" panose="02020603050405020304" pitchFamily="18" charset="0"/>
                <a:ea typeface="Times New Roman" panose="02020603050405020304" pitchFamily="18" charset="0"/>
              </a:rPr>
              <a:t>Spending in Social Work</a:t>
            </a:r>
            <a:endParaRPr lang="en-US" dirty="0"/>
          </a:p>
        </p:txBody>
      </p:sp>
    </p:spTree>
    <p:extLst>
      <p:ext uri="{BB962C8B-B14F-4D97-AF65-F5344CB8AC3E}">
        <p14:creationId xmlns:p14="http://schemas.microsoft.com/office/powerpoint/2010/main" val="1469272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9F7448-765A-4949-BFC0-4F8F78BE731B}"/>
              </a:ext>
            </a:extLst>
          </p:cNvPr>
          <p:cNvSpPr>
            <a:spLocks noGrp="1"/>
          </p:cNvSpPr>
          <p:nvPr>
            <p:ph idx="1"/>
          </p:nvPr>
        </p:nvSpPr>
        <p:spPr/>
        <p:txBody>
          <a:bodyPr/>
          <a:lstStyle/>
          <a:p>
            <a:r>
              <a:rPr lang="en-US" dirty="0"/>
              <a:t>Funds are used to provide immediate assistance to individuals or families in crisis (e.g., emergency shelter, food assistance, or counseling services).</a:t>
            </a:r>
          </a:p>
        </p:txBody>
      </p:sp>
      <p:sp>
        <p:nvSpPr>
          <p:cNvPr id="3" name="Title 2">
            <a:extLst>
              <a:ext uri="{FF2B5EF4-FFF2-40B4-BE49-F238E27FC236}">
                <a16:creationId xmlns:a16="http://schemas.microsoft.com/office/drawing/2014/main" id="{E52B4A6F-4A4E-4783-B899-56FC1D53FE8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08964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8A15C6-970F-4187-BFB7-8BA719E54367}"/>
              </a:ext>
            </a:extLst>
          </p:cNvPr>
          <p:cNvSpPr>
            <a:spLocks noGrp="1"/>
          </p:cNvSpPr>
          <p:nvPr>
            <p:ph idx="1"/>
          </p:nvPr>
        </p:nvSpPr>
        <p:spPr/>
        <p:txBody>
          <a:bodyPr/>
          <a:lstStyle/>
          <a:p>
            <a:r>
              <a:rPr lang="en-US" dirty="0"/>
              <a:t>Social worker have responsibility of ensuring that funds are used </a:t>
            </a:r>
            <a:r>
              <a:rPr lang="en-US" b="1" dirty="0"/>
              <a:t>ethically</a:t>
            </a:r>
            <a:r>
              <a:rPr lang="en-US" dirty="0"/>
              <a:t> and </a:t>
            </a:r>
            <a:r>
              <a:rPr lang="en-US" b="1" dirty="0"/>
              <a:t>effectively.</a:t>
            </a:r>
          </a:p>
          <a:p>
            <a:pPr marL="514350" indent="-514350">
              <a:buFont typeface="+mj-lt"/>
              <a:buAutoNum type="arabicPeriod"/>
            </a:pPr>
            <a:r>
              <a:rPr lang="en-US" dirty="0"/>
              <a:t>Ensuring that funds are used to promote the well-being of individuals, families, and communities.</a:t>
            </a:r>
          </a:p>
          <a:p>
            <a:pPr marL="514350" indent="-514350">
              <a:buFont typeface="+mj-lt"/>
              <a:buAutoNum type="arabicPeriod"/>
            </a:pPr>
            <a:r>
              <a:rPr lang="en-US" dirty="0"/>
              <a:t>Ensuring funds are distributed fairly and equitably, and addressing disparities in resource allocation (e.g., funding programs in underserved communities).</a:t>
            </a:r>
          </a:p>
          <a:p>
            <a:pPr marL="514350" indent="-514350">
              <a:buFont typeface="+mj-lt"/>
              <a:buAutoNum type="arabicPeriod"/>
            </a:pPr>
            <a:r>
              <a:rPr lang="en-US" dirty="0"/>
              <a:t>Ensuring that client autonomy and confidentiality are respected when using funds for direct services, like counseling or emergency assistance.</a:t>
            </a:r>
          </a:p>
        </p:txBody>
      </p:sp>
      <p:sp>
        <p:nvSpPr>
          <p:cNvPr id="3" name="Title 2">
            <a:extLst>
              <a:ext uri="{FF2B5EF4-FFF2-40B4-BE49-F238E27FC236}">
                <a16:creationId xmlns:a16="http://schemas.microsoft.com/office/drawing/2014/main" id="{A5DBDF2E-3623-41A4-8618-A0A9E6F61374}"/>
              </a:ext>
            </a:extLst>
          </p:cNvPr>
          <p:cNvSpPr>
            <a:spLocks noGrp="1"/>
          </p:cNvSpPr>
          <p:nvPr>
            <p:ph type="title"/>
          </p:nvPr>
        </p:nvSpPr>
        <p:spPr/>
        <p:txBody>
          <a:bodyPr/>
          <a:lstStyle/>
          <a:p>
            <a:r>
              <a:rPr lang="en-US" dirty="0"/>
              <a:t>Ensuring Ethical and Effective Spending of Funds</a:t>
            </a:r>
          </a:p>
        </p:txBody>
      </p:sp>
    </p:spTree>
    <p:extLst>
      <p:ext uri="{BB962C8B-B14F-4D97-AF65-F5344CB8AC3E}">
        <p14:creationId xmlns:p14="http://schemas.microsoft.com/office/powerpoint/2010/main" val="144900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69B575-8D75-42E0-B5F9-219050F81E64}"/>
              </a:ext>
            </a:extLst>
          </p:cNvPr>
          <p:cNvSpPr>
            <a:spLocks noGrp="1"/>
          </p:cNvSpPr>
          <p:nvPr>
            <p:ph idx="1"/>
          </p:nvPr>
        </p:nvSpPr>
        <p:spPr/>
        <p:txBody>
          <a:bodyPr/>
          <a:lstStyle/>
          <a:p>
            <a:r>
              <a:rPr lang="en-US" dirty="0"/>
              <a:t>Social workers and social work organizations are required to maintain </a:t>
            </a:r>
            <a:r>
              <a:rPr lang="en-US" b="1" dirty="0"/>
              <a:t>transparent records</a:t>
            </a:r>
            <a:r>
              <a:rPr lang="en-US" dirty="0"/>
              <a:t> of all financial transactions. </a:t>
            </a:r>
          </a:p>
          <a:p>
            <a:r>
              <a:rPr lang="en-US" dirty="0"/>
              <a:t>Regular Audits</a:t>
            </a:r>
          </a:p>
          <a:p>
            <a:r>
              <a:rPr lang="en-US" dirty="0"/>
              <a:t>organizations that rely on donations, there is an ethical responsibility to inform donors about how their contributions are being spent. This includes providing annual reports, holding fundraising events, and maintaining open channels of communication with contributors.</a:t>
            </a:r>
          </a:p>
        </p:txBody>
      </p:sp>
      <p:sp>
        <p:nvSpPr>
          <p:cNvPr id="3" name="Title 2">
            <a:extLst>
              <a:ext uri="{FF2B5EF4-FFF2-40B4-BE49-F238E27FC236}">
                <a16:creationId xmlns:a16="http://schemas.microsoft.com/office/drawing/2014/main" id="{A9B85B6E-FE97-4EB6-B6AD-CB18C3544C6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3581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89930376_win32_partially" id="{10637AC0-AFC5-4ECC-A6C8-54A3CB58B447}" vid="{36C0B417-512F-4042-8BD4-5638F572EA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EBEE47-E975-4F93-A8CC-93D51AEF41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C43B1BF-65BC-4B0E-8E52-87CEF13383E1}">
  <ds:schemaRefs>
    <ds:schemaRef ds:uri="http://schemas.microsoft.com/sharepoint/v3/contenttype/forms"/>
  </ds:schemaRefs>
</ds:datastoreItem>
</file>

<file path=customXml/itemProps3.xml><?xml version="1.0" encoding="utf-8"?>
<ds:datastoreItem xmlns:ds="http://schemas.openxmlformats.org/officeDocument/2006/customXml" ds:itemID="{1C63F421-273F-45B7-A4F8-16DA506884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Learn to draw</Template>
  <TotalTime>0</TotalTime>
  <Words>1297</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Plusjakartasans</vt:lpstr>
      <vt:lpstr>Times New Roman</vt:lpstr>
      <vt:lpstr>Office Theme</vt:lpstr>
      <vt:lpstr>Problem Identification, Funding and Spending</vt:lpstr>
      <vt:lpstr>In the field of social work, problem identification, funding, and spending are crucial elements that help social workers address the needs of individuals, families, and communities. </vt:lpstr>
      <vt:lpstr>Problem Identification in Social Work </vt:lpstr>
      <vt:lpstr>Steps in Problem Identification</vt:lpstr>
      <vt:lpstr>PowerPoint Presentation</vt:lpstr>
      <vt:lpstr>  A social worker identifies that a neighborhood has a high rate of substance abuse, poor housing conditions, and lack of access to mental health services. They may focus first on substance abuse as the key problem to address, given its potential to affect other issues. </vt:lpstr>
      <vt:lpstr>Why Problem Identification is important</vt:lpstr>
      <vt:lpstr>PowerPoint Presentation</vt:lpstr>
      <vt:lpstr>PowerPoint Presentation</vt:lpstr>
      <vt:lpstr>Sources of Funding: </vt:lpstr>
      <vt:lpstr>PowerPoint Presentation</vt:lpstr>
      <vt:lpstr>PowerPoint Presentation</vt:lpstr>
      <vt:lpstr>PowerPoint Presentation</vt:lpstr>
      <vt:lpstr>Spending in Social Work</vt:lpstr>
      <vt:lpstr>PowerPoint Presentation</vt:lpstr>
      <vt:lpstr>Ensuring Ethical and Effective Spending of Funds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2024-12-04T03:56:02Z</dcterms:created>
  <dcterms:modified xsi:type="dcterms:W3CDTF">2024-12-04T05:01:47Z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