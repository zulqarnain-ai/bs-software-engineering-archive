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775E-C2F2-4AA8-A4EE-03779E4A6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AD54C-7C38-41C3-B545-683775C2D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4F683-910A-400B-A5FC-62FEEE9B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9A9B1-B6B7-4C55-A72E-071936BF9FAD}" type="datetimeFigureOut">
              <a:rPr lang="en-GB" smtClean="0"/>
              <a:t>25/12/2021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185E4-F0DF-466D-848A-4461128F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08A29-9194-4694-8A2D-BE09390A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FAC5E-8DDF-43D5-AEF1-724BC5249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72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6255-2A9B-4814-8BC2-F28674AEE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389FD-3866-4486-9C89-023ECC2D4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A5954-218D-4D2F-9C3A-F9AB8461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9A9B1-B6B7-4C55-A72E-071936BF9FAD}" type="datetimeFigureOut">
              <a:rPr lang="en-GB" smtClean="0"/>
              <a:t>25/12/2021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71416-8D6B-427A-A62B-84BC8F13F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61C68-8119-4A9F-8C1B-5DA43DDF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FAC5E-8DDF-43D5-AEF1-724BC5249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671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72C0-188F-49FD-901D-E33790A23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E1F20-8254-46DE-823D-89AC07ED4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FC391-46BD-49B5-87C0-680F1A73C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9A9B1-B6B7-4C55-A72E-071936BF9FAD}" type="datetimeFigureOut">
              <a:rPr lang="en-GB" smtClean="0"/>
              <a:t>25/12/2021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616B4-E285-43CA-813E-9E9156C26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56C96-45AF-43E0-9020-C3692522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FAC5E-8DDF-43D5-AEF1-724BC5249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784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9D52-2576-4FC8-A67D-D3DF89E5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6CF38-CF5F-4009-BD64-622BDCD6F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DA95B-0ADD-4AA0-8F60-5446E3F88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6E84F-C18F-48E9-A624-1EBB5141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9A9B1-B6B7-4C55-A72E-071936BF9FAD}" type="datetimeFigureOut">
              <a:rPr lang="en-GB" smtClean="0"/>
              <a:t>25/12/2021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87B35-2894-41D9-AE7D-3B29861D8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8B9C0-0989-4A79-AF4A-9EADAD96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FAC5E-8DDF-43D5-AEF1-724BC5249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862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69DD-0C7E-491C-BC07-3BC09C72B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F6FEE-B068-417D-A8FA-4DCC61A2A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41D17-FD90-4FFB-8B2F-4EF1E4B04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80294-4142-4DC9-AF5D-A50C5B9069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BE4613-94CD-4E5A-8367-7B2BEB5F5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9E0E7-B197-480C-9401-AAB2E66DC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9A9B1-B6B7-4C55-A72E-071936BF9FAD}" type="datetimeFigureOut">
              <a:rPr lang="en-GB" smtClean="0"/>
              <a:t>25/12/2021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CD778-F3B4-4336-84D1-5B0B40A9E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E96B98-114E-45AD-ADE6-5E3247DD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FAC5E-8DDF-43D5-AEF1-724BC5249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054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BB651-CE02-4F1D-8000-402D9AF76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8CF9A-0D89-4E2A-AA57-F31EFCB4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9A9B1-B6B7-4C55-A72E-071936BF9FAD}" type="datetimeFigureOut">
              <a:rPr lang="en-GB" smtClean="0"/>
              <a:t>25/12/2021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FB501B-D764-49A5-A526-2F8F9424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F16A05-5DA2-4E8F-8FC2-46F1F61F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FAC5E-8DDF-43D5-AEF1-724BC5249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94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E5C77-193C-4636-954E-9B09AD679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9A9B1-B6B7-4C55-A72E-071936BF9FAD}" type="datetimeFigureOut">
              <a:rPr lang="en-GB" smtClean="0"/>
              <a:t>25/12/2021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0CC01-EC5B-4FE6-B29C-54641C4E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8DC05-6B6D-40B7-B037-939D59427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FAC5E-8DDF-43D5-AEF1-724BC5249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13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FD4E-42A3-4A83-BB9A-FA0C70B7D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74514-87E3-4D87-979A-0965C8A23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56F07-4E9F-4083-B783-600657549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E17B7-4DFF-4DCE-84C1-6F6A0BF67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9A9B1-B6B7-4C55-A72E-071936BF9FAD}" type="datetimeFigureOut">
              <a:rPr lang="en-GB" smtClean="0"/>
              <a:t>25/12/2021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4E17B-0FE2-4D6D-BC16-CAD94023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2EF77-1585-4A19-B55D-83CC90D7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FAC5E-8DDF-43D5-AEF1-724BC5249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92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C305C-354E-4198-86AA-CD0A6971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85D7F6-7A7D-4022-B30C-42DAB58EA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CE46E-7EFF-4BC5-B833-9B29FB1EC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060DB-1609-44DC-99EF-69BC4B43C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9A9B1-B6B7-4C55-A72E-071936BF9FAD}" type="datetimeFigureOut">
              <a:rPr lang="en-GB" smtClean="0"/>
              <a:t>25/12/2021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6332D-18F1-460B-9686-AB457179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6F5B7-B8F8-44CB-9079-F364811D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FAC5E-8DDF-43D5-AEF1-724BC5249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08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FD73E-A6A7-4D15-97A6-92B3A101F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9270F-CEAA-4AD8-BB6B-FF9CFA436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71A86-B51C-4E58-B33C-91689BD46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9A9B1-B6B7-4C55-A72E-071936BF9FAD}" type="datetimeFigureOut">
              <a:rPr lang="en-GB" smtClean="0"/>
              <a:t>25/12/2021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9CB49-C774-4D59-85FA-FD5917BF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C92EC-13C1-4C71-917F-622D2D482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FAC5E-8DDF-43D5-AEF1-724BC5249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092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68830-1820-4FB7-A203-D71A06C5C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6ABC4-E249-4640-849C-FE2251AAF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311A3-D8E6-4444-9E91-C7A23ABC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9A9B1-B6B7-4C55-A72E-071936BF9FAD}" type="datetimeFigureOut">
              <a:rPr lang="en-GB" smtClean="0"/>
              <a:t>25/12/2021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F86AA-D64E-4B8F-8108-7247AED0E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18D22-DD88-4A9A-B132-1CAE9614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FAC5E-8DDF-43D5-AEF1-724BC5249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93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566F9-C355-45FA-8C25-3E14A7980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EAB74-D3AC-4C7C-8F61-5D2CCC0F3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740D7-E1CD-494C-807F-D0DEF20C7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9A9B1-B6B7-4C55-A72E-071936BF9FAD}" type="datetimeFigureOut">
              <a:rPr lang="en-GB" smtClean="0"/>
              <a:t>25/12/2021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11ACE-055C-4E8A-893D-BEE05552D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2A3E-13D5-4129-80E9-1C9F26982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FAC5E-8DDF-43D5-AEF1-724BC5249A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831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F28E-690F-4C4B-B874-DE70DDE601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Structure in C++</a:t>
            </a:r>
          </a:p>
        </p:txBody>
      </p:sp>
    </p:spTree>
    <p:extLst>
      <p:ext uri="{BB962C8B-B14F-4D97-AF65-F5344CB8AC3E}">
        <p14:creationId xmlns:p14="http://schemas.microsoft.com/office/powerpoint/2010/main" val="519538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135D4-2528-4851-9F1F-CBDA74CCB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A0DAF-8D9E-454C-9D92-D6B26076C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An array allows us to store a collection of variables</a:t>
            </a:r>
          </a:p>
          <a:p>
            <a:r>
              <a:rPr lang="en-GB" dirty="0"/>
              <a:t> However, the variables must be of the same type to be stored in an array </a:t>
            </a:r>
          </a:p>
          <a:p>
            <a:r>
              <a:rPr lang="en-GB" dirty="0"/>
              <a:t>E.g. if we wanted to store personnel information like name, CNIC, address and age, all of different types then using arrays will be impractical</a:t>
            </a:r>
          </a:p>
          <a:p>
            <a:r>
              <a:rPr lang="en-GB" dirty="0"/>
              <a:t> Structures allow us to combine variables of different types with a single name</a:t>
            </a:r>
          </a:p>
          <a:p>
            <a:r>
              <a:rPr lang="en-GB" dirty="0"/>
              <a:t> A convenient way of grouping several pieces of related information together</a:t>
            </a:r>
          </a:p>
        </p:txBody>
      </p:sp>
    </p:spTree>
    <p:extLst>
      <p:ext uri="{BB962C8B-B14F-4D97-AF65-F5344CB8AC3E}">
        <p14:creationId xmlns:p14="http://schemas.microsoft.com/office/powerpoint/2010/main" val="3245274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F715-C937-4E62-8D87-F2F0752F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35F73-1783-48D1-A2AA-3E522AB48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Structures, In addition to the primitive data types such as int, char, float, structures can have members that are other structures, arrays or pointers.</a:t>
            </a:r>
          </a:p>
          <a:p>
            <a:r>
              <a:rPr lang="en-GB" b="1" u="sng" dirty="0"/>
              <a:t>Collections of related variables (aggregates) under one name. It can contain variables of different data types</a:t>
            </a:r>
          </a:p>
        </p:txBody>
      </p:sp>
    </p:spTree>
    <p:extLst>
      <p:ext uri="{BB962C8B-B14F-4D97-AF65-F5344CB8AC3E}">
        <p14:creationId xmlns:p14="http://schemas.microsoft.com/office/powerpoint/2010/main" val="289359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038C84-D735-439B-9558-13B261C48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692" b="2"/>
          <a:stretch/>
        </p:blipFill>
        <p:spPr>
          <a:xfrm>
            <a:off x="20" y="10"/>
            <a:ext cx="753463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058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A627FF-7498-4DFC-83CA-D3FEB7514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0971"/>
          <a:stretch/>
        </p:blipFill>
        <p:spPr>
          <a:xfrm>
            <a:off x="20" y="10"/>
            <a:ext cx="610563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09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29465F-C671-4146-8CAF-40B15D624E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3198" b="2"/>
          <a:stretch/>
        </p:blipFill>
        <p:spPr>
          <a:xfrm>
            <a:off x="20" y="10"/>
            <a:ext cx="610563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95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D336-5D5D-4A0C-8762-CF8CF22B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23D8B-7A86-4A3D-B806-A18CF2C96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4363D-57F9-402E-AD84-779ABF4C5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24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138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Structure in C++</vt:lpstr>
      <vt:lpstr>Introduction</vt:lpstr>
      <vt:lpstr>Introduction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in C++</dc:title>
  <dc:creator>Aqib Adeel</dc:creator>
  <cp:lastModifiedBy>Aqib Adeel</cp:lastModifiedBy>
  <cp:revision>3</cp:revision>
  <dcterms:created xsi:type="dcterms:W3CDTF">2020-06-11T02:49:48Z</dcterms:created>
  <dcterms:modified xsi:type="dcterms:W3CDTF">2021-12-25T02:12:30Z</dcterms:modified>
</cp:coreProperties>
</file>