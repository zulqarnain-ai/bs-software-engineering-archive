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1" r:id="rId5"/>
    <p:sldId id="260" r:id="rId6"/>
    <p:sldId id="258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3FEA-2DB1-4114-BCB0-C17B8C01C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FA0FF-F94C-4E45-9EA8-DFD1ECF36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1704-B9CB-4735-A32D-EF02D0DF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CF1A1-EC73-402C-85DE-4B6B3869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0F18-0CA3-4277-B063-35096B32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59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0C1E-BBFE-4A72-B461-E0DA71C7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D0D6-15A5-4C52-B354-C52FE6AE0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BC751-C3E5-4E65-99BB-869D4CAD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786E9-63F0-4BD2-8A02-17B5C891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F12F3-13FB-4DB2-A1F7-764674430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95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B379-7D02-42DF-BB2F-3A6FE689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5981F-F37F-4EC1-9BAD-6AE2B5884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662C-8437-4763-83E3-8B621D84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6A84A-2257-482F-BE08-334D7FFF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8FA84-CB09-4A15-8542-93577F95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561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A075-8380-46F2-B806-D052B4FB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14A4E-0C1F-4F28-991C-747D1E7E2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F01F4-83B3-4F07-82A3-A00B3A229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CE402-B18A-434A-8F52-8426A357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D1762-2DB6-41B1-9C86-58DE1F76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E40CE-4EDE-4930-87BA-57451B92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988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8354-6B10-43A1-8DA8-5CD5C4EEC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C286E-1C79-4B92-84F1-9CC05082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E4105-77F7-44B9-BD31-251D11713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6A101-4596-4FA9-82F1-4BAE62CDB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9A2A7-3461-404B-8F8D-ED2354248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002CA-C2D5-45D5-B1D4-93808959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639B-AFAF-4110-BD7E-42F96B8A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9C8CE-741B-4648-B0F2-C230E113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1207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F48C-399B-4F3C-A5CF-795BD38F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76E055-301A-4805-8F47-C0335B34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D4BAC-29CC-45C6-9162-87F98C64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918A4-AF0C-43DE-99A8-E8CD044C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281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69EB0-BADD-44F8-A37A-C7055409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C7B42-4CB7-44B4-A616-A47DF7B3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9EA21-5ACC-4FD4-B956-A40DEF20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042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05B3-7F45-4500-9E4A-69A127EC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6111-01D7-489F-8770-99AF7339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ACEE5-ECFF-4375-B284-308CC9A91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D017E-C88A-477A-BDA3-4339C3C1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49B8F-02D5-4B72-B103-F347739C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BC798-E77C-4FBB-B766-58FCB8C7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901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A38E-FB6B-4523-B702-9ED17C23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2A5B4-E1BD-497E-9B74-F0DC399FC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BA24A-6EA6-4074-87C9-98B5EB713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736D9-4AB5-4452-8185-17B6FB044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7BB9E-BE5B-4F7A-AF87-A1CA240B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B6CA7-7725-48C7-BB83-6626E94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934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1EF8-35E6-4E97-A5B1-129B815B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E0694-4B6D-446E-9E23-8B8213DFE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C393-0095-4F0E-9BD5-62C464CE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C3751-3FE4-4D68-855B-829A9599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61BE8-05F8-4831-A230-F9EA8D32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026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41C64E-F619-41F3-A50E-E3A89993E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C2F04-9024-4D10-8818-C5495E555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F320-FBD4-4BDF-9920-D16ACC35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E10F8-F4A3-41D3-88F5-14F6B08A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E2B40-B7DA-4D0D-90F4-F6132999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091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4701A-10E1-4986-B321-BC6F7C91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D20A5-9DC7-46DB-B6B0-35882278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5DC63-7E69-49CB-9822-F2FBA349D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AAA03-38E5-428F-B23D-12D7A1485AE7}" type="datetimeFigureOut">
              <a:rPr lang="en-PK" smtClean="0"/>
              <a:t>11-Mar-2024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FD088-BF8D-40B7-9FDB-A0C1B3622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9C198-DCD8-48F2-92C2-B09C88E33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5BB4E-C488-471C-88BC-EC1DE52637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501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3E2-0A6D-464D-9172-E9AA842D5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Communication Diagram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458E0-C2E6-454A-B76B-D095EEAC0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244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928D-9CAA-411E-BAAB-D51E2323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Diagram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DA49-3FC7-438F-9510-DF6DEEE5A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0" u="none" strike="noStrike" baseline="0" dirty="0"/>
              <a:t>Communication diagrams, a kind of interaction diagram, emphasize the data</a:t>
            </a:r>
          </a:p>
          <a:p>
            <a:pPr marL="0" indent="0">
              <a:buNone/>
            </a:pPr>
            <a:r>
              <a:rPr lang="en-US" sz="2400" b="0" i="0" u="none" strike="noStrike" baseline="0" dirty="0"/>
              <a:t>    links between the various participants in the interaction.</a:t>
            </a:r>
          </a:p>
          <a:p>
            <a:r>
              <a:rPr lang="en-US" sz="2400" dirty="0"/>
              <a:t>UML Communication Diagrams, previously known as collaboration diagrams are a type of behavioral diagram that shows the interactions that take place between objects in a piece of software or system. </a:t>
            </a:r>
          </a:p>
          <a:p>
            <a:r>
              <a:rPr lang="en-US" sz="2400" dirty="0"/>
              <a:t>This type of diagram emphasizes the messages exchanged between objects. Communication diagrams are best used when one use case has multiple scenarios that need depicting.</a:t>
            </a:r>
          </a:p>
          <a:p>
            <a:pPr marL="0" indent="0" algn="l">
              <a:buNone/>
            </a:pPr>
            <a:endParaRPr lang="en-US" sz="2400" b="0" i="0" u="none" strike="noStrike" baseline="0" dirty="0"/>
          </a:p>
          <a:p>
            <a:pPr marL="0" indent="0" algn="l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58082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8CE7-8BE8-417C-9AA2-CEEE179E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&amp; Sequence Diagram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9EDA0-BCFB-4AC0-ABFC-F0984250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and Communication diagram shows how objects interact.</a:t>
            </a:r>
          </a:p>
          <a:p>
            <a:r>
              <a:rPr lang="en-US" dirty="0"/>
              <a:t>It shows objects along with the messages that travel from one object to the another.</a:t>
            </a:r>
          </a:p>
          <a:p>
            <a:r>
              <a:rPr lang="en-US" dirty="0"/>
              <a:t>Sequence diagram shows the time ordering of interaction</a:t>
            </a:r>
          </a:p>
          <a:p>
            <a:r>
              <a:rPr lang="en-US" dirty="0"/>
              <a:t>Communication diagram emphasizes  the context and overall organization.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0610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8FA8-EAA3-4DF4-A071-E15EE7AAF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13D0-BD4B-47EB-8AB8-C5E4ABEC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C33"/>
                </a:solidFill>
                <a:effectLst/>
                <a:latin typeface="Graphik"/>
              </a:rPr>
              <a:t>Rectangles represent objects that make up the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C33"/>
                </a:solidFill>
                <a:effectLst/>
                <a:latin typeface="Graphik"/>
              </a:rPr>
              <a:t>Lines between class instances represent the relationships between different parts of the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C33"/>
                </a:solidFill>
                <a:effectLst/>
                <a:latin typeface="Graphik"/>
              </a:rPr>
              <a:t>Arrows represent the messages that are sent between objects.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C33"/>
                </a:solidFill>
                <a:effectLst/>
                <a:latin typeface="Graphik"/>
              </a:rPr>
              <a:t>Numbering lets you know in what order the messages are sent and how many messages are required to finish a process.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76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C9CB06-BB8B-44C7-A9BE-E6D2F625A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061" y="1485900"/>
            <a:ext cx="7591564" cy="3714750"/>
          </a:xfrm>
        </p:spPr>
      </p:pic>
    </p:spTree>
    <p:extLst>
      <p:ext uri="{BB962C8B-B14F-4D97-AF65-F5344CB8AC3E}">
        <p14:creationId xmlns:p14="http://schemas.microsoft.com/office/powerpoint/2010/main" val="1081655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5A62-C683-4526-80B4-0B41000E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and Communication Diagram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4B34-B031-4288-8A05-F46D2B4EC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Diagram shows objects and their relationships with one another.</a:t>
            </a:r>
          </a:p>
          <a:p>
            <a:r>
              <a:rPr lang="en-US" dirty="0"/>
              <a:t>Communication Diagram is extension of Object Diagram.</a:t>
            </a:r>
          </a:p>
          <a:p>
            <a:r>
              <a:rPr lang="en-US" dirty="0"/>
              <a:t>Object Diagram is like a snapshot and Communication is like a movie.</a:t>
            </a:r>
          </a:p>
          <a:p>
            <a:r>
              <a:rPr lang="en-US" dirty="0"/>
              <a:t>Object Diagram shows instances and their linkage.</a:t>
            </a:r>
          </a:p>
          <a:p>
            <a:r>
              <a:rPr lang="en-US" dirty="0"/>
              <a:t>Communication shows the message among instances over the time.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37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88D8-8277-4D74-9DE3-EE6975EA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&amp; Communication Diagram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3ECCA7-04FE-454B-8ADB-35BE5775E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556" y="4340429"/>
            <a:ext cx="6829619" cy="165376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973DE8-9B29-4752-B19A-B609F0E6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556" y="1995488"/>
            <a:ext cx="6829619" cy="154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9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17F5-7CE8-4FF4-A476-1476CF29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&amp; Sequence are semantically Equivalent: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A55E15-99A3-4C39-B358-F2B40B250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686"/>
          <a:stretch/>
        </p:blipFill>
        <p:spPr>
          <a:xfrm>
            <a:off x="329845" y="2724150"/>
            <a:ext cx="11023955" cy="2628900"/>
          </a:xfrm>
        </p:spPr>
      </p:pic>
    </p:spTree>
    <p:extLst>
      <p:ext uri="{BB962C8B-B14F-4D97-AF65-F5344CB8AC3E}">
        <p14:creationId xmlns:p14="http://schemas.microsoft.com/office/powerpoint/2010/main" val="215291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6986-0850-4CB2-969C-3051B0E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Diagram Example: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87B5FA-8454-409E-9C50-7B76D864E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288" y="2340683"/>
            <a:ext cx="8255424" cy="3321221"/>
          </a:xfrm>
        </p:spPr>
      </p:pic>
    </p:spTree>
    <p:extLst>
      <p:ext uri="{BB962C8B-B14F-4D97-AF65-F5344CB8AC3E}">
        <p14:creationId xmlns:p14="http://schemas.microsoft.com/office/powerpoint/2010/main" val="3525340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71FC-ABCA-4AA2-8630-DFBF4D68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Numbering the messages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E94A-0412-462B-82F1-FDB553FB2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DC328-F160-4851-8861-B063415845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75" b="11842"/>
          <a:stretch/>
        </p:blipFill>
        <p:spPr>
          <a:xfrm>
            <a:off x="1034852" y="2739994"/>
            <a:ext cx="9737923" cy="140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0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BA45-7341-465E-A8E0-0890C795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Receiving Objects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7B188-3188-45CF-A3E5-2807087C1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an object send message to multiple objects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CDB25-B60A-490E-BA8D-D94540A87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05" y="3092394"/>
            <a:ext cx="7588640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92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CF47-17C4-47E4-A41A-2EBDD903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message for multiple Objects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9B06E-A664-4CC7-AB21-D7582B25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of message is important</a:t>
            </a:r>
          </a:p>
          <a:p>
            <a:pPr marL="0" indent="0">
              <a:buNone/>
            </a:pPr>
            <a:r>
              <a:rPr lang="en-US" dirty="0"/>
              <a:t>For Example: A bank serves each customer in the order they appear in line.</a:t>
            </a:r>
          </a:p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8993AC-DD89-4522-B1FD-0CC56EC6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09" y="3476625"/>
            <a:ext cx="7429882" cy="220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50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62F7-E4AE-4D2D-833E-AA0D6C08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8888E-6363-4634-BA1E-F7B9D78AE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message can be request for an object to perform calculation and return a value </a:t>
            </a:r>
          </a:p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166A5-71CB-492A-B69E-287C079F32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68"/>
          <a:stretch/>
        </p:blipFill>
        <p:spPr>
          <a:xfrm>
            <a:off x="1711121" y="3571875"/>
            <a:ext cx="7912507" cy="161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13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2433-EAAC-45BD-AA98-950CCAC9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Objects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6F26F-B525-4CA6-B067-7EA9BF6C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 Objects can send message to passive objects and interact with other active objects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3DC7F-0218-444B-9EE1-CE96D2A8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00" y="3429000"/>
            <a:ext cx="7760099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9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B2B3-58D7-408C-AEA0-D4DE5A2D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BE920F-331C-42DA-AF07-203B0DF41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329" y="2359734"/>
            <a:ext cx="7601341" cy="3283119"/>
          </a:xfrm>
        </p:spPr>
      </p:pic>
    </p:spTree>
    <p:extLst>
      <p:ext uri="{BB962C8B-B14F-4D97-AF65-F5344CB8AC3E}">
        <p14:creationId xmlns:p14="http://schemas.microsoft.com/office/powerpoint/2010/main" val="385440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328</Words>
  <Application>Microsoft Office PowerPoint</Application>
  <PresentationFormat>Widescreen</PresentationFormat>
  <Paragraphs>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Graphik</vt:lpstr>
      <vt:lpstr>Office Theme</vt:lpstr>
      <vt:lpstr>Communication Diagram</vt:lpstr>
      <vt:lpstr>Communication Diagram</vt:lpstr>
      <vt:lpstr>Communication &amp; Sequence Diagram</vt:lpstr>
      <vt:lpstr>Symbols</vt:lpstr>
      <vt:lpstr>PowerPoint Presentation</vt:lpstr>
      <vt:lpstr>Object and Communication Diagram</vt:lpstr>
      <vt:lpstr>Object &amp; Communication Diagram</vt:lpstr>
      <vt:lpstr>Communication &amp; Sequence are semantically Equivalent:</vt:lpstr>
      <vt:lpstr>Communication Diagram Example:</vt:lpstr>
      <vt:lpstr>Numbering the messages</vt:lpstr>
      <vt:lpstr>Multiple Receiving Objects</vt:lpstr>
      <vt:lpstr>Order of message for multiple Objects </vt:lpstr>
      <vt:lpstr>PowerPoint Presentation</vt:lpstr>
      <vt:lpstr>Active Objects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Diagram</dc:title>
  <dc:creator>Junaid Ali Gillani</dc:creator>
  <cp:lastModifiedBy>Junaid Ali Gillani</cp:lastModifiedBy>
  <cp:revision>9</cp:revision>
  <dcterms:created xsi:type="dcterms:W3CDTF">2023-05-08T06:11:20Z</dcterms:created>
  <dcterms:modified xsi:type="dcterms:W3CDTF">2024-03-11T07:36:27Z</dcterms:modified>
</cp:coreProperties>
</file>