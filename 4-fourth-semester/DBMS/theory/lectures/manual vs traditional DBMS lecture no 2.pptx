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8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8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4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8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2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6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6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0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2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62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17649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54530" y="3765449"/>
            <a:ext cx="5449871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7575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37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9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80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61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0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90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 smtClean="0"/>
              <a:t>Data </a:t>
            </a:r>
            <a:r>
              <a:rPr lang="en-US" sz="4000" b="1" smtClean="0"/>
              <a:t>vs information </a:t>
            </a:r>
            <a:endParaRPr lang="en-AU" sz="4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no 2 </a:t>
            </a:r>
          </a:p>
          <a:p>
            <a:r>
              <a:rPr lang="en-US" dirty="0" smtClean="0"/>
              <a:t>Ayesha </a:t>
            </a:r>
            <a:r>
              <a:rPr lang="en-US" dirty="0" err="1" smtClean="0"/>
              <a:t>jarra</a:t>
            </a:r>
            <a:r>
              <a:rPr lang="en-US" dirty="0" err="1"/>
              <a:t>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1429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data-and-information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ata-and-information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ata-and-information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ata-and-information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data-and-information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data-and-information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data-and-information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ata-and-information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data-and-information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ata-and-information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data-and-information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data-and-information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8</Words>
  <Application>Microsoft Office PowerPoint</Application>
  <PresentationFormat>On-screen Show (4:3)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</vt:lpstr>
      <vt:lpstr>Data vs information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and traditional database file system</dc:title>
  <dc:subject/>
  <dc:creator>ayesha jarral</dc:creator>
  <cp:keywords/>
  <dc:description>generated using python-pptx</dc:description>
  <cp:lastModifiedBy>ayesha jarral</cp:lastModifiedBy>
  <cp:revision>5</cp:revision>
  <dcterms:created xsi:type="dcterms:W3CDTF">2013-01-27T09:14:16Z</dcterms:created>
  <dcterms:modified xsi:type="dcterms:W3CDTF">2024-02-27T10:50:11Z</dcterms:modified>
  <cp:category/>
</cp:coreProperties>
</file>