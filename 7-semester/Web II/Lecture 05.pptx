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notesMasterIdLst>
    <p:notesMasterId r:id="rId15"/>
  </p:notesMasterIdLst>
  <p:sldIdLst>
    <p:sldId id="293" r:id="rId2"/>
    <p:sldId id="277" r:id="rId3"/>
    <p:sldId id="276" r:id="rId4"/>
    <p:sldId id="275" r:id="rId5"/>
    <p:sldId id="278" r:id="rId6"/>
    <p:sldId id="279" r:id="rId7"/>
    <p:sldId id="294" r:id="rId8"/>
    <p:sldId id="295" r:id="rId9"/>
    <p:sldId id="296" r:id="rId10"/>
    <p:sldId id="289" r:id="rId11"/>
    <p:sldId id="280" r:id="rId12"/>
    <p:sldId id="281" r:id="rId13"/>
    <p:sldId id="28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15" autoAdjust="0"/>
    <p:restoredTop sz="95501" autoAdjust="0"/>
  </p:normalViewPr>
  <p:slideViewPr>
    <p:cSldViewPr snapToGrid="0">
      <p:cViewPr varScale="1">
        <p:scale>
          <a:sx n="120" d="100"/>
          <a:sy n="120" d="100"/>
        </p:scale>
        <p:origin x="102" y="2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C7E43-56F6-45CB-A194-C69F9D70AB1E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2DFD2-0C38-4B29-9BF4-608CE31B7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879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Lifecycle methods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 side effects and control behavior during a component's lifecycle.</a:t>
            </a:r>
          </a:p>
          <a:p>
            <a:r>
              <a:rPr lang="en-US" dirty="0" err="1">
                <a:effectLst/>
              </a:rPr>
              <a:t>componentDidMount</a:t>
            </a:r>
            <a:r>
              <a:rPr lang="en-US" dirty="0">
                <a:effectLst/>
              </a:rPr>
              <a:t>()</a:t>
            </a:r>
            <a:r>
              <a:rPr lang="en-US" b="1" dirty="0" err="1">
                <a:effectLst/>
              </a:rPr>
              <a:t>Mounting</a:t>
            </a:r>
            <a:r>
              <a:rPr lang="en-US" dirty="0" err="1">
                <a:effectLst/>
              </a:rPr>
              <a:t>Runs</a:t>
            </a:r>
            <a:r>
              <a:rPr lang="en-US" dirty="0">
                <a:effectLst/>
              </a:rPr>
              <a:t> after the component is added to the DOM. Ideal for initial setup (e.g., API calls).</a:t>
            </a:r>
            <a:r>
              <a:rPr lang="en-US" dirty="0" err="1">
                <a:effectLst/>
              </a:rPr>
              <a:t>componentDidUpdate</a:t>
            </a:r>
            <a:r>
              <a:rPr lang="en-US" dirty="0">
                <a:effectLst/>
              </a:rPr>
              <a:t>()</a:t>
            </a:r>
            <a:r>
              <a:rPr lang="en-US" b="1" dirty="0" err="1">
                <a:effectLst/>
              </a:rPr>
              <a:t>Updating</a:t>
            </a:r>
            <a:r>
              <a:rPr lang="en-US" dirty="0" err="1">
                <a:effectLst/>
              </a:rPr>
              <a:t>Runs</a:t>
            </a:r>
            <a:r>
              <a:rPr lang="en-US" dirty="0">
                <a:effectLst/>
              </a:rPr>
              <a:t> after state/props change. Used to respond to updates (e.g., DOM manipulation).</a:t>
            </a:r>
            <a:r>
              <a:rPr lang="en-US" dirty="0" err="1">
                <a:effectLst/>
              </a:rPr>
              <a:t>componentWillUnmount</a:t>
            </a:r>
            <a:r>
              <a:rPr lang="en-US" dirty="0">
                <a:effectLst/>
              </a:rPr>
              <a:t>()</a:t>
            </a:r>
            <a:r>
              <a:rPr lang="en-US" b="1" dirty="0" err="1">
                <a:effectLst/>
              </a:rPr>
              <a:t>Unmounting</a:t>
            </a:r>
            <a:r>
              <a:rPr lang="en-US" dirty="0" err="1">
                <a:effectLst/>
              </a:rPr>
              <a:t>Runs</a:t>
            </a:r>
            <a:r>
              <a:rPr lang="en-US" dirty="0">
                <a:effectLst/>
              </a:rPr>
              <a:t> before the component is removed. Cleanup tasks (e.g., timers, subscriptions).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40E316-2DB3-4563-A2AE-32F3867345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760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Console.log(fruit);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40E316-2DB3-4563-A2AE-32F3867345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0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else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display ? &lt;h1&gt;Furqan&lt;/h1&gt; : null</a:t>
            </a:r>
            <a:r>
              <a:rPr lang="en-US" sz="1200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&lt;h1&gt;No User&lt;/h1&gt;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setDisplay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(!display)}&gt; if true then false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1200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then true</a:t>
            </a:r>
          </a:p>
          <a:p>
            <a:r>
              <a:rPr lang="en-US" sz="1200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User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display ? &lt;h1&gt;Furqan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40E316-2DB3-4563-A2AE-32F3867345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06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989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227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533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019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012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738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564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060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09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487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9330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defTabSz="914400"/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10/7/2025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defTabSz="9144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defTabSz="914400"/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143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Freeform 3"/>
          <p:cNvSpPr/>
          <p:nvPr/>
        </p:nvSpPr>
        <p:spPr>
          <a:xfrm>
            <a:off x="1524000" y="1279525"/>
            <a:ext cx="533400" cy="228600"/>
          </a:xfrm>
          <a:custGeom>
            <a:avLst/>
            <a:gdLst>
              <a:gd name="connsiteX0" fmla="*/ 0 w 533400"/>
              <a:gd name="connsiteY0" fmla="*/ 228600 h 228600"/>
              <a:gd name="connsiteX1" fmla="*/ 533400 w 533400"/>
              <a:gd name="connsiteY1" fmla="*/ 228600 h 228600"/>
              <a:gd name="connsiteX2" fmla="*/ 533400 w 533400"/>
              <a:gd name="connsiteY2" fmla="*/ 0 h 228600"/>
              <a:gd name="connsiteX3" fmla="*/ 0 w 533400"/>
              <a:gd name="connsiteY3" fmla="*/ 0 h 228600"/>
              <a:gd name="connsiteX4" fmla="*/ 0 w 533400"/>
              <a:gd name="connsiteY4" fmla="*/ 228600 h 2286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533400" h="228600">
                <a:moveTo>
                  <a:pt x="0" y="228600"/>
                </a:moveTo>
                <a:lnTo>
                  <a:pt x="533400" y="228600"/>
                </a:lnTo>
                <a:lnTo>
                  <a:pt x="533400" y="0"/>
                </a:lnTo>
                <a:lnTo>
                  <a:pt x="0" y="0"/>
                </a:lnTo>
                <a:lnTo>
                  <a:pt x="0" y="228600"/>
                </a:lnTo>
              </a:path>
            </a:pathLst>
          </a:custGeom>
          <a:solidFill>
            <a:srgbClr val="CC8E6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Freeform 3"/>
          <p:cNvSpPr/>
          <p:nvPr/>
        </p:nvSpPr>
        <p:spPr>
          <a:xfrm>
            <a:off x="2114550" y="1279525"/>
            <a:ext cx="8553450" cy="228600"/>
          </a:xfrm>
          <a:custGeom>
            <a:avLst/>
            <a:gdLst>
              <a:gd name="connsiteX0" fmla="*/ 0 w 8553450"/>
              <a:gd name="connsiteY0" fmla="*/ 228600 h 228600"/>
              <a:gd name="connsiteX1" fmla="*/ 8553450 w 8553450"/>
              <a:gd name="connsiteY1" fmla="*/ 228600 h 228600"/>
              <a:gd name="connsiteX2" fmla="*/ 8553450 w 8553450"/>
              <a:gd name="connsiteY2" fmla="*/ 0 h 228600"/>
              <a:gd name="connsiteX3" fmla="*/ 0 w 8553450"/>
              <a:gd name="connsiteY3" fmla="*/ 0 h 228600"/>
              <a:gd name="connsiteX4" fmla="*/ 0 w 8553450"/>
              <a:gd name="connsiteY4" fmla="*/ 228600 h 2286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553450" h="228600">
                <a:moveTo>
                  <a:pt x="0" y="228600"/>
                </a:moveTo>
                <a:lnTo>
                  <a:pt x="8553450" y="228600"/>
                </a:lnTo>
                <a:lnTo>
                  <a:pt x="8553450" y="0"/>
                </a:lnTo>
                <a:lnTo>
                  <a:pt x="0" y="0"/>
                </a:lnTo>
                <a:lnTo>
                  <a:pt x="0" y="228600"/>
                </a:lnTo>
              </a:path>
            </a:pathLst>
          </a:custGeom>
          <a:solidFill>
            <a:srgbClr val="7E97A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4620958" y="395890"/>
            <a:ext cx="2005357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altLang="zh-CN" sz="4400" b="1" dirty="0">
                <a:solidFill>
                  <a:srgbClr val="0070C0"/>
                </a:solidFill>
                <a:latin typeface="Lucida Sans Unicode" panose="020B0602030504020204" pitchFamily="34" charset="0"/>
              </a:rPr>
              <a:t>WEB 11</a:t>
            </a:r>
          </a:p>
        </p:txBody>
      </p:sp>
      <p:sp>
        <p:nvSpPr>
          <p:cNvPr id="6152" name="TextBox 1"/>
          <p:cNvSpPr txBox="1">
            <a:spLocks noChangeArrowheads="1"/>
          </p:cNvSpPr>
          <p:nvPr/>
        </p:nvSpPr>
        <p:spPr bwMode="auto">
          <a:xfrm>
            <a:off x="4620958" y="3711592"/>
            <a:ext cx="3518490" cy="80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81113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81113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811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2500"/>
              </a:lnSpc>
              <a:buNone/>
            </a:pPr>
            <a:r>
              <a:rPr lang="en-US" sz="6600" b="1" dirty="0">
                <a:solidFill>
                  <a:schemeClr val="accent2"/>
                </a:solidFill>
              </a:rPr>
              <a:t>React JS</a:t>
            </a:r>
            <a:br>
              <a:rPr lang="en-US" sz="6600" dirty="0">
                <a:solidFill>
                  <a:schemeClr val="accent2"/>
                </a:solidFill>
              </a:rPr>
            </a:br>
            <a:endParaRPr lang="en-US" sz="6600" b="1" dirty="0">
              <a:solidFill>
                <a:schemeClr val="accent2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887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Hooks in React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30270" y="2395623"/>
            <a:ext cx="7910597" cy="2950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eaLnBrk="1" fontAlgn="base" hangingPunct="1">
              <a:spcBef>
                <a:spcPts val="1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Hooks are special functions that let you use React features in functional components.</a:t>
            </a:r>
          </a:p>
          <a:p>
            <a:pPr marR="0" lvl="0" eaLnBrk="1" fontAlgn="base" hangingPunct="1"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hooks, you can use:</a:t>
            </a:r>
          </a:p>
          <a:p>
            <a:pPr marR="0" lvl="0" eaLnBrk="1" fontAlgn="base" hangingPunct="1"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(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R="0" lvl="0" eaLnBrk="1" fontAlgn="base" hangingPunct="1"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Lifecycle methods (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R="0" lvl="0" eaLnBrk="1" fontAlgn="base" hangingPunct="1"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advanced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615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3789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in react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270" y="1469204"/>
            <a:ext cx="9603275" cy="459254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like a variable but smarter.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stores dynamic data and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re-renders the component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whenever the state changes.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understand normal JavaScript variables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UI updates.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want to update and reflect values in the UI, use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 of State: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Component-Specific</a:t>
            </a:r>
            <a:b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is local to its component and not accessible to other components unless explicitly passed via props.</a:t>
            </a:r>
          </a:p>
          <a:p>
            <a:pPr lvl="0"/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Mutable</a:t>
            </a:r>
            <a:b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props (which are read-only), state can be updated using dedicated methods like </a:t>
            </a:r>
            <a:r>
              <a:rPr lang="en-US" sz="2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setState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(class components) or state-setting functions from hooks like </a:t>
            </a:r>
            <a:r>
              <a:rPr lang="en-US" sz="2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(functional components).</a:t>
            </a:r>
          </a:p>
          <a:p>
            <a:pPr lvl="0"/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Triggers Re-renders</a:t>
            </a:r>
            <a:b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state causes React to re-render the component and update the DOM to reflect new values.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143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Event and Function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269" y="1781712"/>
            <a:ext cx="9603275" cy="329457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2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Fruits() {</a:t>
            </a:r>
          </a:p>
          <a:p>
            <a:pPr marL="0" indent="0">
              <a:buNone/>
            </a:pPr>
            <a:r>
              <a:rPr lang="en-US" sz="6200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sz="6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6200" dirty="0">
                <a:latin typeface="Courier New" panose="02070309020205020404" pitchFamily="49" charset="0"/>
                <a:cs typeface="Courier New" panose="02070309020205020404" pitchFamily="49" charset="0"/>
              </a:rPr>
              <a:t> fruits = (name) =&gt; {</a:t>
            </a:r>
          </a:p>
          <a:p>
            <a:pPr marL="0" indent="0">
              <a:buNone/>
            </a:pPr>
            <a:r>
              <a:rPr lang="en-US" sz="6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alert(name);</a:t>
            </a:r>
          </a:p>
          <a:p>
            <a:pPr marL="0" indent="0">
              <a:buNone/>
            </a:pPr>
            <a:r>
              <a:rPr lang="en-US" sz="6200" dirty="0">
                <a:latin typeface="Courier New" panose="02070309020205020404" pitchFamily="49" charset="0"/>
                <a:cs typeface="Courier New" panose="02070309020205020404" pitchFamily="49" charset="0"/>
              </a:rPr>
              <a:t>    };  </a:t>
            </a:r>
          </a:p>
          <a:p>
            <a:pPr marL="0" indent="0">
              <a:buNone/>
            </a:pPr>
            <a:r>
              <a:rPr lang="en-US" sz="6200" dirty="0">
                <a:latin typeface="Courier New" panose="02070309020205020404" pitchFamily="49" charset="0"/>
                <a:cs typeface="Courier New" panose="02070309020205020404" pitchFamily="49" charset="0"/>
              </a:rPr>
              <a:t>    return (</a:t>
            </a:r>
          </a:p>
          <a:p>
            <a:pPr marL="0" indent="0">
              <a:buNone/>
            </a:pPr>
            <a:r>
              <a:rPr lang="en-US" sz="6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&lt;div&gt;</a:t>
            </a:r>
          </a:p>
          <a:p>
            <a:pPr marL="0" indent="0">
              <a:buNone/>
            </a:pPr>
            <a:r>
              <a:rPr lang="en-US" sz="6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&lt;button </a:t>
            </a:r>
            <a:r>
              <a:rPr lang="en-US" sz="6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sz="6200" dirty="0">
                <a:latin typeface="Courier New" panose="02070309020205020404" pitchFamily="49" charset="0"/>
                <a:cs typeface="Courier New" panose="02070309020205020404" pitchFamily="49" charset="0"/>
              </a:rPr>
              <a:t>={() =&gt; fruits("Apple")}&gt;Apple&lt;/button&gt;</a:t>
            </a:r>
          </a:p>
          <a:p>
            <a:pPr marL="0" indent="0">
              <a:buNone/>
            </a:pPr>
            <a:r>
              <a:rPr lang="en-US" sz="6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&lt;button </a:t>
            </a:r>
            <a:r>
              <a:rPr lang="en-US" sz="6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sz="6200" dirty="0">
                <a:latin typeface="Courier New" panose="02070309020205020404" pitchFamily="49" charset="0"/>
                <a:cs typeface="Courier New" panose="02070309020205020404" pitchFamily="49" charset="0"/>
              </a:rPr>
              <a:t>={() =&gt; fruits("Banana")}&gt;Banana&lt;/button&gt;</a:t>
            </a:r>
          </a:p>
          <a:p>
            <a:pPr marL="0" indent="0">
              <a:buNone/>
            </a:pPr>
            <a:r>
              <a:rPr lang="en-US" sz="6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&lt;/div&gt;</a:t>
            </a:r>
          </a:p>
          <a:p>
            <a:pPr marL="0" indent="0">
              <a:buNone/>
            </a:pPr>
            <a:r>
              <a:rPr lang="en-US" sz="6200" dirty="0">
                <a:latin typeface="Courier New" panose="02070309020205020404" pitchFamily="49" charset="0"/>
                <a:cs typeface="Courier New" panose="02070309020205020404" pitchFamily="49" charset="0"/>
              </a:rPr>
              <a:t>    );  }  </a:t>
            </a:r>
          </a:p>
          <a:p>
            <a:pPr marL="0" indent="0">
              <a:buNone/>
            </a:pPr>
            <a:r>
              <a:rPr lang="en-US" sz="6200" dirty="0">
                <a:latin typeface="Courier New" panose="02070309020205020404" pitchFamily="49" charset="0"/>
                <a:cs typeface="Courier New" panose="02070309020205020404" pitchFamily="49" charset="0"/>
              </a:rPr>
              <a:t>  export default Fruits;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089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use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620" y="1690688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{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} from "react";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App() {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[fruit,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setFruit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("Apple");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handleFruit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() =&gt; {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setFruit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("Banana");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return (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&lt;div&gt;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&lt;h1&gt;State in React JS&lt;/h1&gt;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&lt;h2&gt;{fruit}&lt;/h2&gt;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&lt;button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handleFruit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}&gt;Change Fruit Name&lt;/button&gt;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B52900-942F-EC0A-0F61-3A18D9FA0A27}"/>
              </a:ext>
            </a:extLst>
          </p:cNvPr>
          <p:cNvSpPr/>
          <p:nvPr/>
        </p:nvSpPr>
        <p:spPr>
          <a:xfrm>
            <a:off x="7496966" y="2274212"/>
            <a:ext cx="2844048" cy="28931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Apple</a:t>
            </a:r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onclick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Banana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96708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432" y="131391"/>
            <a:ext cx="9603275" cy="1049235"/>
          </a:xfrm>
        </p:spPr>
        <p:txBody>
          <a:bodyPr>
            <a:no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use State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270" y="986319"/>
            <a:ext cx="9931460" cy="560968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React, {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} from "react";</a:t>
            </a:r>
          </a:p>
          <a:p>
            <a:pPr marL="0" indent="0">
              <a:buNone/>
            </a:pP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Counter = () =&gt; {</a:t>
            </a:r>
          </a:p>
          <a:p>
            <a:pPr marL="0" indent="0">
              <a:buNone/>
            </a:pP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[counter,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setCounter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pPr marL="0" indent="0">
              <a:buNone/>
            </a:pP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rCounter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setRCounter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(10);</a:t>
            </a:r>
          </a:p>
          <a:p>
            <a:pPr marL="0" indent="0"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 (</a:t>
            </a:r>
          </a:p>
          <a:p>
            <a:pPr marL="0" indent="0"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&lt;div&gt;</a:t>
            </a:r>
          </a:p>
          <a:p>
            <a:pPr marL="0" indent="0"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&lt;h1&gt;Counter: {counter}&lt;/h1&gt;</a:t>
            </a:r>
          </a:p>
          <a:p>
            <a:pPr marL="0" indent="0"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&lt;h1&gt;R Counter: {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rCounter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}&lt;/h1&gt;</a:t>
            </a:r>
          </a:p>
          <a:p>
            <a:pPr marL="0" indent="0"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&lt;button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={() =&gt;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setCounter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(counter + 1)}&gt;Update Counter&lt;/button&gt;</a:t>
            </a:r>
          </a:p>
          <a:p>
            <a:pPr marL="0" indent="0"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&lt;button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={() =&gt;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setRCounter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rCounter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- 1)}&gt;Update R Counter&lt;/button&gt;</a:t>
            </a:r>
          </a:p>
          <a:p>
            <a:pPr marL="0" indent="0"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  <a:p>
            <a:pPr marL="0" indent="0"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Counter;</a:t>
            </a:r>
          </a:p>
          <a:p>
            <a:pPr marL="0" indent="0">
              <a:buNone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047723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142" y="141665"/>
            <a:ext cx="9603275" cy="1049235"/>
          </a:xfrm>
        </p:spPr>
        <p:txBody>
          <a:bodyPr/>
          <a:lstStyle/>
          <a:p>
            <a:r>
              <a:rPr lang="en-US" dirty="0"/>
              <a:t>Example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141" y="1511104"/>
            <a:ext cx="9603275" cy="512680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{ </a:t>
            </a:r>
            <a:r>
              <a:rPr lang="en-US" sz="3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} from "react";</a:t>
            </a:r>
          </a:p>
          <a:p>
            <a:pPr marL="0" indent="0">
              <a:buNone/>
            </a:pPr>
            <a:r>
              <a:rPr lang="en-US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App() {</a:t>
            </a:r>
          </a:p>
          <a:p>
            <a:pPr marL="0" indent="0">
              <a:buNone/>
            </a:pPr>
            <a:r>
              <a:rPr lang="en-US" sz="3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[display, </a:t>
            </a:r>
            <a:r>
              <a:rPr lang="en-US" sz="3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setDisplay</a:t>
            </a:r>
            <a:r>
              <a:rPr lang="en-US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3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(true);</a:t>
            </a:r>
          </a:p>
          <a:p>
            <a:pPr marL="0" indent="0">
              <a:buNone/>
            </a:pPr>
            <a:r>
              <a:rPr lang="en-US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 (</a:t>
            </a:r>
          </a:p>
          <a:p>
            <a:pPr marL="0" indent="0">
              <a:buNone/>
            </a:pPr>
            <a:r>
              <a:rPr lang="en-US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&lt;div&gt;</a:t>
            </a:r>
          </a:p>
          <a:p>
            <a:pPr marL="0" indent="0">
              <a:buNone/>
            </a:pPr>
            <a:r>
              <a:rPr lang="en-US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&lt;h1&gt;Toggle in React JS&lt;/h1&gt;</a:t>
            </a:r>
          </a:p>
          <a:p>
            <a:pPr marL="0" indent="0">
              <a:buNone/>
            </a:pPr>
            <a:r>
              <a:rPr lang="en-US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&lt;button </a:t>
            </a:r>
            <a:r>
              <a:rPr lang="en-US" sz="3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={() =&gt; </a:t>
            </a:r>
            <a:r>
              <a:rPr lang="en-US" sz="3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setDisplay</a:t>
            </a:r>
            <a:r>
              <a:rPr lang="en-US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(!display)}&gt;Toggle&lt;/button&gt;</a:t>
            </a:r>
          </a:p>
          <a:p>
            <a:pPr marL="0" indent="0">
              <a:buNone/>
            </a:pPr>
            <a:r>
              <a:rPr lang="en-US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{display ? &lt;h1&gt;Door&lt;/h1&gt; : null}</a:t>
            </a:r>
          </a:p>
          <a:p>
            <a:pPr marL="0" indent="0">
              <a:buNone/>
            </a:pPr>
            <a:r>
              <a:rPr lang="en-US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  <a:p>
            <a:pPr marL="0" indent="0">
              <a:buNone/>
            </a:pPr>
            <a:r>
              <a:rPr lang="en-US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3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App;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07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505" y="2126415"/>
            <a:ext cx="5261811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User()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return (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&lt;div&gt;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&lt;h1&gt;User Component&lt;/h1&gt;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User;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56449" y="1079352"/>
            <a:ext cx="6533148" cy="5398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{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} from "react";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User from "./User";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App() {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[display,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setDisplay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(true);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return (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&lt;div&gt;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&lt;h1&gt;Toggle in React JS&lt;/h1&gt;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&lt;button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={() =&gt;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setDisplay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(!display)}&gt;Toggle&lt;/button&gt;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{display ? &lt;User /&gt; : null}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App;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737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State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270" y="1363851"/>
            <a:ext cx="9603275" cy="475798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import { </a:t>
            </a:r>
            <a:r>
              <a:rPr lang="en-US" sz="4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 } from "react";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App() {</a:t>
            </a:r>
          </a:p>
          <a:p>
            <a:pPr marL="0" indent="0">
              <a:buNone/>
            </a:pPr>
            <a:r>
              <a:rPr lang="en-US" sz="4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 [count, </a:t>
            </a:r>
            <a:r>
              <a:rPr lang="en-US" sz="4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setCount</a:t>
            </a: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4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return (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&lt;div&gt;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&lt;h1&gt;{count}&lt;/h1&gt;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&lt;button </a:t>
            </a:r>
            <a:r>
              <a:rPr lang="en-US" sz="4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={() =&gt; </a:t>
            </a:r>
            <a:r>
              <a:rPr lang="en-US" sz="4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setCount</a:t>
            </a: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(count + 1)}&gt;Counter&lt;/button&gt;</a:t>
            </a:r>
            <a:b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count === 0 ? &lt;h1&gt;Condition 0&lt;/h1&gt;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: count === 1 ? &lt;h1&gt;Condition 1&lt;/h1&gt;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: count === 2 ? &lt;h1&gt;Condition 2&lt;/h1&gt;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: count === 3 ? &lt;h1&gt;Condition 3&lt;/h1&gt;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: count === 4 ? &lt;h1&gt;Condition 4&lt;/h1&gt;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: &lt;h1&gt;Other Condition&lt;/h1&gt;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	);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App;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553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Background Color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427" y="1503336"/>
            <a:ext cx="11236271" cy="464949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{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} from 'react';</a:t>
            </a:r>
          </a:p>
          <a:p>
            <a:pPr marL="0" indent="0">
              <a:buNone/>
            </a:pP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LightSwitch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isDark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setIsDark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(false);</a:t>
            </a:r>
          </a:p>
          <a:p>
            <a:pPr marL="0" indent="0">
              <a:buNone/>
            </a:pP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handleClick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setIsDark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(!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isDark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}</a:t>
            </a:r>
          </a:p>
          <a:p>
            <a:pPr marL="0" indent="0">
              <a:buNone/>
            </a:pP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// Update background using React-controlled state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document.body.style.backgroundColor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isDark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? 'black' : 'white';</a:t>
            </a:r>
          </a:p>
          <a:p>
            <a:pPr marL="0" indent="0">
              <a:buNone/>
            </a:pP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return (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&lt;button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handleClick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  Toggle the lights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&lt;/button&gt;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912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Toggle JavaScript and JQuery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1503" y="1592360"/>
            <a:ext cx="63226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320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Toggle by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270" y="1642820"/>
            <a:ext cx="9603275" cy="443251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{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} from "react";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Toggle() {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[display,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setDisplay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(true);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return (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&lt;div&gt;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&lt;h1&gt;Toggle in React JS&lt;/h1&gt;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&lt;button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={() =&gt;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setDisplay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(!display)}&gt;Toggle&lt;/button&gt;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{display ? &lt;h1&gt;Web Engineering&lt;/h1&gt; : null}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Toggle;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576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Toggle by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Home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347" y="1583029"/>
            <a:ext cx="393907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Profile()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return (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&lt;div&gt;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&lt;h1&gt;Profile Info&lt;/h1&gt;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Profile;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273420" y="1508383"/>
            <a:ext cx="8145625" cy="5250636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500" dirty="0">
                <a:latin typeface="Courier New" panose="02070309020205020404" pitchFamily="49" charset="0"/>
                <a:cs typeface="Courier New" panose="02070309020205020404" pitchFamily="49" charset="0"/>
              </a:rPr>
              <a:t>import { </a:t>
            </a:r>
            <a:r>
              <a:rPr lang="en-US" sz="6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6500" dirty="0">
                <a:latin typeface="Courier New" panose="02070309020205020404" pitchFamily="49" charset="0"/>
                <a:cs typeface="Courier New" panose="02070309020205020404" pitchFamily="49" charset="0"/>
              </a:rPr>
              <a:t> } from "react";</a:t>
            </a:r>
          </a:p>
          <a:p>
            <a:pPr marL="0" indent="0">
              <a:buNone/>
            </a:pPr>
            <a:r>
              <a:rPr lang="en-US" sz="6500" dirty="0">
                <a:latin typeface="Courier New" panose="02070309020205020404" pitchFamily="49" charset="0"/>
                <a:cs typeface="Courier New" panose="02070309020205020404" pitchFamily="49" charset="0"/>
              </a:rPr>
              <a:t>import User from "./User";</a:t>
            </a:r>
          </a:p>
          <a:p>
            <a:pPr marL="0" indent="0">
              <a:buNone/>
            </a:pPr>
            <a:r>
              <a:rPr lang="en-US" sz="65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App() {</a:t>
            </a:r>
          </a:p>
          <a:p>
            <a:pPr marL="0" indent="0">
              <a:buNone/>
            </a:pPr>
            <a:r>
              <a:rPr lang="en-US" sz="6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6500" dirty="0">
                <a:latin typeface="Courier New" panose="02070309020205020404" pitchFamily="49" charset="0"/>
                <a:cs typeface="Courier New" panose="02070309020205020404" pitchFamily="49" charset="0"/>
              </a:rPr>
              <a:t> [display, </a:t>
            </a:r>
            <a:r>
              <a:rPr lang="en-US" sz="6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setDisplay</a:t>
            </a:r>
            <a:r>
              <a:rPr lang="en-US" sz="65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6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6500" dirty="0">
                <a:latin typeface="Courier New" panose="02070309020205020404" pitchFamily="49" charset="0"/>
                <a:cs typeface="Courier New" panose="02070309020205020404" pitchFamily="49" charset="0"/>
              </a:rPr>
              <a:t>(true);</a:t>
            </a:r>
          </a:p>
          <a:p>
            <a:pPr marL="0" indent="0">
              <a:buNone/>
            </a:pPr>
            <a:r>
              <a:rPr lang="en-US" sz="6500" dirty="0">
                <a:latin typeface="Courier New" panose="02070309020205020404" pitchFamily="49" charset="0"/>
                <a:cs typeface="Courier New" panose="02070309020205020404" pitchFamily="49" charset="0"/>
              </a:rPr>
              <a:t>return (</a:t>
            </a:r>
          </a:p>
          <a:p>
            <a:pPr marL="0" indent="0">
              <a:buNone/>
            </a:pPr>
            <a:r>
              <a:rPr lang="en-US" sz="6500" dirty="0">
                <a:latin typeface="Courier New" panose="02070309020205020404" pitchFamily="49" charset="0"/>
                <a:cs typeface="Courier New" panose="02070309020205020404" pitchFamily="49" charset="0"/>
              </a:rPr>
              <a:t>&lt;div&gt;</a:t>
            </a:r>
          </a:p>
          <a:p>
            <a:pPr marL="0" indent="0">
              <a:buNone/>
            </a:pPr>
            <a:r>
              <a:rPr lang="en-US" sz="6500" dirty="0">
                <a:latin typeface="Courier New" panose="02070309020205020404" pitchFamily="49" charset="0"/>
                <a:cs typeface="Courier New" panose="02070309020205020404" pitchFamily="49" charset="0"/>
              </a:rPr>
              <a:t>&lt;h1&gt;Toggle in React JS&lt;/h1&gt;</a:t>
            </a:r>
          </a:p>
          <a:p>
            <a:pPr marL="0" indent="0">
              <a:buNone/>
            </a:pPr>
            <a:r>
              <a:rPr lang="en-US" sz="6500" dirty="0">
                <a:latin typeface="Courier New" panose="02070309020205020404" pitchFamily="49" charset="0"/>
                <a:cs typeface="Courier New" panose="02070309020205020404" pitchFamily="49" charset="0"/>
              </a:rPr>
              <a:t>&lt;button </a:t>
            </a:r>
            <a:r>
              <a:rPr lang="en-US" sz="6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sz="6500" dirty="0">
                <a:latin typeface="Courier New" panose="02070309020205020404" pitchFamily="49" charset="0"/>
                <a:cs typeface="Courier New" panose="02070309020205020404" pitchFamily="49" charset="0"/>
              </a:rPr>
              <a:t>={() =&gt; </a:t>
            </a:r>
            <a:r>
              <a:rPr lang="en-US" sz="6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setDisplay</a:t>
            </a:r>
            <a:r>
              <a:rPr lang="en-US" sz="6500" dirty="0">
                <a:latin typeface="Courier New" panose="02070309020205020404" pitchFamily="49" charset="0"/>
                <a:cs typeface="Courier New" panose="02070309020205020404" pitchFamily="49" charset="0"/>
              </a:rPr>
              <a:t>(!display)}&gt;Toggle&lt;/button&gt;</a:t>
            </a:r>
          </a:p>
          <a:p>
            <a:pPr marL="0" indent="0">
              <a:buNone/>
            </a:pPr>
            <a:r>
              <a:rPr lang="en-US" sz="6500" dirty="0">
                <a:latin typeface="Courier New" panose="02070309020205020404" pitchFamily="49" charset="0"/>
                <a:cs typeface="Courier New" panose="02070309020205020404" pitchFamily="49" charset="0"/>
              </a:rPr>
              <a:t>{display ? &lt;User /&gt; : null}</a:t>
            </a:r>
          </a:p>
          <a:p>
            <a:pPr marL="0" indent="0">
              <a:buNone/>
            </a:pPr>
            <a:r>
              <a:rPr lang="en-US" sz="6500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  <a:p>
            <a:pPr marL="0" indent="0">
              <a:buNone/>
            </a:pPr>
            <a:r>
              <a:rPr lang="en-US" sz="6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65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6500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App;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84524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2360</TotalTime>
  <Words>1159</Words>
  <Application>Microsoft Office PowerPoint</Application>
  <PresentationFormat>Widescreen</PresentationFormat>
  <Paragraphs>176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Adobe Fan Heiti Std B</vt:lpstr>
      <vt:lpstr>Arial</vt:lpstr>
      <vt:lpstr>Calibri</vt:lpstr>
      <vt:lpstr>Calibri Light</vt:lpstr>
      <vt:lpstr>Courier New</vt:lpstr>
      <vt:lpstr>Lucida Sans Unicode</vt:lpstr>
      <vt:lpstr>Times New Roman</vt:lpstr>
      <vt:lpstr>Retrospect</vt:lpstr>
      <vt:lpstr>PowerPoint Presentation</vt:lpstr>
      <vt:lpstr>Hooks in React </vt:lpstr>
      <vt:lpstr>State in react js</vt:lpstr>
      <vt:lpstr>Click Event and Function Call</vt:lpstr>
      <vt:lpstr>How to use State</vt:lpstr>
      <vt:lpstr>How to use State</vt:lpstr>
      <vt:lpstr>Example State</vt:lpstr>
      <vt:lpstr>Example State</vt:lpstr>
      <vt:lpstr>Example State </vt:lpstr>
      <vt:lpstr>Changing Background Color</vt:lpstr>
      <vt:lpstr>Toggle JavaScript and JQuery</vt:lpstr>
      <vt:lpstr>Toggle by Using useState React</vt:lpstr>
      <vt:lpstr>Toggle by using useState Home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Mariya Hanif</dc:creator>
  <cp:lastModifiedBy>d n</cp:lastModifiedBy>
  <cp:revision>268</cp:revision>
  <dcterms:created xsi:type="dcterms:W3CDTF">2021-02-08T18:52:44Z</dcterms:created>
  <dcterms:modified xsi:type="dcterms:W3CDTF">2025-10-07T11:38:55Z</dcterms:modified>
</cp:coreProperties>
</file>