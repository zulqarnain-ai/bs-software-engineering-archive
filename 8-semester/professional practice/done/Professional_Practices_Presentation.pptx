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Professional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Key Topics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What is Computer Reliability?</a:t>
            </a:r>
          </a:p>
          <a:p/>
          <a:p>
            <a:r>
              <a:t>• Ability of a computer system to perform correctly and consistently.</a:t>
            </a:r>
          </a:p>
          <a:p>
            <a:r>
              <a:t>• Reliable systems reduce failures and downtime.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Reliability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Real Life Example:</a:t>
            </a:r>
          </a:p>
          <a:p>
            <a:r>
              <a:t>• ATMs must work reliably to dispense correct cash.</a:t>
            </a:r>
          </a:p>
          <a:p>
            <a:r>
              <a:t>• A failure may cause money loss or customer frustration.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Reliability –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Why It Matters:</a:t>
            </a:r>
          </a:p>
          <a:p>
            <a:r>
              <a:t>• Ensures smooth business operations.</a:t>
            </a:r>
          </a:p>
          <a:p>
            <a:r>
              <a:t>• Builds trust with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What Are Data Errors?</a:t>
            </a:r>
          </a:p>
          <a:p/>
          <a:p>
            <a:r>
              <a:t>• Mistakes in data entry, storage, or processing.</a:t>
            </a:r>
          </a:p>
          <a:p>
            <a:r>
              <a:t>• Can lead to wrong results or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Errors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Real Life Example:</a:t>
            </a:r>
          </a:p>
          <a:p>
            <a:r>
              <a:t>• Entering wrong medical test value can impact diagnosis.</a:t>
            </a:r>
          </a:p>
          <a:p>
            <a:r>
              <a:t>• Mis-typed numbers in banking systems cause incorrect balances.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Errors – Causes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Common Causes:</a:t>
            </a:r>
          </a:p>
          <a:p>
            <a:r>
              <a:t>• Human typing mistakes.</a:t>
            </a:r>
          </a:p>
          <a:p>
            <a:r>
              <a:t>• Faulty sensors.</a:t>
            </a:r>
          </a:p>
          <a:p>
            <a:r>
              <a:t>• Corrupted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What are Software Errors?</a:t>
            </a:r>
          </a:p>
          <a:p/>
          <a:p>
            <a:r>
              <a:t>• Bugs or defects in a program.</a:t>
            </a:r>
          </a:p>
          <a:p>
            <a:r>
              <a:t>• They cause improper system functioning.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Errors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Example:</a:t>
            </a:r>
          </a:p>
          <a:p>
            <a:r>
              <a:t>• A mobile app that crashes when you press a button.</a:t>
            </a:r>
          </a:p>
          <a:p>
            <a:r>
              <a:t>• An online form that doesn’t submit properly.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Errors –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Possible Impacts:</a:t>
            </a:r>
          </a:p>
          <a:p>
            <a:r>
              <a:t>• Data loss.</a:t>
            </a:r>
          </a:p>
          <a:p>
            <a:r>
              <a:t>• System crash.</a:t>
            </a:r>
          </a:p>
          <a:p>
            <a:r>
              <a:t>• Wrong calculations.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Notable Software System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What Are They?</a:t>
            </a:r>
          </a:p>
          <a:p/>
          <a:p>
            <a:r>
              <a:t>• Major failures caused by software bugs.</a:t>
            </a:r>
          </a:p>
          <a:p>
            <a:r>
              <a:t>• These failures often cause huge financial or data loss.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Example – Ariane 5 Rocket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Ariane 5 Explosion (1996):</a:t>
            </a:r>
          </a:p>
          <a:p>
            <a:r>
              <a:t>• Caused by software bug.</a:t>
            </a:r>
          </a:p>
          <a:p>
            <a:r>
              <a:t>• Rocket self-destructed.</a:t>
            </a:r>
          </a:p>
          <a:p>
            <a:r>
              <a:t>• Loss: $370 million.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Example – NHS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UK NHS IT Failure:</a:t>
            </a:r>
          </a:p>
          <a:p>
            <a:r>
              <a:t>• Software issue blocked patient appointments.</a:t>
            </a:r>
          </a:p>
          <a:p>
            <a:r>
              <a:t>• Affected thousands of people.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Example – Boeing 737 MAX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MCAS Software Fault:</a:t>
            </a:r>
          </a:p>
          <a:p>
            <a:r>
              <a:t>• Contributed to two plane crashes.</a:t>
            </a:r>
          </a:p>
          <a:p>
            <a:r>
              <a:t>• 346 lives lost.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What is Algorithm Bias?</a:t>
            </a:r>
          </a:p>
          <a:p/>
          <a:p>
            <a:r>
              <a:t>• When computer programs make unfair decisions.</a:t>
            </a:r>
          </a:p>
          <a:p>
            <a:r>
              <a:t>• Often due to biased training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Bias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Real Life Example:</a:t>
            </a:r>
          </a:p>
          <a:p>
            <a:r>
              <a:t>• Hiring software rejecting CVs from women.</a:t>
            </a:r>
          </a:p>
          <a:p>
            <a:r>
              <a:t>• Face recognition misidentifying darker-skinned individuals.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Bias – Causes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Causes:</a:t>
            </a:r>
          </a:p>
          <a:p>
            <a:r>
              <a:t>• Poor or biased data.</a:t>
            </a:r>
          </a:p>
          <a:p>
            <a:r>
              <a:t>• Incorrect assumptions.</a:t>
            </a:r>
          </a:p>
          <a:p>
            <a:r>
              <a:t>• Lack of diverse testing.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Bias –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Impact:</a:t>
            </a:r>
          </a:p>
          <a:p>
            <a:r>
              <a:t>• Unfair decisions.</a:t>
            </a:r>
          </a:p>
          <a:p>
            <a:r>
              <a:t>• Social discrimination.</a:t>
            </a:r>
          </a:p>
          <a:p>
            <a:r>
              <a:t>• Loss of trust in technology.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to Improve Reliability and Reduce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Ways to Improve:</a:t>
            </a:r>
          </a:p>
          <a:p>
            <a:r>
              <a:t>• Testing and debugging.</a:t>
            </a:r>
          </a:p>
          <a:p>
            <a:r>
              <a:t>• Quality assurance.</a:t>
            </a:r>
          </a:p>
          <a:p>
            <a:r>
              <a:t>• Regular system updates.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for Algorithm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Ways to Reduce Bias:</a:t>
            </a:r>
          </a:p>
          <a:p>
            <a:r>
              <a:t>• Use diverse data.</a:t>
            </a:r>
          </a:p>
          <a:p>
            <a:r>
              <a:t>• Human oversight.</a:t>
            </a:r>
          </a:p>
          <a:p>
            <a:r>
              <a:t>• Transparent algorithms.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Final Thoughts:</a:t>
            </a:r>
          </a:p>
          <a:p>
            <a:r>
              <a:t>• Reliability and fairness are key in computing.</a:t>
            </a:r>
          </a:p>
          <a:p>
            <a:r>
              <a:t>• Errors must be reduced.</a:t>
            </a:r>
          </a:p>
          <a:p>
            <a:r>
              <a:t>• Ethical software builds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2549</Words>
  <Application>WPS Presentation</Application>
  <PresentationFormat>On-screen Show (4:3)</PresentationFormat>
  <Paragraphs>137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Title Slide</vt:lpstr>
      <vt:lpstr>Computer Reliability</vt:lpstr>
      <vt:lpstr>Computer Reliability – Example</vt:lpstr>
      <vt:lpstr>Computer Reliability – Importance</vt:lpstr>
      <vt:lpstr>Data Errors</vt:lpstr>
      <vt:lpstr>Data Errors – Example</vt:lpstr>
      <vt:lpstr>Data Errors – Causes</vt:lpstr>
      <vt:lpstr>Software Errors</vt:lpstr>
      <vt:lpstr>Software Errors – Example</vt:lpstr>
      <vt:lpstr>Software Errors – Impact</vt:lpstr>
      <vt:lpstr>Notable Software System Failures</vt:lpstr>
      <vt:lpstr>Failure Example – Ariane 5 Rocket</vt:lpstr>
      <vt:lpstr>Failure Example – NHS System</vt:lpstr>
      <vt:lpstr>Failure Example – Boeing 737 MAX</vt:lpstr>
      <vt:lpstr>Algorithm Bias</vt:lpstr>
      <vt:lpstr>Algorithm Bias – Example</vt:lpstr>
      <vt:lpstr>Algorithm Bias – Causes</vt:lpstr>
      <vt:lpstr>Algorithm Bias – Impact</vt:lpstr>
      <vt:lpstr>Solutions to Improve Reliability and Reduce Errors</vt:lpstr>
      <vt:lpstr>Solutions for Algorithm Bias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Muhammad usman shahid</cp:lastModifiedBy>
  <cp:revision>3</cp:revision>
  <dcterms:created xsi:type="dcterms:W3CDTF">2013-01-27T09:14:00Z</dcterms:created>
  <dcterms:modified xsi:type="dcterms:W3CDTF">2026-04-30T07:21:16Z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19E8D757441B45349F980A790755A819_12</vt:lpwstr>
  </property>
  <property fmtid="{D5CDD505-2E9C-101B-9397-08002B2CF9AE}" pid="3" name="KSOProductBuildVer">
    <vt:lpwstr>1033-12.1.0.25862</vt:lpwstr>
  </property>
</Properties>
</file>