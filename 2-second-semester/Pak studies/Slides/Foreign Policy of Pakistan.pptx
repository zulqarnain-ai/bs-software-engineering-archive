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6" r:id="rId2"/>
  </p:sldMasterIdLst>
  <p:sldIdLst>
    <p:sldId id="256" r:id="rId3"/>
    <p:sldId id="257" r:id="rId4"/>
    <p:sldId id="258" r:id="rId5"/>
    <p:sldId id="259" r:id="rId6"/>
    <p:sldId id="260" r:id="rId7"/>
    <p:sldId id="261" r:id="rId8"/>
    <p:sldId id="262" r:id="rId9"/>
    <p:sldId id="263" r:id="rId10"/>
    <p:sldId id="264" r:id="rId11"/>
    <p:sldId id="265" r:id="rId1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hyperlink" Target="http://bit.ly/2Tynxth" TargetMode="External"/><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hyperlink" Target="http://bit.ly/2TtBDfr" TargetMode="External"/><Relationship Id="rId4" Type="http://schemas.openxmlformats.org/officeDocument/2006/relationships/hyperlink" Target="http://bit.ly/2TyoMsr" TargetMode="Externa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subTitle" idx="1"/>
          </p:nvPr>
        </p:nvSpPr>
        <p:spPr>
          <a:xfrm>
            <a:off x="3115433" y="4469433"/>
            <a:ext cx="5961200" cy="7856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None/>
              <a:defRPr sz="2133"/>
            </a:lvl1pPr>
            <a:lvl2pPr lvl="1" algn="ctr" rtl="0">
              <a:lnSpc>
                <a:spcPct val="100000"/>
              </a:lnSpc>
              <a:spcBef>
                <a:spcPts val="2133"/>
              </a:spcBef>
              <a:spcAft>
                <a:spcPts val="0"/>
              </a:spcAft>
              <a:buNone/>
              <a:defRPr sz="2133"/>
            </a:lvl2pPr>
            <a:lvl3pPr lvl="2" algn="ctr" rtl="0">
              <a:lnSpc>
                <a:spcPct val="100000"/>
              </a:lnSpc>
              <a:spcBef>
                <a:spcPts val="2133"/>
              </a:spcBef>
              <a:spcAft>
                <a:spcPts val="0"/>
              </a:spcAft>
              <a:buNone/>
              <a:defRPr sz="2133"/>
            </a:lvl3pPr>
            <a:lvl4pPr lvl="3" algn="ctr" rtl="0">
              <a:lnSpc>
                <a:spcPct val="100000"/>
              </a:lnSpc>
              <a:spcBef>
                <a:spcPts val="2133"/>
              </a:spcBef>
              <a:spcAft>
                <a:spcPts val="0"/>
              </a:spcAft>
              <a:buNone/>
              <a:defRPr sz="2133"/>
            </a:lvl4pPr>
            <a:lvl5pPr lvl="4" algn="ctr" rtl="0">
              <a:lnSpc>
                <a:spcPct val="100000"/>
              </a:lnSpc>
              <a:spcBef>
                <a:spcPts val="2133"/>
              </a:spcBef>
              <a:spcAft>
                <a:spcPts val="0"/>
              </a:spcAft>
              <a:buNone/>
              <a:defRPr sz="2133"/>
            </a:lvl5pPr>
            <a:lvl6pPr lvl="5" algn="ctr" rtl="0">
              <a:lnSpc>
                <a:spcPct val="100000"/>
              </a:lnSpc>
              <a:spcBef>
                <a:spcPts val="2133"/>
              </a:spcBef>
              <a:spcAft>
                <a:spcPts val="0"/>
              </a:spcAft>
              <a:buNone/>
              <a:defRPr sz="2133"/>
            </a:lvl6pPr>
            <a:lvl7pPr lvl="6" algn="ctr" rtl="0">
              <a:lnSpc>
                <a:spcPct val="100000"/>
              </a:lnSpc>
              <a:spcBef>
                <a:spcPts val="2133"/>
              </a:spcBef>
              <a:spcAft>
                <a:spcPts val="0"/>
              </a:spcAft>
              <a:buNone/>
              <a:defRPr sz="2133"/>
            </a:lvl7pPr>
            <a:lvl8pPr lvl="7" algn="ctr" rtl="0">
              <a:lnSpc>
                <a:spcPct val="100000"/>
              </a:lnSpc>
              <a:spcBef>
                <a:spcPts val="2133"/>
              </a:spcBef>
              <a:spcAft>
                <a:spcPts val="0"/>
              </a:spcAft>
              <a:buNone/>
              <a:defRPr sz="2133"/>
            </a:lvl8pPr>
            <a:lvl9pPr lvl="8" algn="ctr" rtl="0">
              <a:lnSpc>
                <a:spcPct val="100000"/>
              </a:lnSpc>
              <a:spcBef>
                <a:spcPts val="2133"/>
              </a:spcBef>
              <a:spcAft>
                <a:spcPts val="2133"/>
              </a:spcAft>
              <a:buNone/>
              <a:defRPr sz="2133"/>
            </a:lvl9pPr>
          </a:lstStyle>
          <a:p>
            <a:r>
              <a:rPr lang="en-US"/>
              <a:t>Click to edit Master subtitle style</a:t>
            </a:r>
            <a:endParaRPr/>
          </a:p>
        </p:txBody>
      </p:sp>
      <p:sp>
        <p:nvSpPr>
          <p:cNvPr id="10" name="Google Shape;10;p2"/>
          <p:cNvSpPr txBox="1">
            <a:spLocks noGrp="1"/>
          </p:cNvSpPr>
          <p:nvPr>
            <p:ph type="ctrTitle"/>
          </p:nvPr>
        </p:nvSpPr>
        <p:spPr>
          <a:xfrm>
            <a:off x="3814667" y="1854980"/>
            <a:ext cx="4562800" cy="2572000"/>
          </a:xfrm>
          <a:prstGeom prst="rect">
            <a:avLst/>
          </a:prstGeom>
          <a:noFill/>
        </p:spPr>
        <p:txBody>
          <a:bodyPr spcFirstLastPara="1" wrap="square" lIns="91425" tIns="91425" rIns="91425" bIns="91425" anchor="ctr" anchorCtr="0">
            <a:noAutofit/>
          </a:bodyPr>
          <a:lstStyle>
            <a:lvl1pPr lvl="0" algn="ctr" rtl="0">
              <a:lnSpc>
                <a:spcPct val="80000"/>
              </a:lnSpc>
              <a:spcBef>
                <a:spcPts val="0"/>
              </a:spcBef>
              <a:spcAft>
                <a:spcPts val="0"/>
              </a:spcAft>
              <a:buSzPts val="6000"/>
              <a:buNone/>
              <a:defRPr sz="10666">
                <a:latin typeface="Amatic SC"/>
                <a:ea typeface="Amatic SC"/>
                <a:cs typeface="Amatic SC"/>
                <a:sym typeface="Amatic SC"/>
              </a:defRPr>
            </a:lvl1pPr>
            <a:lvl2pPr lvl="1" rtl="0">
              <a:spcBef>
                <a:spcPts val="0"/>
              </a:spcBef>
              <a:spcAft>
                <a:spcPts val="0"/>
              </a:spcAft>
              <a:buSzPts val="6000"/>
              <a:buFont typeface="Bahiana"/>
              <a:buNone/>
              <a:defRPr sz="8000">
                <a:latin typeface="Bahiana"/>
                <a:ea typeface="Bahiana"/>
                <a:cs typeface="Bahiana"/>
                <a:sym typeface="Bahiana"/>
              </a:defRPr>
            </a:lvl2pPr>
            <a:lvl3pPr lvl="2" rtl="0">
              <a:spcBef>
                <a:spcPts val="0"/>
              </a:spcBef>
              <a:spcAft>
                <a:spcPts val="0"/>
              </a:spcAft>
              <a:buSzPts val="6000"/>
              <a:buFont typeface="Bahiana"/>
              <a:buNone/>
              <a:defRPr sz="8000">
                <a:latin typeface="Bahiana"/>
                <a:ea typeface="Bahiana"/>
                <a:cs typeface="Bahiana"/>
                <a:sym typeface="Bahiana"/>
              </a:defRPr>
            </a:lvl3pPr>
            <a:lvl4pPr lvl="3" rtl="0">
              <a:spcBef>
                <a:spcPts val="0"/>
              </a:spcBef>
              <a:spcAft>
                <a:spcPts val="0"/>
              </a:spcAft>
              <a:buSzPts val="6000"/>
              <a:buFont typeface="Bahiana"/>
              <a:buNone/>
              <a:defRPr sz="8000">
                <a:latin typeface="Bahiana"/>
                <a:ea typeface="Bahiana"/>
                <a:cs typeface="Bahiana"/>
                <a:sym typeface="Bahiana"/>
              </a:defRPr>
            </a:lvl4pPr>
            <a:lvl5pPr lvl="4" rtl="0">
              <a:spcBef>
                <a:spcPts val="0"/>
              </a:spcBef>
              <a:spcAft>
                <a:spcPts val="0"/>
              </a:spcAft>
              <a:buSzPts val="6000"/>
              <a:buFont typeface="Bahiana"/>
              <a:buNone/>
              <a:defRPr sz="8000">
                <a:latin typeface="Bahiana"/>
                <a:ea typeface="Bahiana"/>
                <a:cs typeface="Bahiana"/>
                <a:sym typeface="Bahiana"/>
              </a:defRPr>
            </a:lvl5pPr>
            <a:lvl6pPr lvl="5" rtl="0">
              <a:spcBef>
                <a:spcPts val="0"/>
              </a:spcBef>
              <a:spcAft>
                <a:spcPts val="0"/>
              </a:spcAft>
              <a:buSzPts val="6000"/>
              <a:buFont typeface="Bahiana"/>
              <a:buNone/>
              <a:defRPr sz="8000">
                <a:latin typeface="Bahiana"/>
                <a:ea typeface="Bahiana"/>
                <a:cs typeface="Bahiana"/>
                <a:sym typeface="Bahiana"/>
              </a:defRPr>
            </a:lvl6pPr>
            <a:lvl7pPr lvl="6" rtl="0">
              <a:spcBef>
                <a:spcPts val="0"/>
              </a:spcBef>
              <a:spcAft>
                <a:spcPts val="0"/>
              </a:spcAft>
              <a:buSzPts val="6000"/>
              <a:buFont typeface="Bahiana"/>
              <a:buNone/>
              <a:defRPr sz="8000">
                <a:latin typeface="Bahiana"/>
                <a:ea typeface="Bahiana"/>
                <a:cs typeface="Bahiana"/>
                <a:sym typeface="Bahiana"/>
              </a:defRPr>
            </a:lvl7pPr>
            <a:lvl8pPr lvl="7" rtl="0">
              <a:spcBef>
                <a:spcPts val="0"/>
              </a:spcBef>
              <a:spcAft>
                <a:spcPts val="0"/>
              </a:spcAft>
              <a:buSzPts val="6000"/>
              <a:buFont typeface="Bahiana"/>
              <a:buNone/>
              <a:defRPr sz="8000">
                <a:latin typeface="Bahiana"/>
                <a:ea typeface="Bahiana"/>
                <a:cs typeface="Bahiana"/>
                <a:sym typeface="Bahiana"/>
              </a:defRPr>
            </a:lvl8pPr>
            <a:lvl9pPr lvl="8" rtl="0">
              <a:spcBef>
                <a:spcPts val="0"/>
              </a:spcBef>
              <a:spcAft>
                <a:spcPts val="0"/>
              </a:spcAft>
              <a:buSzPts val="6000"/>
              <a:buFont typeface="Bahiana"/>
              <a:buNone/>
              <a:defRPr sz="8000">
                <a:latin typeface="Bahiana"/>
                <a:ea typeface="Bahiana"/>
                <a:cs typeface="Bahiana"/>
                <a:sym typeface="Bahiana"/>
              </a:defRPr>
            </a:lvl9pPr>
          </a:lstStyle>
          <a:p>
            <a:r>
              <a:rPr lang="en-US"/>
              <a:t>Click to edit Master title style</a:t>
            </a:r>
            <a:endParaRPr/>
          </a:p>
        </p:txBody>
      </p:sp>
    </p:spTree>
    <p:extLst>
      <p:ext uri="{BB962C8B-B14F-4D97-AF65-F5344CB8AC3E}">
        <p14:creationId xmlns:p14="http://schemas.microsoft.com/office/powerpoint/2010/main" val="1222429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flipH="1">
            <a:off x="5174692" y="1380252"/>
            <a:ext cx="5150800" cy="3040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4200"/>
              <a:buNone/>
              <a:defRPr sz="8000"/>
            </a:lvl1pPr>
            <a:lvl2pPr lvl="1" algn="r" rtl="0">
              <a:spcBef>
                <a:spcPts val="0"/>
              </a:spcBef>
              <a:spcAft>
                <a:spcPts val="0"/>
              </a:spcAft>
              <a:buSzPts val="4200"/>
              <a:buNone/>
              <a:defRPr sz="5600"/>
            </a:lvl2pPr>
            <a:lvl3pPr lvl="2" algn="r" rtl="0">
              <a:spcBef>
                <a:spcPts val="0"/>
              </a:spcBef>
              <a:spcAft>
                <a:spcPts val="0"/>
              </a:spcAft>
              <a:buSzPts val="4200"/>
              <a:buNone/>
              <a:defRPr sz="5600"/>
            </a:lvl3pPr>
            <a:lvl4pPr lvl="3" algn="r" rtl="0">
              <a:spcBef>
                <a:spcPts val="0"/>
              </a:spcBef>
              <a:spcAft>
                <a:spcPts val="0"/>
              </a:spcAft>
              <a:buSzPts val="4200"/>
              <a:buNone/>
              <a:defRPr sz="5600"/>
            </a:lvl4pPr>
            <a:lvl5pPr lvl="4" algn="r" rtl="0">
              <a:spcBef>
                <a:spcPts val="0"/>
              </a:spcBef>
              <a:spcAft>
                <a:spcPts val="0"/>
              </a:spcAft>
              <a:buSzPts val="4200"/>
              <a:buNone/>
              <a:defRPr sz="5600"/>
            </a:lvl5pPr>
            <a:lvl6pPr lvl="5" algn="r" rtl="0">
              <a:spcBef>
                <a:spcPts val="0"/>
              </a:spcBef>
              <a:spcAft>
                <a:spcPts val="0"/>
              </a:spcAft>
              <a:buSzPts val="4200"/>
              <a:buNone/>
              <a:defRPr sz="5600"/>
            </a:lvl6pPr>
            <a:lvl7pPr lvl="6" algn="r" rtl="0">
              <a:spcBef>
                <a:spcPts val="0"/>
              </a:spcBef>
              <a:spcAft>
                <a:spcPts val="0"/>
              </a:spcAft>
              <a:buSzPts val="4200"/>
              <a:buNone/>
              <a:defRPr sz="5600"/>
            </a:lvl7pPr>
            <a:lvl8pPr lvl="7" algn="r" rtl="0">
              <a:spcBef>
                <a:spcPts val="0"/>
              </a:spcBef>
              <a:spcAft>
                <a:spcPts val="0"/>
              </a:spcAft>
              <a:buSzPts val="4200"/>
              <a:buNone/>
              <a:defRPr sz="5600"/>
            </a:lvl8pPr>
            <a:lvl9pPr lvl="8" algn="r" rtl="0">
              <a:spcBef>
                <a:spcPts val="0"/>
              </a:spcBef>
              <a:spcAft>
                <a:spcPts val="0"/>
              </a:spcAft>
              <a:buSzPts val="4200"/>
              <a:buNone/>
              <a:defRPr sz="5600"/>
            </a:lvl9pPr>
          </a:lstStyle>
          <a:p>
            <a:r>
              <a:rPr lang="en-US"/>
              <a:t>Click to edit Master title style</a:t>
            </a:r>
            <a:endParaRPr/>
          </a:p>
        </p:txBody>
      </p:sp>
      <p:sp>
        <p:nvSpPr>
          <p:cNvPr id="13" name="Google Shape;13;p3"/>
          <p:cNvSpPr txBox="1">
            <a:spLocks noGrp="1"/>
          </p:cNvSpPr>
          <p:nvPr>
            <p:ph type="subTitle" idx="1"/>
          </p:nvPr>
        </p:nvSpPr>
        <p:spPr>
          <a:xfrm flipH="1">
            <a:off x="5975899" y="4346980"/>
            <a:ext cx="4349600" cy="8652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2100"/>
              <a:buNone/>
              <a:defRPr sz="2133"/>
            </a:lvl1pPr>
            <a:lvl2pPr lvl="1" algn="r" rtl="0">
              <a:lnSpc>
                <a:spcPct val="100000"/>
              </a:lnSpc>
              <a:spcBef>
                <a:spcPts val="0"/>
              </a:spcBef>
              <a:spcAft>
                <a:spcPts val="0"/>
              </a:spcAft>
              <a:buSzPts val="2100"/>
              <a:buNone/>
              <a:defRPr sz="2800"/>
            </a:lvl2pPr>
            <a:lvl3pPr lvl="2" algn="r" rtl="0">
              <a:lnSpc>
                <a:spcPct val="100000"/>
              </a:lnSpc>
              <a:spcBef>
                <a:spcPts val="0"/>
              </a:spcBef>
              <a:spcAft>
                <a:spcPts val="0"/>
              </a:spcAft>
              <a:buSzPts val="2100"/>
              <a:buNone/>
              <a:defRPr sz="2800"/>
            </a:lvl3pPr>
            <a:lvl4pPr lvl="3" algn="r" rtl="0">
              <a:lnSpc>
                <a:spcPct val="100000"/>
              </a:lnSpc>
              <a:spcBef>
                <a:spcPts val="0"/>
              </a:spcBef>
              <a:spcAft>
                <a:spcPts val="0"/>
              </a:spcAft>
              <a:buSzPts val="2100"/>
              <a:buNone/>
              <a:defRPr sz="2800"/>
            </a:lvl4pPr>
            <a:lvl5pPr lvl="4" algn="r" rtl="0">
              <a:lnSpc>
                <a:spcPct val="100000"/>
              </a:lnSpc>
              <a:spcBef>
                <a:spcPts val="0"/>
              </a:spcBef>
              <a:spcAft>
                <a:spcPts val="0"/>
              </a:spcAft>
              <a:buSzPts val="2100"/>
              <a:buNone/>
              <a:defRPr sz="2800"/>
            </a:lvl5pPr>
            <a:lvl6pPr lvl="5" algn="r" rtl="0">
              <a:lnSpc>
                <a:spcPct val="100000"/>
              </a:lnSpc>
              <a:spcBef>
                <a:spcPts val="0"/>
              </a:spcBef>
              <a:spcAft>
                <a:spcPts val="0"/>
              </a:spcAft>
              <a:buSzPts val="2100"/>
              <a:buNone/>
              <a:defRPr sz="2800"/>
            </a:lvl6pPr>
            <a:lvl7pPr lvl="6" algn="r" rtl="0">
              <a:lnSpc>
                <a:spcPct val="100000"/>
              </a:lnSpc>
              <a:spcBef>
                <a:spcPts val="0"/>
              </a:spcBef>
              <a:spcAft>
                <a:spcPts val="0"/>
              </a:spcAft>
              <a:buSzPts val="2100"/>
              <a:buNone/>
              <a:defRPr sz="2800"/>
            </a:lvl7pPr>
            <a:lvl8pPr lvl="7" algn="r" rtl="0">
              <a:lnSpc>
                <a:spcPct val="100000"/>
              </a:lnSpc>
              <a:spcBef>
                <a:spcPts val="0"/>
              </a:spcBef>
              <a:spcAft>
                <a:spcPts val="0"/>
              </a:spcAft>
              <a:buSzPts val="2100"/>
              <a:buNone/>
              <a:defRPr sz="2800"/>
            </a:lvl8pPr>
            <a:lvl9pPr lvl="8" algn="r" rtl="0">
              <a:lnSpc>
                <a:spcPct val="100000"/>
              </a:lnSpc>
              <a:spcBef>
                <a:spcPts val="0"/>
              </a:spcBef>
              <a:spcAft>
                <a:spcPts val="0"/>
              </a:spcAft>
              <a:buSzPts val="2100"/>
              <a:buNone/>
              <a:defRPr sz="2800"/>
            </a:lvl9pPr>
          </a:lstStyle>
          <a:p>
            <a:r>
              <a:rPr lang="en-US"/>
              <a:t>Click to edit Master subtitle style</a:t>
            </a:r>
            <a:endParaRPr/>
          </a:p>
        </p:txBody>
      </p:sp>
      <p:sp>
        <p:nvSpPr>
          <p:cNvPr id="14" name="Google Shape;14;p3"/>
          <p:cNvSpPr txBox="1">
            <a:spLocks noGrp="1"/>
          </p:cNvSpPr>
          <p:nvPr>
            <p:ph type="title" idx="2" hasCustomPrompt="1"/>
          </p:nvPr>
        </p:nvSpPr>
        <p:spPr>
          <a:xfrm flipH="1">
            <a:off x="928929" y="1533400"/>
            <a:ext cx="1880800" cy="1254000"/>
          </a:xfrm>
          <a:prstGeom prst="rect">
            <a:avLst/>
          </a:prstGeom>
          <a:noFill/>
        </p:spPr>
        <p:txBody>
          <a:bodyPr spcFirstLastPara="1" wrap="square" lIns="91425" tIns="91425" rIns="91425" bIns="91425" anchor="t" anchorCtr="0">
            <a:noAutofit/>
          </a:bodyPr>
          <a:lstStyle>
            <a:lvl1pPr lvl="0" rtl="0">
              <a:spcBef>
                <a:spcPts val="0"/>
              </a:spcBef>
              <a:spcAft>
                <a:spcPts val="0"/>
              </a:spcAft>
              <a:buSzPts val="3600"/>
              <a:buNone/>
              <a:defRPr sz="9600"/>
            </a:lvl1pPr>
            <a:lvl2pPr lvl="1"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2pPr>
            <a:lvl3pPr lvl="2"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3pPr>
            <a:lvl4pPr lvl="3"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4pPr>
            <a:lvl5pPr lvl="4"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5pPr>
            <a:lvl6pPr lvl="5"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6pPr>
            <a:lvl7pPr lvl="6"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7pPr>
            <a:lvl8pPr lvl="7"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8pPr>
            <a:lvl9pPr lvl="8"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9pPr>
          </a:lstStyle>
          <a:p>
            <a:r>
              <a:t>xx%</a:t>
            </a:r>
          </a:p>
        </p:txBody>
      </p:sp>
    </p:spTree>
    <p:extLst>
      <p:ext uri="{BB962C8B-B14F-4D97-AF65-F5344CB8AC3E}">
        <p14:creationId xmlns:p14="http://schemas.microsoft.com/office/powerpoint/2010/main" val="885565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bg>
      <p:bgPr>
        <a:blipFill>
          <a:blip r:embed="rId2">
            <a:alphaModFix/>
          </a:blip>
          <a:stretch>
            <a:fillRect/>
          </a:stretch>
        </a:blipFill>
        <a:effectLst/>
      </p:bgPr>
    </p:bg>
    <p:spTree>
      <p:nvGrpSpPr>
        <p:cNvPr id="1" name="Shape 15"/>
        <p:cNvGrpSpPr/>
        <p:nvPr/>
      </p:nvGrpSpPr>
      <p:grpSpPr>
        <a:xfrm>
          <a:off x="0" y="0"/>
          <a:ext cx="0" cy="0"/>
          <a:chOff x="0" y="0"/>
          <a:chExt cx="0" cy="0"/>
        </a:xfrm>
      </p:grpSpPr>
      <p:sp>
        <p:nvSpPr>
          <p:cNvPr id="16" name="Google Shape;16;p4"/>
          <p:cNvSpPr/>
          <p:nvPr/>
        </p:nvSpPr>
        <p:spPr>
          <a:xfrm>
            <a:off x="509934" y="288300"/>
            <a:ext cx="11172159" cy="6316507"/>
          </a:xfrm>
          <a:custGeom>
            <a:avLst/>
            <a:gdLst/>
            <a:ahLst/>
            <a:cxnLst/>
            <a:rect l="l" t="t" r="r" b="b"/>
            <a:pathLst>
              <a:path w="40261" h="29674" extrusionOk="0">
                <a:moveTo>
                  <a:pt x="36473" y="989"/>
                </a:moveTo>
                <a:cubicBezTo>
                  <a:pt x="36245" y="944"/>
                  <a:pt x="36017" y="903"/>
                  <a:pt x="35789" y="882"/>
                </a:cubicBezTo>
                <a:cubicBezTo>
                  <a:pt x="34672" y="778"/>
                  <a:pt x="33552" y="713"/>
                  <a:pt x="32429" y="685"/>
                </a:cubicBezTo>
                <a:cubicBezTo>
                  <a:pt x="30887" y="640"/>
                  <a:pt x="29349" y="654"/>
                  <a:pt x="27811" y="640"/>
                </a:cubicBezTo>
                <a:cubicBezTo>
                  <a:pt x="27210" y="636"/>
                  <a:pt x="26615" y="640"/>
                  <a:pt x="26013" y="630"/>
                </a:cubicBezTo>
                <a:cubicBezTo>
                  <a:pt x="25312" y="619"/>
                  <a:pt x="24607" y="598"/>
                  <a:pt x="23906" y="560"/>
                </a:cubicBezTo>
                <a:cubicBezTo>
                  <a:pt x="22419" y="477"/>
                  <a:pt x="20929" y="432"/>
                  <a:pt x="19447" y="260"/>
                </a:cubicBezTo>
                <a:cubicBezTo>
                  <a:pt x="17984" y="94"/>
                  <a:pt x="16529" y="18"/>
                  <a:pt x="15067" y="8"/>
                </a:cubicBezTo>
                <a:cubicBezTo>
                  <a:pt x="13765" y="0"/>
                  <a:pt x="12471" y="91"/>
                  <a:pt x="11172" y="198"/>
                </a:cubicBezTo>
                <a:cubicBezTo>
                  <a:pt x="10629" y="246"/>
                  <a:pt x="10080" y="177"/>
                  <a:pt x="9534" y="201"/>
                </a:cubicBezTo>
                <a:cubicBezTo>
                  <a:pt x="8593" y="239"/>
                  <a:pt x="7657" y="180"/>
                  <a:pt x="6720" y="94"/>
                </a:cubicBezTo>
                <a:cubicBezTo>
                  <a:pt x="6568" y="73"/>
                  <a:pt x="6409" y="73"/>
                  <a:pt x="6257" y="91"/>
                </a:cubicBezTo>
                <a:cubicBezTo>
                  <a:pt x="5289" y="270"/>
                  <a:pt x="4318" y="453"/>
                  <a:pt x="3350" y="640"/>
                </a:cubicBezTo>
                <a:cubicBezTo>
                  <a:pt x="2665" y="767"/>
                  <a:pt x="2081" y="1069"/>
                  <a:pt x="1677" y="1694"/>
                </a:cubicBezTo>
                <a:cubicBezTo>
                  <a:pt x="1338" y="2209"/>
                  <a:pt x="962" y="2720"/>
                  <a:pt x="810" y="3342"/>
                </a:cubicBezTo>
                <a:cubicBezTo>
                  <a:pt x="647" y="4010"/>
                  <a:pt x="502" y="4680"/>
                  <a:pt x="516" y="5400"/>
                </a:cubicBezTo>
                <a:cubicBezTo>
                  <a:pt x="519" y="5786"/>
                  <a:pt x="446" y="6170"/>
                  <a:pt x="416" y="6561"/>
                </a:cubicBezTo>
                <a:cubicBezTo>
                  <a:pt x="350" y="7283"/>
                  <a:pt x="280" y="8002"/>
                  <a:pt x="236" y="8731"/>
                </a:cubicBezTo>
                <a:cubicBezTo>
                  <a:pt x="188" y="9426"/>
                  <a:pt x="173" y="10128"/>
                  <a:pt x="149" y="10822"/>
                </a:cubicBezTo>
                <a:cubicBezTo>
                  <a:pt x="119" y="11915"/>
                  <a:pt x="73" y="13006"/>
                  <a:pt x="66" y="14096"/>
                </a:cubicBezTo>
                <a:cubicBezTo>
                  <a:pt x="57" y="15530"/>
                  <a:pt x="125" y="16961"/>
                  <a:pt x="63" y="18382"/>
                </a:cubicBezTo>
                <a:cubicBezTo>
                  <a:pt x="1" y="19844"/>
                  <a:pt x="14" y="21292"/>
                  <a:pt x="132" y="22750"/>
                </a:cubicBezTo>
                <a:cubicBezTo>
                  <a:pt x="215" y="23732"/>
                  <a:pt x="368" y="24700"/>
                  <a:pt x="709" y="25633"/>
                </a:cubicBezTo>
                <a:cubicBezTo>
                  <a:pt x="1193" y="26957"/>
                  <a:pt x="2030" y="27880"/>
                  <a:pt x="3250" y="28419"/>
                </a:cubicBezTo>
                <a:cubicBezTo>
                  <a:pt x="3858" y="28689"/>
                  <a:pt x="4477" y="28875"/>
                  <a:pt x="5109" y="29003"/>
                </a:cubicBezTo>
                <a:cubicBezTo>
                  <a:pt x="5787" y="29145"/>
                  <a:pt x="6478" y="29217"/>
                  <a:pt x="7170" y="29255"/>
                </a:cubicBezTo>
                <a:cubicBezTo>
                  <a:pt x="8967" y="29348"/>
                  <a:pt x="10764" y="29390"/>
                  <a:pt x="12565" y="29477"/>
                </a:cubicBezTo>
                <a:cubicBezTo>
                  <a:pt x="14237" y="29570"/>
                  <a:pt x="15901" y="29597"/>
                  <a:pt x="17570" y="29556"/>
                </a:cubicBezTo>
                <a:cubicBezTo>
                  <a:pt x="18634" y="29528"/>
                  <a:pt x="19706" y="29556"/>
                  <a:pt x="20774" y="29584"/>
                </a:cubicBezTo>
                <a:cubicBezTo>
                  <a:pt x="22392" y="29618"/>
                  <a:pt x="24005" y="29674"/>
                  <a:pt x="25619" y="29542"/>
                </a:cubicBezTo>
                <a:cubicBezTo>
                  <a:pt x="25983" y="29514"/>
                  <a:pt x="26349" y="29501"/>
                  <a:pt x="26709" y="29525"/>
                </a:cubicBezTo>
                <a:cubicBezTo>
                  <a:pt x="26771" y="29528"/>
                  <a:pt x="26830" y="29535"/>
                  <a:pt x="26888" y="29549"/>
                </a:cubicBezTo>
                <a:cubicBezTo>
                  <a:pt x="27133" y="29597"/>
                  <a:pt x="31195" y="28983"/>
                  <a:pt x="31322" y="28979"/>
                </a:cubicBezTo>
                <a:cubicBezTo>
                  <a:pt x="32335" y="28910"/>
                  <a:pt x="33348" y="28837"/>
                  <a:pt x="34361" y="28778"/>
                </a:cubicBezTo>
                <a:cubicBezTo>
                  <a:pt x="35370" y="28710"/>
                  <a:pt x="36379" y="28592"/>
                  <a:pt x="37399" y="28613"/>
                </a:cubicBezTo>
                <a:cubicBezTo>
                  <a:pt x="37941" y="28627"/>
                  <a:pt x="38353" y="28474"/>
                  <a:pt x="38713" y="28094"/>
                </a:cubicBezTo>
                <a:cubicBezTo>
                  <a:pt x="38871" y="27922"/>
                  <a:pt x="39024" y="27727"/>
                  <a:pt x="39152" y="27523"/>
                </a:cubicBezTo>
                <a:cubicBezTo>
                  <a:pt x="39559" y="26836"/>
                  <a:pt x="39804" y="26092"/>
                  <a:pt x="39857" y="25263"/>
                </a:cubicBezTo>
                <a:cubicBezTo>
                  <a:pt x="39978" y="23362"/>
                  <a:pt x="40109" y="21475"/>
                  <a:pt x="40227" y="19571"/>
                </a:cubicBezTo>
                <a:cubicBezTo>
                  <a:pt x="40261" y="19014"/>
                  <a:pt x="40257" y="18457"/>
                  <a:pt x="40251" y="17894"/>
                </a:cubicBezTo>
                <a:cubicBezTo>
                  <a:pt x="40251" y="16463"/>
                  <a:pt x="40227" y="15039"/>
                  <a:pt x="40219" y="13612"/>
                </a:cubicBezTo>
                <a:cubicBezTo>
                  <a:pt x="40219" y="12267"/>
                  <a:pt x="40147" y="10923"/>
                  <a:pt x="40029" y="9585"/>
                </a:cubicBezTo>
                <a:cubicBezTo>
                  <a:pt x="39946" y="8600"/>
                  <a:pt x="39911" y="7622"/>
                  <a:pt x="39843" y="6640"/>
                </a:cubicBezTo>
                <a:cubicBezTo>
                  <a:pt x="39795" y="6028"/>
                  <a:pt x="39742" y="5410"/>
                  <a:pt x="39656" y="4798"/>
                </a:cubicBezTo>
                <a:cubicBezTo>
                  <a:pt x="39493" y="3754"/>
                  <a:pt x="39134" y="2787"/>
                  <a:pt x="38529" y="1922"/>
                </a:cubicBezTo>
                <a:cubicBezTo>
                  <a:pt x="38291" y="1576"/>
                  <a:pt x="38011" y="1314"/>
                  <a:pt x="37610" y="1235"/>
                </a:cubicBezTo>
                <a:cubicBezTo>
                  <a:pt x="37596" y="1231"/>
                  <a:pt x="37582" y="1227"/>
                  <a:pt x="37568" y="1224"/>
                </a:cubicBezTo>
                <a:cubicBezTo>
                  <a:pt x="37499" y="1214"/>
                  <a:pt x="37430" y="1200"/>
                  <a:pt x="37361" y="1186"/>
                </a:cubicBezTo>
                <a:cubicBezTo>
                  <a:pt x="37064" y="1128"/>
                  <a:pt x="36770" y="1051"/>
                  <a:pt x="36473" y="989"/>
                </a:cubicBezTo>
                <a:close/>
              </a:path>
            </a:pathLst>
          </a:custGeom>
          <a:solidFill>
            <a:srgbClr val="F8F5F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 name="Google Shape;17;p4"/>
          <p:cNvSpPr txBox="1">
            <a:spLocks noGrp="1"/>
          </p:cNvSpPr>
          <p:nvPr>
            <p:ph type="title"/>
          </p:nvPr>
        </p:nvSpPr>
        <p:spPr>
          <a:xfrm>
            <a:off x="1442500" y="388769"/>
            <a:ext cx="4302400" cy="2111600"/>
          </a:xfrm>
          <a:prstGeom prst="rect">
            <a:avLst/>
          </a:prstGeom>
        </p:spPr>
        <p:txBody>
          <a:bodyPr spcFirstLastPara="1" wrap="square" lIns="91425" tIns="91425" rIns="91425" bIns="91425" anchor="t" anchorCtr="0">
            <a:noAutofit/>
          </a:bodyPr>
          <a:lstStyle>
            <a:lvl1pPr lvl="0" rtl="0">
              <a:spcBef>
                <a:spcPts val="0"/>
              </a:spcBef>
              <a:spcAft>
                <a:spcPts val="0"/>
              </a:spcAft>
              <a:buNone/>
              <a:defRPr/>
            </a:lvl1pPr>
            <a:lvl2pPr lvl="1" rtl="0">
              <a:spcBef>
                <a:spcPts val="0"/>
              </a:spcBef>
              <a:spcAft>
                <a:spcPts val="0"/>
              </a:spcAft>
              <a:buNone/>
              <a:defRPr>
                <a:latin typeface="Roboto Slab"/>
                <a:ea typeface="Roboto Slab"/>
                <a:cs typeface="Roboto Slab"/>
                <a:sym typeface="Roboto Slab"/>
              </a:defRPr>
            </a:lvl2pPr>
            <a:lvl3pPr lvl="2" rtl="0">
              <a:spcBef>
                <a:spcPts val="0"/>
              </a:spcBef>
              <a:spcAft>
                <a:spcPts val="0"/>
              </a:spcAft>
              <a:buNone/>
              <a:defRPr>
                <a:latin typeface="Roboto Slab"/>
                <a:ea typeface="Roboto Slab"/>
                <a:cs typeface="Roboto Slab"/>
                <a:sym typeface="Roboto Slab"/>
              </a:defRPr>
            </a:lvl3pPr>
            <a:lvl4pPr lvl="3" rtl="0">
              <a:spcBef>
                <a:spcPts val="0"/>
              </a:spcBef>
              <a:spcAft>
                <a:spcPts val="0"/>
              </a:spcAft>
              <a:buNone/>
              <a:defRPr>
                <a:latin typeface="Roboto Slab"/>
                <a:ea typeface="Roboto Slab"/>
                <a:cs typeface="Roboto Slab"/>
                <a:sym typeface="Roboto Slab"/>
              </a:defRPr>
            </a:lvl4pPr>
            <a:lvl5pPr lvl="4" rtl="0">
              <a:spcBef>
                <a:spcPts val="0"/>
              </a:spcBef>
              <a:spcAft>
                <a:spcPts val="0"/>
              </a:spcAft>
              <a:buNone/>
              <a:defRPr>
                <a:latin typeface="Roboto Slab"/>
                <a:ea typeface="Roboto Slab"/>
                <a:cs typeface="Roboto Slab"/>
                <a:sym typeface="Roboto Slab"/>
              </a:defRPr>
            </a:lvl5pPr>
            <a:lvl6pPr lvl="5" rtl="0">
              <a:spcBef>
                <a:spcPts val="0"/>
              </a:spcBef>
              <a:spcAft>
                <a:spcPts val="0"/>
              </a:spcAft>
              <a:buNone/>
              <a:defRPr>
                <a:latin typeface="Roboto Slab"/>
                <a:ea typeface="Roboto Slab"/>
                <a:cs typeface="Roboto Slab"/>
                <a:sym typeface="Roboto Slab"/>
              </a:defRPr>
            </a:lvl6pPr>
            <a:lvl7pPr lvl="6" rtl="0">
              <a:spcBef>
                <a:spcPts val="0"/>
              </a:spcBef>
              <a:spcAft>
                <a:spcPts val="0"/>
              </a:spcAft>
              <a:buNone/>
              <a:defRPr>
                <a:latin typeface="Roboto Slab"/>
                <a:ea typeface="Roboto Slab"/>
                <a:cs typeface="Roboto Slab"/>
                <a:sym typeface="Roboto Slab"/>
              </a:defRPr>
            </a:lvl7pPr>
            <a:lvl8pPr lvl="7" rtl="0">
              <a:spcBef>
                <a:spcPts val="0"/>
              </a:spcBef>
              <a:spcAft>
                <a:spcPts val="0"/>
              </a:spcAft>
              <a:buNone/>
              <a:defRPr>
                <a:latin typeface="Roboto Slab"/>
                <a:ea typeface="Roboto Slab"/>
                <a:cs typeface="Roboto Slab"/>
                <a:sym typeface="Roboto Slab"/>
              </a:defRPr>
            </a:lvl8pPr>
            <a:lvl9pPr lvl="8" rtl="0">
              <a:spcBef>
                <a:spcPts val="0"/>
              </a:spcBef>
              <a:spcAft>
                <a:spcPts val="0"/>
              </a:spcAft>
              <a:buNone/>
              <a:defRPr>
                <a:latin typeface="Roboto Slab"/>
                <a:ea typeface="Roboto Slab"/>
                <a:cs typeface="Roboto Slab"/>
                <a:sym typeface="Roboto Slab"/>
              </a:defRPr>
            </a:lvl9pPr>
          </a:lstStyle>
          <a:p>
            <a:r>
              <a:rPr lang="en-US"/>
              <a:t>Click to edit Master title style</a:t>
            </a:r>
            <a:endParaRPr/>
          </a:p>
        </p:txBody>
      </p:sp>
      <p:sp>
        <p:nvSpPr>
          <p:cNvPr id="18" name="Google Shape;18;p4"/>
          <p:cNvSpPr txBox="1">
            <a:spLocks noGrp="1"/>
          </p:cNvSpPr>
          <p:nvPr>
            <p:ph type="subTitle" idx="1"/>
          </p:nvPr>
        </p:nvSpPr>
        <p:spPr>
          <a:xfrm flipH="1">
            <a:off x="1442500" y="4746733"/>
            <a:ext cx="5137600" cy="12616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None/>
              <a:defRPr sz="1867"/>
            </a:lvl1pPr>
            <a:lvl2pPr lvl="1" rtl="0">
              <a:lnSpc>
                <a:spcPct val="100000"/>
              </a:lnSpc>
              <a:spcBef>
                <a:spcPts val="0"/>
              </a:spcBef>
              <a:spcAft>
                <a:spcPts val="0"/>
              </a:spcAft>
              <a:buNone/>
              <a:defRPr sz="1867">
                <a:solidFill>
                  <a:schemeClr val="accent2"/>
                </a:solidFill>
              </a:defRPr>
            </a:lvl2pPr>
            <a:lvl3pPr lvl="2" rtl="0">
              <a:lnSpc>
                <a:spcPct val="100000"/>
              </a:lnSpc>
              <a:spcBef>
                <a:spcPts val="0"/>
              </a:spcBef>
              <a:spcAft>
                <a:spcPts val="0"/>
              </a:spcAft>
              <a:buNone/>
              <a:defRPr sz="1867">
                <a:solidFill>
                  <a:schemeClr val="accent2"/>
                </a:solidFill>
              </a:defRPr>
            </a:lvl3pPr>
            <a:lvl4pPr lvl="3" rtl="0">
              <a:lnSpc>
                <a:spcPct val="100000"/>
              </a:lnSpc>
              <a:spcBef>
                <a:spcPts val="0"/>
              </a:spcBef>
              <a:spcAft>
                <a:spcPts val="0"/>
              </a:spcAft>
              <a:buNone/>
              <a:defRPr sz="1867">
                <a:solidFill>
                  <a:schemeClr val="accent2"/>
                </a:solidFill>
              </a:defRPr>
            </a:lvl4pPr>
            <a:lvl5pPr lvl="4" rtl="0">
              <a:lnSpc>
                <a:spcPct val="100000"/>
              </a:lnSpc>
              <a:spcBef>
                <a:spcPts val="0"/>
              </a:spcBef>
              <a:spcAft>
                <a:spcPts val="0"/>
              </a:spcAft>
              <a:buNone/>
              <a:defRPr sz="1867">
                <a:solidFill>
                  <a:schemeClr val="accent2"/>
                </a:solidFill>
              </a:defRPr>
            </a:lvl5pPr>
            <a:lvl6pPr lvl="5" rtl="0">
              <a:lnSpc>
                <a:spcPct val="100000"/>
              </a:lnSpc>
              <a:spcBef>
                <a:spcPts val="0"/>
              </a:spcBef>
              <a:spcAft>
                <a:spcPts val="0"/>
              </a:spcAft>
              <a:buNone/>
              <a:defRPr sz="1867">
                <a:solidFill>
                  <a:schemeClr val="accent2"/>
                </a:solidFill>
              </a:defRPr>
            </a:lvl6pPr>
            <a:lvl7pPr lvl="6" rtl="0">
              <a:lnSpc>
                <a:spcPct val="100000"/>
              </a:lnSpc>
              <a:spcBef>
                <a:spcPts val="0"/>
              </a:spcBef>
              <a:spcAft>
                <a:spcPts val="0"/>
              </a:spcAft>
              <a:buNone/>
              <a:defRPr sz="1867">
                <a:solidFill>
                  <a:schemeClr val="accent2"/>
                </a:solidFill>
              </a:defRPr>
            </a:lvl7pPr>
            <a:lvl8pPr lvl="7" rtl="0">
              <a:lnSpc>
                <a:spcPct val="100000"/>
              </a:lnSpc>
              <a:spcBef>
                <a:spcPts val="0"/>
              </a:spcBef>
              <a:spcAft>
                <a:spcPts val="0"/>
              </a:spcAft>
              <a:buNone/>
              <a:defRPr sz="1867">
                <a:solidFill>
                  <a:schemeClr val="accent2"/>
                </a:solidFill>
              </a:defRPr>
            </a:lvl8pPr>
            <a:lvl9pPr lvl="8" rtl="0">
              <a:lnSpc>
                <a:spcPct val="100000"/>
              </a:lnSpc>
              <a:spcBef>
                <a:spcPts val="0"/>
              </a:spcBef>
              <a:spcAft>
                <a:spcPts val="0"/>
              </a:spcAft>
              <a:buNone/>
              <a:defRPr sz="1867">
                <a:solidFill>
                  <a:schemeClr val="accent2"/>
                </a:solidFill>
              </a:defRPr>
            </a:lvl9pPr>
          </a:lstStyle>
          <a:p>
            <a:r>
              <a:rPr lang="en-US"/>
              <a:t>Click to edit Master subtitle style</a:t>
            </a:r>
            <a:endParaRPr/>
          </a:p>
        </p:txBody>
      </p:sp>
    </p:spTree>
    <p:extLst>
      <p:ext uri="{BB962C8B-B14F-4D97-AF65-F5344CB8AC3E}">
        <p14:creationId xmlns:p14="http://schemas.microsoft.com/office/powerpoint/2010/main" val="29858132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bg>
      <p:bgPr>
        <a:blipFill>
          <a:blip r:embed="rId2">
            <a:alphaModFix/>
          </a:blip>
          <a:stretch>
            <a:fillRect/>
          </a:stretch>
        </a:blipFill>
        <a:effectLst/>
      </p:bgPr>
    </p:bg>
    <p:spTree>
      <p:nvGrpSpPr>
        <p:cNvPr id="1" name="Shape 19"/>
        <p:cNvGrpSpPr/>
        <p:nvPr/>
      </p:nvGrpSpPr>
      <p:grpSpPr>
        <a:xfrm>
          <a:off x="0" y="0"/>
          <a:ext cx="0" cy="0"/>
          <a:chOff x="0" y="0"/>
          <a:chExt cx="0" cy="0"/>
        </a:xfrm>
      </p:grpSpPr>
      <p:sp>
        <p:nvSpPr>
          <p:cNvPr id="20" name="Google Shape;20;p5"/>
          <p:cNvSpPr txBox="1">
            <a:spLocks noGrp="1"/>
          </p:cNvSpPr>
          <p:nvPr>
            <p:ph type="ctrTitle"/>
          </p:nvPr>
        </p:nvSpPr>
        <p:spPr>
          <a:xfrm>
            <a:off x="2390000" y="695433"/>
            <a:ext cx="7412000" cy="7732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2"/>
              </a:buClr>
              <a:buSzPts val="3600"/>
              <a:buNone/>
              <a:defRPr sz="4400"/>
            </a:lvl1pPr>
            <a:lvl2pPr lvl="1" algn="ctr" rtl="0">
              <a:spcBef>
                <a:spcPts val="0"/>
              </a:spcBef>
              <a:spcAft>
                <a:spcPts val="0"/>
              </a:spcAft>
              <a:buClr>
                <a:schemeClr val="accent2"/>
              </a:buClr>
              <a:buSzPts val="3600"/>
              <a:buNone/>
              <a:defRPr sz="4800">
                <a:solidFill>
                  <a:schemeClr val="accent2"/>
                </a:solidFill>
              </a:defRPr>
            </a:lvl2pPr>
            <a:lvl3pPr lvl="2" algn="ctr" rtl="0">
              <a:spcBef>
                <a:spcPts val="0"/>
              </a:spcBef>
              <a:spcAft>
                <a:spcPts val="0"/>
              </a:spcAft>
              <a:buClr>
                <a:schemeClr val="accent2"/>
              </a:buClr>
              <a:buSzPts val="3600"/>
              <a:buNone/>
              <a:defRPr sz="4800">
                <a:solidFill>
                  <a:schemeClr val="accent2"/>
                </a:solidFill>
              </a:defRPr>
            </a:lvl3pPr>
            <a:lvl4pPr lvl="3" algn="ctr" rtl="0">
              <a:spcBef>
                <a:spcPts val="0"/>
              </a:spcBef>
              <a:spcAft>
                <a:spcPts val="0"/>
              </a:spcAft>
              <a:buClr>
                <a:schemeClr val="accent2"/>
              </a:buClr>
              <a:buSzPts val="3600"/>
              <a:buNone/>
              <a:defRPr sz="4800">
                <a:solidFill>
                  <a:schemeClr val="accent2"/>
                </a:solidFill>
              </a:defRPr>
            </a:lvl4pPr>
            <a:lvl5pPr lvl="4" algn="ctr" rtl="0">
              <a:spcBef>
                <a:spcPts val="0"/>
              </a:spcBef>
              <a:spcAft>
                <a:spcPts val="0"/>
              </a:spcAft>
              <a:buClr>
                <a:schemeClr val="accent2"/>
              </a:buClr>
              <a:buSzPts val="3600"/>
              <a:buNone/>
              <a:defRPr sz="4800">
                <a:solidFill>
                  <a:schemeClr val="accent2"/>
                </a:solidFill>
              </a:defRPr>
            </a:lvl5pPr>
            <a:lvl6pPr lvl="5" algn="ctr" rtl="0">
              <a:spcBef>
                <a:spcPts val="0"/>
              </a:spcBef>
              <a:spcAft>
                <a:spcPts val="0"/>
              </a:spcAft>
              <a:buClr>
                <a:schemeClr val="accent2"/>
              </a:buClr>
              <a:buSzPts val="3600"/>
              <a:buNone/>
              <a:defRPr sz="4800">
                <a:solidFill>
                  <a:schemeClr val="accent2"/>
                </a:solidFill>
              </a:defRPr>
            </a:lvl6pPr>
            <a:lvl7pPr lvl="6" algn="ctr" rtl="0">
              <a:spcBef>
                <a:spcPts val="0"/>
              </a:spcBef>
              <a:spcAft>
                <a:spcPts val="0"/>
              </a:spcAft>
              <a:buClr>
                <a:schemeClr val="accent2"/>
              </a:buClr>
              <a:buSzPts val="3600"/>
              <a:buNone/>
              <a:defRPr sz="4800">
                <a:solidFill>
                  <a:schemeClr val="accent2"/>
                </a:solidFill>
              </a:defRPr>
            </a:lvl7pPr>
            <a:lvl8pPr lvl="7" algn="ctr" rtl="0">
              <a:spcBef>
                <a:spcPts val="0"/>
              </a:spcBef>
              <a:spcAft>
                <a:spcPts val="0"/>
              </a:spcAft>
              <a:buClr>
                <a:schemeClr val="accent2"/>
              </a:buClr>
              <a:buSzPts val="3600"/>
              <a:buNone/>
              <a:defRPr sz="4800">
                <a:solidFill>
                  <a:schemeClr val="accent2"/>
                </a:solidFill>
              </a:defRPr>
            </a:lvl8pPr>
            <a:lvl9pPr lvl="8" algn="ctr" rtl="0">
              <a:spcBef>
                <a:spcPts val="0"/>
              </a:spcBef>
              <a:spcAft>
                <a:spcPts val="0"/>
              </a:spcAft>
              <a:buClr>
                <a:schemeClr val="accent2"/>
              </a:buClr>
              <a:buSzPts val="3600"/>
              <a:buNone/>
              <a:defRPr sz="4800">
                <a:solidFill>
                  <a:schemeClr val="accent2"/>
                </a:solidFill>
              </a:defRPr>
            </a:lvl9pPr>
          </a:lstStyle>
          <a:p>
            <a:r>
              <a:rPr lang="en-US"/>
              <a:t>Click to edit Master title style</a:t>
            </a:r>
            <a:endParaRPr/>
          </a:p>
        </p:txBody>
      </p:sp>
      <p:sp>
        <p:nvSpPr>
          <p:cNvPr id="21" name="Google Shape;21;p5"/>
          <p:cNvSpPr txBox="1">
            <a:spLocks noGrp="1"/>
          </p:cNvSpPr>
          <p:nvPr>
            <p:ph type="subTitle" idx="1"/>
          </p:nvPr>
        </p:nvSpPr>
        <p:spPr>
          <a:xfrm>
            <a:off x="6649400" y="4415767"/>
            <a:ext cx="4309200" cy="1460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2133"/>
            </a:lvl1pPr>
            <a:lvl2pPr lvl="1" algn="ctr" rtl="0">
              <a:lnSpc>
                <a:spcPct val="100000"/>
              </a:lnSpc>
              <a:spcBef>
                <a:spcPts val="2133"/>
              </a:spcBef>
              <a:spcAft>
                <a:spcPts val="0"/>
              </a:spcAft>
              <a:buNone/>
              <a:defRPr sz="2133"/>
            </a:lvl2pPr>
            <a:lvl3pPr lvl="2" algn="ctr" rtl="0">
              <a:lnSpc>
                <a:spcPct val="100000"/>
              </a:lnSpc>
              <a:spcBef>
                <a:spcPts val="2133"/>
              </a:spcBef>
              <a:spcAft>
                <a:spcPts val="0"/>
              </a:spcAft>
              <a:buNone/>
              <a:defRPr sz="2133"/>
            </a:lvl3pPr>
            <a:lvl4pPr lvl="3" algn="ctr" rtl="0">
              <a:lnSpc>
                <a:spcPct val="100000"/>
              </a:lnSpc>
              <a:spcBef>
                <a:spcPts val="2133"/>
              </a:spcBef>
              <a:spcAft>
                <a:spcPts val="0"/>
              </a:spcAft>
              <a:buNone/>
              <a:defRPr sz="2133"/>
            </a:lvl4pPr>
            <a:lvl5pPr lvl="4" algn="ctr" rtl="0">
              <a:lnSpc>
                <a:spcPct val="100000"/>
              </a:lnSpc>
              <a:spcBef>
                <a:spcPts val="2133"/>
              </a:spcBef>
              <a:spcAft>
                <a:spcPts val="0"/>
              </a:spcAft>
              <a:buNone/>
              <a:defRPr sz="2133"/>
            </a:lvl5pPr>
            <a:lvl6pPr lvl="5" algn="ctr" rtl="0">
              <a:lnSpc>
                <a:spcPct val="100000"/>
              </a:lnSpc>
              <a:spcBef>
                <a:spcPts val="2133"/>
              </a:spcBef>
              <a:spcAft>
                <a:spcPts val="0"/>
              </a:spcAft>
              <a:buNone/>
              <a:defRPr sz="2133"/>
            </a:lvl6pPr>
            <a:lvl7pPr lvl="6" algn="ctr" rtl="0">
              <a:lnSpc>
                <a:spcPct val="100000"/>
              </a:lnSpc>
              <a:spcBef>
                <a:spcPts val="2133"/>
              </a:spcBef>
              <a:spcAft>
                <a:spcPts val="0"/>
              </a:spcAft>
              <a:buNone/>
              <a:defRPr sz="2133"/>
            </a:lvl7pPr>
            <a:lvl8pPr lvl="7" algn="ctr" rtl="0">
              <a:lnSpc>
                <a:spcPct val="100000"/>
              </a:lnSpc>
              <a:spcBef>
                <a:spcPts val="2133"/>
              </a:spcBef>
              <a:spcAft>
                <a:spcPts val="0"/>
              </a:spcAft>
              <a:buNone/>
              <a:defRPr sz="2133"/>
            </a:lvl8pPr>
            <a:lvl9pPr lvl="8" algn="ctr" rtl="0">
              <a:lnSpc>
                <a:spcPct val="100000"/>
              </a:lnSpc>
              <a:spcBef>
                <a:spcPts val="2133"/>
              </a:spcBef>
              <a:spcAft>
                <a:spcPts val="2133"/>
              </a:spcAft>
              <a:buNone/>
              <a:defRPr sz="2133"/>
            </a:lvl9pPr>
          </a:lstStyle>
          <a:p>
            <a:r>
              <a:rPr lang="en-US"/>
              <a:t>Click to edit Master subtitle style</a:t>
            </a:r>
            <a:endParaRPr/>
          </a:p>
        </p:txBody>
      </p:sp>
      <p:sp>
        <p:nvSpPr>
          <p:cNvPr id="22" name="Google Shape;22;p5"/>
          <p:cNvSpPr txBox="1">
            <a:spLocks noGrp="1"/>
          </p:cNvSpPr>
          <p:nvPr>
            <p:ph type="subTitle" idx="2"/>
          </p:nvPr>
        </p:nvSpPr>
        <p:spPr>
          <a:xfrm>
            <a:off x="1233400" y="4420433"/>
            <a:ext cx="4309200" cy="1460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None/>
              <a:defRPr sz="2133"/>
            </a:lvl1pPr>
            <a:lvl2pPr lvl="1" algn="ctr" rtl="0">
              <a:lnSpc>
                <a:spcPct val="100000"/>
              </a:lnSpc>
              <a:spcBef>
                <a:spcPts val="2133"/>
              </a:spcBef>
              <a:spcAft>
                <a:spcPts val="0"/>
              </a:spcAft>
              <a:buNone/>
              <a:defRPr sz="2133"/>
            </a:lvl2pPr>
            <a:lvl3pPr lvl="2" algn="ctr" rtl="0">
              <a:lnSpc>
                <a:spcPct val="100000"/>
              </a:lnSpc>
              <a:spcBef>
                <a:spcPts val="2133"/>
              </a:spcBef>
              <a:spcAft>
                <a:spcPts val="0"/>
              </a:spcAft>
              <a:buNone/>
              <a:defRPr sz="2133"/>
            </a:lvl3pPr>
            <a:lvl4pPr lvl="3" algn="ctr" rtl="0">
              <a:lnSpc>
                <a:spcPct val="100000"/>
              </a:lnSpc>
              <a:spcBef>
                <a:spcPts val="2133"/>
              </a:spcBef>
              <a:spcAft>
                <a:spcPts val="0"/>
              </a:spcAft>
              <a:buNone/>
              <a:defRPr sz="2133"/>
            </a:lvl4pPr>
            <a:lvl5pPr lvl="4" algn="ctr" rtl="0">
              <a:lnSpc>
                <a:spcPct val="100000"/>
              </a:lnSpc>
              <a:spcBef>
                <a:spcPts val="2133"/>
              </a:spcBef>
              <a:spcAft>
                <a:spcPts val="0"/>
              </a:spcAft>
              <a:buNone/>
              <a:defRPr sz="2133"/>
            </a:lvl5pPr>
            <a:lvl6pPr lvl="5" algn="ctr" rtl="0">
              <a:lnSpc>
                <a:spcPct val="100000"/>
              </a:lnSpc>
              <a:spcBef>
                <a:spcPts val="2133"/>
              </a:spcBef>
              <a:spcAft>
                <a:spcPts val="0"/>
              </a:spcAft>
              <a:buNone/>
              <a:defRPr sz="2133"/>
            </a:lvl6pPr>
            <a:lvl7pPr lvl="6" algn="ctr" rtl="0">
              <a:lnSpc>
                <a:spcPct val="100000"/>
              </a:lnSpc>
              <a:spcBef>
                <a:spcPts val="2133"/>
              </a:spcBef>
              <a:spcAft>
                <a:spcPts val="0"/>
              </a:spcAft>
              <a:buNone/>
              <a:defRPr sz="2133"/>
            </a:lvl7pPr>
            <a:lvl8pPr lvl="7" algn="ctr" rtl="0">
              <a:lnSpc>
                <a:spcPct val="100000"/>
              </a:lnSpc>
              <a:spcBef>
                <a:spcPts val="2133"/>
              </a:spcBef>
              <a:spcAft>
                <a:spcPts val="0"/>
              </a:spcAft>
              <a:buNone/>
              <a:defRPr sz="2133"/>
            </a:lvl8pPr>
            <a:lvl9pPr lvl="8" algn="ctr" rtl="0">
              <a:lnSpc>
                <a:spcPct val="100000"/>
              </a:lnSpc>
              <a:spcBef>
                <a:spcPts val="2133"/>
              </a:spcBef>
              <a:spcAft>
                <a:spcPts val="2133"/>
              </a:spcAft>
              <a:buNone/>
              <a:defRPr sz="2133"/>
            </a:lvl9pPr>
          </a:lstStyle>
          <a:p>
            <a:r>
              <a:rPr lang="en-US"/>
              <a:t>Click to edit Master subtitle style</a:t>
            </a:r>
            <a:endParaRPr/>
          </a:p>
        </p:txBody>
      </p:sp>
      <p:sp>
        <p:nvSpPr>
          <p:cNvPr id="23" name="Google Shape;23;p5"/>
          <p:cNvSpPr txBox="1">
            <a:spLocks noGrp="1"/>
          </p:cNvSpPr>
          <p:nvPr>
            <p:ph type="subTitle" idx="3"/>
          </p:nvPr>
        </p:nvSpPr>
        <p:spPr>
          <a:xfrm>
            <a:off x="6649400" y="3632041"/>
            <a:ext cx="4309200" cy="482400"/>
          </a:xfrm>
          <a:prstGeom prst="rect">
            <a:avLst/>
          </a:prstGeom>
          <a:noFill/>
        </p:spPr>
        <p:txBody>
          <a:bodyPr spcFirstLastPara="1" wrap="square" lIns="91425" tIns="91425" rIns="91425" bIns="0" anchor="t" anchorCtr="0">
            <a:noAutofit/>
          </a:bodyPr>
          <a:lstStyle>
            <a:lvl1pPr lvl="0" algn="ctr" rtl="0">
              <a:lnSpc>
                <a:spcPct val="100000"/>
              </a:lnSpc>
              <a:spcBef>
                <a:spcPts val="0"/>
              </a:spcBef>
              <a:spcAft>
                <a:spcPts val="0"/>
              </a:spcAft>
              <a:buNone/>
              <a:defRPr sz="4000" b="1">
                <a:latin typeface="Amatic SC"/>
                <a:ea typeface="Amatic SC"/>
                <a:cs typeface="Amatic SC"/>
                <a:sym typeface="Amatic SC"/>
              </a:defRPr>
            </a:lvl1pPr>
            <a:lvl2pPr lvl="1" algn="ctr" rtl="0">
              <a:lnSpc>
                <a:spcPct val="100000"/>
              </a:lnSpc>
              <a:spcBef>
                <a:spcPts val="2133"/>
              </a:spcBef>
              <a:spcAft>
                <a:spcPts val="0"/>
              </a:spcAft>
              <a:buNone/>
              <a:defRPr sz="4000" b="1">
                <a:latin typeface="Amatic SC"/>
                <a:ea typeface="Amatic SC"/>
                <a:cs typeface="Amatic SC"/>
                <a:sym typeface="Amatic SC"/>
              </a:defRPr>
            </a:lvl2pPr>
            <a:lvl3pPr lvl="2" algn="ctr" rtl="0">
              <a:lnSpc>
                <a:spcPct val="100000"/>
              </a:lnSpc>
              <a:spcBef>
                <a:spcPts val="2133"/>
              </a:spcBef>
              <a:spcAft>
                <a:spcPts val="0"/>
              </a:spcAft>
              <a:buNone/>
              <a:defRPr sz="4000" b="1">
                <a:latin typeface="Amatic SC"/>
                <a:ea typeface="Amatic SC"/>
                <a:cs typeface="Amatic SC"/>
                <a:sym typeface="Amatic SC"/>
              </a:defRPr>
            </a:lvl3pPr>
            <a:lvl4pPr lvl="3" algn="ctr" rtl="0">
              <a:lnSpc>
                <a:spcPct val="100000"/>
              </a:lnSpc>
              <a:spcBef>
                <a:spcPts val="2133"/>
              </a:spcBef>
              <a:spcAft>
                <a:spcPts val="0"/>
              </a:spcAft>
              <a:buNone/>
              <a:defRPr sz="4000" b="1">
                <a:latin typeface="Amatic SC"/>
                <a:ea typeface="Amatic SC"/>
                <a:cs typeface="Amatic SC"/>
                <a:sym typeface="Amatic SC"/>
              </a:defRPr>
            </a:lvl4pPr>
            <a:lvl5pPr lvl="4" algn="ctr" rtl="0">
              <a:lnSpc>
                <a:spcPct val="100000"/>
              </a:lnSpc>
              <a:spcBef>
                <a:spcPts val="2133"/>
              </a:spcBef>
              <a:spcAft>
                <a:spcPts val="0"/>
              </a:spcAft>
              <a:buNone/>
              <a:defRPr sz="4000" b="1">
                <a:latin typeface="Amatic SC"/>
                <a:ea typeface="Amatic SC"/>
                <a:cs typeface="Amatic SC"/>
                <a:sym typeface="Amatic SC"/>
              </a:defRPr>
            </a:lvl5pPr>
            <a:lvl6pPr lvl="5" algn="ctr" rtl="0">
              <a:lnSpc>
                <a:spcPct val="100000"/>
              </a:lnSpc>
              <a:spcBef>
                <a:spcPts val="2133"/>
              </a:spcBef>
              <a:spcAft>
                <a:spcPts val="0"/>
              </a:spcAft>
              <a:buNone/>
              <a:defRPr sz="4000" b="1">
                <a:latin typeface="Amatic SC"/>
                <a:ea typeface="Amatic SC"/>
                <a:cs typeface="Amatic SC"/>
                <a:sym typeface="Amatic SC"/>
              </a:defRPr>
            </a:lvl6pPr>
            <a:lvl7pPr lvl="6" algn="ctr" rtl="0">
              <a:lnSpc>
                <a:spcPct val="100000"/>
              </a:lnSpc>
              <a:spcBef>
                <a:spcPts val="2133"/>
              </a:spcBef>
              <a:spcAft>
                <a:spcPts val="0"/>
              </a:spcAft>
              <a:buNone/>
              <a:defRPr sz="4000" b="1">
                <a:latin typeface="Amatic SC"/>
                <a:ea typeface="Amatic SC"/>
                <a:cs typeface="Amatic SC"/>
                <a:sym typeface="Amatic SC"/>
              </a:defRPr>
            </a:lvl7pPr>
            <a:lvl8pPr lvl="7" algn="ctr" rtl="0">
              <a:lnSpc>
                <a:spcPct val="100000"/>
              </a:lnSpc>
              <a:spcBef>
                <a:spcPts val="2133"/>
              </a:spcBef>
              <a:spcAft>
                <a:spcPts val="0"/>
              </a:spcAft>
              <a:buNone/>
              <a:defRPr sz="4000" b="1">
                <a:latin typeface="Amatic SC"/>
                <a:ea typeface="Amatic SC"/>
                <a:cs typeface="Amatic SC"/>
                <a:sym typeface="Amatic SC"/>
              </a:defRPr>
            </a:lvl8pPr>
            <a:lvl9pPr lvl="8" algn="ctr" rtl="0">
              <a:lnSpc>
                <a:spcPct val="100000"/>
              </a:lnSpc>
              <a:spcBef>
                <a:spcPts val="2133"/>
              </a:spcBef>
              <a:spcAft>
                <a:spcPts val="2133"/>
              </a:spcAft>
              <a:buNone/>
              <a:defRPr sz="4000" b="1">
                <a:latin typeface="Amatic SC"/>
                <a:ea typeface="Amatic SC"/>
                <a:cs typeface="Amatic SC"/>
                <a:sym typeface="Amatic SC"/>
              </a:defRPr>
            </a:lvl9pPr>
          </a:lstStyle>
          <a:p>
            <a:r>
              <a:rPr lang="en-US"/>
              <a:t>Click to edit Master subtitle style</a:t>
            </a:r>
            <a:endParaRPr/>
          </a:p>
        </p:txBody>
      </p:sp>
      <p:sp>
        <p:nvSpPr>
          <p:cNvPr id="24" name="Google Shape;24;p5"/>
          <p:cNvSpPr txBox="1">
            <a:spLocks noGrp="1"/>
          </p:cNvSpPr>
          <p:nvPr>
            <p:ph type="subTitle" idx="4"/>
          </p:nvPr>
        </p:nvSpPr>
        <p:spPr>
          <a:xfrm>
            <a:off x="1233400" y="3632025"/>
            <a:ext cx="4309200" cy="482400"/>
          </a:xfrm>
          <a:prstGeom prst="rect">
            <a:avLst/>
          </a:prstGeom>
          <a:noFill/>
        </p:spPr>
        <p:txBody>
          <a:bodyPr spcFirstLastPara="1" wrap="square" lIns="91425" tIns="91425" rIns="91425" bIns="0" anchor="t" anchorCtr="0">
            <a:noAutofit/>
          </a:bodyPr>
          <a:lstStyle>
            <a:lvl1pPr lvl="0" algn="ctr" rtl="0">
              <a:lnSpc>
                <a:spcPct val="100000"/>
              </a:lnSpc>
              <a:spcBef>
                <a:spcPts val="0"/>
              </a:spcBef>
              <a:spcAft>
                <a:spcPts val="0"/>
              </a:spcAft>
              <a:buNone/>
              <a:defRPr sz="4000" b="1">
                <a:latin typeface="Amatic SC"/>
                <a:ea typeface="Amatic SC"/>
                <a:cs typeface="Amatic SC"/>
                <a:sym typeface="Amatic SC"/>
              </a:defRPr>
            </a:lvl1pPr>
            <a:lvl2pPr lvl="1" algn="ctr" rtl="0">
              <a:lnSpc>
                <a:spcPct val="100000"/>
              </a:lnSpc>
              <a:spcBef>
                <a:spcPts val="2133"/>
              </a:spcBef>
              <a:spcAft>
                <a:spcPts val="0"/>
              </a:spcAft>
              <a:buNone/>
              <a:defRPr sz="4000" b="1">
                <a:latin typeface="Amatic SC"/>
                <a:ea typeface="Amatic SC"/>
                <a:cs typeface="Amatic SC"/>
                <a:sym typeface="Amatic SC"/>
              </a:defRPr>
            </a:lvl2pPr>
            <a:lvl3pPr lvl="2" algn="ctr" rtl="0">
              <a:lnSpc>
                <a:spcPct val="100000"/>
              </a:lnSpc>
              <a:spcBef>
                <a:spcPts val="2133"/>
              </a:spcBef>
              <a:spcAft>
                <a:spcPts val="0"/>
              </a:spcAft>
              <a:buNone/>
              <a:defRPr sz="4000" b="1">
                <a:latin typeface="Amatic SC"/>
                <a:ea typeface="Amatic SC"/>
                <a:cs typeface="Amatic SC"/>
                <a:sym typeface="Amatic SC"/>
              </a:defRPr>
            </a:lvl3pPr>
            <a:lvl4pPr lvl="3" algn="ctr" rtl="0">
              <a:lnSpc>
                <a:spcPct val="100000"/>
              </a:lnSpc>
              <a:spcBef>
                <a:spcPts val="2133"/>
              </a:spcBef>
              <a:spcAft>
                <a:spcPts val="0"/>
              </a:spcAft>
              <a:buNone/>
              <a:defRPr sz="4000" b="1">
                <a:latin typeface="Amatic SC"/>
                <a:ea typeface="Amatic SC"/>
                <a:cs typeface="Amatic SC"/>
                <a:sym typeface="Amatic SC"/>
              </a:defRPr>
            </a:lvl4pPr>
            <a:lvl5pPr lvl="4" algn="ctr" rtl="0">
              <a:lnSpc>
                <a:spcPct val="100000"/>
              </a:lnSpc>
              <a:spcBef>
                <a:spcPts val="2133"/>
              </a:spcBef>
              <a:spcAft>
                <a:spcPts val="0"/>
              </a:spcAft>
              <a:buNone/>
              <a:defRPr sz="4000" b="1">
                <a:latin typeface="Amatic SC"/>
                <a:ea typeface="Amatic SC"/>
                <a:cs typeface="Amatic SC"/>
                <a:sym typeface="Amatic SC"/>
              </a:defRPr>
            </a:lvl5pPr>
            <a:lvl6pPr lvl="5" algn="ctr" rtl="0">
              <a:lnSpc>
                <a:spcPct val="100000"/>
              </a:lnSpc>
              <a:spcBef>
                <a:spcPts val="2133"/>
              </a:spcBef>
              <a:spcAft>
                <a:spcPts val="0"/>
              </a:spcAft>
              <a:buNone/>
              <a:defRPr sz="4000" b="1">
                <a:latin typeface="Amatic SC"/>
                <a:ea typeface="Amatic SC"/>
                <a:cs typeface="Amatic SC"/>
                <a:sym typeface="Amatic SC"/>
              </a:defRPr>
            </a:lvl6pPr>
            <a:lvl7pPr lvl="6" algn="ctr" rtl="0">
              <a:lnSpc>
                <a:spcPct val="100000"/>
              </a:lnSpc>
              <a:spcBef>
                <a:spcPts val="2133"/>
              </a:spcBef>
              <a:spcAft>
                <a:spcPts val="0"/>
              </a:spcAft>
              <a:buNone/>
              <a:defRPr sz="4000" b="1">
                <a:latin typeface="Amatic SC"/>
                <a:ea typeface="Amatic SC"/>
                <a:cs typeface="Amatic SC"/>
                <a:sym typeface="Amatic SC"/>
              </a:defRPr>
            </a:lvl7pPr>
            <a:lvl8pPr lvl="7" algn="ctr" rtl="0">
              <a:lnSpc>
                <a:spcPct val="100000"/>
              </a:lnSpc>
              <a:spcBef>
                <a:spcPts val="2133"/>
              </a:spcBef>
              <a:spcAft>
                <a:spcPts val="0"/>
              </a:spcAft>
              <a:buNone/>
              <a:defRPr sz="4000" b="1">
                <a:latin typeface="Amatic SC"/>
                <a:ea typeface="Amatic SC"/>
                <a:cs typeface="Amatic SC"/>
                <a:sym typeface="Amatic SC"/>
              </a:defRPr>
            </a:lvl8pPr>
            <a:lvl9pPr lvl="8" algn="ctr" rtl="0">
              <a:lnSpc>
                <a:spcPct val="100000"/>
              </a:lnSpc>
              <a:spcBef>
                <a:spcPts val="2133"/>
              </a:spcBef>
              <a:spcAft>
                <a:spcPts val="2133"/>
              </a:spcAft>
              <a:buNone/>
              <a:defRPr sz="4000" b="1">
                <a:latin typeface="Amatic SC"/>
                <a:ea typeface="Amatic SC"/>
                <a:cs typeface="Amatic SC"/>
                <a:sym typeface="Amatic SC"/>
              </a:defRPr>
            </a:lvl9pPr>
          </a:lstStyle>
          <a:p>
            <a:r>
              <a:rPr lang="en-US"/>
              <a:t>Click to edit Master subtitle style</a:t>
            </a:r>
            <a:endParaRPr/>
          </a:p>
        </p:txBody>
      </p:sp>
    </p:spTree>
    <p:extLst>
      <p:ext uri="{BB962C8B-B14F-4D97-AF65-F5344CB8AC3E}">
        <p14:creationId xmlns:p14="http://schemas.microsoft.com/office/powerpoint/2010/main" val="32491990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 only">
    <p:bg>
      <p:bgPr>
        <a:blipFill>
          <a:blip r:embed="rId2">
            <a:alphaModFix/>
          </a:blip>
          <a:stretch>
            <a:fillRect/>
          </a:stretch>
        </a:blipFill>
        <a:effectLst/>
      </p:bgPr>
    </p:bg>
    <p:spTree>
      <p:nvGrpSpPr>
        <p:cNvPr id="1" name="Shape 25"/>
        <p:cNvGrpSpPr/>
        <p:nvPr/>
      </p:nvGrpSpPr>
      <p:grpSpPr>
        <a:xfrm>
          <a:off x="0" y="0"/>
          <a:ext cx="0" cy="0"/>
          <a:chOff x="0" y="0"/>
          <a:chExt cx="0" cy="0"/>
        </a:xfrm>
      </p:grpSpPr>
      <p:sp>
        <p:nvSpPr>
          <p:cNvPr id="26" name="Google Shape;26;p6"/>
          <p:cNvSpPr txBox="1">
            <a:spLocks noGrp="1"/>
          </p:cNvSpPr>
          <p:nvPr>
            <p:ph type="ctrTitle"/>
          </p:nvPr>
        </p:nvSpPr>
        <p:spPr>
          <a:xfrm>
            <a:off x="2390000" y="695433"/>
            <a:ext cx="7412000" cy="7732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2"/>
              </a:buClr>
              <a:buSzPts val="3600"/>
              <a:buNone/>
              <a:defRPr sz="4400"/>
            </a:lvl1pPr>
            <a:lvl2pPr lvl="1" algn="ctr" rtl="0">
              <a:spcBef>
                <a:spcPts val="0"/>
              </a:spcBef>
              <a:spcAft>
                <a:spcPts val="0"/>
              </a:spcAft>
              <a:buClr>
                <a:schemeClr val="accent2"/>
              </a:buClr>
              <a:buSzPts val="3600"/>
              <a:buNone/>
              <a:defRPr sz="4800">
                <a:solidFill>
                  <a:schemeClr val="accent2"/>
                </a:solidFill>
              </a:defRPr>
            </a:lvl2pPr>
            <a:lvl3pPr lvl="2" algn="ctr" rtl="0">
              <a:spcBef>
                <a:spcPts val="0"/>
              </a:spcBef>
              <a:spcAft>
                <a:spcPts val="0"/>
              </a:spcAft>
              <a:buClr>
                <a:schemeClr val="accent2"/>
              </a:buClr>
              <a:buSzPts val="3600"/>
              <a:buNone/>
              <a:defRPr sz="4800">
                <a:solidFill>
                  <a:schemeClr val="accent2"/>
                </a:solidFill>
              </a:defRPr>
            </a:lvl3pPr>
            <a:lvl4pPr lvl="3" algn="ctr" rtl="0">
              <a:spcBef>
                <a:spcPts val="0"/>
              </a:spcBef>
              <a:spcAft>
                <a:spcPts val="0"/>
              </a:spcAft>
              <a:buClr>
                <a:schemeClr val="accent2"/>
              </a:buClr>
              <a:buSzPts val="3600"/>
              <a:buNone/>
              <a:defRPr sz="4800">
                <a:solidFill>
                  <a:schemeClr val="accent2"/>
                </a:solidFill>
              </a:defRPr>
            </a:lvl4pPr>
            <a:lvl5pPr lvl="4" algn="ctr" rtl="0">
              <a:spcBef>
                <a:spcPts val="0"/>
              </a:spcBef>
              <a:spcAft>
                <a:spcPts val="0"/>
              </a:spcAft>
              <a:buClr>
                <a:schemeClr val="accent2"/>
              </a:buClr>
              <a:buSzPts val="3600"/>
              <a:buNone/>
              <a:defRPr sz="4800">
                <a:solidFill>
                  <a:schemeClr val="accent2"/>
                </a:solidFill>
              </a:defRPr>
            </a:lvl5pPr>
            <a:lvl6pPr lvl="5" algn="ctr" rtl="0">
              <a:spcBef>
                <a:spcPts val="0"/>
              </a:spcBef>
              <a:spcAft>
                <a:spcPts val="0"/>
              </a:spcAft>
              <a:buClr>
                <a:schemeClr val="accent2"/>
              </a:buClr>
              <a:buSzPts val="3600"/>
              <a:buNone/>
              <a:defRPr sz="4800">
                <a:solidFill>
                  <a:schemeClr val="accent2"/>
                </a:solidFill>
              </a:defRPr>
            </a:lvl6pPr>
            <a:lvl7pPr lvl="6" algn="ctr" rtl="0">
              <a:spcBef>
                <a:spcPts val="0"/>
              </a:spcBef>
              <a:spcAft>
                <a:spcPts val="0"/>
              </a:spcAft>
              <a:buClr>
                <a:schemeClr val="accent2"/>
              </a:buClr>
              <a:buSzPts val="3600"/>
              <a:buNone/>
              <a:defRPr sz="4800">
                <a:solidFill>
                  <a:schemeClr val="accent2"/>
                </a:solidFill>
              </a:defRPr>
            </a:lvl7pPr>
            <a:lvl8pPr lvl="7" algn="ctr" rtl="0">
              <a:spcBef>
                <a:spcPts val="0"/>
              </a:spcBef>
              <a:spcAft>
                <a:spcPts val="0"/>
              </a:spcAft>
              <a:buClr>
                <a:schemeClr val="accent2"/>
              </a:buClr>
              <a:buSzPts val="3600"/>
              <a:buNone/>
              <a:defRPr sz="4800">
                <a:solidFill>
                  <a:schemeClr val="accent2"/>
                </a:solidFill>
              </a:defRPr>
            </a:lvl8pPr>
            <a:lvl9pPr lvl="8" algn="ctr" rtl="0">
              <a:spcBef>
                <a:spcPts val="0"/>
              </a:spcBef>
              <a:spcAft>
                <a:spcPts val="0"/>
              </a:spcAft>
              <a:buClr>
                <a:schemeClr val="accent2"/>
              </a:buClr>
              <a:buSzPts val="3600"/>
              <a:buNone/>
              <a:defRPr sz="4800">
                <a:solidFill>
                  <a:schemeClr val="accent2"/>
                </a:solidFill>
              </a:defRPr>
            </a:lvl9pPr>
          </a:lstStyle>
          <a:p>
            <a:r>
              <a:rPr lang="en-US"/>
              <a:t>Click to edit Master title style</a:t>
            </a:r>
            <a:endParaRPr/>
          </a:p>
        </p:txBody>
      </p:sp>
    </p:spTree>
    <p:extLst>
      <p:ext uri="{BB962C8B-B14F-4D97-AF65-F5344CB8AC3E}">
        <p14:creationId xmlns:p14="http://schemas.microsoft.com/office/powerpoint/2010/main" val="19140845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 column text">
    <p:bg>
      <p:bgPr>
        <a:blipFill>
          <a:blip r:embed="rId2">
            <a:alphaModFix/>
          </a:blip>
          <a:stretch>
            <a:fillRect/>
          </a:stretch>
        </a:blipFill>
        <a:effectLst/>
      </p:bgPr>
    </p:bg>
    <p:spTree>
      <p:nvGrpSpPr>
        <p:cNvPr id="1" name="Shape 27"/>
        <p:cNvGrpSpPr/>
        <p:nvPr/>
      </p:nvGrpSpPr>
      <p:grpSpPr>
        <a:xfrm>
          <a:off x="0" y="0"/>
          <a:ext cx="0" cy="0"/>
          <a:chOff x="0" y="0"/>
          <a:chExt cx="0" cy="0"/>
        </a:xfrm>
      </p:grpSpPr>
      <p:sp>
        <p:nvSpPr>
          <p:cNvPr id="28" name="Google Shape;28;p7"/>
          <p:cNvSpPr txBox="1">
            <a:spLocks noGrp="1"/>
          </p:cNvSpPr>
          <p:nvPr>
            <p:ph type="ctrTitle"/>
          </p:nvPr>
        </p:nvSpPr>
        <p:spPr>
          <a:xfrm>
            <a:off x="4094733" y="1569943"/>
            <a:ext cx="4016000" cy="1606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10666">
                <a:solidFill>
                  <a:schemeClr val="accent6"/>
                </a:solidFill>
              </a:defRPr>
            </a:lvl1pPr>
            <a:lvl2pPr lvl="1" algn="r" rtl="0">
              <a:spcBef>
                <a:spcPts val="0"/>
              </a:spcBef>
              <a:spcAft>
                <a:spcPts val="0"/>
              </a:spcAft>
              <a:buSzPts val="2400"/>
              <a:buNone/>
              <a:defRPr sz="3200"/>
            </a:lvl2pPr>
            <a:lvl3pPr lvl="2" algn="r" rtl="0">
              <a:spcBef>
                <a:spcPts val="0"/>
              </a:spcBef>
              <a:spcAft>
                <a:spcPts val="0"/>
              </a:spcAft>
              <a:buSzPts val="2400"/>
              <a:buNone/>
              <a:defRPr sz="3200"/>
            </a:lvl3pPr>
            <a:lvl4pPr lvl="3" algn="r" rtl="0">
              <a:spcBef>
                <a:spcPts val="0"/>
              </a:spcBef>
              <a:spcAft>
                <a:spcPts val="0"/>
              </a:spcAft>
              <a:buSzPts val="2400"/>
              <a:buNone/>
              <a:defRPr sz="3200"/>
            </a:lvl4pPr>
            <a:lvl5pPr lvl="4" algn="r" rtl="0">
              <a:spcBef>
                <a:spcPts val="0"/>
              </a:spcBef>
              <a:spcAft>
                <a:spcPts val="0"/>
              </a:spcAft>
              <a:buSzPts val="2400"/>
              <a:buNone/>
              <a:defRPr sz="3200"/>
            </a:lvl5pPr>
            <a:lvl6pPr lvl="5" algn="r" rtl="0">
              <a:spcBef>
                <a:spcPts val="0"/>
              </a:spcBef>
              <a:spcAft>
                <a:spcPts val="0"/>
              </a:spcAft>
              <a:buSzPts val="2400"/>
              <a:buNone/>
              <a:defRPr sz="3200"/>
            </a:lvl6pPr>
            <a:lvl7pPr lvl="6" algn="r" rtl="0">
              <a:spcBef>
                <a:spcPts val="0"/>
              </a:spcBef>
              <a:spcAft>
                <a:spcPts val="0"/>
              </a:spcAft>
              <a:buSzPts val="2400"/>
              <a:buNone/>
              <a:defRPr sz="3200"/>
            </a:lvl7pPr>
            <a:lvl8pPr lvl="7" algn="r" rtl="0">
              <a:spcBef>
                <a:spcPts val="0"/>
              </a:spcBef>
              <a:spcAft>
                <a:spcPts val="0"/>
              </a:spcAft>
              <a:buSzPts val="2400"/>
              <a:buNone/>
              <a:defRPr sz="3200"/>
            </a:lvl8pPr>
            <a:lvl9pPr lvl="8" algn="r" rtl="0">
              <a:spcBef>
                <a:spcPts val="0"/>
              </a:spcBef>
              <a:spcAft>
                <a:spcPts val="0"/>
              </a:spcAft>
              <a:buSzPts val="2400"/>
              <a:buNone/>
              <a:defRPr sz="3200"/>
            </a:lvl9pPr>
          </a:lstStyle>
          <a:p>
            <a:r>
              <a:rPr lang="en-US"/>
              <a:t>Click to edit Master title style</a:t>
            </a:r>
            <a:endParaRPr/>
          </a:p>
        </p:txBody>
      </p:sp>
      <p:sp>
        <p:nvSpPr>
          <p:cNvPr id="29" name="Google Shape;29;p7"/>
          <p:cNvSpPr txBox="1">
            <a:spLocks noGrp="1"/>
          </p:cNvSpPr>
          <p:nvPr>
            <p:ph type="subTitle" idx="1"/>
          </p:nvPr>
        </p:nvSpPr>
        <p:spPr>
          <a:xfrm>
            <a:off x="2880667" y="3420495"/>
            <a:ext cx="6355200" cy="1999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None/>
              <a:defRPr sz="2133"/>
            </a:lvl1pPr>
            <a:lvl2pPr lvl="1" algn="ctr" rtl="0">
              <a:lnSpc>
                <a:spcPct val="100000"/>
              </a:lnSpc>
              <a:spcBef>
                <a:spcPts val="2133"/>
              </a:spcBef>
              <a:spcAft>
                <a:spcPts val="0"/>
              </a:spcAft>
              <a:buNone/>
              <a:defRPr sz="2133"/>
            </a:lvl2pPr>
            <a:lvl3pPr lvl="2" algn="ctr" rtl="0">
              <a:lnSpc>
                <a:spcPct val="100000"/>
              </a:lnSpc>
              <a:spcBef>
                <a:spcPts val="2133"/>
              </a:spcBef>
              <a:spcAft>
                <a:spcPts val="0"/>
              </a:spcAft>
              <a:buNone/>
              <a:defRPr sz="2133"/>
            </a:lvl3pPr>
            <a:lvl4pPr lvl="3" algn="ctr" rtl="0">
              <a:lnSpc>
                <a:spcPct val="100000"/>
              </a:lnSpc>
              <a:spcBef>
                <a:spcPts val="2133"/>
              </a:spcBef>
              <a:spcAft>
                <a:spcPts val="0"/>
              </a:spcAft>
              <a:buNone/>
              <a:defRPr sz="2133"/>
            </a:lvl4pPr>
            <a:lvl5pPr lvl="4" algn="ctr" rtl="0">
              <a:lnSpc>
                <a:spcPct val="100000"/>
              </a:lnSpc>
              <a:spcBef>
                <a:spcPts val="2133"/>
              </a:spcBef>
              <a:spcAft>
                <a:spcPts val="0"/>
              </a:spcAft>
              <a:buNone/>
              <a:defRPr sz="2133"/>
            </a:lvl5pPr>
            <a:lvl6pPr lvl="5" algn="ctr" rtl="0">
              <a:lnSpc>
                <a:spcPct val="100000"/>
              </a:lnSpc>
              <a:spcBef>
                <a:spcPts val="2133"/>
              </a:spcBef>
              <a:spcAft>
                <a:spcPts val="0"/>
              </a:spcAft>
              <a:buNone/>
              <a:defRPr sz="2133"/>
            </a:lvl6pPr>
            <a:lvl7pPr lvl="6" algn="ctr" rtl="0">
              <a:lnSpc>
                <a:spcPct val="100000"/>
              </a:lnSpc>
              <a:spcBef>
                <a:spcPts val="2133"/>
              </a:spcBef>
              <a:spcAft>
                <a:spcPts val="0"/>
              </a:spcAft>
              <a:buNone/>
              <a:defRPr sz="2133"/>
            </a:lvl7pPr>
            <a:lvl8pPr lvl="7" algn="ctr" rtl="0">
              <a:lnSpc>
                <a:spcPct val="100000"/>
              </a:lnSpc>
              <a:spcBef>
                <a:spcPts val="2133"/>
              </a:spcBef>
              <a:spcAft>
                <a:spcPts val="0"/>
              </a:spcAft>
              <a:buNone/>
              <a:defRPr sz="2133"/>
            </a:lvl8pPr>
            <a:lvl9pPr lvl="8" algn="ctr" rtl="0">
              <a:lnSpc>
                <a:spcPct val="100000"/>
              </a:lnSpc>
              <a:spcBef>
                <a:spcPts val="2133"/>
              </a:spcBef>
              <a:spcAft>
                <a:spcPts val="2133"/>
              </a:spcAft>
              <a:buNone/>
              <a:defRPr sz="2133"/>
            </a:lvl9pPr>
          </a:lstStyle>
          <a:p>
            <a:r>
              <a:rPr lang="en-US"/>
              <a:t>Click to edit Master subtitle style</a:t>
            </a:r>
            <a:endParaRPr/>
          </a:p>
        </p:txBody>
      </p:sp>
    </p:spTree>
    <p:extLst>
      <p:ext uri="{BB962C8B-B14F-4D97-AF65-F5344CB8AC3E}">
        <p14:creationId xmlns:p14="http://schemas.microsoft.com/office/powerpoint/2010/main" val="18097531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 point">
    <p:bg>
      <p:bgPr>
        <a:blipFill>
          <a:blip r:embed="rId2">
            <a:alphaModFix/>
          </a:blip>
          <a:stretch>
            <a:fillRect/>
          </a:stretch>
        </a:blipFill>
        <a:effectLst/>
      </p:bgPr>
    </p:bg>
    <p:spTree>
      <p:nvGrpSpPr>
        <p:cNvPr id="1" name="Shape 30"/>
        <p:cNvGrpSpPr/>
        <p:nvPr/>
      </p:nvGrpSpPr>
      <p:grpSpPr>
        <a:xfrm>
          <a:off x="0" y="0"/>
          <a:ext cx="0" cy="0"/>
          <a:chOff x="0" y="0"/>
          <a:chExt cx="0" cy="0"/>
        </a:xfrm>
      </p:grpSpPr>
      <p:sp>
        <p:nvSpPr>
          <p:cNvPr id="31" name="Google Shape;31;p8"/>
          <p:cNvSpPr txBox="1">
            <a:spLocks noGrp="1"/>
          </p:cNvSpPr>
          <p:nvPr>
            <p:ph type="title"/>
          </p:nvPr>
        </p:nvSpPr>
        <p:spPr>
          <a:xfrm>
            <a:off x="7193000" y="1003800"/>
            <a:ext cx="3270400" cy="48504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accent3"/>
              </a:buClr>
              <a:buSzPts val="4800"/>
              <a:buNone/>
              <a:defRPr/>
            </a:lvl1pPr>
            <a:lvl2pPr lvl="1">
              <a:spcBef>
                <a:spcPts val="0"/>
              </a:spcBef>
              <a:spcAft>
                <a:spcPts val="0"/>
              </a:spcAft>
              <a:buClr>
                <a:schemeClr val="accent3"/>
              </a:buClr>
              <a:buSzPts val="4800"/>
              <a:buNone/>
              <a:defRPr sz="6400">
                <a:solidFill>
                  <a:schemeClr val="accent3"/>
                </a:solidFill>
              </a:defRPr>
            </a:lvl2pPr>
            <a:lvl3pPr lvl="2">
              <a:spcBef>
                <a:spcPts val="0"/>
              </a:spcBef>
              <a:spcAft>
                <a:spcPts val="0"/>
              </a:spcAft>
              <a:buClr>
                <a:schemeClr val="accent3"/>
              </a:buClr>
              <a:buSzPts val="4800"/>
              <a:buNone/>
              <a:defRPr sz="6400">
                <a:solidFill>
                  <a:schemeClr val="accent3"/>
                </a:solidFill>
              </a:defRPr>
            </a:lvl3pPr>
            <a:lvl4pPr lvl="3">
              <a:spcBef>
                <a:spcPts val="0"/>
              </a:spcBef>
              <a:spcAft>
                <a:spcPts val="0"/>
              </a:spcAft>
              <a:buClr>
                <a:schemeClr val="accent3"/>
              </a:buClr>
              <a:buSzPts val="4800"/>
              <a:buNone/>
              <a:defRPr sz="6400">
                <a:solidFill>
                  <a:schemeClr val="accent3"/>
                </a:solidFill>
              </a:defRPr>
            </a:lvl4pPr>
            <a:lvl5pPr lvl="4">
              <a:spcBef>
                <a:spcPts val="0"/>
              </a:spcBef>
              <a:spcAft>
                <a:spcPts val="0"/>
              </a:spcAft>
              <a:buClr>
                <a:schemeClr val="accent3"/>
              </a:buClr>
              <a:buSzPts val="4800"/>
              <a:buNone/>
              <a:defRPr sz="6400">
                <a:solidFill>
                  <a:schemeClr val="accent3"/>
                </a:solidFill>
              </a:defRPr>
            </a:lvl5pPr>
            <a:lvl6pPr lvl="5">
              <a:spcBef>
                <a:spcPts val="0"/>
              </a:spcBef>
              <a:spcAft>
                <a:spcPts val="0"/>
              </a:spcAft>
              <a:buClr>
                <a:schemeClr val="accent3"/>
              </a:buClr>
              <a:buSzPts val="4800"/>
              <a:buNone/>
              <a:defRPr sz="6400">
                <a:solidFill>
                  <a:schemeClr val="accent3"/>
                </a:solidFill>
              </a:defRPr>
            </a:lvl6pPr>
            <a:lvl7pPr lvl="6">
              <a:spcBef>
                <a:spcPts val="0"/>
              </a:spcBef>
              <a:spcAft>
                <a:spcPts val="0"/>
              </a:spcAft>
              <a:buClr>
                <a:schemeClr val="accent3"/>
              </a:buClr>
              <a:buSzPts val="4800"/>
              <a:buNone/>
              <a:defRPr sz="6400">
                <a:solidFill>
                  <a:schemeClr val="accent3"/>
                </a:solidFill>
              </a:defRPr>
            </a:lvl7pPr>
            <a:lvl8pPr lvl="7">
              <a:spcBef>
                <a:spcPts val="0"/>
              </a:spcBef>
              <a:spcAft>
                <a:spcPts val="0"/>
              </a:spcAft>
              <a:buClr>
                <a:schemeClr val="accent3"/>
              </a:buClr>
              <a:buSzPts val="4800"/>
              <a:buNone/>
              <a:defRPr sz="6400">
                <a:solidFill>
                  <a:schemeClr val="accent3"/>
                </a:solidFill>
              </a:defRPr>
            </a:lvl8pPr>
            <a:lvl9pPr lvl="8">
              <a:spcBef>
                <a:spcPts val="0"/>
              </a:spcBef>
              <a:spcAft>
                <a:spcPts val="0"/>
              </a:spcAft>
              <a:buClr>
                <a:schemeClr val="accent3"/>
              </a:buClr>
              <a:buSzPts val="4800"/>
              <a:buNone/>
              <a:defRPr sz="6400">
                <a:solidFill>
                  <a:schemeClr val="accent3"/>
                </a:solidFill>
              </a:defRPr>
            </a:lvl9pPr>
          </a:lstStyle>
          <a:p>
            <a:r>
              <a:rPr lang="en-US"/>
              <a:t>Click to edit Master title style</a:t>
            </a:r>
            <a:endParaRPr/>
          </a:p>
        </p:txBody>
      </p:sp>
    </p:spTree>
    <p:extLst>
      <p:ext uri="{BB962C8B-B14F-4D97-AF65-F5344CB8AC3E}">
        <p14:creationId xmlns:p14="http://schemas.microsoft.com/office/powerpoint/2010/main" val="1603620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bg>
      <p:bgPr>
        <a:blipFill>
          <a:blip r:embed="rId2">
            <a:alphaModFix/>
          </a:blip>
          <a:stretch>
            <a:fillRect/>
          </a:stretch>
        </a:blipFill>
        <a:effectLst/>
      </p:bgPr>
    </p:bg>
    <p:spTree>
      <p:nvGrpSpPr>
        <p:cNvPr id="1" name="Shape 32"/>
        <p:cNvGrpSpPr/>
        <p:nvPr/>
      </p:nvGrpSpPr>
      <p:grpSpPr>
        <a:xfrm>
          <a:off x="0" y="0"/>
          <a:ext cx="0" cy="0"/>
          <a:chOff x="0" y="0"/>
          <a:chExt cx="0" cy="0"/>
        </a:xfrm>
      </p:grpSpPr>
      <p:sp>
        <p:nvSpPr>
          <p:cNvPr id="33" name="Google Shape;33;p9"/>
          <p:cNvSpPr txBox="1">
            <a:spLocks noGrp="1"/>
          </p:cNvSpPr>
          <p:nvPr>
            <p:ph type="title"/>
          </p:nvPr>
        </p:nvSpPr>
        <p:spPr>
          <a:xfrm>
            <a:off x="1887739" y="1380247"/>
            <a:ext cx="4513200" cy="3040800"/>
          </a:xfrm>
          <a:prstGeom prst="rect">
            <a:avLst/>
          </a:prstGeom>
        </p:spPr>
        <p:txBody>
          <a:bodyPr spcFirstLastPara="1" wrap="square" lIns="91425" tIns="91425" rIns="91425" bIns="91425" anchor="b" anchorCtr="0">
            <a:noAutofit/>
          </a:bodyPr>
          <a:lstStyle>
            <a:lvl1pPr lvl="0" rtl="0">
              <a:spcBef>
                <a:spcPts val="0"/>
              </a:spcBef>
              <a:spcAft>
                <a:spcPts val="0"/>
              </a:spcAft>
              <a:buSzPts val="4200"/>
              <a:buNone/>
              <a:defRPr sz="8000"/>
            </a:lvl1pPr>
            <a:lvl2pPr lvl="1" algn="ctr" rtl="0">
              <a:spcBef>
                <a:spcPts val="0"/>
              </a:spcBef>
              <a:spcAft>
                <a:spcPts val="0"/>
              </a:spcAft>
              <a:buSzPts val="4200"/>
              <a:buNone/>
              <a:defRPr sz="5600"/>
            </a:lvl2pPr>
            <a:lvl3pPr lvl="2" algn="ctr" rtl="0">
              <a:spcBef>
                <a:spcPts val="0"/>
              </a:spcBef>
              <a:spcAft>
                <a:spcPts val="0"/>
              </a:spcAft>
              <a:buSzPts val="4200"/>
              <a:buNone/>
              <a:defRPr sz="5600"/>
            </a:lvl3pPr>
            <a:lvl4pPr lvl="3" algn="ctr" rtl="0">
              <a:spcBef>
                <a:spcPts val="0"/>
              </a:spcBef>
              <a:spcAft>
                <a:spcPts val="0"/>
              </a:spcAft>
              <a:buSzPts val="4200"/>
              <a:buNone/>
              <a:defRPr sz="5600"/>
            </a:lvl4pPr>
            <a:lvl5pPr lvl="4" algn="ctr" rtl="0">
              <a:spcBef>
                <a:spcPts val="0"/>
              </a:spcBef>
              <a:spcAft>
                <a:spcPts val="0"/>
              </a:spcAft>
              <a:buSzPts val="4200"/>
              <a:buNone/>
              <a:defRPr sz="5600"/>
            </a:lvl5pPr>
            <a:lvl6pPr lvl="5" algn="ctr" rtl="0">
              <a:spcBef>
                <a:spcPts val="0"/>
              </a:spcBef>
              <a:spcAft>
                <a:spcPts val="0"/>
              </a:spcAft>
              <a:buSzPts val="4200"/>
              <a:buNone/>
              <a:defRPr sz="5600"/>
            </a:lvl6pPr>
            <a:lvl7pPr lvl="6" algn="ctr" rtl="0">
              <a:spcBef>
                <a:spcPts val="0"/>
              </a:spcBef>
              <a:spcAft>
                <a:spcPts val="0"/>
              </a:spcAft>
              <a:buSzPts val="4200"/>
              <a:buNone/>
              <a:defRPr sz="5600"/>
            </a:lvl7pPr>
            <a:lvl8pPr lvl="7" algn="ctr" rtl="0">
              <a:spcBef>
                <a:spcPts val="0"/>
              </a:spcBef>
              <a:spcAft>
                <a:spcPts val="0"/>
              </a:spcAft>
              <a:buSzPts val="4200"/>
              <a:buNone/>
              <a:defRPr sz="5600"/>
            </a:lvl8pPr>
            <a:lvl9pPr lvl="8" algn="ctr" rtl="0">
              <a:spcBef>
                <a:spcPts val="0"/>
              </a:spcBef>
              <a:spcAft>
                <a:spcPts val="0"/>
              </a:spcAft>
              <a:buSzPts val="4200"/>
              <a:buNone/>
              <a:defRPr sz="5600"/>
            </a:lvl9pPr>
          </a:lstStyle>
          <a:p>
            <a:r>
              <a:rPr lang="en-US"/>
              <a:t>Click to edit Master title style</a:t>
            </a:r>
            <a:endParaRPr/>
          </a:p>
        </p:txBody>
      </p:sp>
      <p:sp>
        <p:nvSpPr>
          <p:cNvPr id="34" name="Google Shape;34;p9"/>
          <p:cNvSpPr txBox="1">
            <a:spLocks noGrp="1"/>
          </p:cNvSpPr>
          <p:nvPr>
            <p:ph type="subTitle" idx="1"/>
          </p:nvPr>
        </p:nvSpPr>
        <p:spPr>
          <a:xfrm>
            <a:off x="1887733" y="4346980"/>
            <a:ext cx="3714400" cy="865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2100"/>
              <a:buNone/>
              <a:defRPr sz="2133"/>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r>
              <a:rPr lang="en-US"/>
              <a:t>Click to edit Master subtitle style</a:t>
            </a:r>
            <a:endParaRPr/>
          </a:p>
        </p:txBody>
      </p:sp>
      <p:sp>
        <p:nvSpPr>
          <p:cNvPr id="35" name="Google Shape;35;p9"/>
          <p:cNvSpPr txBox="1">
            <a:spLocks noGrp="1"/>
          </p:cNvSpPr>
          <p:nvPr>
            <p:ph type="title" idx="2" hasCustomPrompt="1"/>
          </p:nvPr>
        </p:nvSpPr>
        <p:spPr>
          <a:xfrm>
            <a:off x="9287200" y="1533400"/>
            <a:ext cx="1897200" cy="1254000"/>
          </a:xfrm>
          <a:prstGeom prst="rect">
            <a:avLst/>
          </a:prstGeom>
          <a:noFill/>
        </p:spPr>
        <p:txBody>
          <a:bodyPr spcFirstLastPara="1" wrap="square" lIns="91425" tIns="91425" rIns="91425" bIns="91425" anchor="t" anchorCtr="0">
            <a:noAutofit/>
          </a:bodyPr>
          <a:lstStyle>
            <a:lvl1pPr lvl="0" algn="ctr" rtl="0">
              <a:spcBef>
                <a:spcPts val="0"/>
              </a:spcBef>
              <a:spcAft>
                <a:spcPts val="0"/>
              </a:spcAft>
              <a:buSzPts val="3600"/>
              <a:buNone/>
              <a:defRPr sz="9600"/>
            </a:lvl1pPr>
            <a:lvl2pPr lvl="1" algn="r"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2pPr>
            <a:lvl3pPr lvl="2" algn="r"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3pPr>
            <a:lvl4pPr lvl="3" algn="r"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4pPr>
            <a:lvl5pPr lvl="4" algn="r"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5pPr>
            <a:lvl6pPr lvl="5" algn="r"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6pPr>
            <a:lvl7pPr lvl="6" algn="r"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7pPr>
            <a:lvl8pPr lvl="7" algn="r"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8pPr>
            <a:lvl9pPr lvl="8" algn="r" rtl="0">
              <a:spcBef>
                <a:spcPts val="0"/>
              </a:spcBef>
              <a:spcAft>
                <a:spcPts val="0"/>
              </a:spcAft>
              <a:buSzPts val="4800"/>
              <a:buFont typeface="Fira Sans Extra Condensed Medium"/>
              <a:buNone/>
              <a:defRPr sz="6400">
                <a:latin typeface="Fira Sans Extra Condensed Medium"/>
                <a:ea typeface="Fira Sans Extra Condensed Medium"/>
                <a:cs typeface="Fira Sans Extra Condensed Medium"/>
                <a:sym typeface="Fira Sans Extra Condensed Medium"/>
              </a:defRPr>
            </a:lvl9pPr>
          </a:lstStyle>
          <a:p>
            <a:r>
              <a:t>xx%</a:t>
            </a:r>
          </a:p>
        </p:txBody>
      </p:sp>
    </p:spTree>
    <p:extLst>
      <p:ext uri="{BB962C8B-B14F-4D97-AF65-F5344CB8AC3E}">
        <p14:creationId xmlns:p14="http://schemas.microsoft.com/office/powerpoint/2010/main" val="34769091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
    <p:bg>
      <p:bgPr>
        <a:blipFill>
          <a:blip r:embed="rId2">
            <a:alphaModFix/>
          </a:blip>
          <a:stretch>
            <a:fillRect/>
          </a:stretch>
        </a:blipFill>
        <a:effectLst/>
      </p:bgPr>
    </p:bg>
    <p:spTree>
      <p:nvGrpSpPr>
        <p:cNvPr id="1" name="Shape 36"/>
        <p:cNvGrpSpPr/>
        <p:nvPr/>
      </p:nvGrpSpPr>
      <p:grpSpPr>
        <a:xfrm>
          <a:off x="0" y="0"/>
          <a:ext cx="0" cy="0"/>
          <a:chOff x="0" y="0"/>
          <a:chExt cx="0" cy="0"/>
        </a:xfrm>
      </p:grpSpPr>
      <p:sp>
        <p:nvSpPr>
          <p:cNvPr id="37" name="Google Shape;37;p10"/>
          <p:cNvSpPr txBox="1">
            <a:spLocks noGrp="1"/>
          </p:cNvSpPr>
          <p:nvPr>
            <p:ph type="ctrTitle"/>
          </p:nvPr>
        </p:nvSpPr>
        <p:spPr>
          <a:xfrm>
            <a:off x="1845700" y="695433"/>
            <a:ext cx="8500800" cy="7732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2"/>
              </a:buClr>
              <a:buSzPts val="3600"/>
              <a:buNone/>
              <a:defRPr sz="4400"/>
            </a:lvl1pPr>
            <a:lvl2pPr lvl="1" algn="ctr" rtl="0">
              <a:spcBef>
                <a:spcPts val="0"/>
              </a:spcBef>
              <a:spcAft>
                <a:spcPts val="0"/>
              </a:spcAft>
              <a:buClr>
                <a:schemeClr val="accent2"/>
              </a:buClr>
              <a:buSzPts val="3600"/>
              <a:buNone/>
              <a:defRPr sz="4800">
                <a:solidFill>
                  <a:schemeClr val="accent2"/>
                </a:solidFill>
              </a:defRPr>
            </a:lvl2pPr>
            <a:lvl3pPr lvl="2" algn="ctr" rtl="0">
              <a:spcBef>
                <a:spcPts val="0"/>
              </a:spcBef>
              <a:spcAft>
                <a:spcPts val="0"/>
              </a:spcAft>
              <a:buClr>
                <a:schemeClr val="accent2"/>
              </a:buClr>
              <a:buSzPts val="3600"/>
              <a:buNone/>
              <a:defRPr sz="4800">
                <a:solidFill>
                  <a:schemeClr val="accent2"/>
                </a:solidFill>
              </a:defRPr>
            </a:lvl3pPr>
            <a:lvl4pPr lvl="3" algn="ctr" rtl="0">
              <a:spcBef>
                <a:spcPts val="0"/>
              </a:spcBef>
              <a:spcAft>
                <a:spcPts val="0"/>
              </a:spcAft>
              <a:buClr>
                <a:schemeClr val="accent2"/>
              </a:buClr>
              <a:buSzPts val="3600"/>
              <a:buNone/>
              <a:defRPr sz="4800">
                <a:solidFill>
                  <a:schemeClr val="accent2"/>
                </a:solidFill>
              </a:defRPr>
            </a:lvl4pPr>
            <a:lvl5pPr lvl="4" algn="ctr" rtl="0">
              <a:spcBef>
                <a:spcPts val="0"/>
              </a:spcBef>
              <a:spcAft>
                <a:spcPts val="0"/>
              </a:spcAft>
              <a:buClr>
                <a:schemeClr val="accent2"/>
              </a:buClr>
              <a:buSzPts val="3600"/>
              <a:buNone/>
              <a:defRPr sz="4800">
                <a:solidFill>
                  <a:schemeClr val="accent2"/>
                </a:solidFill>
              </a:defRPr>
            </a:lvl5pPr>
            <a:lvl6pPr lvl="5" algn="ctr" rtl="0">
              <a:spcBef>
                <a:spcPts val="0"/>
              </a:spcBef>
              <a:spcAft>
                <a:spcPts val="0"/>
              </a:spcAft>
              <a:buClr>
                <a:schemeClr val="accent2"/>
              </a:buClr>
              <a:buSzPts val="3600"/>
              <a:buNone/>
              <a:defRPr sz="4800">
                <a:solidFill>
                  <a:schemeClr val="accent2"/>
                </a:solidFill>
              </a:defRPr>
            </a:lvl6pPr>
            <a:lvl7pPr lvl="6" algn="ctr" rtl="0">
              <a:spcBef>
                <a:spcPts val="0"/>
              </a:spcBef>
              <a:spcAft>
                <a:spcPts val="0"/>
              </a:spcAft>
              <a:buClr>
                <a:schemeClr val="accent2"/>
              </a:buClr>
              <a:buSzPts val="3600"/>
              <a:buNone/>
              <a:defRPr sz="4800">
                <a:solidFill>
                  <a:schemeClr val="accent2"/>
                </a:solidFill>
              </a:defRPr>
            </a:lvl7pPr>
            <a:lvl8pPr lvl="7" algn="ctr" rtl="0">
              <a:spcBef>
                <a:spcPts val="0"/>
              </a:spcBef>
              <a:spcAft>
                <a:spcPts val="0"/>
              </a:spcAft>
              <a:buClr>
                <a:schemeClr val="accent2"/>
              </a:buClr>
              <a:buSzPts val="3600"/>
              <a:buNone/>
              <a:defRPr sz="4800">
                <a:solidFill>
                  <a:schemeClr val="accent2"/>
                </a:solidFill>
              </a:defRPr>
            </a:lvl8pPr>
            <a:lvl9pPr lvl="8" algn="ctr" rtl="0">
              <a:spcBef>
                <a:spcPts val="0"/>
              </a:spcBef>
              <a:spcAft>
                <a:spcPts val="0"/>
              </a:spcAft>
              <a:buClr>
                <a:schemeClr val="accent2"/>
              </a:buClr>
              <a:buSzPts val="3600"/>
              <a:buNone/>
              <a:defRPr sz="4800">
                <a:solidFill>
                  <a:schemeClr val="accent2"/>
                </a:solidFill>
              </a:defRPr>
            </a:lvl9pPr>
          </a:lstStyle>
          <a:p>
            <a:r>
              <a:rPr lang="en-US"/>
              <a:t>Click to edit Master title style</a:t>
            </a:r>
            <a:endParaRPr/>
          </a:p>
        </p:txBody>
      </p:sp>
    </p:spTree>
    <p:extLst>
      <p:ext uri="{BB962C8B-B14F-4D97-AF65-F5344CB8AC3E}">
        <p14:creationId xmlns:p14="http://schemas.microsoft.com/office/powerpoint/2010/main" val="620267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 number">
    <p:bg>
      <p:bgPr>
        <a:blipFill>
          <a:blip r:embed="rId2">
            <a:alphaModFix/>
          </a:blip>
          <a:stretch>
            <a:fillRect/>
          </a:stretch>
        </a:blipFill>
        <a:effectLst/>
      </p:bgPr>
    </p:bg>
    <p:spTree>
      <p:nvGrpSpPr>
        <p:cNvPr id="1" name="Shape 38"/>
        <p:cNvGrpSpPr/>
        <p:nvPr/>
      </p:nvGrpSpPr>
      <p:grpSpPr>
        <a:xfrm>
          <a:off x="0" y="0"/>
          <a:ext cx="0" cy="0"/>
          <a:chOff x="0" y="0"/>
          <a:chExt cx="0" cy="0"/>
        </a:xfrm>
      </p:grpSpPr>
      <p:sp>
        <p:nvSpPr>
          <p:cNvPr id="39" name="Google Shape;39;p11"/>
          <p:cNvSpPr txBox="1">
            <a:spLocks noGrp="1"/>
          </p:cNvSpPr>
          <p:nvPr>
            <p:ph type="subTitle" idx="1"/>
          </p:nvPr>
        </p:nvSpPr>
        <p:spPr>
          <a:xfrm>
            <a:off x="2801967" y="4030984"/>
            <a:ext cx="6588400" cy="10832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2133"/>
            </a:lvl1pPr>
            <a:lvl2pPr lvl="1" algn="ctr" rtl="0">
              <a:lnSpc>
                <a:spcPct val="100000"/>
              </a:lnSpc>
              <a:spcBef>
                <a:spcPts val="0"/>
              </a:spcBef>
              <a:spcAft>
                <a:spcPts val="0"/>
              </a:spcAft>
              <a:buSzPts val="1200"/>
              <a:buNone/>
              <a:defRPr sz="1600"/>
            </a:lvl2pPr>
            <a:lvl3pPr lvl="2" algn="ctr" rtl="0">
              <a:lnSpc>
                <a:spcPct val="100000"/>
              </a:lnSpc>
              <a:spcBef>
                <a:spcPts val="0"/>
              </a:spcBef>
              <a:spcAft>
                <a:spcPts val="0"/>
              </a:spcAft>
              <a:buSzPts val="1200"/>
              <a:buNone/>
              <a:defRPr sz="1600"/>
            </a:lvl3pPr>
            <a:lvl4pPr lvl="3" algn="ctr" rtl="0">
              <a:lnSpc>
                <a:spcPct val="100000"/>
              </a:lnSpc>
              <a:spcBef>
                <a:spcPts val="0"/>
              </a:spcBef>
              <a:spcAft>
                <a:spcPts val="0"/>
              </a:spcAft>
              <a:buSzPts val="1200"/>
              <a:buNone/>
              <a:defRPr sz="1600"/>
            </a:lvl4pPr>
            <a:lvl5pPr lvl="4" algn="ctr" rtl="0">
              <a:lnSpc>
                <a:spcPct val="100000"/>
              </a:lnSpc>
              <a:spcBef>
                <a:spcPts val="0"/>
              </a:spcBef>
              <a:spcAft>
                <a:spcPts val="0"/>
              </a:spcAft>
              <a:buSzPts val="1200"/>
              <a:buNone/>
              <a:defRPr sz="1600"/>
            </a:lvl5pPr>
            <a:lvl6pPr lvl="5" algn="ctr" rtl="0">
              <a:lnSpc>
                <a:spcPct val="100000"/>
              </a:lnSpc>
              <a:spcBef>
                <a:spcPts val="0"/>
              </a:spcBef>
              <a:spcAft>
                <a:spcPts val="0"/>
              </a:spcAft>
              <a:buSzPts val="1200"/>
              <a:buNone/>
              <a:defRPr sz="1600"/>
            </a:lvl6pPr>
            <a:lvl7pPr lvl="6" algn="ctr" rtl="0">
              <a:lnSpc>
                <a:spcPct val="100000"/>
              </a:lnSpc>
              <a:spcBef>
                <a:spcPts val="0"/>
              </a:spcBef>
              <a:spcAft>
                <a:spcPts val="0"/>
              </a:spcAft>
              <a:buSzPts val="1200"/>
              <a:buNone/>
              <a:defRPr sz="1600"/>
            </a:lvl7pPr>
            <a:lvl8pPr lvl="7" algn="ctr" rtl="0">
              <a:lnSpc>
                <a:spcPct val="100000"/>
              </a:lnSpc>
              <a:spcBef>
                <a:spcPts val="0"/>
              </a:spcBef>
              <a:spcAft>
                <a:spcPts val="0"/>
              </a:spcAft>
              <a:buSzPts val="1200"/>
              <a:buNone/>
              <a:defRPr sz="1600"/>
            </a:lvl8pPr>
            <a:lvl9pPr lvl="8" algn="ctr" rtl="0">
              <a:lnSpc>
                <a:spcPct val="100000"/>
              </a:lnSpc>
              <a:spcBef>
                <a:spcPts val="0"/>
              </a:spcBef>
              <a:spcAft>
                <a:spcPts val="0"/>
              </a:spcAft>
              <a:buSzPts val="1200"/>
              <a:buNone/>
              <a:defRPr sz="1600"/>
            </a:lvl9pPr>
          </a:lstStyle>
          <a:p>
            <a:r>
              <a:rPr lang="en-US"/>
              <a:t>Click to edit Master subtitle style</a:t>
            </a:r>
            <a:endParaRPr/>
          </a:p>
        </p:txBody>
      </p:sp>
      <p:sp>
        <p:nvSpPr>
          <p:cNvPr id="40" name="Google Shape;40;p11"/>
          <p:cNvSpPr txBox="1">
            <a:spLocks noGrp="1"/>
          </p:cNvSpPr>
          <p:nvPr>
            <p:ph type="title" hasCustomPrompt="1"/>
          </p:nvPr>
        </p:nvSpPr>
        <p:spPr>
          <a:xfrm>
            <a:off x="1778233" y="2363217"/>
            <a:ext cx="8635200" cy="1301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9600"/>
              <a:buNone/>
              <a:defRPr sz="17333">
                <a:solidFill>
                  <a:schemeClr val="accent6"/>
                </a:solidFill>
              </a:defRPr>
            </a:lvl1pPr>
            <a:lvl2pPr lvl="1" algn="ctr" rtl="0">
              <a:spcBef>
                <a:spcPts val="0"/>
              </a:spcBef>
              <a:spcAft>
                <a:spcPts val="0"/>
              </a:spcAft>
              <a:buSzPts val="9600"/>
              <a:buFont typeface="Fira Sans Extra Condensed Medium"/>
              <a:buNone/>
              <a:defRPr sz="12800">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SzPts val="9600"/>
              <a:buFont typeface="Fira Sans Extra Condensed Medium"/>
              <a:buNone/>
              <a:defRPr sz="12800">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SzPts val="9600"/>
              <a:buFont typeface="Fira Sans Extra Condensed Medium"/>
              <a:buNone/>
              <a:defRPr sz="12800">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SzPts val="9600"/>
              <a:buFont typeface="Fira Sans Extra Condensed Medium"/>
              <a:buNone/>
              <a:defRPr sz="12800">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SzPts val="9600"/>
              <a:buFont typeface="Fira Sans Extra Condensed Medium"/>
              <a:buNone/>
              <a:defRPr sz="12800">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SzPts val="9600"/>
              <a:buFont typeface="Fira Sans Extra Condensed Medium"/>
              <a:buNone/>
              <a:defRPr sz="12800">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SzPts val="9600"/>
              <a:buFont typeface="Fira Sans Extra Condensed Medium"/>
              <a:buNone/>
              <a:defRPr sz="12800">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SzPts val="9600"/>
              <a:buFont typeface="Fira Sans Extra Condensed Medium"/>
              <a:buNone/>
              <a:defRPr sz="12800">
                <a:latin typeface="Fira Sans Extra Condensed Medium"/>
                <a:ea typeface="Fira Sans Extra Condensed Medium"/>
                <a:cs typeface="Fira Sans Extra Condensed Medium"/>
                <a:sym typeface="Fira Sans Extra Condensed Medium"/>
              </a:defRPr>
            </a:lvl9pPr>
          </a:lstStyle>
          <a:p>
            <a:r>
              <a:t>xx%</a:t>
            </a:r>
          </a:p>
        </p:txBody>
      </p:sp>
    </p:spTree>
    <p:extLst>
      <p:ext uri="{BB962C8B-B14F-4D97-AF65-F5344CB8AC3E}">
        <p14:creationId xmlns:p14="http://schemas.microsoft.com/office/powerpoint/2010/main" val="26662805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able of contents">
  <p:cSld name="Table of contents">
    <p:bg>
      <p:bgPr>
        <a:blipFill>
          <a:blip r:embed="rId2">
            <a:alphaModFix/>
          </a:blip>
          <a:stretch>
            <a:fillRect/>
          </a:stretch>
        </a:blipFill>
        <a:effectLst/>
      </p:bgPr>
    </p:bg>
    <p:spTree>
      <p:nvGrpSpPr>
        <p:cNvPr id="1" name="Shape 41"/>
        <p:cNvGrpSpPr/>
        <p:nvPr/>
      </p:nvGrpSpPr>
      <p:grpSpPr>
        <a:xfrm>
          <a:off x="0" y="0"/>
          <a:ext cx="0" cy="0"/>
          <a:chOff x="0" y="0"/>
          <a:chExt cx="0" cy="0"/>
        </a:xfrm>
      </p:grpSpPr>
      <p:sp>
        <p:nvSpPr>
          <p:cNvPr id="42" name="Google Shape;42;p12"/>
          <p:cNvSpPr txBox="1">
            <a:spLocks noGrp="1"/>
          </p:cNvSpPr>
          <p:nvPr>
            <p:ph type="ctrTitle"/>
          </p:nvPr>
        </p:nvSpPr>
        <p:spPr>
          <a:xfrm>
            <a:off x="1509243" y="1718884"/>
            <a:ext cx="3489200" cy="692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2"/>
              </a:buClr>
              <a:buSzPts val="3600"/>
              <a:buNone/>
              <a:defRPr sz="4800"/>
            </a:lvl1pPr>
            <a:lvl2pPr lvl="1" algn="ctr" rtl="0">
              <a:spcBef>
                <a:spcPts val="0"/>
              </a:spcBef>
              <a:spcAft>
                <a:spcPts val="0"/>
              </a:spcAft>
              <a:buClr>
                <a:schemeClr val="accent2"/>
              </a:buClr>
              <a:buSzPts val="3600"/>
              <a:buNone/>
              <a:defRPr sz="4800">
                <a:solidFill>
                  <a:schemeClr val="accent2"/>
                </a:solidFill>
              </a:defRPr>
            </a:lvl2pPr>
            <a:lvl3pPr lvl="2" algn="ctr" rtl="0">
              <a:spcBef>
                <a:spcPts val="0"/>
              </a:spcBef>
              <a:spcAft>
                <a:spcPts val="0"/>
              </a:spcAft>
              <a:buClr>
                <a:schemeClr val="accent2"/>
              </a:buClr>
              <a:buSzPts val="3600"/>
              <a:buNone/>
              <a:defRPr sz="4800">
                <a:solidFill>
                  <a:schemeClr val="accent2"/>
                </a:solidFill>
              </a:defRPr>
            </a:lvl3pPr>
            <a:lvl4pPr lvl="3" algn="ctr" rtl="0">
              <a:spcBef>
                <a:spcPts val="0"/>
              </a:spcBef>
              <a:spcAft>
                <a:spcPts val="0"/>
              </a:spcAft>
              <a:buClr>
                <a:schemeClr val="accent2"/>
              </a:buClr>
              <a:buSzPts val="3600"/>
              <a:buNone/>
              <a:defRPr sz="4800">
                <a:solidFill>
                  <a:schemeClr val="accent2"/>
                </a:solidFill>
              </a:defRPr>
            </a:lvl4pPr>
            <a:lvl5pPr lvl="4" algn="ctr" rtl="0">
              <a:spcBef>
                <a:spcPts val="0"/>
              </a:spcBef>
              <a:spcAft>
                <a:spcPts val="0"/>
              </a:spcAft>
              <a:buClr>
                <a:schemeClr val="accent2"/>
              </a:buClr>
              <a:buSzPts val="3600"/>
              <a:buNone/>
              <a:defRPr sz="4800">
                <a:solidFill>
                  <a:schemeClr val="accent2"/>
                </a:solidFill>
              </a:defRPr>
            </a:lvl5pPr>
            <a:lvl6pPr lvl="5" algn="ctr" rtl="0">
              <a:spcBef>
                <a:spcPts val="0"/>
              </a:spcBef>
              <a:spcAft>
                <a:spcPts val="0"/>
              </a:spcAft>
              <a:buClr>
                <a:schemeClr val="accent2"/>
              </a:buClr>
              <a:buSzPts val="3600"/>
              <a:buNone/>
              <a:defRPr sz="4800">
                <a:solidFill>
                  <a:schemeClr val="accent2"/>
                </a:solidFill>
              </a:defRPr>
            </a:lvl6pPr>
            <a:lvl7pPr lvl="6" algn="ctr" rtl="0">
              <a:spcBef>
                <a:spcPts val="0"/>
              </a:spcBef>
              <a:spcAft>
                <a:spcPts val="0"/>
              </a:spcAft>
              <a:buClr>
                <a:schemeClr val="accent2"/>
              </a:buClr>
              <a:buSzPts val="3600"/>
              <a:buNone/>
              <a:defRPr sz="4800">
                <a:solidFill>
                  <a:schemeClr val="accent2"/>
                </a:solidFill>
              </a:defRPr>
            </a:lvl7pPr>
            <a:lvl8pPr lvl="7" algn="ctr" rtl="0">
              <a:spcBef>
                <a:spcPts val="0"/>
              </a:spcBef>
              <a:spcAft>
                <a:spcPts val="0"/>
              </a:spcAft>
              <a:buClr>
                <a:schemeClr val="accent2"/>
              </a:buClr>
              <a:buSzPts val="3600"/>
              <a:buNone/>
              <a:defRPr sz="4800">
                <a:solidFill>
                  <a:schemeClr val="accent2"/>
                </a:solidFill>
              </a:defRPr>
            </a:lvl8pPr>
            <a:lvl9pPr lvl="8" algn="ctr" rtl="0">
              <a:spcBef>
                <a:spcPts val="0"/>
              </a:spcBef>
              <a:spcAft>
                <a:spcPts val="0"/>
              </a:spcAft>
              <a:buClr>
                <a:schemeClr val="accent2"/>
              </a:buClr>
              <a:buSzPts val="3600"/>
              <a:buNone/>
              <a:defRPr sz="4800">
                <a:solidFill>
                  <a:schemeClr val="accent2"/>
                </a:solidFill>
              </a:defRPr>
            </a:lvl9pPr>
          </a:lstStyle>
          <a:p>
            <a:r>
              <a:rPr lang="en-US"/>
              <a:t>Click to edit Master title style</a:t>
            </a:r>
            <a:endParaRPr/>
          </a:p>
        </p:txBody>
      </p:sp>
      <p:sp>
        <p:nvSpPr>
          <p:cNvPr id="43" name="Google Shape;43;p12"/>
          <p:cNvSpPr txBox="1">
            <a:spLocks noGrp="1"/>
          </p:cNvSpPr>
          <p:nvPr>
            <p:ph type="subTitle" idx="1"/>
          </p:nvPr>
        </p:nvSpPr>
        <p:spPr>
          <a:xfrm flipH="1">
            <a:off x="1509349" y="2286651"/>
            <a:ext cx="3489200" cy="580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4" name="Google Shape;44;p12"/>
          <p:cNvSpPr txBox="1">
            <a:spLocks noGrp="1"/>
          </p:cNvSpPr>
          <p:nvPr>
            <p:ph type="subTitle" idx="2"/>
          </p:nvPr>
        </p:nvSpPr>
        <p:spPr>
          <a:xfrm flipH="1">
            <a:off x="1509349" y="4593819"/>
            <a:ext cx="3489200" cy="580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5" name="Google Shape;45;p12"/>
          <p:cNvSpPr txBox="1">
            <a:spLocks noGrp="1"/>
          </p:cNvSpPr>
          <p:nvPr>
            <p:ph type="subTitle" idx="3"/>
          </p:nvPr>
        </p:nvSpPr>
        <p:spPr>
          <a:xfrm flipH="1">
            <a:off x="7193560" y="2284700"/>
            <a:ext cx="3489200" cy="580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6" name="Google Shape;46;p12"/>
          <p:cNvSpPr txBox="1">
            <a:spLocks noGrp="1"/>
          </p:cNvSpPr>
          <p:nvPr>
            <p:ph type="subTitle" idx="4"/>
          </p:nvPr>
        </p:nvSpPr>
        <p:spPr>
          <a:xfrm flipH="1">
            <a:off x="7193560" y="4595625"/>
            <a:ext cx="3489200" cy="580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47" name="Google Shape;47;p12"/>
          <p:cNvSpPr txBox="1">
            <a:spLocks noGrp="1"/>
          </p:cNvSpPr>
          <p:nvPr>
            <p:ph type="ctrTitle" idx="5"/>
          </p:nvPr>
        </p:nvSpPr>
        <p:spPr>
          <a:xfrm>
            <a:off x="1509243" y="4025651"/>
            <a:ext cx="3489200" cy="692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2"/>
              </a:buClr>
              <a:buSzPts val="3600"/>
              <a:buNone/>
              <a:defRPr sz="4800"/>
            </a:lvl1pPr>
            <a:lvl2pPr lvl="1" algn="ctr" rtl="0">
              <a:spcBef>
                <a:spcPts val="0"/>
              </a:spcBef>
              <a:spcAft>
                <a:spcPts val="0"/>
              </a:spcAft>
              <a:buClr>
                <a:schemeClr val="accent2"/>
              </a:buClr>
              <a:buSzPts val="3600"/>
              <a:buNone/>
              <a:defRPr sz="4800">
                <a:solidFill>
                  <a:schemeClr val="accent2"/>
                </a:solidFill>
              </a:defRPr>
            </a:lvl2pPr>
            <a:lvl3pPr lvl="2" algn="ctr" rtl="0">
              <a:spcBef>
                <a:spcPts val="0"/>
              </a:spcBef>
              <a:spcAft>
                <a:spcPts val="0"/>
              </a:spcAft>
              <a:buClr>
                <a:schemeClr val="accent2"/>
              </a:buClr>
              <a:buSzPts val="3600"/>
              <a:buNone/>
              <a:defRPr sz="4800">
                <a:solidFill>
                  <a:schemeClr val="accent2"/>
                </a:solidFill>
              </a:defRPr>
            </a:lvl3pPr>
            <a:lvl4pPr lvl="3" algn="ctr" rtl="0">
              <a:spcBef>
                <a:spcPts val="0"/>
              </a:spcBef>
              <a:spcAft>
                <a:spcPts val="0"/>
              </a:spcAft>
              <a:buClr>
                <a:schemeClr val="accent2"/>
              </a:buClr>
              <a:buSzPts val="3600"/>
              <a:buNone/>
              <a:defRPr sz="4800">
                <a:solidFill>
                  <a:schemeClr val="accent2"/>
                </a:solidFill>
              </a:defRPr>
            </a:lvl4pPr>
            <a:lvl5pPr lvl="4" algn="ctr" rtl="0">
              <a:spcBef>
                <a:spcPts val="0"/>
              </a:spcBef>
              <a:spcAft>
                <a:spcPts val="0"/>
              </a:spcAft>
              <a:buClr>
                <a:schemeClr val="accent2"/>
              </a:buClr>
              <a:buSzPts val="3600"/>
              <a:buNone/>
              <a:defRPr sz="4800">
                <a:solidFill>
                  <a:schemeClr val="accent2"/>
                </a:solidFill>
              </a:defRPr>
            </a:lvl5pPr>
            <a:lvl6pPr lvl="5" algn="ctr" rtl="0">
              <a:spcBef>
                <a:spcPts val="0"/>
              </a:spcBef>
              <a:spcAft>
                <a:spcPts val="0"/>
              </a:spcAft>
              <a:buClr>
                <a:schemeClr val="accent2"/>
              </a:buClr>
              <a:buSzPts val="3600"/>
              <a:buNone/>
              <a:defRPr sz="4800">
                <a:solidFill>
                  <a:schemeClr val="accent2"/>
                </a:solidFill>
              </a:defRPr>
            </a:lvl6pPr>
            <a:lvl7pPr lvl="6" algn="ctr" rtl="0">
              <a:spcBef>
                <a:spcPts val="0"/>
              </a:spcBef>
              <a:spcAft>
                <a:spcPts val="0"/>
              </a:spcAft>
              <a:buClr>
                <a:schemeClr val="accent2"/>
              </a:buClr>
              <a:buSzPts val="3600"/>
              <a:buNone/>
              <a:defRPr sz="4800">
                <a:solidFill>
                  <a:schemeClr val="accent2"/>
                </a:solidFill>
              </a:defRPr>
            </a:lvl7pPr>
            <a:lvl8pPr lvl="7" algn="ctr" rtl="0">
              <a:spcBef>
                <a:spcPts val="0"/>
              </a:spcBef>
              <a:spcAft>
                <a:spcPts val="0"/>
              </a:spcAft>
              <a:buClr>
                <a:schemeClr val="accent2"/>
              </a:buClr>
              <a:buSzPts val="3600"/>
              <a:buNone/>
              <a:defRPr sz="4800">
                <a:solidFill>
                  <a:schemeClr val="accent2"/>
                </a:solidFill>
              </a:defRPr>
            </a:lvl8pPr>
            <a:lvl9pPr lvl="8" algn="ctr" rtl="0">
              <a:spcBef>
                <a:spcPts val="0"/>
              </a:spcBef>
              <a:spcAft>
                <a:spcPts val="0"/>
              </a:spcAft>
              <a:buClr>
                <a:schemeClr val="accent2"/>
              </a:buClr>
              <a:buSzPts val="3600"/>
              <a:buNone/>
              <a:defRPr sz="4800">
                <a:solidFill>
                  <a:schemeClr val="accent2"/>
                </a:solidFill>
              </a:defRPr>
            </a:lvl9pPr>
          </a:lstStyle>
          <a:p>
            <a:r>
              <a:rPr lang="en-US"/>
              <a:t>Click to edit Master title style</a:t>
            </a:r>
            <a:endParaRPr/>
          </a:p>
        </p:txBody>
      </p:sp>
      <p:sp>
        <p:nvSpPr>
          <p:cNvPr id="48" name="Google Shape;48;p12"/>
          <p:cNvSpPr txBox="1">
            <a:spLocks noGrp="1"/>
          </p:cNvSpPr>
          <p:nvPr>
            <p:ph type="ctrTitle" idx="6"/>
          </p:nvPr>
        </p:nvSpPr>
        <p:spPr>
          <a:xfrm>
            <a:off x="7193559" y="1717067"/>
            <a:ext cx="3489200" cy="692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2"/>
              </a:buClr>
              <a:buSzPts val="3600"/>
              <a:buNone/>
              <a:defRPr sz="4800"/>
            </a:lvl1pPr>
            <a:lvl2pPr lvl="1" algn="ctr" rtl="0">
              <a:spcBef>
                <a:spcPts val="0"/>
              </a:spcBef>
              <a:spcAft>
                <a:spcPts val="0"/>
              </a:spcAft>
              <a:buClr>
                <a:schemeClr val="accent2"/>
              </a:buClr>
              <a:buSzPts val="3600"/>
              <a:buNone/>
              <a:defRPr sz="4800">
                <a:solidFill>
                  <a:schemeClr val="accent2"/>
                </a:solidFill>
              </a:defRPr>
            </a:lvl2pPr>
            <a:lvl3pPr lvl="2" algn="ctr" rtl="0">
              <a:spcBef>
                <a:spcPts val="0"/>
              </a:spcBef>
              <a:spcAft>
                <a:spcPts val="0"/>
              </a:spcAft>
              <a:buClr>
                <a:schemeClr val="accent2"/>
              </a:buClr>
              <a:buSzPts val="3600"/>
              <a:buNone/>
              <a:defRPr sz="4800">
                <a:solidFill>
                  <a:schemeClr val="accent2"/>
                </a:solidFill>
              </a:defRPr>
            </a:lvl3pPr>
            <a:lvl4pPr lvl="3" algn="ctr" rtl="0">
              <a:spcBef>
                <a:spcPts val="0"/>
              </a:spcBef>
              <a:spcAft>
                <a:spcPts val="0"/>
              </a:spcAft>
              <a:buClr>
                <a:schemeClr val="accent2"/>
              </a:buClr>
              <a:buSzPts val="3600"/>
              <a:buNone/>
              <a:defRPr sz="4800">
                <a:solidFill>
                  <a:schemeClr val="accent2"/>
                </a:solidFill>
              </a:defRPr>
            </a:lvl4pPr>
            <a:lvl5pPr lvl="4" algn="ctr" rtl="0">
              <a:spcBef>
                <a:spcPts val="0"/>
              </a:spcBef>
              <a:spcAft>
                <a:spcPts val="0"/>
              </a:spcAft>
              <a:buClr>
                <a:schemeClr val="accent2"/>
              </a:buClr>
              <a:buSzPts val="3600"/>
              <a:buNone/>
              <a:defRPr sz="4800">
                <a:solidFill>
                  <a:schemeClr val="accent2"/>
                </a:solidFill>
              </a:defRPr>
            </a:lvl5pPr>
            <a:lvl6pPr lvl="5" algn="ctr" rtl="0">
              <a:spcBef>
                <a:spcPts val="0"/>
              </a:spcBef>
              <a:spcAft>
                <a:spcPts val="0"/>
              </a:spcAft>
              <a:buClr>
                <a:schemeClr val="accent2"/>
              </a:buClr>
              <a:buSzPts val="3600"/>
              <a:buNone/>
              <a:defRPr sz="4800">
                <a:solidFill>
                  <a:schemeClr val="accent2"/>
                </a:solidFill>
              </a:defRPr>
            </a:lvl6pPr>
            <a:lvl7pPr lvl="6" algn="ctr" rtl="0">
              <a:spcBef>
                <a:spcPts val="0"/>
              </a:spcBef>
              <a:spcAft>
                <a:spcPts val="0"/>
              </a:spcAft>
              <a:buClr>
                <a:schemeClr val="accent2"/>
              </a:buClr>
              <a:buSzPts val="3600"/>
              <a:buNone/>
              <a:defRPr sz="4800">
                <a:solidFill>
                  <a:schemeClr val="accent2"/>
                </a:solidFill>
              </a:defRPr>
            </a:lvl7pPr>
            <a:lvl8pPr lvl="7" algn="ctr" rtl="0">
              <a:spcBef>
                <a:spcPts val="0"/>
              </a:spcBef>
              <a:spcAft>
                <a:spcPts val="0"/>
              </a:spcAft>
              <a:buClr>
                <a:schemeClr val="accent2"/>
              </a:buClr>
              <a:buSzPts val="3600"/>
              <a:buNone/>
              <a:defRPr sz="4800">
                <a:solidFill>
                  <a:schemeClr val="accent2"/>
                </a:solidFill>
              </a:defRPr>
            </a:lvl8pPr>
            <a:lvl9pPr lvl="8" algn="ctr" rtl="0">
              <a:spcBef>
                <a:spcPts val="0"/>
              </a:spcBef>
              <a:spcAft>
                <a:spcPts val="0"/>
              </a:spcAft>
              <a:buClr>
                <a:schemeClr val="accent2"/>
              </a:buClr>
              <a:buSzPts val="3600"/>
              <a:buNone/>
              <a:defRPr sz="4800">
                <a:solidFill>
                  <a:schemeClr val="accent2"/>
                </a:solidFill>
              </a:defRPr>
            </a:lvl9pPr>
          </a:lstStyle>
          <a:p>
            <a:r>
              <a:rPr lang="en-US"/>
              <a:t>Click to edit Master title style</a:t>
            </a:r>
            <a:endParaRPr/>
          </a:p>
        </p:txBody>
      </p:sp>
      <p:sp>
        <p:nvSpPr>
          <p:cNvPr id="49" name="Google Shape;49;p12"/>
          <p:cNvSpPr txBox="1">
            <a:spLocks noGrp="1"/>
          </p:cNvSpPr>
          <p:nvPr>
            <p:ph type="ctrTitle" idx="7"/>
          </p:nvPr>
        </p:nvSpPr>
        <p:spPr>
          <a:xfrm>
            <a:off x="7193559" y="4027563"/>
            <a:ext cx="3489200" cy="692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2"/>
              </a:buClr>
              <a:buSzPts val="3600"/>
              <a:buNone/>
              <a:defRPr sz="4800"/>
            </a:lvl1pPr>
            <a:lvl2pPr lvl="1" algn="ctr" rtl="0">
              <a:spcBef>
                <a:spcPts val="0"/>
              </a:spcBef>
              <a:spcAft>
                <a:spcPts val="0"/>
              </a:spcAft>
              <a:buClr>
                <a:schemeClr val="accent2"/>
              </a:buClr>
              <a:buSzPts val="3600"/>
              <a:buNone/>
              <a:defRPr sz="4800">
                <a:solidFill>
                  <a:schemeClr val="accent2"/>
                </a:solidFill>
              </a:defRPr>
            </a:lvl2pPr>
            <a:lvl3pPr lvl="2" algn="ctr" rtl="0">
              <a:spcBef>
                <a:spcPts val="0"/>
              </a:spcBef>
              <a:spcAft>
                <a:spcPts val="0"/>
              </a:spcAft>
              <a:buClr>
                <a:schemeClr val="accent2"/>
              </a:buClr>
              <a:buSzPts val="3600"/>
              <a:buNone/>
              <a:defRPr sz="4800">
                <a:solidFill>
                  <a:schemeClr val="accent2"/>
                </a:solidFill>
              </a:defRPr>
            </a:lvl3pPr>
            <a:lvl4pPr lvl="3" algn="ctr" rtl="0">
              <a:spcBef>
                <a:spcPts val="0"/>
              </a:spcBef>
              <a:spcAft>
                <a:spcPts val="0"/>
              </a:spcAft>
              <a:buClr>
                <a:schemeClr val="accent2"/>
              </a:buClr>
              <a:buSzPts val="3600"/>
              <a:buNone/>
              <a:defRPr sz="4800">
                <a:solidFill>
                  <a:schemeClr val="accent2"/>
                </a:solidFill>
              </a:defRPr>
            </a:lvl4pPr>
            <a:lvl5pPr lvl="4" algn="ctr" rtl="0">
              <a:spcBef>
                <a:spcPts val="0"/>
              </a:spcBef>
              <a:spcAft>
                <a:spcPts val="0"/>
              </a:spcAft>
              <a:buClr>
                <a:schemeClr val="accent2"/>
              </a:buClr>
              <a:buSzPts val="3600"/>
              <a:buNone/>
              <a:defRPr sz="4800">
                <a:solidFill>
                  <a:schemeClr val="accent2"/>
                </a:solidFill>
              </a:defRPr>
            </a:lvl5pPr>
            <a:lvl6pPr lvl="5" algn="ctr" rtl="0">
              <a:spcBef>
                <a:spcPts val="0"/>
              </a:spcBef>
              <a:spcAft>
                <a:spcPts val="0"/>
              </a:spcAft>
              <a:buClr>
                <a:schemeClr val="accent2"/>
              </a:buClr>
              <a:buSzPts val="3600"/>
              <a:buNone/>
              <a:defRPr sz="4800">
                <a:solidFill>
                  <a:schemeClr val="accent2"/>
                </a:solidFill>
              </a:defRPr>
            </a:lvl6pPr>
            <a:lvl7pPr lvl="6" algn="ctr" rtl="0">
              <a:spcBef>
                <a:spcPts val="0"/>
              </a:spcBef>
              <a:spcAft>
                <a:spcPts val="0"/>
              </a:spcAft>
              <a:buClr>
                <a:schemeClr val="accent2"/>
              </a:buClr>
              <a:buSzPts val="3600"/>
              <a:buNone/>
              <a:defRPr sz="4800">
                <a:solidFill>
                  <a:schemeClr val="accent2"/>
                </a:solidFill>
              </a:defRPr>
            </a:lvl7pPr>
            <a:lvl8pPr lvl="7" algn="ctr" rtl="0">
              <a:spcBef>
                <a:spcPts val="0"/>
              </a:spcBef>
              <a:spcAft>
                <a:spcPts val="0"/>
              </a:spcAft>
              <a:buClr>
                <a:schemeClr val="accent2"/>
              </a:buClr>
              <a:buSzPts val="3600"/>
              <a:buNone/>
              <a:defRPr sz="4800">
                <a:solidFill>
                  <a:schemeClr val="accent2"/>
                </a:solidFill>
              </a:defRPr>
            </a:lvl8pPr>
            <a:lvl9pPr lvl="8" algn="ctr" rtl="0">
              <a:spcBef>
                <a:spcPts val="0"/>
              </a:spcBef>
              <a:spcAft>
                <a:spcPts val="0"/>
              </a:spcAft>
              <a:buClr>
                <a:schemeClr val="accent2"/>
              </a:buClr>
              <a:buSzPts val="3600"/>
              <a:buNone/>
              <a:defRPr sz="4800">
                <a:solidFill>
                  <a:schemeClr val="accent2"/>
                </a:solidFill>
              </a:defRPr>
            </a:lvl9pPr>
          </a:lstStyle>
          <a:p>
            <a:r>
              <a:rPr lang="en-US"/>
              <a:t>Click to edit Master title style</a:t>
            </a:r>
            <a:endParaRPr/>
          </a:p>
        </p:txBody>
      </p:sp>
    </p:spTree>
    <p:extLst>
      <p:ext uri="{BB962C8B-B14F-4D97-AF65-F5344CB8AC3E}">
        <p14:creationId xmlns:p14="http://schemas.microsoft.com/office/powerpoint/2010/main" val="8668379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1">
  <p:cSld name="Table of contents 1">
    <p:bg>
      <p:bgPr>
        <a:blipFill>
          <a:blip r:embed="rId2">
            <a:alphaModFix/>
          </a:blip>
          <a:stretch>
            <a:fillRect/>
          </a:stretch>
        </a:blip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ctrTitle"/>
          </p:nvPr>
        </p:nvSpPr>
        <p:spPr>
          <a:xfrm>
            <a:off x="1604792" y="1718884"/>
            <a:ext cx="3489200" cy="692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2"/>
              </a:buClr>
              <a:buSzPts val="3600"/>
              <a:buNone/>
              <a:defRPr sz="4800"/>
            </a:lvl1pPr>
            <a:lvl2pPr lvl="1" algn="ctr" rtl="0">
              <a:spcBef>
                <a:spcPts val="0"/>
              </a:spcBef>
              <a:spcAft>
                <a:spcPts val="0"/>
              </a:spcAft>
              <a:buClr>
                <a:schemeClr val="accent2"/>
              </a:buClr>
              <a:buSzPts val="3600"/>
              <a:buNone/>
              <a:defRPr sz="4800">
                <a:solidFill>
                  <a:schemeClr val="accent2"/>
                </a:solidFill>
              </a:defRPr>
            </a:lvl2pPr>
            <a:lvl3pPr lvl="2" algn="ctr" rtl="0">
              <a:spcBef>
                <a:spcPts val="0"/>
              </a:spcBef>
              <a:spcAft>
                <a:spcPts val="0"/>
              </a:spcAft>
              <a:buClr>
                <a:schemeClr val="accent2"/>
              </a:buClr>
              <a:buSzPts val="3600"/>
              <a:buNone/>
              <a:defRPr sz="4800">
                <a:solidFill>
                  <a:schemeClr val="accent2"/>
                </a:solidFill>
              </a:defRPr>
            </a:lvl3pPr>
            <a:lvl4pPr lvl="3" algn="ctr" rtl="0">
              <a:spcBef>
                <a:spcPts val="0"/>
              </a:spcBef>
              <a:spcAft>
                <a:spcPts val="0"/>
              </a:spcAft>
              <a:buClr>
                <a:schemeClr val="accent2"/>
              </a:buClr>
              <a:buSzPts val="3600"/>
              <a:buNone/>
              <a:defRPr sz="4800">
                <a:solidFill>
                  <a:schemeClr val="accent2"/>
                </a:solidFill>
              </a:defRPr>
            </a:lvl4pPr>
            <a:lvl5pPr lvl="4" algn="ctr" rtl="0">
              <a:spcBef>
                <a:spcPts val="0"/>
              </a:spcBef>
              <a:spcAft>
                <a:spcPts val="0"/>
              </a:spcAft>
              <a:buClr>
                <a:schemeClr val="accent2"/>
              </a:buClr>
              <a:buSzPts val="3600"/>
              <a:buNone/>
              <a:defRPr sz="4800">
                <a:solidFill>
                  <a:schemeClr val="accent2"/>
                </a:solidFill>
              </a:defRPr>
            </a:lvl5pPr>
            <a:lvl6pPr lvl="5" algn="ctr" rtl="0">
              <a:spcBef>
                <a:spcPts val="0"/>
              </a:spcBef>
              <a:spcAft>
                <a:spcPts val="0"/>
              </a:spcAft>
              <a:buClr>
                <a:schemeClr val="accent2"/>
              </a:buClr>
              <a:buSzPts val="3600"/>
              <a:buNone/>
              <a:defRPr sz="4800">
                <a:solidFill>
                  <a:schemeClr val="accent2"/>
                </a:solidFill>
              </a:defRPr>
            </a:lvl6pPr>
            <a:lvl7pPr lvl="6" algn="ctr" rtl="0">
              <a:spcBef>
                <a:spcPts val="0"/>
              </a:spcBef>
              <a:spcAft>
                <a:spcPts val="0"/>
              </a:spcAft>
              <a:buClr>
                <a:schemeClr val="accent2"/>
              </a:buClr>
              <a:buSzPts val="3600"/>
              <a:buNone/>
              <a:defRPr sz="4800">
                <a:solidFill>
                  <a:schemeClr val="accent2"/>
                </a:solidFill>
              </a:defRPr>
            </a:lvl7pPr>
            <a:lvl8pPr lvl="7" algn="ctr" rtl="0">
              <a:spcBef>
                <a:spcPts val="0"/>
              </a:spcBef>
              <a:spcAft>
                <a:spcPts val="0"/>
              </a:spcAft>
              <a:buClr>
                <a:schemeClr val="accent2"/>
              </a:buClr>
              <a:buSzPts val="3600"/>
              <a:buNone/>
              <a:defRPr sz="4800">
                <a:solidFill>
                  <a:schemeClr val="accent2"/>
                </a:solidFill>
              </a:defRPr>
            </a:lvl8pPr>
            <a:lvl9pPr lvl="8" algn="ctr" rtl="0">
              <a:spcBef>
                <a:spcPts val="0"/>
              </a:spcBef>
              <a:spcAft>
                <a:spcPts val="0"/>
              </a:spcAft>
              <a:buClr>
                <a:schemeClr val="accent2"/>
              </a:buClr>
              <a:buSzPts val="3600"/>
              <a:buNone/>
              <a:defRPr sz="4800">
                <a:solidFill>
                  <a:schemeClr val="accent2"/>
                </a:solidFill>
              </a:defRPr>
            </a:lvl9pPr>
          </a:lstStyle>
          <a:p>
            <a:r>
              <a:rPr lang="en-US"/>
              <a:t>Click to edit Master title style</a:t>
            </a:r>
            <a:endParaRPr/>
          </a:p>
        </p:txBody>
      </p:sp>
      <p:sp>
        <p:nvSpPr>
          <p:cNvPr id="52" name="Google Shape;52;p13"/>
          <p:cNvSpPr txBox="1">
            <a:spLocks noGrp="1"/>
          </p:cNvSpPr>
          <p:nvPr>
            <p:ph type="subTitle" idx="1"/>
          </p:nvPr>
        </p:nvSpPr>
        <p:spPr>
          <a:xfrm flipH="1">
            <a:off x="1604900" y="2286651"/>
            <a:ext cx="3489200" cy="580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53" name="Google Shape;53;p13"/>
          <p:cNvSpPr txBox="1">
            <a:spLocks noGrp="1"/>
          </p:cNvSpPr>
          <p:nvPr>
            <p:ph type="subTitle" idx="2"/>
          </p:nvPr>
        </p:nvSpPr>
        <p:spPr>
          <a:xfrm flipH="1">
            <a:off x="1604900" y="4593819"/>
            <a:ext cx="3489200" cy="580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54" name="Google Shape;54;p13"/>
          <p:cNvSpPr txBox="1">
            <a:spLocks noGrp="1"/>
          </p:cNvSpPr>
          <p:nvPr>
            <p:ph type="subTitle" idx="3"/>
          </p:nvPr>
        </p:nvSpPr>
        <p:spPr>
          <a:xfrm flipH="1">
            <a:off x="7098011" y="2284700"/>
            <a:ext cx="3489200" cy="580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55" name="Google Shape;55;p13"/>
          <p:cNvSpPr txBox="1">
            <a:spLocks noGrp="1"/>
          </p:cNvSpPr>
          <p:nvPr>
            <p:ph type="subTitle" idx="4"/>
          </p:nvPr>
        </p:nvSpPr>
        <p:spPr>
          <a:xfrm flipH="1">
            <a:off x="7098011" y="4595625"/>
            <a:ext cx="3489200" cy="580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r>
              <a:rPr lang="en-US"/>
              <a:t>Click to edit Master subtitle style</a:t>
            </a:r>
            <a:endParaRPr/>
          </a:p>
        </p:txBody>
      </p:sp>
      <p:sp>
        <p:nvSpPr>
          <p:cNvPr id="56" name="Google Shape;56;p13"/>
          <p:cNvSpPr txBox="1">
            <a:spLocks noGrp="1"/>
          </p:cNvSpPr>
          <p:nvPr>
            <p:ph type="ctrTitle" idx="5"/>
          </p:nvPr>
        </p:nvSpPr>
        <p:spPr>
          <a:xfrm>
            <a:off x="1604792" y="4025651"/>
            <a:ext cx="3489200" cy="692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2"/>
              </a:buClr>
              <a:buSzPts val="3600"/>
              <a:buNone/>
              <a:defRPr sz="4800"/>
            </a:lvl1pPr>
            <a:lvl2pPr lvl="1" algn="ctr" rtl="0">
              <a:spcBef>
                <a:spcPts val="0"/>
              </a:spcBef>
              <a:spcAft>
                <a:spcPts val="0"/>
              </a:spcAft>
              <a:buClr>
                <a:schemeClr val="accent2"/>
              </a:buClr>
              <a:buSzPts val="3600"/>
              <a:buNone/>
              <a:defRPr sz="4800">
                <a:solidFill>
                  <a:schemeClr val="accent2"/>
                </a:solidFill>
              </a:defRPr>
            </a:lvl2pPr>
            <a:lvl3pPr lvl="2" algn="ctr" rtl="0">
              <a:spcBef>
                <a:spcPts val="0"/>
              </a:spcBef>
              <a:spcAft>
                <a:spcPts val="0"/>
              </a:spcAft>
              <a:buClr>
                <a:schemeClr val="accent2"/>
              </a:buClr>
              <a:buSzPts val="3600"/>
              <a:buNone/>
              <a:defRPr sz="4800">
                <a:solidFill>
                  <a:schemeClr val="accent2"/>
                </a:solidFill>
              </a:defRPr>
            </a:lvl3pPr>
            <a:lvl4pPr lvl="3" algn="ctr" rtl="0">
              <a:spcBef>
                <a:spcPts val="0"/>
              </a:spcBef>
              <a:spcAft>
                <a:spcPts val="0"/>
              </a:spcAft>
              <a:buClr>
                <a:schemeClr val="accent2"/>
              </a:buClr>
              <a:buSzPts val="3600"/>
              <a:buNone/>
              <a:defRPr sz="4800">
                <a:solidFill>
                  <a:schemeClr val="accent2"/>
                </a:solidFill>
              </a:defRPr>
            </a:lvl4pPr>
            <a:lvl5pPr lvl="4" algn="ctr" rtl="0">
              <a:spcBef>
                <a:spcPts val="0"/>
              </a:spcBef>
              <a:spcAft>
                <a:spcPts val="0"/>
              </a:spcAft>
              <a:buClr>
                <a:schemeClr val="accent2"/>
              </a:buClr>
              <a:buSzPts val="3600"/>
              <a:buNone/>
              <a:defRPr sz="4800">
                <a:solidFill>
                  <a:schemeClr val="accent2"/>
                </a:solidFill>
              </a:defRPr>
            </a:lvl5pPr>
            <a:lvl6pPr lvl="5" algn="ctr" rtl="0">
              <a:spcBef>
                <a:spcPts val="0"/>
              </a:spcBef>
              <a:spcAft>
                <a:spcPts val="0"/>
              </a:spcAft>
              <a:buClr>
                <a:schemeClr val="accent2"/>
              </a:buClr>
              <a:buSzPts val="3600"/>
              <a:buNone/>
              <a:defRPr sz="4800">
                <a:solidFill>
                  <a:schemeClr val="accent2"/>
                </a:solidFill>
              </a:defRPr>
            </a:lvl6pPr>
            <a:lvl7pPr lvl="6" algn="ctr" rtl="0">
              <a:spcBef>
                <a:spcPts val="0"/>
              </a:spcBef>
              <a:spcAft>
                <a:spcPts val="0"/>
              </a:spcAft>
              <a:buClr>
                <a:schemeClr val="accent2"/>
              </a:buClr>
              <a:buSzPts val="3600"/>
              <a:buNone/>
              <a:defRPr sz="4800">
                <a:solidFill>
                  <a:schemeClr val="accent2"/>
                </a:solidFill>
              </a:defRPr>
            </a:lvl7pPr>
            <a:lvl8pPr lvl="7" algn="ctr" rtl="0">
              <a:spcBef>
                <a:spcPts val="0"/>
              </a:spcBef>
              <a:spcAft>
                <a:spcPts val="0"/>
              </a:spcAft>
              <a:buClr>
                <a:schemeClr val="accent2"/>
              </a:buClr>
              <a:buSzPts val="3600"/>
              <a:buNone/>
              <a:defRPr sz="4800">
                <a:solidFill>
                  <a:schemeClr val="accent2"/>
                </a:solidFill>
              </a:defRPr>
            </a:lvl8pPr>
            <a:lvl9pPr lvl="8" algn="ctr" rtl="0">
              <a:spcBef>
                <a:spcPts val="0"/>
              </a:spcBef>
              <a:spcAft>
                <a:spcPts val="0"/>
              </a:spcAft>
              <a:buClr>
                <a:schemeClr val="accent2"/>
              </a:buClr>
              <a:buSzPts val="3600"/>
              <a:buNone/>
              <a:defRPr sz="4800">
                <a:solidFill>
                  <a:schemeClr val="accent2"/>
                </a:solidFill>
              </a:defRPr>
            </a:lvl9pPr>
          </a:lstStyle>
          <a:p>
            <a:r>
              <a:rPr lang="en-US"/>
              <a:t>Click to edit Master title style</a:t>
            </a:r>
            <a:endParaRPr/>
          </a:p>
        </p:txBody>
      </p:sp>
      <p:sp>
        <p:nvSpPr>
          <p:cNvPr id="57" name="Google Shape;57;p13"/>
          <p:cNvSpPr txBox="1">
            <a:spLocks noGrp="1"/>
          </p:cNvSpPr>
          <p:nvPr>
            <p:ph type="ctrTitle" idx="6"/>
          </p:nvPr>
        </p:nvSpPr>
        <p:spPr>
          <a:xfrm>
            <a:off x="7098009" y="1717067"/>
            <a:ext cx="3489200" cy="692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2"/>
              </a:buClr>
              <a:buSzPts val="3600"/>
              <a:buNone/>
              <a:defRPr sz="4800"/>
            </a:lvl1pPr>
            <a:lvl2pPr lvl="1" algn="ctr" rtl="0">
              <a:spcBef>
                <a:spcPts val="0"/>
              </a:spcBef>
              <a:spcAft>
                <a:spcPts val="0"/>
              </a:spcAft>
              <a:buClr>
                <a:schemeClr val="accent2"/>
              </a:buClr>
              <a:buSzPts val="3600"/>
              <a:buNone/>
              <a:defRPr sz="4800">
                <a:solidFill>
                  <a:schemeClr val="accent2"/>
                </a:solidFill>
              </a:defRPr>
            </a:lvl2pPr>
            <a:lvl3pPr lvl="2" algn="ctr" rtl="0">
              <a:spcBef>
                <a:spcPts val="0"/>
              </a:spcBef>
              <a:spcAft>
                <a:spcPts val="0"/>
              </a:spcAft>
              <a:buClr>
                <a:schemeClr val="accent2"/>
              </a:buClr>
              <a:buSzPts val="3600"/>
              <a:buNone/>
              <a:defRPr sz="4800">
                <a:solidFill>
                  <a:schemeClr val="accent2"/>
                </a:solidFill>
              </a:defRPr>
            </a:lvl3pPr>
            <a:lvl4pPr lvl="3" algn="ctr" rtl="0">
              <a:spcBef>
                <a:spcPts val="0"/>
              </a:spcBef>
              <a:spcAft>
                <a:spcPts val="0"/>
              </a:spcAft>
              <a:buClr>
                <a:schemeClr val="accent2"/>
              </a:buClr>
              <a:buSzPts val="3600"/>
              <a:buNone/>
              <a:defRPr sz="4800">
                <a:solidFill>
                  <a:schemeClr val="accent2"/>
                </a:solidFill>
              </a:defRPr>
            </a:lvl4pPr>
            <a:lvl5pPr lvl="4" algn="ctr" rtl="0">
              <a:spcBef>
                <a:spcPts val="0"/>
              </a:spcBef>
              <a:spcAft>
                <a:spcPts val="0"/>
              </a:spcAft>
              <a:buClr>
                <a:schemeClr val="accent2"/>
              </a:buClr>
              <a:buSzPts val="3600"/>
              <a:buNone/>
              <a:defRPr sz="4800">
                <a:solidFill>
                  <a:schemeClr val="accent2"/>
                </a:solidFill>
              </a:defRPr>
            </a:lvl5pPr>
            <a:lvl6pPr lvl="5" algn="ctr" rtl="0">
              <a:spcBef>
                <a:spcPts val="0"/>
              </a:spcBef>
              <a:spcAft>
                <a:spcPts val="0"/>
              </a:spcAft>
              <a:buClr>
                <a:schemeClr val="accent2"/>
              </a:buClr>
              <a:buSzPts val="3600"/>
              <a:buNone/>
              <a:defRPr sz="4800">
                <a:solidFill>
                  <a:schemeClr val="accent2"/>
                </a:solidFill>
              </a:defRPr>
            </a:lvl6pPr>
            <a:lvl7pPr lvl="6" algn="ctr" rtl="0">
              <a:spcBef>
                <a:spcPts val="0"/>
              </a:spcBef>
              <a:spcAft>
                <a:spcPts val="0"/>
              </a:spcAft>
              <a:buClr>
                <a:schemeClr val="accent2"/>
              </a:buClr>
              <a:buSzPts val="3600"/>
              <a:buNone/>
              <a:defRPr sz="4800">
                <a:solidFill>
                  <a:schemeClr val="accent2"/>
                </a:solidFill>
              </a:defRPr>
            </a:lvl7pPr>
            <a:lvl8pPr lvl="7" algn="ctr" rtl="0">
              <a:spcBef>
                <a:spcPts val="0"/>
              </a:spcBef>
              <a:spcAft>
                <a:spcPts val="0"/>
              </a:spcAft>
              <a:buClr>
                <a:schemeClr val="accent2"/>
              </a:buClr>
              <a:buSzPts val="3600"/>
              <a:buNone/>
              <a:defRPr sz="4800">
                <a:solidFill>
                  <a:schemeClr val="accent2"/>
                </a:solidFill>
              </a:defRPr>
            </a:lvl8pPr>
            <a:lvl9pPr lvl="8" algn="ctr" rtl="0">
              <a:spcBef>
                <a:spcPts val="0"/>
              </a:spcBef>
              <a:spcAft>
                <a:spcPts val="0"/>
              </a:spcAft>
              <a:buClr>
                <a:schemeClr val="accent2"/>
              </a:buClr>
              <a:buSzPts val="3600"/>
              <a:buNone/>
              <a:defRPr sz="4800">
                <a:solidFill>
                  <a:schemeClr val="accent2"/>
                </a:solidFill>
              </a:defRPr>
            </a:lvl9pPr>
          </a:lstStyle>
          <a:p>
            <a:r>
              <a:rPr lang="en-US"/>
              <a:t>Click to edit Master title style</a:t>
            </a:r>
            <a:endParaRPr/>
          </a:p>
        </p:txBody>
      </p:sp>
      <p:sp>
        <p:nvSpPr>
          <p:cNvPr id="58" name="Google Shape;58;p13"/>
          <p:cNvSpPr txBox="1">
            <a:spLocks noGrp="1"/>
          </p:cNvSpPr>
          <p:nvPr>
            <p:ph type="ctrTitle" idx="7"/>
          </p:nvPr>
        </p:nvSpPr>
        <p:spPr>
          <a:xfrm>
            <a:off x="7098009" y="4027563"/>
            <a:ext cx="3489200" cy="6924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2"/>
              </a:buClr>
              <a:buSzPts val="3600"/>
              <a:buNone/>
              <a:defRPr sz="4800"/>
            </a:lvl1pPr>
            <a:lvl2pPr lvl="1" algn="ctr" rtl="0">
              <a:spcBef>
                <a:spcPts val="0"/>
              </a:spcBef>
              <a:spcAft>
                <a:spcPts val="0"/>
              </a:spcAft>
              <a:buClr>
                <a:schemeClr val="accent2"/>
              </a:buClr>
              <a:buSzPts val="3600"/>
              <a:buNone/>
              <a:defRPr sz="4800">
                <a:solidFill>
                  <a:schemeClr val="accent2"/>
                </a:solidFill>
              </a:defRPr>
            </a:lvl2pPr>
            <a:lvl3pPr lvl="2" algn="ctr" rtl="0">
              <a:spcBef>
                <a:spcPts val="0"/>
              </a:spcBef>
              <a:spcAft>
                <a:spcPts val="0"/>
              </a:spcAft>
              <a:buClr>
                <a:schemeClr val="accent2"/>
              </a:buClr>
              <a:buSzPts val="3600"/>
              <a:buNone/>
              <a:defRPr sz="4800">
                <a:solidFill>
                  <a:schemeClr val="accent2"/>
                </a:solidFill>
              </a:defRPr>
            </a:lvl3pPr>
            <a:lvl4pPr lvl="3" algn="ctr" rtl="0">
              <a:spcBef>
                <a:spcPts val="0"/>
              </a:spcBef>
              <a:spcAft>
                <a:spcPts val="0"/>
              </a:spcAft>
              <a:buClr>
                <a:schemeClr val="accent2"/>
              </a:buClr>
              <a:buSzPts val="3600"/>
              <a:buNone/>
              <a:defRPr sz="4800">
                <a:solidFill>
                  <a:schemeClr val="accent2"/>
                </a:solidFill>
              </a:defRPr>
            </a:lvl4pPr>
            <a:lvl5pPr lvl="4" algn="ctr" rtl="0">
              <a:spcBef>
                <a:spcPts val="0"/>
              </a:spcBef>
              <a:spcAft>
                <a:spcPts val="0"/>
              </a:spcAft>
              <a:buClr>
                <a:schemeClr val="accent2"/>
              </a:buClr>
              <a:buSzPts val="3600"/>
              <a:buNone/>
              <a:defRPr sz="4800">
                <a:solidFill>
                  <a:schemeClr val="accent2"/>
                </a:solidFill>
              </a:defRPr>
            </a:lvl5pPr>
            <a:lvl6pPr lvl="5" algn="ctr" rtl="0">
              <a:spcBef>
                <a:spcPts val="0"/>
              </a:spcBef>
              <a:spcAft>
                <a:spcPts val="0"/>
              </a:spcAft>
              <a:buClr>
                <a:schemeClr val="accent2"/>
              </a:buClr>
              <a:buSzPts val="3600"/>
              <a:buNone/>
              <a:defRPr sz="4800">
                <a:solidFill>
                  <a:schemeClr val="accent2"/>
                </a:solidFill>
              </a:defRPr>
            </a:lvl6pPr>
            <a:lvl7pPr lvl="6" algn="ctr" rtl="0">
              <a:spcBef>
                <a:spcPts val="0"/>
              </a:spcBef>
              <a:spcAft>
                <a:spcPts val="0"/>
              </a:spcAft>
              <a:buClr>
                <a:schemeClr val="accent2"/>
              </a:buClr>
              <a:buSzPts val="3600"/>
              <a:buNone/>
              <a:defRPr sz="4800">
                <a:solidFill>
                  <a:schemeClr val="accent2"/>
                </a:solidFill>
              </a:defRPr>
            </a:lvl7pPr>
            <a:lvl8pPr lvl="7" algn="ctr" rtl="0">
              <a:spcBef>
                <a:spcPts val="0"/>
              </a:spcBef>
              <a:spcAft>
                <a:spcPts val="0"/>
              </a:spcAft>
              <a:buClr>
                <a:schemeClr val="accent2"/>
              </a:buClr>
              <a:buSzPts val="3600"/>
              <a:buNone/>
              <a:defRPr sz="4800">
                <a:solidFill>
                  <a:schemeClr val="accent2"/>
                </a:solidFill>
              </a:defRPr>
            </a:lvl8pPr>
            <a:lvl9pPr lvl="8" algn="ctr" rtl="0">
              <a:spcBef>
                <a:spcPts val="0"/>
              </a:spcBef>
              <a:spcAft>
                <a:spcPts val="0"/>
              </a:spcAft>
              <a:buClr>
                <a:schemeClr val="accent2"/>
              </a:buClr>
              <a:buSzPts val="3600"/>
              <a:buNone/>
              <a:defRPr sz="4800">
                <a:solidFill>
                  <a:schemeClr val="accent2"/>
                </a:solidFill>
              </a:defRPr>
            </a:lvl9pPr>
          </a:lstStyle>
          <a:p>
            <a:r>
              <a:rPr lang="en-US"/>
              <a:t>Click to edit Master title style</a:t>
            </a:r>
            <a:endParaRPr/>
          </a:p>
        </p:txBody>
      </p:sp>
    </p:spTree>
    <p:extLst>
      <p:ext uri="{BB962C8B-B14F-4D97-AF65-F5344CB8AC3E}">
        <p14:creationId xmlns:p14="http://schemas.microsoft.com/office/powerpoint/2010/main" val="11602608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Quote">
    <p:bg>
      <p:bgPr>
        <a:blipFill>
          <a:blip r:embed="rId2">
            <a:alphaModFix/>
          </a:blip>
          <a:stretch>
            <a:fillRect/>
          </a:stretch>
        </a:blip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ctrTitle"/>
          </p:nvPr>
        </p:nvSpPr>
        <p:spPr>
          <a:xfrm>
            <a:off x="1839019" y="4342065"/>
            <a:ext cx="6749200" cy="538400"/>
          </a:xfrm>
          <a:prstGeom prst="rect">
            <a:avLst/>
          </a:prstGeom>
          <a:noFill/>
        </p:spPr>
        <p:txBody>
          <a:bodyPr spcFirstLastPara="1" wrap="square" lIns="91425" tIns="91425" rIns="91425" bIns="91425" anchor="ctr" anchorCtr="0">
            <a:noAutofit/>
          </a:bodyPr>
          <a:lstStyle>
            <a:lvl1pPr lvl="0" rtl="0">
              <a:spcBef>
                <a:spcPts val="0"/>
              </a:spcBef>
              <a:spcAft>
                <a:spcPts val="0"/>
              </a:spcAft>
              <a:buClr>
                <a:schemeClr val="lt2"/>
              </a:buClr>
              <a:buSzPts val="1400"/>
              <a:buNone/>
              <a:defRPr sz="3200">
                <a:solidFill>
                  <a:schemeClr val="accent6"/>
                </a:solidFill>
              </a:defRPr>
            </a:lvl1pPr>
            <a:lvl2pPr lvl="1" algn="ctr" rtl="0">
              <a:spcBef>
                <a:spcPts val="0"/>
              </a:spcBef>
              <a:spcAft>
                <a:spcPts val="0"/>
              </a:spcAft>
              <a:buClr>
                <a:schemeClr val="lt2"/>
              </a:buClr>
              <a:buSzPts val="1400"/>
              <a:buNone/>
              <a:defRPr sz="1867">
                <a:solidFill>
                  <a:schemeClr val="lt2"/>
                </a:solidFill>
              </a:defRPr>
            </a:lvl2pPr>
            <a:lvl3pPr lvl="2" algn="ctr" rtl="0">
              <a:spcBef>
                <a:spcPts val="0"/>
              </a:spcBef>
              <a:spcAft>
                <a:spcPts val="0"/>
              </a:spcAft>
              <a:buClr>
                <a:schemeClr val="lt2"/>
              </a:buClr>
              <a:buSzPts val="1400"/>
              <a:buNone/>
              <a:defRPr sz="1867">
                <a:solidFill>
                  <a:schemeClr val="lt2"/>
                </a:solidFill>
              </a:defRPr>
            </a:lvl3pPr>
            <a:lvl4pPr lvl="3" algn="ctr" rtl="0">
              <a:spcBef>
                <a:spcPts val="0"/>
              </a:spcBef>
              <a:spcAft>
                <a:spcPts val="0"/>
              </a:spcAft>
              <a:buClr>
                <a:schemeClr val="lt2"/>
              </a:buClr>
              <a:buSzPts val="1400"/>
              <a:buNone/>
              <a:defRPr sz="1867">
                <a:solidFill>
                  <a:schemeClr val="lt2"/>
                </a:solidFill>
              </a:defRPr>
            </a:lvl4pPr>
            <a:lvl5pPr lvl="4" algn="ctr" rtl="0">
              <a:spcBef>
                <a:spcPts val="0"/>
              </a:spcBef>
              <a:spcAft>
                <a:spcPts val="0"/>
              </a:spcAft>
              <a:buClr>
                <a:schemeClr val="lt2"/>
              </a:buClr>
              <a:buSzPts val="1400"/>
              <a:buNone/>
              <a:defRPr sz="1867">
                <a:solidFill>
                  <a:schemeClr val="lt2"/>
                </a:solidFill>
              </a:defRPr>
            </a:lvl5pPr>
            <a:lvl6pPr lvl="5" algn="ctr" rtl="0">
              <a:spcBef>
                <a:spcPts val="0"/>
              </a:spcBef>
              <a:spcAft>
                <a:spcPts val="0"/>
              </a:spcAft>
              <a:buClr>
                <a:schemeClr val="lt2"/>
              </a:buClr>
              <a:buSzPts val="1400"/>
              <a:buNone/>
              <a:defRPr sz="1867">
                <a:solidFill>
                  <a:schemeClr val="lt2"/>
                </a:solidFill>
              </a:defRPr>
            </a:lvl6pPr>
            <a:lvl7pPr lvl="6" algn="ctr" rtl="0">
              <a:spcBef>
                <a:spcPts val="0"/>
              </a:spcBef>
              <a:spcAft>
                <a:spcPts val="0"/>
              </a:spcAft>
              <a:buClr>
                <a:schemeClr val="lt2"/>
              </a:buClr>
              <a:buSzPts val="1400"/>
              <a:buNone/>
              <a:defRPr sz="1867">
                <a:solidFill>
                  <a:schemeClr val="lt2"/>
                </a:solidFill>
              </a:defRPr>
            </a:lvl7pPr>
            <a:lvl8pPr lvl="7" algn="ctr" rtl="0">
              <a:spcBef>
                <a:spcPts val="0"/>
              </a:spcBef>
              <a:spcAft>
                <a:spcPts val="0"/>
              </a:spcAft>
              <a:buClr>
                <a:schemeClr val="lt2"/>
              </a:buClr>
              <a:buSzPts val="1400"/>
              <a:buNone/>
              <a:defRPr sz="1867">
                <a:solidFill>
                  <a:schemeClr val="lt2"/>
                </a:solidFill>
              </a:defRPr>
            </a:lvl8pPr>
            <a:lvl9pPr lvl="8" algn="ctr" rtl="0">
              <a:spcBef>
                <a:spcPts val="0"/>
              </a:spcBef>
              <a:spcAft>
                <a:spcPts val="0"/>
              </a:spcAft>
              <a:buClr>
                <a:schemeClr val="lt2"/>
              </a:buClr>
              <a:buSzPts val="1400"/>
              <a:buNone/>
              <a:defRPr sz="1867">
                <a:solidFill>
                  <a:schemeClr val="lt2"/>
                </a:solidFill>
              </a:defRPr>
            </a:lvl9pPr>
          </a:lstStyle>
          <a:p>
            <a:r>
              <a:rPr lang="en-US"/>
              <a:t>Click to edit Master title style</a:t>
            </a:r>
            <a:endParaRPr/>
          </a:p>
        </p:txBody>
      </p:sp>
      <p:sp>
        <p:nvSpPr>
          <p:cNvPr id="61" name="Google Shape;61;p14"/>
          <p:cNvSpPr txBox="1">
            <a:spLocks noGrp="1"/>
          </p:cNvSpPr>
          <p:nvPr>
            <p:ph type="subTitle" idx="1"/>
          </p:nvPr>
        </p:nvSpPr>
        <p:spPr>
          <a:xfrm>
            <a:off x="1839033" y="2593265"/>
            <a:ext cx="8670800" cy="1617600"/>
          </a:xfrm>
          <a:prstGeom prst="rect">
            <a:avLst/>
          </a:prstGeom>
          <a:noFill/>
        </p:spPr>
        <p:txBody>
          <a:bodyPr spcFirstLastPara="1" wrap="square" lIns="91425" tIns="91425" rIns="91425" bIns="91425" anchor="b" anchorCtr="0">
            <a:noAutofit/>
          </a:bodyPr>
          <a:lstStyle>
            <a:lvl1pPr lvl="0" rtl="0">
              <a:lnSpc>
                <a:spcPct val="100000"/>
              </a:lnSpc>
              <a:spcBef>
                <a:spcPts val="0"/>
              </a:spcBef>
              <a:spcAft>
                <a:spcPts val="0"/>
              </a:spcAft>
              <a:buNone/>
              <a:defRPr sz="3200"/>
            </a:lvl1pPr>
            <a:lvl2pPr lvl="1" rtl="0">
              <a:lnSpc>
                <a:spcPct val="100000"/>
              </a:lnSpc>
              <a:spcBef>
                <a:spcPts val="0"/>
              </a:spcBef>
              <a:spcAft>
                <a:spcPts val="0"/>
              </a:spcAft>
              <a:buNone/>
              <a:defRPr sz="3200"/>
            </a:lvl2pPr>
            <a:lvl3pPr lvl="2" rtl="0">
              <a:lnSpc>
                <a:spcPct val="100000"/>
              </a:lnSpc>
              <a:spcBef>
                <a:spcPts val="0"/>
              </a:spcBef>
              <a:spcAft>
                <a:spcPts val="0"/>
              </a:spcAft>
              <a:buNone/>
              <a:defRPr sz="3200"/>
            </a:lvl3pPr>
            <a:lvl4pPr lvl="3" rtl="0">
              <a:lnSpc>
                <a:spcPct val="100000"/>
              </a:lnSpc>
              <a:spcBef>
                <a:spcPts val="0"/>
              </a:spcBef>
              <a:spcAft>
                <a:spcPts val="0"/>
              </a:spcAft>
              <a:buNone/>
              <a:defRPr sz="3200"/>
            </a:lvl4pPr>
            <a:lvl5pPr lvl="4" rtl="0">
              <a:lnSpc>
                <a:spcPct val="100000"/>
              </a:lnSpc>
              <a:spcBef>
                <a:spcPts val="0"/>
              </a:spcBef>
              <a:spcAft>
                <a:spcPts val="0"/>
              </a:spcAft>
              <a:buNone/>
              <a:defRPr sz="3200"/>
            </a:lvl5pPr>
            <a:lvl6pPr lvl="5" rtl="0">
              <a:lnSpc>
                <a:spcPct val="100000"/>
              </a:lnSpc>
              <a:spcBef>
                <a:spcPts val="0"/>
              </a:spcBef>
              <a:spcAft>
                <a:spcPts val="0"/>
              </a:spcAft>
              <a:buNone/>
              <a:defRPr sz="3200"/>
            </a:lvl6pPr>
            <a:lvl7pPr lvl="6" rtl="0">
              <a:lnSpc>
                <a:spcPct val="100000"/>
              </a:lnSpc>
              <a:spcBef>
                <a:spcPts val="0"/>
              </a:spcBef>
              <a:spcAft>
                <a:spcPts val="0"/>
              </a:spcAft>
              <a:buNone/>
              <a:defRPr sz="3200"/>
            </a:lvl7pPr>
            <a:lvl8pPr lvl="7" rtl="0">
              <a:lnSpc>
                <a:spcPct val="100000"/>
              </a:lnSpc>
              <a:spcBef>
                <a:spcPts val="0"/>
              </a:spcBef>
              <a:spcAft>
                <a:spcPts val="0"/>
              </a:spcAft>
              <a:buNone/>
              <a:defRPr sz="3200"/>
            </a:lvl8pPr>
            <a:lvl9pPr lvl="8" rtl="0">
              <a:lnSpc>
                <a:spcPct val="100000"/>
              </a:lnSpc>
              <a:spcBef>
                <a:spcPts val="0"/>
              </a:spcBef>
              <a:spcAft>
                <a:spcPts val="0"/>
              </a:spcAft>
              <a:buNone/>
              <a:defRPr sz="3200"/>
            </a:lvl9pPr>
          </a:lstStyle>
          <a:p>
            <a:r>
              <a:rPr lang="en-US"/>
              <a:t>Click to edit Master subtitle style</a:t>
            </a:r>
            <a:endParaRPr/>
          </a:p>
        </p:txBody>
      </p:sp>
    </p:spTree>
    <p:extLst>
      <p:ext uri="{BB962C8B-B14F-4D97-AF65-F5344CB8AC3E}">
        <p14:creationId xmlns:p14="http://schemas.microsoft.com/office/powerpoint/2010/main" val="35445166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long list">
  <p:cSld name="Title and long list">
    <p:bg>
      <p:bgPr>
        <a:blipFill>
          <a:blip r:embed="rId2">
            <a:alphaModFix/>
          </a:blip>
          <a:stretch>
            <a:fillRect/>
          </a:stretch>
        </a:blipFill>
        <a:effectLst/>
      </p:bgPr>
    </p:bg>
    <p:spTree>
      <p:nvGrpSpPr>
        <p:cNvPr id="1" name="Shape 62"/>
        <p:cNvGrpSpPr/>
        <p:nvPr/>
      </p:nvGrpSpPr>
      <p:grpSpPr>
        <a:xfrm>
          <a:off x="0" y="0"/>
          <a:ext cx="0" cy="0"/>
          <a:chOff x="0" y="0"/>
          <a:chExt cx="0" cy="0"/>
        </a:xfrm>
      </p:grpSpPr>
      <p:sp>
        <p:nvSpPr>
          <p:cNvPr id="63" name="Google Shape;63;p15"/>
          <p:cNvSpPr txBox="1">
            <a:spLocks noGrp="1"/>
          </p:cNvSpPr>
          <p:nvPr>
            <p:ph type="body" idx="1"/>
          </p:nvPr>
        </p:nvSpPr>
        <p:spPr>
          <a:xfrm>
            <a:off x="960067" y="1734400"/>
            <a:ext cx="10271600" cy="4303600"/>
          </a:xfrm>
          <a:prstGeom prst="rect">
            <a:avLst/>
          </a:prstGeom>
        </p:spPr>
        <p:txBody>
          <a:bodyPr spcFirstLastPara="1" wrap="square" lIns="91425" tIns="91425" rIns="91425" bIns="91425" anchor="t" anchorCtr="0">
            <a:noAutofit/>
          </a:bodyPr>
          <a:lstStyle>
            <a:lvl1pPr marL="609585" lvl="0" indent="-397923" rtl="0">
              <a:lnSpc>
                <a:spcPct val="100000"/>
              </a:lnSpc>
              <a:spcBef>
                <a:spcPts val="0"/>
              </a:spcBef>
              <a:spcAft>
                <a:spcPts val="0"/>
              </a:spcAft>
              <a:buSzPts val="1100"/>
              <a:buAutoNum type="arabicPeriod"/>
              <a:defRPr sz="1600"/>
            </a:lvl1pPr>
            <a:lvl2pPr marL="1219170" lvl="1" indent="-397923" rtl="0">
              <a:lnSpc>
                <a:spcPct val="100000"/>
              </a:lnSpc>
              <a:spcBef>
                <a:spcPts val="2133"/>
              </a:spcBef>
              <a:spcAft>
                <a:spcPts val="0"/>
              </a:spcAft>
              <a:buSzPts val="1100"/>
              <a:buFont typeface="Muli"/>
              <a:buAutoNum type="alphaLcPeriod"/>
              <a:defRPr/>
            </a:lvl2pPr>
            <a:lvl3pPr marL="1828754" lvl="2" indent="-397923" rtl="0">
              <a:lnSpc>
                <a:spcPct val="100000"/>
              </a:lnSpc>
              <a:spcBef>
                <a:spcPts val="2133"/>
              </a:spcBef>
              <a:spcAft>
                <a:spcPts val="0"/>
              </a:spcAft>
              <a:buSzPts val="1100"/>
              <a:buFont typeface="Muli"/>
              <a:buAutoNum type="romanLcPeriod"/>
              <a:defRPr/>
            </a:lvl3pPr>
            <a:lvl4pPr marL="2438339" lvl="3" indent="-397923" rtl="0">
              <a:lnSpc>
                <a:spcPct val="100000"/>
              </a:lnSpc>
              <a:spcBef>
                <a:spcPts val="2133"/>
              </a:spcBef>
              <a:spcAft>
                <a:spcPts val="0"/>
              </a:spcAft>
              <a:buSzPts val="1100"/>
              <a:buFont typeface="Muli"/>
              <a:buAutoNum type="arabicPeriod"/>
              <a:defRPr/>
            </a:lvl4pPr>
            <a:lvl5pPr marL="3047924" lvl="4" indent="-397923" rtl="0">
              <a:lnSpc>
                <a:spcPct val="100000"/>
              </a:lnSpc>
              <a:spcBef>
                <a:spcPts val="2133"/>
              </a:spcBef>
              <a:spcAft>
                <a:spcPts val="0"/>
              </a:spcAft>
              <a:buSzPts val="1100"/>
              <a:buFont typeface="Muli"/>
              <a:buAutoNum type="alphaLcPeriod"/>
              <a:defRPr/>
            </a:lvl5pPr>
            <a:lvl6pPr marL="3657509" lvl="5" indent="-397923" rtl="0">
              <a:lnSpc>
                <a:spcPct val="100000"/>
              </a:lnSpc>
              <a:spcBef>
                <a:spcPts val="2133"/>
              </a:spcBef>
              <a:spcAft>
                <a:spcPts val="0"/>
              </a:spcAft>
              <a:buSzPts val="1100"/>
              <a:buFont typeface="Muli"/>
              <a:buAutoNum type="romanLcPeriod"/>
              <a:defRPr/>
            </a:lvl6pPr>
            <a:lvl7pPr marL="4267093" lvl="6" indent="-397923" rtl="0">
              <a:lnSpc>
                <a:spcPct val="100000"/>
              </a:lnSpc>
              <a:spcBef>
                <a:spcPts val="2133"/>
              </a:spcBef>
              <a:spcAft>
                <a:spcPts val="0"/>
              </a:spcAft>
              <a:buSzPts val="1100"/>
              <a:buFont typeface="Muli"/>
              <a:buAutoNum type="arabicPeriod"/>
              <a:defRPr/>
            </a:lvl7pPr>
            <a:lvl8pPr marL="4876678" lvl="7" indent="-397923" rtl="0">
              <a:lnSpc>
                <a:spcPct val="100000"/>
              </a:lnSpc>
              <a:spcBef>
                <a:spcPts val="2133"/>
              </a:spcBef>
              <a:spcAft>
                <a:spcPts val="0"/>
              </a:spcAft>
              <a:buSzPts val="1100"/>
              <a:buFont typeface="Muli"/>
              <a:buAutoNum type="alphaLcPeriod"/>
              <a:defRPr/>
            </a:lvl8pPr>
            <a:lvl9pPr marL="5486263" lvl="8" indent="-397923" rtl="0">
              <a:lnSpc>
                <a:spcPct val="100000"/>
              </a:lnSpc>
              <a:spcBef>
                <a:spcPts val="2133"/>
              </a:spcBef>
              <a:spcAft>
                <a:spcPts val="2133"/>
              </a:spcAft>
              <a:buSzPts val="1100"/>
              <a:buFont typeface="Muli"/>
              <a:buAutoNum type="romanLcPeriod"/>
              <a:defRPr/>
            </a:lvl9pPr>
          </a:lstStyle>
          <a:p>
            <a:pPr lvl="0"/>
            <a:r>
              <a:rPr lang="en-US"/>
              <a:t>Click to edit Master text styles</a:t>
            </a:r>
          </a:p>
        </p:txBody>
      </p:sp>
      <p:sp>
        <p:nvSpPr>
          <p:cNvPr id="64" name="Google Shape;64;p15"/>
          <p:cNvSpPr txBox="1">
            <a:spLocks noGrp="1"/>
          </p:cNvSpPr>
          <p:nvPr>
            <p:ph type="ctrTitle"/>
          </p:nvPr>
        </p:nvSpPr>
        <p:spPr>
          <a:xfrm>
            <a:off x="2390000" y="695433"/>
            <a:ext cx="7412000" cy="773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4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rPr lang="en-US"/>
              <a:t>Click to edit Master title style</a:t>
            </a:r>
            <a:endParaRPr/>
          </a:p>
        </p:txBody>
      </p:sp>
    </p:spTree>
    <p:extLst>
      <p:ext uri="{BB962C8B-B14F-4D97-AF65-F5344CB8AC3E}">
        <p14:creationId xmlns:p14="http://schemas.microsoft.com/office/powerpoint/2010/main" val="325852918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ig title">
  <p:cSld name="Big title">
    <p:bg>
      <p:bgPr>
        <a:blipFill>
          <a:blip r:embed="rId2">
            <a:alphaModFix/>
          </a:blip>
          <a:stretch>
            <a:fillRect/>
          </a:stretch>
        </a:blipFill>
        <a:effectLst/>
      </p:bgPr>
    </p:bg>
    <p:spTree>
      <p:nvGrpSpPr>
        <p:cNvPr id="1" name="Shape 65"/>
        <p:cNvGrpSpPr/>
        <p:nvPr/>
      </p:nvGrpSpPr>
      <p:grpSpPr>
        <a:xfrm>
          <a:off x="0" y="0"/>
          <a:ext cx="0" cy="0"/>
          <a:chOff x="0" y="0"/>
          <a:chExt cx="0" cy="0"/>
        </a:xfrm>
      </p:grpSpPr>
      <p:sp>
        <p:nvSpPr>
          <p:cNvPr id="66" name="Google Shape;66;p16"/>
          <p:cNvSpPr/>
          <p:nvPr/>
        </p:nvSpPr>
        <p:spPr>
          <a:xfrm>
            <a:off x="1994901" y="4706767"/>
            <a:ext cx="8202239" cy="1241956"/>
          </a:xfrm>
          <a:custGeom>
            <a:avLst/>
            <a:gdLst/>
            <a:ahLst/>
            <a:cxnLst/>
            <a:rect l="l" t="t" r="r" b="b"/>
            <a:pathLst>
              <a:path w="40261" h="29674" extrusionOk="0">
                <a:moveTo>
                  <a:pt x="36473" y="989"/>
                </a:moveTo>
                <a:cubicBezTo>
                  <a:pt x="36245" y="944"/>
                  <a:pt x="36017" y="903"/>
                  <a:pt x="35789" y="882"/>
                </a:cubicBezTo>
                <a:cubicBezTo>
                  <a:pt x="34672" y="778"/>
                  <a:pt x="33552" y="713"/>
                  <a:pt x="32429" y="685"/>
                </a:cubicBezTo>
                <a:cubicBezTo>
                  <a:pt x="30887" y="640"/>
                  <a:pt x="29349" y="654"/>
                  <a:pt x="27811" y="640"/>
                </a:cubicBezTo>
                <a:cubicBezTo>
                  <a:pt x="27210" y="636"/>
                  <a:pt x="26615" y="640"/>
                  <a:pt x="26013" y="630"/>
                </a:cubicBezTo>
                <a:cubicBezTo>
                  <a:pt x="25312" y="619"/>
                  <a:pt x="24607" y="598"/>
                  <a:pt x="23906" y="560"/>
                </a:cubicBezTo>
                <a:cubicBezTo>
                  <a:pt x="22419" y="477"/>
                  <a:pt x="20929" y="432"/>
                  <a:pt x="19447" y="260"/>
                </a:cubicBezTo>
                <a:cubicBezTo>
                  <a:pt x="17984" y="94"/>
                  <a:pt x="16529" y="18"/>
                  <a:pt x="15067" y="8"/>
                </a:cubicBezTo>
                <a:cubicBezTo>
                  <a:pt x="13765" y="0"/>
                  <a:pt x="12471" y="91"/>
                  <a:pt x="11172" y="198"/>
                </a:cubicBezTo>
                <a:cubicBezTo>
                  <a:pt x="10629" y="246"/>
                  <a:pt x="10080" y="177"/>
                  <a:pt x="9534" y="201"/>
                </a:cubicBezTo>
                <a:cubicBezTo>
                  <a:pt x="8593" y="239"/>
                  <a:pt x="7657" y="180"/>
                  <a:pt x="6720" y="94"/>
                </a:cubicBezTo>
                <a:cubicBezTo>
                  <a:pt x="6568" y="73"/>
                  <a:pt x="6409" y="73"/>
                  <a:pt x="6257" y="91"/>
                </a:cubicBezTo>
                <a:cubicBezTo>
                  <a:pt x="5289" y="270"/>
                  <a:pt x="4318" y="453"/>
                  <a:pt x="3350" y="640"/>
                </a:cubicBezTo>
                <a:cubicBezTo>
                  <a:pt x="2665" y="767"/>
                  <a:pt x="2081" y="1069"/>
                  <a:pt x="1677" y="1694"/>
                </a:cubicBezTo>
                <a:cubicBezTo>
                  <a:pt x="1338" y="2209"/>
                  <a:pt x="962" y="2720"/>
                  <a:pt x="810" y="3342"/>
                </a:cubicBezTo>
                <a:cubicBezTo>
                  <a:pt x="647" y="4010"/>
                  <a:pt x="502" y="4680"/>
                  <a:pt x="516" y="5400"/>
                </a:cubicBezTo>
                <a:cubicBezTo>
                  <a:pt x="519" y="5786"/>
                  <a:pt x="446" y="6170"/>
                  <a:pt x="416" y="6561"/>
                </a:cubicBezTo>
                <a:cubicBezTo>
                  <a:pt x="350" y="7283"/>
                  <a:pt x="280" y="8002"/>
                  <a:pt x="236" y="8731"/>
                </a:cubicBezTo>
                <a:cubicBezTo>
                  <a:pt x="188" y="9426"/>
                  <a:pt x="173" y="10128"/>
                  <a:pt x="149" y="10822"/>
                </a:cubicBezTo>
                <a:cubicBezTo>
                  <a:pt x="119" y="11915"/>
                  <a:pt x="73" y="13006"/>
                  <a:pt x="66" y="14096"/>
                </a:cubicBezTo>
                <a:cubicBezTo>
                  <a:pt x="57" y="15530"/>
                  <a:pt x="125" y="16961"/>
                  <a:pt x="63" y="18382"/>
                </a:cubicBezTo>
                <a:cubicBezTo>
                  <a:pt x="1" y="19844"/>
                  <a:pt x="14" y="21292"/>
                  <a:pt x="132" y="22750"/>
                </a:cubicBezTo>
                <a:cubicBezTo>
                  <a:pt x="215" y="23732"/>
                  <a:pt x="368" y="24700"/>
                  <a:pt x="709" y="25633"/>
                </a:cubicBezTo>
                <a:cubicBezTo>
                  <a:pt x="1193" y="26957"/>
                  <a:pt x="2030" y="27880"/>
                  <a:pt x="3250" y="28419"/>
                </a:cubicBezTo>
                <a:cubicBezTo>
                  <a:pt x="3858" y="28689"/>
                  <a:pt x="4477" y="28875"/>
                  <a:pt x="5109" y="29003"/>
                </a:cubicBezTo>
                <a:cubicBezTo>
                  <a:pt x="5787" y="29145"/>
                  <a:pt x="6478" y="29217"/>
                  <a:pt x="7170" y="29255"/>
                </a:cubicBezTo>
                <a:cubicBezTo>
                  <a:pt x="8967" y="29348"/>
                  <a:pt x="10764" y="29390"/>
                  <a:pt x="12565" y="29477"/>
                </a:cubicBezTo>
                <a:cubicBezTo>
                  <a:pt x="14237" y="29570"/>
                  <a:pt x="15901" y="29597"/>
                  <a:pt x="17570" y="29556"/>
                </a:cubicBezTo>
                <a:cubicBezTo>
                  <a:pt x="18634" y="29528"/>
                  <a:pt x="19706" y="29556"/>
                  <a:pt x="20774" y="29584"/>
                </a:cubicBezTo>
                <a:cubicBezTo>
                  <a:pt x="22392" y="29618"/>
                  <a:pt x="24005" y="29674"/>
                  <a:pt x="25619" y="29542"/>
                </a:cubicBezTo>
                <a:cubicBezTo>
                  <a:pt x="25983" y="29514"/>
                  <a:pt x="26349" y="29501"/>
                  <a:pt x="26709" y="29525"/>
                </a:cubicBezTo>
                <a:cubicBezTo>
                  <a:pt x="26771" y="29528"/>
                  <a:pt x="26830" y="29535"/>
                  <a:pt x="26888" y="29549"/>
                </a:cubicBezTo>
                <a:cubicBezTo>
                  <a:pt x="27133" y="29597"/>
                  <a:pt x="31195" y="28983"/>
                  <a:pt x="31322" y="28979"/>
                </a:cubicBezTo>
                <a:cubicBezTo>
                  <a:pt x="32335" y="28910"/>
                  <a:pt x="33348" y="28837"/>
                  <a:pt x="34361" y="28778"/>
                </a:cubicBezTo>
                <a:cubicBezTo>
                  <a:pt x="35370" y="28710"/>
                  <a:pt x="36379" y="28592"/>
                  <a:pt x="37399" y="28613"/>
                </a:cubicBezTo>
                <a:cubicBezTo>
                  <a:pt x="37941" y="28627"/>
                  <a:pt x="38353" y="28474"/>
                  <a:pt x="38713" y="28094"/>
                </a:cubicBezTo>
                <a:cubicBezTo>
                  <a:pt x="38871" y="27922"/>
                  <a:pt x="39024" y="27727"/>
                  <a:pt x="39152" y="27523"/>
                </a:cubicBezTo>
                <a:cubicBezTo>
                  <a:pt x="39559" y="26836"/>
                  <a:pt x="39804" y="26092"/>
                  <a:pt x="39857" y="25263"/>
                </a:cubicBezTo>
                <a:cubicBezTo>
                  <a:pt x="39978" y="23362"/>
                  <a:pt x="40109" y="21475"/>
                  <a:pt x="40227" y="19571"/>
                </a:cubicBezTo>
                <a:cubicBezTo>
                  <a:pt x="40261" y="19014"/>
                  <a:pt x="40257" y="18457"/>
                  <a:pt x="40251" y="17894"/>
                </a:cubicBezTo>
                <a:cubicBezTo>
                  <a:pt x="40251" y="16463"/>
                  <a:pt x="40227" y="15039"/>
                  <a:pt x="40219" y="13612"/>
                </a:cubicBezTo>
                <a:cubicBezTo>
                  <a:pt x="40219" y="12267"/>
                  <a:pt x="40147" y="10923"/>
                  <a:pt x="40029" y="9585"/>
                </a:cubicBezTo>
                <a:cubicBezTo>
                  <a:pt x="39946" y="8600"/>
                  <a:pt x="39911" y="7622"/>
                  <a:pt x="39843" y="6640"/>
                </a:cubicBezTo>
                <a:cubicBezTo>
                  <a:pt x="39795" y="6028"/>
                  <a:pt x="39742" y="5410"/>
                  <a:pt x="39656" y="4798"/>
                </a:cubicBezTo>
                <a:cubicBezTo>
                  <a:pt x="39493" y="3754"/>
                  <a:pt x="39134" y="2787"/>
                  <a:pt x="38529" y="1922"/>
                </a:cubicBezTo>
                <a:cubicBezTo>
                  <a:pt x="38291" y="1576"/>
                  <a:pt x="38011" y="1314"/>
                  <a:pt x="37610" y="1235"/>
                </a:cubicBezTo>
                <a:cubicBezTo>
                  <a:pt x="37596" y="1231"/>
                  <a:pt x="37582" y="1227"/>
                  <a:pt x="37568" y="1224"/>
                </a:cubicBezTo>
                <a:cubicBezTo>
                  <a:pt x="37499" y="1214"/>
                  <a:pt x="37430" y="1200"/>
                  <a:pt x="37361" y="1186"/>
                </a:cubicBezTo>
                <a:cubicBezTo>
                  <a:pt x="37064" y="1128"/>
                  <a:pt x="36770" y="1051"/>
                  <a:pt x="36473" y="989"/>
                </a:cubicBezTo>
                <a:close/>
              </a:path>
            </a:pathLst>
          </a:custGeom>
          <a:solidFill>
            <a:srgbClr val="F8F5F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7" name="Google Shape;67;p16"/>
          <p:cNvSpPr txBox="1">
            <a:spLocks noGrp="1"/>
          </p:cNvSpPr>
          <p:nvPr>
            <p:ph type="title"/>
          </p:nvPr>
        </p:nvSpPr>
        <p:spPr>
          <a:xfrm>
            <a:off x="3561100" y="4706767"/>
            <a:ext cx="5070000" cy="12420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4800"/>
              <a:buNone/>
              <a:defRPr sz="6667"/>
            </a:lvl1pPr>
            <a:lvl2pPr lvl="1" rtl="0">
              <a:spcBef>
                <a:spcPts val="0"/>
              </a:spcBef>
              <a:spcAft>
                <a:spcPts val="0"/>
              </a:spcAft>
              <a:buClr>
                <a:schemeClr val="accent3"/>
              </a:buClr>
              <a:buSzPts val="4800"/>
              <a:buNone/>
              <a:defRPr sz="6400">
                <a:solidFill>
                  <a:schemeClr val="accent3"/>
                </a:solidFill>
              </a:defRPr>
            </a:lvl2pPr>
            <a:lvl3pPr lvl="2" rtl="0">
              <a:spcBef>
                <a:spcPts val="0"/>
              </a:spcBef>
              <a:spcAft>
                <a:spcPts val="0"/>
              </a:spcAft>
              <a:buClr>
                <a:schemeClr val="accent3"/>
              </a:buClr>
              <a:buSzPts val="4800"/>
              <a:buNone/>
              <a:defRPr sz="6400">
                <a:solidFill>
                  <a:schemeClr val="accent3"/>
                </a:solidFill>
              </a:defRPr>
            </a:lvl3pPr>
            <a:lvl4pPr lvl="3" rtl="0">
              <a:spcBef>
                <a:spcPts val="0"/>
              </a:spcBef>
              <a:spcAft>
                <a:spcPts val="0"/>
              </a:spcAft>
              <a:buClr>
                <a:schemeClr val="accent3"/>
              </a:buClr>
              <a:buSzPts val="4800"/>
              <a:buNone/>
              <a:defRPr sz="6400">
                <a:solidFill>
                  <a:schemeClr val="accent3"/>
                </a:solidFill>
              </a:defRPr>
            </a:lvl4pPr>
            <a:lvl5pPr lvl="4" rtl="0">
              <a:spcBef>
                <a:spcPts val="0"/>
              </a:spcBef>
              <a:spcAft>
                <a:spcPts val="0"/>
              </a:spcAft>
              <a:buClr>
                <a:schemeClr val="accent3"/>
              </a:buClr>
              <a:buSzPts val="4800"/>
              <a:buNone/>
              <a:defRPr sz="6400">
                <a:solidFill>
                  <a:schemeClr val="accent3"/>
                </a:solidFill>
              </a:defRPr>
            </a:lvl5pPr>
            <a:lvl6pPr lvl="5" rtl="0">
              <a:spcBef>
                <a:spcPts val="0"/>
              </a:spcBef>
              <a:spcAft>
                <a:spcPts val="0"/>
              </a:spcAft>
              <a:buClr>
                <a:schemeClr val="accent3"/>
              </a:buClr>
              <a:buSzPts val="4800"/>
              <a:buNone/>
              <a:defRPr sz="6400">
                <a:solidFill>
                  <a:schemeClr val="accent3"/>
                </a:solidFill>
              </a:defRPr>
            </a:lvl6pPr>
            <a:lvl7pPr lvl="6" rtl="0">
              <a:spcBef>
                <a:spcPts val="0"/>
              </a:spcBef>
              <a:spcAft>
                <a:spcPts val="0"/>
              </a:spcAft>
              <a:buClr>
                <a:schemeClr val="accent3"/>
              </a:buClr>
              <a:buSzPts val="4800"/>
              <a:buNone/>
              <a:defRPr sz="6400">
                <a:solidFill>
                  <a:schemeClr val="accent3"/>
                </a:solidFill>
              </a:defRPr>
            </a:lvl7pPr>
            <a:lvl8pPr lvl="7" rtl="0">
              <a:spcBef>
                <a:spcPts val="0"/>
              </a:spcBef>
              <a:spcAft>
                <a:spcPts val="0"/>
              </a:spcAft>
              <a:buClr>
                <a:schemeClr val="accent3"/>
              </a:buClr>
              <a:buSzPts val="4800"/>
              <a:buNone/>
              <a:defRPr sz="6400">
                <a:solidFill>
                  <a:schemeClr val="accent3"/>
                </a:solidFill>
              </a:defRPr>
            </a:lvl8pPr>
            <a:lvl9pPr lvl="8" rtl="0">
              <a:spcBef>
                <a:spcPts val="0"/>
              </a:spcBef>
              <a:spcAft>
                <a:spcPts val="0"/>
              </a:spcAft>
              <a:buClr>
                <a:schemeClr val="accent3"/>
              </a:buClr>
              <a:buSzPts val="4800"/>
              <a:buNone/>
              <a:defRPr sz="6400">
                <a:solidFill>
                  <a:schemeClr val="accent3"/>
                </a:solidFill>
              </a:defRPr>
            </a:lvl9pPr>
          </a:lstStyle>
          <a:p>
            <a:r>
              <a:rPr lang="en-US"/>
              <a:t>Click to edit Master title style</a:t>
            </a:r>
            <a:endParaRPr/>
          </a:p>
        </p:txBody>
      </p:sp>
    </p:spTree>
    <p:extLst>
      <p:ext uri="{BB962C8B-B14F-4D97-AF65-F5344CB8AC3E}">
        <p14:creationId xmlns:p14="http://schemas.microsoft.com/office/powerpoint/2010/main" val="238208799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four columns ">
  <p:cSld name="Title and four columns ">
    <p:bg>
      <p:bgPr>
        <a:blipFill>
          <a:blip r:embed="rId2">
            <a:alphaModFix/>
          </a:blip>
          <a:stretch>
            <a:fillRect/>
          </a:stretch>
        </a:blipFill>
        <a:effectLst/>
      </p:bgPr>
    </p:bg>
    <p:spTree>
      <p:nvGrpSpPr>
        <p:cNvPr id="1" name="Shape 68"/>
        <p:cNvGrpSpPr/>
        <p:nvPr/>
      </p:nvGrpSpPr>
      <p:grpSpPr>
        <a:xfrm>
          <a:off x="0" y="0"/>
          <a:ext cx="0" cy="0"/>
          <a:chOff x="0" y="0"/>
          <a:chExt cx="0" cy="0"/>
        </a:xfrm>
      </p:grpSpPr>
      <p:sp>
        <p:nvSpPr>
          <p:cNvPr id="69" name="Google Shape;69;p17"/>
          <p:cNvSpPr txBox="1">
            <a:spLocks noGrp="1"/>
          </p:cNvSpPr>
          <p:nvPr>
            <p:ph type="ctrTitle"/>
          </p:nvPr>
        </p:nvSpPr>
        <p:spPr>
          <a:xfrm>
            <a:off x="2390000" y="695433"/>
            <a:ext cx="7412000" cy="7732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2"/>
              </a:buClr>
              <a:buSzPts val="3600"/>
              <a:buNone/>
              <a:defRPr sz="4400"/>
            </a:lvl1pPr>
            <a:lvl2pPr lvl="1" algn="ctr" rtl="0">
              <a:spcBef>
                <a:spcPts val="0"/>
              </a:spcBef>
              <a:spcAft>
                <a:spcPts val="0"/>
              </a:spcAft>
              <a:buClr>
                <a:schemeClr val="accent2"/>
              </a:buClr>
              <a:buSzPts val="3600"/>
              <a:buNone/>
              <a:defRPr sz="4800">
                <a:solidFill>
                  <a:schemeClr val="accent2"/>
                </a:solidFill>
              </a:defRPr>
            </a:lvl2pPr>
            <a:lvl3pPr lvl="2" algn="ctr" rtl="0">
              <a:spcBef>
                <a:spcPts val="0"/>
              </a:spcBef>
              <a:spcAft>
                <a:spcPts val="0"/>
              </a:spcAft>
              <a:buClr>
                <a:schemeClr val="accent2"/>
              </a:buClr>
              <a:buSzPts val="3600"/>
              <a:buNone/>
              <a:defRPr sz="4800">
                <a:solidFill>
                  <a:schemeClr val="accent2"/>
                </a:solidFill>
              </a:defRPr>
            </a:lvl3pPr>
            <a:lvl4pPr lvl="3" algn="ctr" rtl="0">
              <a:spcBef>
                <a:spcPts val="0"/>
              </a:spcBef>
              <a:spcAft>
                <a:spcPts val="0"/>
              </a:spcAft>
              <a:buClr>
                <a:schemeClr val="accent2"/>
              </a:buClr>
              <a:buSzPts val="3600"/>
              <a:buNone/>
              <a:defRPr sz="4800">
                <a:solidFill>
                  <a:schemeClr val="accent2"/>
                </a:solidFill>
              </a:defRPr>
            </a:lvl4pPr>
            <a:lvl5pPr lvl="4" algn="ctr" rtl="0">
              <a:spcBef>
                <a:spcPts val="0"/>
              </a:spcBef>
              <a:spcAft>
                <a:spcPts val="0"/>
              </a:spcAft>
              <a:buClr>
                <a:schemeClr val="accent2"/>
              </a:buClr>
              <a:buSzPts val="3600"/>
              <a:buNone/>
              <a:defRPr sz="4800">
                <a:solidFill>
                  <a:schemeClr val="accent2"/>
                </a:solidFill>
              </a:defRPr>
            </a:lvl5pPr>
            <a:lvl6pPr lvl="5" algn="ctr" rtl="0">
              <a:spcBef>
                <a:spcPts val="0"/>
              </a:spcBef>
              <a:spcAft>
                <a:spcPts val="0"/>
              </a:spcAft>
              <a:buClr>
                <a:schemeClr val="accent2"/>
              </a:buClr>
              <a:buSzPts val="3600"/>
              <a:buNone/>
              <a:defRPr sz="4800">
                <a:solidFill>
                  <a:schemeClr val="accent2"/>
                </a:solidFill>
              </a:defRPr>
            </a:lvl6pPr>
            <a:lvl7pPr lvl="6" algn="ctr" rtl="0">
              <a:spcBef>
                <a:spcPts val="0"/>
              </a:spcBef>
              <a:spcAft>
                <a:spcPts val="0"/>
              </a:spcAft>
              <a:buClr>
                <a:schemeClr val="accent2"/>
              </a:buClr>
              <a:buSzPts val="3600"/>
              <a:buNone/>
              <a:defRPr sz="4800">
                <a:solidFill>
                  <a:schemeClr val="accent2"/>
                </a:solidFill>
              </a:defRPr>
            </a:lvl7pPr>
            <a:lvl8pPr lvl="7" algn="ctr" rtl="0">
              <a:spcBef>
                <a:spcPts val="0"/>
              </a:spcBef>
              <a:spcAft>
                <a:spcPts val="0"/>
              </a:spcAft>
              <a:buClr>
                <a:schemeClr val="accent2"/>
              </a:buClr>
              <a:buSzPts val="3600"/>
              <a:buNone/>
              <a:defRPr sz="4800">
                <a:solidFill>
                  <a:schemeClr val="accent2"/>
                </a:solidFill>
              </a:defRPr>
            </a:lvl8pPr>
            <a:lvl9pPr lvl="8" algn="ctr" rtl="0">
              <a:spcBef>
                <a:spcPts val="0"/>
              </a:spcBef>
              <a:spcAft>
                <a:spcPts val="0"/>
              </a:spcAft>
              <a:buClr>
                <a:schemeClr val="accent2"/>
              </a:buClr>
              <a:buSzPts val="3600"/>
              <a:buNone/>
              <a:defRPr sz="4800">
                <a:solidFill>
                  <a:schemeClr val="accent2"/>
                </a:solidFill>
              </a:defRPr>
            </a:lvl9pPr>
          </a:lstStyle>
          <a:p>
            <a:r>
              <a:rPr lang="en-US"/>
              <a:t>Click to edit Master title style</a:t>
            </a:r>
            <a:endParaRPr/>
          </a:p>
        </p:txBody>
      </p:sp>
      <p:sp>
        <p:nvSpPr>
          <p:cNvPr id="70" name="Google Shape;70;p17"/>
          <p:cNvSpPr txBox="1">
            <a:spLocks noGrp="1"/>
          </p:cNvSpPr>
          <p:nvPr>
            <p:ph type="subTitle" idx="1"/>
          </p:nvPr>
        </p:nvSpPr>
        <p:spPr>
          <a:xfrm>
            <a:off x="6529101" y="4762567"/>
            <a:ext cx="899600" cy="9416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None/>
              <a:defRPr sz="6400" b="1">
                <a:solidFill>
                  <a:schemeClr val="accent6"/>
                </a:solidFill>
                <a:latin typeface="Amatic SC"/>
                <a:ea typeface="Amatic SC"/>
                <a:cs typeface="Amatic SC"/>
                <a:sym typeface="Amatic SC"/>
              </a:defRPr>
            </a:lvl1pPr>
            <a:lvl2pPr lvl="1" algn="r" rtl="0">
              <a:lnSpc>
                <a:spcPct val="100000"/>
              </a:lnSpc>
              <a:spcBef>
                <a:spcPts val="2133"/>
              </a:spcBef>
              <a:spcAft>
                <a:spcPts val="0"/>
              </a:spcAft>
              <a:buNone/>
              <a:defRPr sz="6400" b="1">
                <a:solidFill>
                  <a:schemeClr val="accent6"/>
                </a:solidFill>
                <a:latin typeface="Amatic SC"/>
                <a:ea typeface="Amatic SC"/>
                <a:cs typeface="Amatic SC"/>
                <a:sym typeface="Amatic SC"/>
              </a:defRPr>
            </a:lvl2pPr>
            <a:lvl3pPr lvl="2" algn="r" rtl="0">
              <a:lnSpc>
                <a:spcPct val="100000"/>
              </a:lnSpc>
              <a:spcBef>
                <a:spcPts val="2133"/>
              </a:spcBef>
              <a:spcAft>
                <a:spcPts val="0"/>
              </a:spcAft>
              <a:buNone/>
              <a:defRPr sz="6400" b="1">
                <a:solidFill>
                  <a:schemeClr val="accent6"/>
                </a:solidFill>
                <a:latin typeface="Amatic SC"/>
                <a:ea typeface="Amatic SC"/>
                <a:cs typeface="Amatic SC"/>
                <a:sym typeface="Amatic SC"/>
              </a:defRPr>
            </a:lvl3pPr>
            <a:lvl4pPr lvl="3" algn="r" rtl="0">
              <a:lnSpc>
                <a:spcPct val="100000"/>
              </a:lnSpc>
              <a:spcBef>
                <a:spcPts val="2133"/>
              </a:spcBef>
              <a:spcAft>
                <a:spcPts val="0"/>
              </a:spcAft>
              <a:buNone/>
              <a:defRPr sz="6400" b="1">
                <a:solidFill>
                  <a:schemeClr val="accent6"/>
                </a:solidFill>
                <a:latin typeface="Amatic SC"/>
                <a:ea typeface="Amatic SC"/>
                <a:cs typeface="Amatic SC"/>
                <a:sym typeface="Amatic SC"/>
              </a:defRPr>
            </a:lvl4pPr>
            <a:lvl5pPr lvl="4" algn="r" rtl="0">
              <a:lnSpc>
                <a:spcPct val="100000"/>
              </a:lnSpc>
              <a:spcBef>
                <a:spcPts val="2133"/>
              </a:spcBef>
              <a:spcAft>
                <a:spcPts val="0"/>
              </a:spcAft>
              <a:buNone/>
              <a:defRPr sz="6400" b="1">
                <a:solidFill>
                  <a:schemeClr val="accent6"/>
                </a:solidFill>
                <a:latin typeface="Amatic SC"/>
                <a:ea typeface="Amatic SC"/>
                <a:cs typeface="Amatic SC"/>
                <a:sym typeface="Amatic SC"/>
              </a:defRPr>
            </a:lvl5pPr>
            <a:lvl6pPr lvl="5" algn="r" rtl="0">
              <a:lnSpc>
                <a:spcPct val="100000"/>
              </a:lnSpc>
              <a:spcBef>
                <a:spcPts val="2133"/>
              </a:spcBef>
              <a:spcAft>
                <a:spcPts val="0"/>
              </a:spcAft>
              <a:buNone/>
              <a:defRPr sz="6400" b="1">
                <a:solidFill>
                  <a:schemeClr val="accent6"/>
                </a:solidFill>
                <a:latin typeface="Amatic SC"/>
                <a:ea typeface="Amatic SC"/>
                <a:cs typeface="Amatic SC"/>
                <a:sym typeface="Amatic SC"/>
              </a:defRPr>
            </a:lvl6pPr>
            <a:lvl7pPr lvl="6" algn="r" rtl="0">
              <a:lnSpc>
                <a:spcPct val="100000"/>
              </a:lnSpc>
              <a:spcBef>
                <a:spcPts val="2133"/>
              </a:spcBef>
              <a:spcAft>
                <a:spcPts val="0"/>
              </a:spcAft>
              <a:buNone/>
              <a:defRPr sz="6400" b="1">
                <a:solidFill>
                  <a:schemeClr val="accent6"/>
                </a:solidFill>
                <a:latin typeface="Amatic SC"/>
                <a:ea typeface="Amatic SC"/>
                <a:cs typeface="Amatic SC"/>
                <a:sym typeface="Amatic SC"/>
              </a:defRPr>
            </a:lvl7pPr>
            <a:lvl8pPr lvl="7" algn="r" rtl="0">
              <a:lnSpc>
                <a:spcPct val="100000"/>
              </a:lnSpc>
              <a:spcBef>
                <a:spcPts val="2133"/>
              </a:spcBef>
              <a:spcAft>
                <a:spcPts val="0"/>
              </a:spcAft>
              <a:buNone/>
              <a:defRPr sz="6400" b="1">
                <a:solidFill>
                  <a:schemeClr val="accent6"/>
                </a:solidFill>
                <a:latin typeface="Amatic SC"/>
                <a:ea typeface="Amatic SC"/>
                <a:cs typeface="Amatic SC"/>
                <a:sym typeface="Amatic SC"/>
              </a:defRPr>
            </a:lvl8pPr>
            <a:lvl9pPr lvl="8" algn="r" rtl="0">
              <a:lnSpc>
                <a:spcPct val="100000"/>
              </a:lnSpc>
              <a:spcBef>
                <a:spcPts val="2133"/>
              </a:spcBef>
              <a:spcAft>
                <a:spcPts val="2133"/>
              </a:spcAft>
              <a:buNone/>
              <a:defRPr sz="6400" b="1">
                <a:solidFill>
                  <a:schemeClr val="accent6"/>
                </a:solidFill>
                <a:latin typeface="Amatic SC"/>
                <a:ea typeface="Amatic SC"/>
                <a:cs typeface="Amatic SC"/>
                <a:sym typeface="Amatic SC"/>
              </a:defRPr>
            </a:lvl9pPr>
          </a:lstStyle>
          <a:p>
            <a:r>
              <a:rPr lang="en-US"/>
              <a:t>Click to edit Master subtitle style</a:t>
            </a:r>
            <a:endParaRPr/>
          </a:p>
        </p:txBody>
      </p:sp>
      <p:sp>
        <p:nvSpPr>
          <p:cNvPr id="71" name="Google Shape;71;p17"/>
          <p:cNvSpPr txBox="1">
            <a:spLocks noGrp="1"/>
          </p:cNvSpPr>
          <p:nvPr>
            <p:ph type="subTitle" idx="2"/>
          </p:nvPr>
        </p:nvSpPr>
        <p:spPr>
          <a:xfrm>
            <a:off x="7632100" y="4762567"/>
            <a:ext cx="3132000" cy="941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133"/>
            </a:lvl1pPr>
            <a:lvl2pPr lvl="1" rtl="0">
              <a:lnSpc>
                <a:spcPct val="100000"/>
              </a:lnSpc>
              <a:spcBef>
                <a:spcPts val="2133"/>
              </a:spcBef>
              <a:spcAft>
                <a:spcPts val="0"/>
              </a:spcAft>
              <a:buNone/>
              <a:defRPr sz="2133"/>
            </a:lvl2pPr>
            <a:lvl3pPr lvl="2" rtl="0">
              <a:lnSpc>
                <a:spcPct val="100000"/>
              </a:lnSpc>
              <a:spcBef>
                <a:spcPts val="2133"/>
              </a:spcBef>
              <a:spcAft>
                <a:spcPts val="0"/>
              </a:spcAft>
              <a:buNone/>
              <a:defRPr sz="2133"/>
            </a:lvl3pPr>
            <a:lvl4pPr lvl="3" rtl="0">
              <a:lnSpc>
                <a:spcPct val="100000"/>
              </a:lnSpc>
              <a:spcBef>
                <a:spcPts val="2133"/>
              </a:spcBef>
              <a:spcAft>
                <a:spcPts val="0"/>
              </a:spcAft>
              <a:buNone/>
              <a:defRPr sz="2133"/>
            </a:lvl4pPr>
            <a:lvl5pPr lvl="4" rtl="0">
              <a:lnSpc>
                <a:spcPct val="100000"/>
              </a:lnSpc>
              <a:spcBef>
                <a:spcPts val="2133"/>
              </a:spcBef>
              <a:spcAft>
                <a:spcPts val="0"/>
              </a:spcAft>
              <a:buNone/>
              <a:defRPr sz="2133"/>
            </a:lvl5pPr>
            <a:lvl6pPr lvl="5" rtl="0">
              <a:lnSpc>
                <a:spcPct val="100000"/>
              </a:lnSpc>
              <a:spcBef>
                <a:spcPts val="2133"/>
              </a:spcBef>
              <a:spcAft>
                <a:spcPts val="0"/>
              </a:spcAft>
              <a:buNone/>
              <a:defRPr sz="2133"/>
            </a:lvl6pPr>
            <a:lvl7pPr lvl="6" rtl="0">
              <a:lnSpc>
                <a:spcPct val="100000"/>
              </a:lnSpc>
              <a:spcBef>
                <a:spcPts val="2133"/>
              </a:spcBef>
              <a:spcAft>
                <a:spcPts val="0"/>
              </a:spcAft>
              <a:buNone/>
              <a:defRPr sz="2133"/>
            </a:lvl7pPr>
            <a:lvl8pPr lvl="7" rtl="0">
              <a:lnSpc>
                <a:spcPct val="100000"/>
              </a:lnSpc>
              <a:spcBef>
                <a:spcPts val="2133"/>
              </a:spcBef>
              <a:spcAft>
                <a:spcPts val="0"/>
              </a:spcAft>
              <a:buNone/>
              <a:defRPr sz="2133"/>
            </a:lvl8pPr>
            <a:lvl9pPr lvl="8" rtl="0">
              <a:lnSpc>
                <a:spcPct val="100000"/>
              </a:lnSpc>
              <a:spcBef>
                <a:spcPts val="2133"/>
              </a:spcBef>
              <a:spcAft>
                <a:spcPts val="2133"/>
              </a:spcAft>
              <a:buNone/>
              <a:defRPr sz="2133"/>
            </a:lvl9pPr>
          </a:lstStyle>
          <a:p>
            <a:r>
              <a:rPr lang="en-US"/>
              <a:t>Click to edit Master subtitle style</a:t>
            </a:r>
            <a:endParaRPr/>
          </a:p>
        </p:txBody>
      </p:sp>
      <p:sp>
        <p:nvSpPr>
          <p:cNvPr id="72" name="Google Shape;72;p17"/>
          <p:cNvSpPr txBox="1">
            <a:spLocks noGrp="1"/>
          </p:cNvSpPr>
          <p:nvPr>
            <p:ph type="subTitle" idx="3"/>
          </p:nvPr>
        </p:nvSpPr>
        <p:spPr>
          <a:xfrm>
            <a:off x="6529101" y="2753833"/>
            <a:ext cx="899600" cy="9416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None/>
              <a:defRPr sz="6400" b="1">
                <a:solidFill>
                  <a:schemeClr val="accent6"/>
                </a:solidFill>
                <a:latin typeface="Amatic SC"/>
                <a:ea typeface="Amatic SC"/>
                <a:cs typeface="Amatic SC"/>
                <a:sym typeface="Amatic SC"/>
              </a:defRPr>
            </a:lvl1pPr>
            <a:lvl2pPr lvl="1" algn="r" rtl="0">
              <a:lnSpc>
                <a:spcPct val="100000"/>
              </a:lnSpc>
              <a:spcBef>
                <a:spcPts val="2133"/>
              </a:spcBef>
              <a:spcAft>
                <a:spcPts val="0"/>
              </a:spcAft>
              <a:buNone/>
              <a:defRPr sz="6400" b="1">
                <a:solidFill>
                  <a:schemeClr val="accent6"/>
                </a:solidFill>
                <a:latin typeface="Amatic SC"/>
                <a:ea typeface="Amatic SC"/>
                <a:cs typeface="Amatic SC"/>
                <a:sym typeface="Amatic SC"/>
              </a:defRPr>
            </a:lvl2pPr>
            <a:lvl3pPr lvl="2" algn="r" rtl="0">
              <a:lnSpc>
                <a:spcPct val="100000"/>
              </a:lnSpc>
              <a:spcBef>
                <a:spcPts val="2133"/>
              </a:spcBef>
              <a:spcAft>
                <a:spcPts val="0"/>
              </a:spcAft>
              <a:buNone/>
              <a:defRPr sz="6400" b="1">
                <a:solidFill>
                  <a:schemeClr val="accent6"/>
                </a:solidFill>
                <a:latin typeface="Amatic SC"/>
                <a:ea typeface="Amatic SC"/>
                <a:cs typeface="Amatic SC"/>
                <a:sym typeface="Amatic SC"/>
              </a:defRPr>
            </a:lvl3pPr>
            <a:lvl4pPr lvl="3" algn="r" rtl="0">
              <a:lnSpc>
                <a:spcPct val="100000"/>
              </a:lnSpc>
              <a:spcBef>
                <a:spcPts val="2133"/>
              </a:spcBef>
              <a:spcAft>
                <a:spcPts val="0"/>
              </a:spcAft>
              <a:buNone/>
              <a:defRPr sz="6400" b="1">
                <a:solidFill>
                  <a:schemeClr val="accent6"/>
                </a:solidFill>
                <a:latin typeface="Amatic SC"/>
                <a:ea typeface="Amatic SC"/>
                <a:cs typeface="Amatic SC"/>
                <a:sym typeface="Amatic SC"/>
              </a:defRPr>
            </a:lvl4pPr>
            <a:lvl5pPr lvl="4" algn="r" rtl="0">
              <a:lnSpc>
                <a:spcPct val="100000"/>
              </a:lnSpc>
              <a:spcBef>
                <a:spcPts val="2133"/>
              </a:spcBef>
              <a:spcAft>
                <a:spcPts val="0"/>
              </a:spcAft>
              <a:buNone/>
              <a:defRPr sz="6400" b="1">
                <a:solidFill>
                  <a:schemeClr val="accent6"/>
                </a:solidFill>
                <a:latin typeface="Amatic SC"/>
                <a:ea typeface="Amatic SC"/>
                <a:cs typeface="Amatic SC"/>
                <a:sym typeface="Amatic SC"/>
              </a:defRPr>
            </a:lvl5pPr>
            <a:lvl6pPr lvl="5" algn="r" rtl="0">
              <a:lnSpc>
                <a:spcPct val="100000"/>
              </a:lnSpc>
              <a:spcBef>
                <a:spcPts val="2133"/>
              </a:spcBef>
              <a:spcAft>
                <a:spcPts val="0"/>
              </a:spcAft>
              <a:buNone/>
              <a:defRPr sz="6400" b="1">
                <a:solidFill>
                  <a:schemeClr val="accent6"/>
                </a:solidFill>
                <a:latin typeface="Amatic SC"/>
                <a:ea typeface="Amatic SC"/>
                <a:cs typeface="Amatic SC"/>
                <a:sym typeface="Amatic SC"/>
              </a:defRPr>
            </a:lvl6pPr>
            <a:lvl7pPr lvl="6" algn="r" rtl="0">
              <a:lnSpc>
                <a:spcPct val="100000"/>
              </a:lnSpc>
              <a:spcBef>
                <a:spcPts val="2133"/>
              </a:spcBef>
              <a:spcAft>
                <a:spcPts val="0"/>
              </a:spcAft>
              <a:buNone/>
              <a:defRPr sz="6400" b="1">
                <a:solidFill>
                  <a:schemeClr val="accent6"/>
                </a:solidFill>
                <a:latin typeface="Amatic SC"/>
                <a:ea typeface="Amatic SC"/>
                <a:cs typeface="Amatic SC"/>
                <a:sym typeface="Amatic SC"/>
              </a:defRPr>
            </a:lvl7pPr>
            <a:lvl8pPr lvl="7" algn="r" rtl="0">
              <a:lnSpc>
                <a:spcPct val="100000"/>
              </a:lnSpc>
              <a:spcBef>
                <a:spcPts val="2133"/>
              </a:spcBef>
              <a:spcAft>
                <a:spcPts val="0"/>
              </a:spcAft>
              <a:buNone/>
              <a:defRPr sz="6400" b="1">
                <a:solidFill>
                  <a:schemeClr val="accent6"/>
                </a:solidFill>
                <a:latin typeface="Amatic SC"/>
                <a:ea typeface="Amatic SC"/>
                <a:cs typeface="Amatic SC"/>
                <a:sym typeface="Amatic SC"/>
              </a:defRPr>
            </a:lvl8pPr>
            <a:lvl9pPr lvl="8" algn="r" rtl="0">
              <a:lnSpc>
                <a:spcPct val="100000"/>
              </a:lnSpc>
              <a:spcBef>
                <a:spcPts val="2133"/>
              </a:spcBef>
              <a:spcAft>
                <a:spcPts val="2133"/>
              </a:spcAft>
              <a:buNone/>
              <a:defRPr sz="6400" b="1">
                <a:solidFill>
                  <a:schemeClr val="accent6"/>
                </a:solidFill>
                <a:latin typeface="Amatic SC"/>
                <a:ea typeface="Amatic SC"/>
                <a:cs typeface="Amatic SC"/>
                <a:sym typeface="Amatic SC"/>
              </a:defRPr>
            </a:lvl9pPr>
          </a:lstStyle>
          <a:p>
            <a:r>
              <a:rPr lang="en-US"/>
              <a:t>Click to edit Master subtitle style</a:t>
            </a:r>
            <a:endParaRPr/>
          </a:p>
        </p:txBody>
      </p:sp>
      <p:sp>
        <p:nvSpPr>
          <p:cNvPr id="73" name="Google Shape;73;p17"/>
          <p:cNvSpPr txBox="1">
            <a:spLocks noGrp="1"/>
          </p:cNvSpPr>
          <p:nvPr>
            <p:ph type="subTitle" idx="4"/>
          </p:nvPr>
        </p:nvSpPr>
        <p:spPr>
          <a:xfrm>
            <a:off x="7632100" y="2753833"/>
            <a:ext cx="3132000" cy="941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133"/>
            </a:lvl1pPr>
            <a:lvl2pPr lvl="1" rtl="0">
              <a:lnSpc>
                <a:spcPct val="100000"/>
              </a:lnSpc>
              <a:spcBef>
                <a:spcPts val="2133"/>
              </a:spcBef>
              <a:spcAft>
                <a:spcPts val="0"/>
              </a:spcAft>
              <a:buNone/>
              <a:defRPr sz="2133"/>
            </a:lvl2pPr>
            <a:lvl3pPr lvl="2" rtl="0">
              <a:lnSpc>
                <a:spcPct val="100000"/>
              </a:lnSpc>
              <a:spcBef>
                <a:spcPts val="2133"/>
              </a:spcBef>
              <a:spcAft>
                <a:spcPts val="0"/>
              </a:spcAft>
              <a:buNone/>
              <a:defRPr sz="2133"/>
            </a:lvl3pPr>
            <a:lvl4pPr lvl="3" rtl="0">
              <a:lnSpc>
                <a:spcPct val="100000"/>
              </a:lnSpc>
              <a:spcBef>
                <a:spcPts val="2133"/>
              </a:spcBef>
              <a:spcAft>
                <a:spcPts val="0"/>
              </a:spcAft>
              <a:buNone/>
              <a:defRPr sz="2133"/>
            </a:lvl4pPr>
            <a:lvl5pPr lvl="4" rtl="0">
              <a:lnSpc>
                <a:spcPct val="100000"/>
              </a:lnSpc>
              <a:spcBef>
                <a:spcPts val="2133"/>
              </a:spcBef>
              <a:spcAft>
                <a:spcPts val="0"/>
              </a:spcAft>
              <a:buNone/>
              <a:defRPr sz="2133"/>
            </a:lvl5pPr>
            <a:lvl6pPr lvl="5" rtl="0">
              <a:lnSpc>
                <a:spcPct val="100000"/>
              </a:lnSpc>
              <a:spcBef>
                <a:spcPts val="2133"/>
              </a:spcBef>
              <a:spcAft>
                <a:spcPts val="0"/>
              </a:spcAft>
              <a:buNone/>
              <a:defRPr sz="2133"/>
            </a:lvl6pPr>
            <a:lvl7pPr lvl="6" rtl="0">
              <a:lnSpc>
                <a:spcPct val="100000"/>
              </a:lnSpc>
              <a:spcBef>
                <a:spcPts val="2133"/>
              </a:spcBef>
              <a:spcAft>
                <a:spcPts val="0"/>
              </a:spcAft>
              <a:buNone/>
              <a:defRPr sz="2133"/>
            </a:lvl7pPr>
            <a:lvl8pPr lvl="7" rtl="0">
              <a:lnSpc>
                <a:spcPct val="100000"/>
              </a:lnSpc>
              <a:spcBef>
                <a:spcPts val="2133"/>
              </a:spcBef>
              <a:spcAft>
                <a:spcPts val="0"/>
              </a:spcAft>
              <a:buNone/>
              <a:defRPr sz="2133"/>
            </a:lvl8pPr>
            <a:lvl9pPr lvl="8" rtl="0">
              <a:lnSpc>
                <a:spcPct val="100000"/>
              </a:lnSpc>
              <a:spcBef>
                <a:spcPts val="2133"/>
              </a:spcBef>
              <a:spcAft>
                <a:spcPts val="2133"/>
              </a:spcAft>
              <a:buNone/>
              <a:defRPr sz="2133"/>
            </a:lvl9pPr>
          </a:lstStyle>
          <a:p>
            <a:r>
              <a:rPr lang="en-US"/>
              <a:t>Click to edit Master subtitle style</a:t>
            </a:r>
            <a:endParaRPr/>
          </a:p>
        </p:txBody>
      </p:sp>
      <p:sp>
        <p:nvSpPr>
          <p:cNvPr id="74" name="Google Shape;74;p17"/>
          <p:cNvSpPr txBox="1">
            <a:spLocks noGrp="1"/>
          </p:cNvSpPr>
          <p:nvPr>
            <p:ph type="subTitle" idx="5"/>
          </p:nvPr>
        </p:nvSpPr>
        <p:spPr>
          <a:xfrm>
            <a:off x="1414300" y="4762567"/>
            <a:ext cx="899600" cy="9416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None/>
              <a:defRPr sz="6400" b="1">
                <a:solidFill>
                  <a:schemeClr val="accent6"/>
                </a:solidFill>
                <a:latin typeface="Amatic SC"/>
                <a:ea typeface="Amatic SC"/>
                <a:cs typeface="Amatic SC"/>
                <a:sym typeface="Amatic SC"/>
              </a:defRPr>
            </a:lvl1pPr>
            <a:lvl2pPr lvl="1" algn="r" rtl="0">
              <a:lnSpc>
                <a:spcPct val="100000"/>
              </a:lnSpc>
              <a:spcBef>
                <a:spcPts val="2133"/>
              </a:spcBef>
              <a:spcAft>
                <a:spcPts val="0"/>
              </a:spcAft>
              <a:buNone/>
              <a:defRPr sz="6400" b="1">
                <a:solidFill>
                  <a:schemeClr val="accent6"/>
                </a:solidFill>
                <a:latin typeface="Amatic SC"/>
                <a:ea typeface="Amatic SC"/>
                <a:cs typeface="Amatic SC"/>
                <a:sym typeface="Amatic SC"/>
              </a:defRPr>
            </a:lvl2pPr>
            <a:lvl3pPr lvl="2" algn="r" rtl="0">
              <a:lnSpc>
                <a:spcPct val="100000"/>
              </a:lnSpc>
              <a:spcBef>
                <a:spcPts val="2133"/>
              </a:spcBef>
              <a:spcAft>
                <a:spcPts val="0"/>
              </a:spcAft>
              <a:buNone/>
              <a:defRPr sz="6400" b="1">
                <a:solidFill>
                  <a:schemeClr val="accent6"/>
                </a:solidFill>
                <a:latin typeface="Amatic SC"/>
                <a:ea typeface="Amatic SC"/>
                <a:cs typeface="Amatic SC"/>
                <a:sym typeface="Amatic SC"/>
              </a:defRPr>
            </a:lvl3pPr>
            <a:lvl4pPr lvl="3" algn="r" rtl="0">
              <a:lnSpc>
                <a:spcPct val="100000"/>
              </a:lnSpc>
              <a:spcBef>
                <a:spcPts val="2133"/>
              </a:spcBef>
              <a:spcAft>
                <a:spcPts val="0"/>
              </a:spcAft>
              <a:buNone/>
              <a:defRPr sz="6400" b="1">
                <a:solidFill>
                  <a:schemeClr val="accent6"/>
                </a:solidFill>
                <a:latin typeface="Amatic SC"/>
                <a:ea typeface="Amatic SC"/>
                <a:cs typeface="Amatic SC"/>
                <a:sym typeface="Amatic SC"/>
              </a:defRPr>
            </a:lvl4pPr>
            <a:lvl5pPr lvl="4" algn="r" rtl="0">
              <a:lnSpc>
                <a:spcPct val="100000"/>
              </a:lnSpc>
              <a:spcBef>
                <a:spcPts val="2133"/>
              </a:spcBef>
              <a:spcAft>
                <a:spcPts val="0"/>
              </a:spcAft>
              <a:buNone/>
              <a:defRPr sz="6400" b="1">
                <a:solidFill>
                  <a:schemeClr val="accent6"/>
                </a:solidFill>
                <a:latin typeface="Amatic SC"/>
                <a:ea typeface="Amatic SC"/>
                <a:cs typeface="Amatic SC"/>
                <a:sym typeface="Amatic SC"/>
              </a:defRPr>
            </a:lvl5pPr>
            <a:lvl6pPr lvl="5" algn="r" rtl="0">
              <a:lnSpc>
                <a:spcPct val="100000"/>
              </a:lnSpc>
              <a:spcBef>
                <a:spcPts val="2133"/>
              </a:spcBef>
              <a:spcAft>
                <a:spcPts val="0"/>
              </a:spcAft>
              <a:buNone/>
              <a:defRPr sz="6400" b="1">
                <a:solidFill>
                  <a:schemeClr val="accent6"/>
                </a:solidFill>
                <a:latin typeface="Amatic SC"/>
                <a:ea typeface="Amatic SC"/>
                <a:cs typeface="Amatic SC"/>
                <a:sym typeface="Amatic SC"/>
              </a:defRPr>
            </a:lvl6pPr>
            <a:lvl7pPr lvl="6" algn="r" rtl="0">
              <a:lnSpc>
                <a:spcPct val="100000"/>
              </a:lnSpc>
              <a:spcBef>
                <a:spcPts val="2133"/>
              </a:spcBef>
              <a:spcAft>
                <a:spcPts val="0"/>
              </a:spcAft>
              <a:buNone/>
              <a:defRPr sz="6400" b="1">
                <a:solidFill>
                  <a:schemeClr val="accent6"/>
                </a:solidFill>
                <a:latin typeface="Amatic SC"/>
                <a:ea typeface="Amatic SC"/>
                <a:cs typeface="Amatic SC"/>
                <a:sym typeface="Amatic SC"/>
              </a:defRPr>
            </a:lvl7pPr>
            <a:lvl8pPr lvl="7" algn="r" rtl="0">
              <a:lnSpc>
                <a:spcPct val="100000"/>
              </a:lnSpc>
              <a:spcBef>
                <a:spcPts val="2133"/>
              </a:spcBef>
              <a:spcAft>
                <a:spcPts val="0"/>
              </a:spcAft>
              <a:buNone/>
              <a:defRPr sz="6400" b="1">
                <a:solidFill>
                  <a:schemeClr val="accent6"/>
                </a:solidFill>
                <a:latin typeface="Amatic SC"/>
                <a:ea typeface="Amatic SC"/>
                <a:cs typeface="Amatic SC"/>
                <a:sym typeface="Amatic SC"/>
              </a:defRPr>
            </a:lvl8pPr>
            <a:lvl9pPr lvl="8" algn="r" rtl="0">
              <a:lnSpc>
                <a:spcPct val="100000"/>
              </a:lnSpc>
              <a:spcBef>
                <a:spcPts val="2133"/>
              </a:spcBef>
              <a:spcAft>
                <a:spcPts val="2133"/>
              </a:spcAft>
              <a:buNone/>
              <a:defRPr sz="6400" b="1">
                <a:solidFill>
                  <a:schemeClr val="accent6"/>
                </a:solidFill>
                <a:latin typeface="Amatic SC"/>
                <a:ea typeface="Amatic SC"/>
                <a:cs typeface="Amatic SC"/>
                <a:sym typeface="Amatic SC"/>
              </a:defRPr>
            </a:lvl9pPr>
          </a:lstStyle>
          <a:p>
            <a:r>
              <a:rPr lang="en-US"/>
              <a:t>Click to edit Master subtitle style</a:t>
            </a:r>
            <a:endParaRPr/>
          </a:p>
        </p:txBody>
      </p:sp>
      <p:sp>
        <p:nvSpPr>
          <p:cNvPr id="75" name="Google Shape;75;p17"/>
          <p:cNvSpPr txBox="1">
            <a:spLocks noGrp="1"/>
          </p:cNvSpPr>
          <p:nvPr>
            <p:ph type="subTitle" idx="6"/>
          </p:nvPr>
        </p:nvSpPr>
        <p:spPr>
          <a:xfrm>
            <a:off x="2517100" y="4762567"/>
            <a:ext cx="3132000" cy="941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133"/>
            </a:lvl1pPr>
            <a:lvl2pPr lvl="1" rtl="0">
              <a:lnSpc>
                <a:spcPct val="100000"/>
              </a:lnSpc>
              <a:spcBef>
                <a:spcPts val="2133"/>
              </a:spcBef>
              <a:spcAft>
                <a:spcPts val="0"/>
              </a:spcAft>
              <a:buNone/>
              <a:defRPr sz="2133"/>
            </a:lvl2pPr>
            <a:lvl3pPr lvl="2" rtl="0">
              <a:lnSpc>
                <a:spcPct val="100000"/>
              </a:lnSpc>
              <a:spcBef>
                <a:spcPts val="2133"/>
              </a:spcBef>
              <a:spcAft>
                <a:spcPts val="0"/>
              </a:spcAft>
              <a:buNone/>
              <a:defRPr sz="2133"/>
            </a:lvl3pPr>
            <a:lvl4pPr lvl="3" rtl="0">
              <a:lnSpc>
                <a:spcPct val="100000"/>
              </a:lnSpc>
              <a:spcBef>
                <a:spcPts val="2133"/>
              </a:spcBef>
              <a:spcAft>
                <a:spcPts val="0"/>
              </a:spcAft>
              <a:buNone/>
              <a:defRPr sz="2133"/>
            </a:lvl4pPr>
            <a:lvl5pPr lvl="4" rtl="0">
              <a:lnSpc>
                <a:spcPct val="100000"/>
              </a:lnSpc>
              <a:spcBef>
                <a:spcPts val="2133"/>
              </a:spcBef>
              <a:spcAft>
                <a:spcPts val="0"/>
              </a:spcAft>
              <a:buNone/>
              <a:defRPr sz="2133"/>
            </a:lvl5pPr>
            <a:lvl6pPr lvl="5" rtl="0">
              <a:lnSpc>
                <a:spcPct val="100000"/>
              </a:lnSpc>
              <a:spcBef>
                <a:spcPts val="2133"/>
              </a:spcBef>
              <a:spcAft>
                <a:spcPts val="0"/>
              </a:spcAft>
              <a:buNone/>
              <a:defRPr sz="2133"/>
            </a:lvl6pPr>
            <a:lvl7pPr lvl="6" rtl="0">
              <a:lnSpc>
                <a:spcPct val="100000"/>
              </a:lnSpc>
              <a:spcBef>
                <a:spcPts val="2133"/>
              </a:spcBef>
              <a:spcAft>
                <a:spcPts val="0"/>
              </a:spcAft>
              <a:buNone/>
              <a:defRPr sz="2133"/>
            </a:lvl7pPr>
            <a:lvl8pPr lvl="7" rtl="0">
              <a:lnSpc>
                <a:spcPct val="100000"/>
              </a:lnSpc>
              <a:spcBef>
                <a:spcPts val="2133"/>
              </a:spcBef>
              <a:spcAft>
                <a:spcPts val="0"/>
              </a:spcAft>
              <a:buNone/>
              <a:defRPr sz="2133"/>
            </a:lvl8pPr>
            <a:lvl9pPr lvl="8" rtl="0">
              <a:lnSpc>
                <a:spcPct val="100000"/>
              </a:lnSpc>
              <a:spcBef>
                <a:spcPts val="2133"/>
              </a:spcBef>
              <a:spcAft>
                <a:spcPts val="2133"/>
              </a:spcAft>
              <a:buNone/>
              <a:defRPr sz="2133"/>
            </a:lvl9pPr>
          </a:lstStyle>
          <a:p>
            <a:r>
              <a:rPr lang="en-US"/>
              <a:t>Click to edit Master subtitle style</a:t>
            </a:r>
            <a:endParaRPr/>
          </a:p>
        </p:txBody>
      </p:sp>
      <p:sp>
        <p:nvSpPr>
          <p:cNvPr id="76" name="Google Shape;76;p17"/>
          <p:cNvSpPr txBox="1">
            <a:spLocks noGrp="1"/>
          </p:cNvSpPr>
          <p:nvPr>
            <p:ph type="subTitle" idx="7"/>
          </p:nvPr>
        </p:nvSpPr>
        <p:spPr>
          <a:xfrm>
            <a:off x="1414300" y="2753833"/>
            <a:ext cx="899600" cy="9416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None/>
              <a:defRPr sz="6400" b="1">
                <a:solidFill>
                  <a:schemeClr val="accent6"/>
                </a:solidFill>
                <a:latin typeface="Amatic SC"/>
                <a:ea typeface="Amatic SC"/>
                <a:cs typeface="Amatic SC"/>
                <a:sym typeface="Amatic SC"/>
              </a:defRPr>
            </a:lvl1pPr>
            <a:lvl2pPr lvl="1" algn="r" rtl="0">
              <a:lnSpc>
                <a:spcPct val="100000"/>
              </a:lnSpc>
              <a:spcBef>
                <a:spcPts val="2133"/>
              </a:spcBef>
              <a:spcAft>
                <a:spcPts val="0"/>
              </a:spcAft>
              <a:buNone/>
              <a:defRPr sz="6400" b="1">
                <a:solidFill>
                  <a:schemeClr val="accent6"/>
                </a:solidFill>
                <a:latin typeface="Amatic SC"/>
                <a:ea typeface="Amatic SC"/>
                <a:cs typeface="Amatic SC"/>
                <a:sym typeface="Amatic SC"/>
              </a:defRPr>
            </a:lvl2pPr>
            <a:lvl3pPr lvl="2" algn="r" rtl="0">
              <a:lnSpc>
                <a:spcPct val="100000"/>
              </a:lnSpc>
              <a:spcBef>
                <a:spcPts val="2133"/>
              </a:spcBef>
              <a:spcAft>
                <a:spcPts val="0"/>
              </a:spcAft>
              <a:buNone/>
              <a:defRPr sz="6400" b="1">
                <a:solidFill>
                  <a:schemeClr val="accent6"/>
                </a:solidFill>
                <a:latin typeface="Amatic SC"/>
                <a:ea typeface="Amatic SC"/>
                <a:cs typeface="Amatic SC"/>
                <a:sym typeface="Amatic SC"/>
              </a:defRPr>
            </a:lvl3pPr>
            <a:lvl4pPr lvl="3" algn="r" rtl="0">
              <a:lnSpc>
                <a:spcPct val="100000"/>
              </a:lnSpc>
              <a:spcBef>
                <a:spcPts val="2133"/>
              </a:spcBef>
              <a:spcAft>
                <a:spcPts val="0"/>
              </a:spcAft>
              <a:buNone/>
              <a:defRPr sz="6400" b="1">
                <a:solidFill>
                  <a:schemeClr val="accent6"/>
                </a:solidFill>
                <a:latin typeface="Amatic SC"/>
                <a:ea typeface="Amatic SC"/>
                <a:cs typeface="Amatic SC"/>
                <a:sym typeface="Amatic SC"/>
              </a:defRPr>
            </a:lvl4pPr>
            <a:lvl5pPr lvl="4" algn="r" rtl="0">
              <a:lnSpc>
                <a:spcPct val="100000"/>
              </a:lnSpc>
              <a:spcBef>
                <a:spcPts val="2133"/>
              </a:spcBef>
              <a:spcAft>
                <a:spcPts val="0"/>
              </a:spcAft>
              <a:buNone/>
              <a:defRPr sz="6400" b="1">
                <a:solidFill>
                  <a:schemeClr val="accent6"/>
                </a:solidFill>
                <a:latin typeface="Amatic SC"/>
                <a:ea typeface="Amatic SC"/>
                <a:cs typeface="Amatic SC"/>
                <a:sym typeface="Amatic SC"/>
              </a:defRPr>
            </a:lvl5pPr>
            <a:lvl6pPr lvl="5" algn="r" rtl="0">
              <a:lnSpc>
                <a:spcPct val="100000"/>
              </a:lnSpc>
              <a:spcBef>
                <a:spcPts val="2133"/>
              </a:spcBef>
              <a:spcAft>
                <a:spcPts val="0"/>
              </a:spcAft>
              <a:buNone/>
              <a:defRPr sz="6400" b="1">
                <a:solidFill>
                  <a:schemeClr val="accent6"/>
                </a:solidFill>
                <a:latin typeface="Amatic SC"/>
                <a:ea typeface="Amatic SC"/>
                <a:cs typeface="Amatic SC"/>
                <a:sym typeface="Amatic SC"/>
              </a:defRPr>
            </a:lvl6pPr>
            <a:lvl7pPr lvl="6" algn="r" rtl="0">
              <a:lnSpc>
                <a:spcPct val="100000"/>
              </a:lnSpc>
              <a:spcBef>
                <a:spcPts val="2133"/>
              </a:spcBef>
              <a:spcAft>
                <a:spcPts val="0"/>
              </a:spcAft>
              <a:buNone/>
              <a:defRPr sz="6400" b="1">
                <a:solidFill>
                  <a:schemeClr val="accent6"/>
                </a:solidFill>
                <a:latin typeface="Amatic SC"/>
                <a:ea typeface="Amatic SC"/>
                <a:cs typeface="Amatic SC"/>
                <a:sym typeface="Amatic SC"/>
              </a:defRPr>
            </a:lvl7pPr>
            <a:lvl8pPr lvl="7" algn="r" rtl="0">
              <a:lnSpc>
                <a:spcPct val="100000"/>
              </a:lnSpc>
              <a:spcBef>
                <a:spcPts val="2133"/>
              </a:spcBef>
              <a:spcAft>
                <a:spcPts val="0"/>
              </a:spcAft>
              <a:buNone/>
              <a:defRPr sz="6400" b="1">
                <a:solidFill>
                  <a:schemeClr val="accent6"/>
                </a:solidFill>
                <a:latin typeface="Amatic SC"/>
                <a:ea typeface="Amatic SC"/>
                <a:cs typeface="Amatic SC"/>
                <a:sym typeface="Amatic SC"/>
              </a:defRPr>
            </a:lvl8pPr>
            <a:lvl9pPr lvl="8" algn="r" rtl="0">
              <a:lnSpc>
                <a:spcPct val="100000"/>
              </a:lnSpc>
              <a:spcBef>
                <a:spcPts val="2133"/>
              </a:spcBef>
              <a:spcAft>
                <a:spcPts val="2133"/>
              </a:spcAft>
              <a:buNone/>
              <a:defRPr sz="6400" b="1">
                <a:solidFill>
                  <a:schemeClr val="accent6"/>
                </a:solidFill>
                <a:latin typeface="Amatic SC"/>
                <a:ea typeface="Amatic SC"/>
                <a:cs typeface="Amatic SC"/>
                <a:sym typeface="Amatic SC"/>
              </a:defRPr>
            </a:lvl9pPr>
          </a:lstStyle>
          <a:p>
            <a:r>
              <a:rPr lang="en-US"/>
              <a:t>Click to edit Master subtitle style</a:t>
            </a:r>
            <a:endParaRPr/>
          </a:p>
        </p:txBody>
      </p:sp>
      <p:sp>
        <p:nvSpPr>
          <p:cNvPr id="77" name="Google Shape;77;p17"/>
          <p:cNvSpPr txBox="1">
            <a:spLocks noGrp="1"/>
          </p:cNvSpPr>
          <p:nvPr>
            <p:ph type="subTitle" idx="8"/>
          </p:nvPr>
        </p:nvSpPr>
        <p:spPr>
          <a:xfrm>
            <a:off x="2517100" y="2753833"/>
            <a:ext cx="3132000" cy="941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None/>
              <a:defRPr sz="2133"/>
            </a:lvl1pPr>
            <a:lvl2pPr lvl="1" rtl="0">
              <a:lnSpc>
                <a:spcPct val="100000"/>
              </a:lnSpc>
              <a:spcBef>
                <a:spcPts val="2133"/>
              </a:spcBef>
              <a:spcAft>
                <a:spcPts val="0"/>
              </a:spcAft>
              <a:buNone/>
              <a:defRPr sz="2133"/>
            </a:lvl2pPr>
            <a:lvl3pPr lvl="2" rtl="0">
              <a:lnSpc>
                <a:spcPct val="100000"/>
              </a:lnSpc>
              <a:spcBef>
                <a:spcPts val="2133"/>
              </a:spcBef>
              <a:spcAft>
                <a:spcPts val="0"/>
              </a:spcAft>
              <a:buNone/>
              <a:defRPr sz="2133"/>
            </a:lvl3pPr>
            <a:lvl4pPr lvl="3" rtl="0">
              <a:lnSpc>
                <a:spcPct val="100000"/>
              </a:lnSpc>
              <a:spcBef>
                <a:spcPts val="2133"/>
              </a:spcBef>
              <a:spcAft>
                <a:spcPts val="0"/>
              </a:spcAft>
              <a:buNone/>
              <a:defRPr sz="2133"/>
            </a:lvl4pPr>
            <a:lvl5pPr lvl="4" rtl="0">
              <a:lnSpc>
                <a:spcPct val="100000"/>
              </a:lnSpc>
              <a:spcBef>
                <a:spcPts val="2133"/>
              </a:spcBef>
              <a:spcAft>
                <a:spcPts val="0"/>
              </a:spcAft>
              <a:buNone/>
              <a:defRPr sz="2133"/>
            </a:lvl5pPr>
            <a:lvl6pPr lvl="5" rtl="0">
              <a:lnSpc>
                <a:spcPct val="100000"/>
              </a:lnSpc>
              <a:spcBef>
                <a:spcPts val="2133"/>
              </a:spcBef>
              <a:spcAft>
                <a:spcPts val="0"/>
              </a:spcAft>
              <a:buNone/>
              <a:defRPr sz="2133"/>
            </a:lvl6pPr>
            <a:lvl7pPr lvl="6" rtl="0">
              <a:lnSpc>
                <a:spcPct val="100000"/>
              </a:lnSpc>
              <a:spcBef>
                <a:spcPts val="2133"/>
              </a:spcBef>
              <a:spcAft>
                <a:spcPts val="0"/>
              </a:spcAft>
              <a:buNone/>
              <a:defRPr sz="2133"/>
            </a:lvl7pPr>
            <a:lvl8pPr lvl="7" rtl="0">
              <a:lnSpc>
                <a:spcPct val="100000"/>
              </a:lnSpc>
              <a:spcBef>
                <a:spcPts val="2133"/>
              </a:spcBef>
              <a:spcAft>
                <a:spcPts val="0"/>
              </a:spcAft>
              <a:buNone/>
              <a:defRPr sz="2133"/>
            </a:lvl8pPr>
            <a:lvl9pPr lvl="8" rtl="0">
              <a:lnSpc>
                <a:spcPct val="100000"/>
              </a:lnSpc>
              <a:spcBef>
                <a:spcPts val="2133"/>
              </a:spcBef>
              <a:spcAft>
                <a:spcPts val="2133"/>
              </a:spcAft>
              <a:buNone/>
              <a:defRPr sz="2133"/>
            </a:lvl9pPr>
          </a:lstStyle>
          <a:p>
            <a:r>
              <a:rPr lang="en-US"/>
              <a:t>Click to edit Master subtitle style</a:t>
            </a:r>
            <a:endParaRPr/>
          </a:p>
        </p:txBody>
      </p:sp>
    </p:spTree>
    <p:extLst>
      <p:ext uri="{BB962C8B-B14F-4D97-AF65-F5344CB8AC3E}">
        <p14:creationId xmlns:p14="http://schemas.microsoft.com/office/powerpoint/2010/main" val="5499639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four columns  1">
  <p:cSld name="Title and four columns  1">
    <p:bg>
      <p:bgPr>
        <a:blipFill>
          <a:blip r:embed="rId2">
            <a:alphaModFix/>
          </a:blip>
          <a:stretch>
            <a:fillRect/>
          </a:stretch>
        </a:blipFill>
        <a:effectLst/>
      </p:bgPr>
    </p:bg>
    <p:spTree>
      <p:nvGrpSpPr>
        <p:cNvPr id="1" name="Shape 78"/>
        <p:cNvGrpSpPr/>
        <p:nvPr/>
      </p:nvGrpSpPr>
      <p:grpSpPr>
        <a:xfrm>
          <a:off x="0" y="0"/>
          <a:ext cx="0" cy="0"/>
          <a:chOff x="0" y="0"/>
          <a:chExt cx="0" cy="0"/>
        </a:xfrm>
      </p:grpSpPr>
      <p:sp>
        <p:nvSpPr>
          <p:cNvPr id="79" name="Google Shape;79;p18"/>
          <p:cNvSpPr txBox="1">
            <a:spLocks noGrp="1"/>
          </p:cNvSpPr>
          <p:nvPr>
            <p:ph type="subTitle" idx="1"/>
          </p:nvPr>
        </p:nvSpPr>
        <p:spPr>
          <a:xfrm>
            <a:off x="1128832" y="4595291"/>
            <a:ext cx="2872000" cy="10064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None/>
              <a:defRPr sz="2133"/>
            </a:lvl1pPr>
            <a:lvl2pPr lvl="1" algn="ctr" rtl="0">
              <a:lnSpc>
                <a:spcPct val="100000"/>
              </a:lnSpc>
              <a:spcBef>
                <a:spcPts val="2133"/>
              </a:spcBef>
              <a:spcAft>
                <a:spcPts val="0"/>
              </a:spcAft>
              <a:buNone/>
              <a:defRPr sz="2133"/>
            </a:lvl2pPr>
            <a:lvl3pPr lvl="2" algn="ctr" rtl="0">
              <a:lnSpc>
                <a:spcPct val="100000"/>
              </a:lnSpc>
              <a:spcBef>
                <a:spcPts val="2133"/>
              </a:spcBef>
              <a:spcAft>
                <a:spcPts val="0"/>
              </a:spcAft>
              <a:buNone/>
              <a:defRPr sz="2133"/>
            </a:lvl3pPr>
            <a:lvl4pPr lvl="3" algn="ctr" rtl="0">
              <a:lnSpc>
                <a:spcPct val="100000"/>
              </a:lnSpc>
              <a:spcBef>
                <a:spcPts val="2133"/>
              </a:spcBef>
              <a:spcAft>
                <a:spcPts val="0"/>
              </a:spcAft>
              <a:buNone/>
              <a:defRPr sz="2133"/>
            </a:lvl4pPr>
            <a:lvl5pPr lvl="4" algn="ctr" rtl="0">
              <a:lnSpc>
                <a:spcPct val="100000"/>
              </a:lnSpc>
              <a:spcBef>
                <a:spcPts val="2133"/>
              </a:spcBef>
              <a:spcAft>
                <a:spcPts val="0"/>
              </a:spcAft>
              <a:buNone/>
              <a:defRPr sz="2133"/>
            </a:lvl5pPr>
            <a:lvl6pPr lvl="5" algn="ctr" rtl="0">
              <a:lnSpc>
                <a:spcPct val="100000"/>
              </a:lnSpc>
              <a:spcBef>
                <a:spcPts val="2133"/>
              </a:spcBef>
              <a:spcAft>
                <a:spcPts val="0"/>
              </a:spcAft>
              <a:buNone/>
              <a:defRPr sz="2133"/>
            </a:lvl6pPr>
            <a:lvl7pPr lvl="6" algn="ctr" rtl="0">
              <a:lnSpc>
                <a:spcPct val="100000"/>
              </a:lnSpc>
              <a:spcBef>
                <a:spcPts val="2133"/>
              </a:spcBef>
              <a:spcAft>
                <a:spcPts val="0"/>
              </a:spcAft>
              <a:buNone/>
              <a:defRPr sz="2133"/>
            </a:lvl7pPr>
            <a:lvl8pPr lvl="7" algn="ctr" rtl="0">
              <a:lnSpc>
                <a:spcPct val="100000"/>
              </a:lnSpc>
              <a:spcBef>
                <a:spcPts val="2133"/>
              </a:spcBef>
              <a:spcAft>
                <a:spcPts val="0"/>
              </a:spcAft>
              <a:buNone/>
              <a:defRPr sz="2133"/>
            </a:lvl8pPr>
            <a:lvl9pPr lvl="8" algn="ctr" rtl="0">
              <a:lnSpc>
                <a:spcPct val="100000"/>
              </a:lnSpc>
              <a:spcBef>
                <a:spcPts val="2133"/>
              </a:spcBef>
              <a:spcAft>
                <a:spcPts val="2133"/>
              </a:spcAft>
              <a:buNone/>
              <a:defRPr sz="2133"/>
            </a:lvl9pPr>
          </a:lstStyle>
          <a:p>
            <a:r>
              <a:rPr lang="en-US"/>
              <a:t>Click to edit Master subtitle style</a:t>
            </a:r>
            <a:endParaRPr/>
          </a:p>
        </p:txBody>
      </p:sp>
      <p:sp>
        <p:nvSpPr>
          <p:cNvPr id="80" name="Google Shape;80;p18"/>
          <p:cNvSpPr txBox="1">
            <a:spLocks noGrp="1"/>
          </p:cNvSpPr>
          <p:nvPr>
            <p:ph type="subTitle" idx="2"/>
          </p:nvPr>
        </p:nvSpPr>
        <p:spPr>
          <a:xfrm>
            <a:off x="4667312" y="4595291"/>
            <a:ext cx="2872000" cy="10064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None/>
              <a:defRPr sz="2133"/>
            </a:lvl1pPr>
            <a:lvl2pPr lvl="1" algn="ctr" rtl="0">
              <a:lnSpc>
                <a:spcPct val="100000"/>
              </a:lnSpc>
              <a:spcBef>
                <a:spcPts val="2133"/>
              </a:spcBef>
              <a:spcAft>
                <a:spcPts val="0"/>
              </a:spcAft>
              <a:buNone/>
              <a:defRPr sz="2133"/>
            </a:lvl2pPr>
            <a:lvl3pPr lvl="2" algn="ctr" rtl="0">
              <a:lnSpc>
                <a:spcPct val="100000"/>
              </a:lnSpc>
              <a:spcBef>
                <a:spcPts val="2133"/>
              </a:spcBef>
              <a:spcAft>
                <a:spcPts val="0"/>
              </a:spcAft>
              <a:buNone/>
              <a:defRPr sz="2133"/>
            </a:lvl3pPr>
            <a:lvl4pPr lvl="3" algn="ctr" rtl="0">
              <a:lnSpc>
                <a:spcPct val="100000"/>
              </a:lnSpc>
              <a:spcBef>
                <a:spcPts val="2133"/>
              </a:spcBef>
              <a:spcAft>
                <a:spcPts val="0"/>
              </a:spcAft>
              <a:buNone/>
              <a:defRPr sz="2133"/>
            </a:lvl4pPr>
            <a:lvl5pPr lvl="4" algn="ctr" rtl="0">
              <a:lnSpc>
                <a:spcPct val="100000"/>
              </a:lnSpc>
              <a:spcBef>
                <a:spcPts val="2133"/>
              </a:spcBef>
              <a:spcAft>
                <a:spcPts val="0"/>
              </a:spcAft>
              <a:buNone/>
              <a:defRPr sz="2133"/>
            </a:lvl5pPr>
            <a:lvl6pPr lvl="5" algn="ctr" rtl="0">
              <a:lnSpc>
                <a:spcPct val="100000"/>
              </a:lnSpc>
              <a:spcBef>
                <a:spcPts val="2133"/>
              </a:spcBef>
              <a:spcAft>
                <a:spcPts val="0"/>
              </a:spcAft>
              <a:buNone/>
              <a:defRPr sz="2133"/>
            </a:lvl6pPr>
            <a:lvl7pPr lvl="6" algn="ctr" rtl="0">
              <a:lnSpc>
                <a:spcPct val="100000"/>
              </a:lnSpc>
              <a:spcBef>
                <a:spcPts val="2133"/>
              </a:spcBef>
              <a:spcAft>
                <a:spcPts val="0"/>
              </a:spcAft>
              <a:buNone/>
              <a:defRPr sz="2133"/>
            </a:lvl7pPr>
            <a:lvl8pPr lvl="7" algn="ctr" rtl="0">
              <a:lnSpc>
                <a:spcPct val="100000"/>
              </a:lnSpc>
              <a:spcBef>
                <a:spcPts val="2133"/>
              </a:spcBef>
              <a:spcAft>
                <a:spcPts val="0"/>
              </a:spcAft>
              <a:buNone/>
              <a:defRPr sz="2133"/>
            </a:lvl8pPr>
            <a:lvl9pPr lvl="8" algn="ctr" rtl="0">
              <a:lnSpc>
                <a:spcPct val="100000"/>
              </a:lnSpc>
              <a:spcBef>
                <a:spcPts val="2133"/>
              </a:spcBef>
              <a:spcAft>
                <a:spcPts val="2133"/>
              </a:spcAft>
              <a:buNone/>
              <a:defRPr sz="2133"/>
            </a:lvl9pPr>
          </a:lstStyle>
          <a:p>
            <a:r>
              <a:rPr lang="en-US"/>
              <a:t>Click to edit Master subtitle style</a:t>
            </a:r>
            <a:endParaRPr/>
          </a:p>
        </p:txBody>
      </p:sp>
      <p:sp>
        <p:nvSpPr>
          <p:cNvPr id="81" name="Google Shape;81;p18"/>
          <p:cNvSpPr txBox="1">
            <a:spLocks noGrp="1"/>
          </p:cNvSpPr>
          <p:nvPr>
            <p:ph type="subTitle" idx="3"/>
          </p:nvPr>
        </p:nvSpPr>
        <p:spPr>
          <a:xfrm>
            <a:off x="8205767" y="4595291"/>
            <a:ext cx="2872000" cy="10064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None/>
              <a:defRPr sz="2133"/>
            </a:lvl1pPr>
            <a:lvl2pPr lvl="1" algn="ctr" rtl="0">
              <a:lnSpc>
                <a:spcPct val="100000"/>
              </a:lnSpc>
              <a:spcBef>
                <a:spcPts val="2133"/>
              </a:spcBef>
              <a:spcAft>
                <a:spcPts val="0"/>
              </a:spcAft>
              <a:buNone/>
              <a:defRPr sz="2133"/>
            </a:lvl2pPr>
            <a:lvl3pPr lvl="2" algn="ctr" rtl="0">
              <a:lnSpc>
                <a:spcPct val="100000"/>
              </a:lnSpc>
              <a:spcBef>
                <a:spcPts val="2133"/>
              </a:spcBef>
              <a:spcAft>
                <a:spcPts val="0"/>
              </a:spcAft>
              <a:buNone/>
              <a:defRPr sz="2133"/>
            </a:lvl3pPr>
            <a:lvl4pPr lvl="3" algn="ctr" rtl="0">
              <a:lnSpc>
                <a:spcPct val="100000"/>
              </a:lnSpc>
              <a:spcBef>
                <a:spcPts val="2133"/>
              </a:spcBef>
              <a:spcAft>
                <a:spcPts val="0"/>
              </a:spcAft>
              <a:buNone/>
              <a:defRPr sz="2133"/>
            </a:lvl4pPr>
            <a:lvl5pPr lvl="4" algn="ctr" rtl="0">
              <a:lnSpc>
                <a:spcPct val="100000"/>
              </a:lnSpc>
              <a:spcBef>
                <a:spcPts val="2133"/>
              </a:spcBef>
              <a:spcAft>
                <a:spcPts val="0"/>
              </a:spcAft>
              <a:buNone/>
              <a:defRPr sz="2133"/>
            </a:lvl5pPr>
            <a:lvl6pPr lvl="5" algn="ctr" rtl="0">
              <a:lnSpc>
                <a:spcPct val="100000"/>
              </a:lnSpc>
              <a:spcBef>
                <a:spcPts val="2133"/>
              </a:spcBef>
              <a:spcAft>
                <a:spcPts val="0"/>
              </a:spcAft>
              <a:buNone/>
              <a:defRPr sz="2133"/>
            </a:lvl6pPr>
            <a:lvl7pPr lvl="6" algn="ctr" rtl="0">
              <a:lnSpc>
                <a:spcPct val="100000"/>
              </a:lnSpc>
              <a:spcBef>
                <a:spcPts val="2133"/>
              </a:spcBef>
              <a:spcAft>
                <a:spcPts val="0"/>
              </a:spcAft>
              <a:buNone/>
              <a:defRPr sz="2133"/>
            </a:lvl7pPr>
            <a:lvl8pPr lvl="7" algn="ctr" rtl="0">
              <a:lnSpc>
                <a:spcPct val="100000"/>
              </a:lnSpc>
              <a:spcBef>
                <a:spcPts val="2133"/>
              </a:spcBef>
              <a:spcAft>
                <a:spcPts val="0"/>
              </a:spcAft>
              <a:buNone/>
              <a:defRPr sz="2133"/>
            </a:lvl8pPr>
            <a:lvl9pPr lvl="8" algn="ctr" rtl="0">
              <a:lnSpc>
                <a:spcPct val="100000"/>
              </a:lnSpc>
              <a:spcBef>
                <a:spcPts val="2133"/>
              </a:spcBef>
              <a:spcAft>
                <a:spcPts val="2133"/>
              </a:spcAft>
              <a:buNone/>
              <a:defRPr sz="2133"/>
            </a:lvl9pPr>
          </a:lstStyle>
          <a:p>
            <a:r>
              <a:rPr lang="en-US"/>
              <a:t>Click to edit Master subtitle style</a:t>
            </a:r>
            <a:endParaRPr/>
          </a:p>
        </p:txBody>
      </p:sp>
      <p:sp>
        <p:nvSpPr>
          <p:cNvPr id="82" name="Google Shape;82;p18"/>
          <p:cNvSpPr txBox="1">
            <a:spLocks noGrp="1"/>
          </p:cNvSpPr>
          <p:nvPr>
            <p:ph type="subTitle" idx="4"/>
          </p:nvPr>
        </p:nvSpPr>
        <p:spPr>
          <a:xfrm>
            <a:off x="1128832" y="3887285"/>
            <a:ext cx="2872000" cy="708000"/>
          </a:xfrm>
          <a:prstGeom prst="rect">
            <a:avLst/>
          </a:prstGeom>
          <a:noFill/>
        </p:spPr>
        <p:txBody>
          <a:bodyPr spcFirstLastPara="1" wrap="square" lIns="91425" tIns="91425" rIns="91425" bIns="91425" anchor="b" anchorCtr="0">
            <a:noAutofit/>
          </a:bodyPr>
          <a:lstStyle>
            <a:lvl1pPr lvl="0" algn="ctr" rtl="0">
              <a:lnSpc>
                <a:spcPct val="100000"/>
              </a:lnSpc>
              <a:spcBef>
                <a:spcPts val="0"/>
              </a:spcBef>
              <a:spcAft>
                <a:spcPts val="0"/>
              </a:spcAft>
              <a:buNone/>
              <a:defRPr sz="4000" b="1">
                <a:solidFill>
                  <a:schemeClr val="accent4"/>
                </a:solidFill>
                <a:latin typeface="Amatic SC"/>
                <a:ea typeface="Amatic SC"/>
                <a:cs typeface="Amatic SC"/>
                <a:sym typeface="Amatic SC"/>
              </a:defRPr>
            </a:lvl1pPr>
            <a:lvl2pPr lvl="1" algn="ctr" rtl="0">
              <a:lnSpc>
                <a:spcPct val="100000"/>
              </a:lnSpc>
              <a:spcBef>
                <a:spcPts val="2133"/>
              </a:spcBef>
              <a:spcAft>
                <a:spcPts val="0"/>
              </a:spcAft>
              <a:buNone/>
              <a:defRPr sz="4000" b="1">
                <a:solidFill>
                  <a:schemeClr val="accent4"/>
                </a:solidFill>
                <a:latin typeface="Amatic SC"/>
                <a:ea typeface="Amatic SC"/>
                <a:cs typeface="Amatic SC"/>
                <a:sym typeface="Amatic SC"/>
              </a:defRPr>
            </a:lvl2pPr>
            <a:lvl3pPr lvl="2" algn="ctr" rtl="0">
              <a:lnSpc>
                <a:spcPct val="100000"/>
              </a:lnSpc>
              <a:spcBef>
                <a:spcPts val="2133"/>
              </a:spcBef>
              <a:spcAft>
                <a:spcPts val="0"/>
              </a:spcAft>
              <a:buNone/>
              <a:defRPr sz="4000" b="1">
                <a:solidFill>
                  <a:schemeClr val="accent4"/>
                </a:solidFill>
                <a:latin typeface="Amatic SC"/>
                <a:ea typeface="Amatic SC"/>
                <a:cs typeface="Amatic SC"/>
                <a:sym typeface="Amatic SC"/>
              </a:defRPr>
            </a:lvl3pPr>
            <a:lvl4pPr lvl="3" algn="ctr" rtl="0">
              <a:lnSpc>
                <a:spcPct val="100000"/>
              </a:lnSpc>
              <a:spcBef>
                <a:spcPts val="2133"/>
              </a:spcBef>
              <a:spcAft>
                <a:spcPts val="0"/>
              </a:spcAft>
              <a:buNone/>
              <a:defRPr sz="4000" b="1">
                <a:solidFill>
                  <a:schemeClr val="accent4"/>
                </a:solidFill>
                <a:latin typeface="Amatic SC"/>
                <a:ea typeface="Amatic SC"/>
                <a:cs typeface="Amatic SC"/>
                <a:sym typeface="Amatic SC"/>
              </a:defRPr>
            </a:lvl4pPr>
            <a:lvl5pPr lvl="4" algn="ctr" rtl="0">
              <a:lnSpc>
                <a:spcPct val="100000"/>
              </a:lnSpc>
              <a:spcBef>
                <a:spcPts val="2133"/>
              </a:spcBef>
              <a:spcAft>
                <a:spcPts val="0"/>
              </a:spcAft>
              <a:buNone/>
              <a:defRPr sz="4000" b="1">
                <a:solidFill>
                  <a:schemeClr val="accent4"/>
                </a:solidFill>
                <a:latin typeface="Amatic SC"/>
                <a:ea typeface="Amatic SC"/>
                <a:cs typeface="Amatic SC"/>
                <a:sym typeface="Amatic SC"/>
              </a:defRPr>
            </a:lvl5pPr>
            <a:lvl6pPr lvl="5" algn="ctr" rtl="0">
              <a:lnSpc>
                <a:spcPct val="100000"/>
              </a:lnSpc>
              <a:spcBef>
                <a:spcPts val="2133"/>
              </a:spcBef>
              <a:spcAft>
                <a:spcPts val="0"/>
              </a:spcAft>
              <a:buNone/>
              <a:defRPr sz="4000" b="1">
                <a:solidFill>
                  <a:schemeClr val="accent4"/>
                </a:solidFill>
                <a:latin typeface="Amatic SC"/>
                <a:ea typeface="Amatic SC"/>
                <a:cs typeface="Amatic SC"/>
                <a:sym typeface="Amatic SC"/>
              </a:defRPr>
            </a:lvl6pPr>
            <a:lvl7pPr lvl="6" algn="ctr" rtl="0">
              <a:lnSpc>
                <a:spcPct val="100000"/>
              </a:lnSpc>
              <a:spcBef>
                <a:spcPts val="2133"/>
              </a:spcBef>
              <a:spcAft>
                <a:spcPts val="0"/>
              </a:spcAft>
              <a:buNone/>
              <a:defRPr sz="4000" b="1">
                <a:solidFill>
                  <a:schemeClr val="accent4"/>
                </a:solidFill>
                <a:latin typeface="Amatic SC"/>
                <a:ea typeface="Amatic SC"/>
                <a:cs typeface="Amatic SC"/>
                <a:sym typeface="Amatic SC"/>
              </a:defRPr>
            </a:lvl7pPr>
            <a:lvl8pPr lvl="7" algn="ctr" rtl="0">
              <a:lnSpc>
                <a:spcPct val="100000"/>
              </a:lnSpc>
              <a:spcBef>
                <a:spcPts val="2133"/>
              </a:spcBef>
              <a:spcAft>
                <a:spcPts val="0"/>
              </a:spcAft>
              <a:buNone/>
              <a:defRPr sz="4000" b="1">
                <a:solidFill>
                  <a:schemeClr val="accent4"/>
                </a:solidFill>
                <a:latin typeface="Amatic SC"/>
                <a:ea typeface="Amatic SC"/>
                <a:cs typeface="Amatic SC"/>
                <a:sym typeface="Amatic SC"/>
              </a:defRPr>
            </a:lvl8pPr>
            <a:lvl9pPr lvl="8" algn="ctr" rtl="0">
              <a:lnSpc>
                <a:spcPct val="100000"/>
              </a:lnSpc>
              <a:spcBef>
                <a:spcPts val="2133"/>
              </a:spcBef>
              <a:spcAft>
                <a:spcPts val="2133"/>
              </a:spcAft>
              <a:buNone/>
              <a:defRPr sz="4000" b="1">
                <a:solidFill>
                  <a:schemeClr val="accent4"/>
                </a:solidFill>
                <a:latin typeface="Amatic SC"/>
                <a:ea typeface="Amatic SC"/>
                <a:cs typeface="Amatic SC"/>
                <a:sym typeface="Amatic SC"/>
              </a:defRPr>
            </a:lvl9pPr>
          </a:lstStyle>
          <a:p>
            <a:r>
              <a:rPr lang="en-US"/>
              <a:t>Click to edit Master subtitle style</a:t>
            </a:r>
            <a:endParaRPr/>
          </a:p>
        </p:txBody>
      </p:sp>
      <p:sp>
        <p:nvSpPr>
          <p:cNvPr id="83" name="Google Shape;83;p18"/>
          <p:cNvSpPr txBox="1">
            <a:spLocks noGrp="1"/>
          </p:cNvSpPr>
          <p:nvPr>
            <p:ph type="subTitle" idx="5"/>
          </p:nvPr>
        </p:nvSpPr>
        <p:spPr>
          <a:xfrm>
            <a:off x="4667312" y="3887285"/>
            <a:ext cx="2872000" cy="708000"/>
          </a:xfrm>
          <a:prstGeom prst="rect">
            <a:avLst/>
          </a:prstGeom>
          <a:noFill/>
        </p:spPr>
        <p:txBody>
          <a:bodyPr spcFirstLastPara="1" wrap="square" lIns="91425" tIns="91425" rIns="91425" bIns="91425" anchor="b" anchorCtr="0">
            <a:noAutofit/>
          </a:bodyPr>
          <a:lstStyle>
            <a:lvl1pPr lvl="0" algn="ctr" rtl="0">
              <a:lnSpc>
                <a:spcPct val="100000"/>
              </a:lnSpc>
              <a:spcBef>
                <a:spcPts val="0"/>
              </a:spcBef>
              <a:spcAft>
                <a:spcPts val="0"/>
              </a:spcAft>
              <a:buNone/>
              <a:defRPr sz="4000" b="1">
                <a:solidFill>
                  <a:schemeClr val="accent6"/>
                </a:solidFill>
                <a:latin typeface="Amatic SC"/>
                <a:ea typeface="Amatic SC"/>
                <a:cs typeface="Amatic SC"/>
                <a:sym typeface="Amatic SC"/>
              </a:defRPr>
            </a:lvl1pPr>
            <a:lvl2pPr lvl="1"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2pPr>
            <a:lvl3pPr lvl="2"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3pPr>
            <a:lvl4pPr lvl="3"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4pPr>
            <a:lvl5pPr lvl="4"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5pPr>
            <a:lvl6pPr lvl="5"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6pPr>
            <a:lvl7pPr lvl="6"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7pPr>
            <a:lvl8pPr lvl="7"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8pPr>
            <a:lvl9pPr lvl="8" algn="ctr" rtl="0">
              <a:lnSpc>
                <a:spcPct val="100000"/>
              </a:lnSpc>
              <a:spcBef>
                <a:spcPts val="2133"/>
              </a:spcBef>
              <a:spcAft>
                <a:spcPts val="2133"/>
              </a:spcAft>
              <a:buNone/>
              <a:defRPr sz="4000" b="1">
                <a:solidFill>
                  <a:schemeClr val="accent6"/>
                </a:solidFill>
                <a:latin typeface="Amatic SC"/>
                <a:ea typeface="Amatic SC"/>
                <a:cs typeface="Amatic SC"/>
                <a:sym typeface="Amatic SC"/>
              </a:defRPr>
            </a:lvl9pPr>
          </a:lstStyle>
          <a:p>
            <a:r>
              <a:rPr lang="en-US"/>
              <a:t>Click to edit Master subtitle style</a:t>
            </a:r>
            <a:endParaRPr/>
          </a:p>
        </p:txBody>
      </p:sp>
      <p:sp>
        <p:nvSpPr>
          <p:cNvPr id="84" name="Google Shape;84;p18"/>
          <p:cNvSpPr txBox="1">
            <a:spLocks noGrp="1"/>
          </p:cNvSpPr>
          <p:nvPr>
            <p:ph type="subTitle" idx="6"/>
          </p:nvPr>
        </p:nvSpPr>
        <p:spPr>
          <a:xfrm>
            <a:off x="8205765" y="3887285"/>
            <a:ext cx="2872000" cy="708000"/>
          </a:xfrm>
          <a:prstGeom prst="rect">
            <a:avLst/>
          </a:prstGeom>
          <a:noFill/>
        </p:spPr>
        <p:txBody>
          <a:bodyPr spcFirstLastPara="1" wrap="square" lIns="91425" tIns="91425" rIns="91425" bIns="91425" anchor="b" anchorCtr="0">
            <a:noAutofit/>
          </a:bodyPr>
          <a:lstStyle>
            <a:lvl1pPr lvl="0" algn="ctr" rtl="0">
              <a:lnSpc>
                <a:spcPct val="100000"/>
              </a:lnSpc>
              <a:spcBef>
                <a:spcPts val="0"/>
              </a:spcBef>
              <a:spcAft>
                <a:spcPts val="0"/>
              </a:spcAft>
              <a:buNone/>
              <a:defRPr sz="4000" b="1">
                <a:solidFill>
                  <a:schemeClr val="accent2"/>
                </a:solidFill>
                <a:latin typeface="Amatic SC"/>
                <a:ea typeface="Amatic SC"/>
                <a:cs typeface="Amatic SC"/>
                <a:sym typeface="Amatic SC"/>
              </a:defRPr>
            </a:lvl1pPr>
            <a:lvl2pPr lvl="1" algn="ctr" rtl="0">
              <a:lnSpc>
                <a:spcPct val="100000"/>
              </a:lnSpc>
              <a:spcBef>
                <a:spcPts val="2133"/>
              </a:spcBef>
              <a:spcAft>
                <a:spcPts val="0"/>
              </a:spcAft>
              <a:buNone/>
              <a:defRPr sz="4000" b="1">
                <a:solidFill>
                  <a:schemeClr val="accent2"/>
                </a:solidFill>
                <a:latin typeface="Amatic SC"/>
                <a:ea typeface="Amatic SC"/>
                <a:cs typeface="Amatic SC"/>
                <a:sym typeface="Amatic SC"/>
              </a:defRPr>
            </a:lvl2pPr>
            <a:lvl3pPr lvl="2" algn="ctr" rtl="0">
              <a:lnSpc>
                <a:spcPct val="100000"/>
              </a:lnSpc>
              <a:spcBef>
                <a:spcPts val="2133"/>
              </a:spcBef>
              <a:spcAft>
                <a:spcPts val="0"/>
              </a:spcAft>
              <a:buNone/>
              <a:defRPr sz="4000" b="1">
                <a:solidFill>
                  <a:schemeClr val="accent2"/>
                </a:solidFill>
                <a:latin typeface="Amatic SC"/>
                <a:ea typeface="Amatic SC"/>
                <a:cs typeface="Amatic SC"/>
                <a:sym typeface="Amatic SC"/>
              </a:defRPr>
            </a:lvl3pPr>
            <a:lvl4pPr lvl="3" algn="ctr" rtl="0">
              <a:lnSpc>
                <a:spcPct val="100000"/>
              </a:lnSpc>
              <a:spcBef>
                <a:spcPts val="2133"/>
              </a:spcBef>
              <a:spcAft>
                <a:spcPts val="0"/>
              </a:spcAft>
              <a:buNone/>
              <a:defRPr sz="4000" b="1">
                <a:solidFill>
                  <a:schemeClr val="accent2"/>
                </a:solidFill>
                <a:latin typeface="Amatic SC"/>
                <a:ea typeface="Amatic SC"/>
                <a:cs typeface="Amatic SC"/>
                <a:sym typeface="Amatic SC"/>
              </a:defRPr>
            </a:lvl4pPr>
            <a:lvl5pPr lvl="4" algn="ctr" rtl="0">
              <a:lnSpc>
                <a:spcPct val="100000"/>
              </a:lnSpc>
              <a:spcBef>
                <a:spcPts val="2133"/>
              </a:spcBef>
              <a:spcAft>
                <a:spcPts val="0"/>
              </a:spcAft>
              <a:buNone/>
              <a:defRPr sz="4000" b="1">
                <a:solidFill>
                  <a:schemeClr val="accent2"/>
                </a:solidFill>
                <a:latin typeface="Amatic SC"/>
                <a:ea typeface="Amatic SC"/>
                <a:cs typeface="Amatic SC"/>
                <a:sym typeface="Amatic SC"/>
              </a:defRPr>
            </a:lvl5pPr>
            <a:lvl6pPr lvl="5" algn="ctr" rtl="0">
              <a:lnSpc>
                <a:spcPct val="100000"/>
              </a:lnSpc>
              <a:spcBef>
                <a:spcPts val="2133"/>
              </a:spcBef>
              <a:spcAft>
                <a:spcPts val="0"/>
              </a:spcAft>
              <a:buNone/>
              <a:defRPr sz="4000" b="1">
                <a:solidFill>
                  <a:schemeClr val="accent2"/>
                </a:solidFill>
                <a:latin typeface="Amatic SC"/>
                <a:ea typeface="Amatic SC"/>
                <a:cs typeface="Amatic SC"/>
                <a:sym typeface="Amatic SC"/>
              </a:defRPr>
            </a:lvl6pPr>
            <a:lvl7pPr lvl="6" algn="ctr" rtl="0">
              <a:lnSpc>
                <a:spcPct val="100000"/>
              </a:lnSpc>
              <a:spcBef>
                <a:spcPts val="2133"/>
              </a:spcBef>
              <a:spcAft>
                <a:spcPts val="0"/>
              </a:spcAft>
              <a:buNone/>
              <a:defRPr sz="4000" b="1">
                <a:solidFill>
                  <a:schemeClr val="accent2"/>
                </a:solidFill>
                <a:latin typeface="Amatic SC"/>
                <a:ea typeface="Amatic SC"/>
                <a:cs typeface="Amatic SC"/>
                <a:sym typeface="Amatic SC"/>
              </a:defRPr>
            </a:lvl7pPr>
            <a:lvl8pPr lvl="7" algn="ctr" rtl="0">
              <a:lnSpc>
                <a:spcPct val="100000"/>
              </a:lnSpc>
              <a:spcBef>
                <a:spcPts val="2133"/>
              </a:spcBef>
              <a:spcAft>
                <a:spcPts val="0"/>
              </a:spcAft>
              <a:buNone/>
              <a:defRPr sz="4000" b="1">
                <a:solidFill>
                  <a:schemeClr val="accent2"/>
                </a:solidFill>
                <a:latin typeface="Amatic SC"/>
                <a:ea typeface="Amatic SC"/>
                <a:cs typeface="Amatic SC"/>
                <a:sym typeface="Amatic SC"/>
              </a:defRPr>
            </a:lvl8pPr>
            <a:lvl9pPr lvl="8" algn="ctr" rtl="0">
              <a:lnSpc>
                <a:spcPct val="100000"/>
              </a:lnSpc>
              <a:spcBef>
                <a:spcPts val="2133"/>
              </a:spcBef>
              <a:spcAft>
                <a:spcPts val="2133"/>
              </a:spcAft>
              <a:buNone/>
              <a:defRPr sz="4000" b="1">
                <a:solidFill>
                  <a:schemeClr val="accent2"/>
                </a:solidFill>
                <a:latin typeface="Amatic SC"/>
                <a:ea typeface="Amatic SC"/>
                <a:cs typeface="Amatic SC"/>
                <a:sym typeface="Amatic SC"/>
              </a:defRPr>
            </a:lvl9pPr>
          </a:lstStyle>
          <a:p>
            <a:r>
              <a:rPr lang="en-US"/>
              <a:t>Click to edit Master subtitle style</a:t>
            </a:r>
            <a:endParaRPr/>
          </a:p>
        </p:txBody>
      </p:sp>
      <p:sp>
        <p:nvSpPr>
          <p:cNvPr id="85" name="Google Shape;85;p18"/>
          <p:cNvSpPr txBox="1">
            <a:spLocks noGrp="1"/>
          </p:cNvSpPr>
          <p:nvPr>
            <p:ph type="ctrTitle"/>
          </p:nvPr>
        </p:nvSpPr>
        <p:spPr>
          <a:xfrm>
            <a:off x="2390000" y="695433"/>
            <a:ext cx="7412000" cy="7732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44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r>
              <a:rPr lang="en-US"/>
              <a:t>Click to edit Master title style</a:t>
            </a:r>
            <a:endParaRPr/>
          </a:p>
        </p:txBody>
      </p:sp>
    </p:spTree>
    <p:extLst>
      <p:ext uri="{BB962C8B-B14F-4D97-AF65-F5344CB8AC3E}">
        <p14:creationId xmlns:p14="http://schemas.microsoft.com/office/powerpoint/2010/main" val="40704458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numbers">
  <p:cSld name="Title and numbers">
    <p:bg>
      <p:bgPr>
        <a:blipFill>
          <a:blip r:embed="rId2">
            <a:alphaModFix/>
          </a:blip>
          <a:stretch>
            <a:fillRect/>
          </a:stretch>
        </a:blipFill>
        <a:effectLst/>
      </p:bgPr>
    </p:bg>
    <p:spTree>
      <p:nvGrpSpPr>
        <p:cNvPr id="1" name="Shape 86"/>
        <p:cNvGrpSpPr/>
        <p:nvPr/>
      </p:nvGrpSpPr>
      <p:grpSpPr>
        <a:xfrm>
          <a:off x="0" y="0"/>
          <a:ext cx="0" cy="0"/>
          <a:chOff x="0" y="0"/>
          <a:chExt cx="0" cy="0"/>
        </a:xfrm>
      </p:grpSpPr>
      <p:sp>
        <p:nvSpPr>
          <p:cNvPr id="87" name="Google Shape;87;p19"/>
          <p:cNvSpPr txBox="1">
            <a:spLocks noGrp="1"/>
          </p:cNvSpPr>
          <p:nvPr>
            <p:ph type="subTitle" idx="1"/>
          </p:nvPr>
        </p:nvSpPr>
        <p:spPr>
          <a:xfrm>
            <a:off x="4759100" y="3612884"/>
            <a:ext cx="2768400" cy="8944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None/>
              <a:defRPr sz="1867"/>
            </a:lvl1pPr>
            <a:lvl2pPr lvl="1" algn="ctr" rtl="0">
              <a:lnSpc>
                <a:spcPct val="100000"/>
              </a:lnSpc>
              <a:spcBef>
                <a:spcPts val="2133"/>
              </a:spcBef>
              <a:spcAft>
                <a:spcPts val="0"/>
              </a:spcAft>
              <a:buNone/>
              <a:defRPr sz="1867"/>
            </a:lvl2pPr>
            <a:lvl3pPr lvl="2" algn="ctr" rtl="0">
              <a:lnSpc>
                <a:spcPct val="100000"/>
              </a:lnSpc>
              <a:spcBef>
                <a:spcPts val="2133"/>
              </a:spcBef>
              <a:spcAft>
                <a:spcPts val="0"/>
              </a:spcAft>
              <a:buNone/>
              <a:defRPr sz="1867"/>
            </a:lvl3pPr>
            <a:lvl4pPr lvl="3" algn="ctr" rtl="0">
              <a:lnSpc>
                <a:spcPct val="100000"/>
              </a:lnSpc>
              <a:spcBef>
                <a:spcPts val="2133"/>
              </a:spcBef>
              <a:spcAft>
                <a:spcPts val="0"/>
              </a:spcAft>
              <a:buNone/>
              <a:defRPr sz="1867"/>
            </a:lvl4pPr>
            <a:lvl5pPr lvl="4" algn="ctr" rtl="0">
              <a:lnSpc>
                <a:spcPct val="100000"/>
              </a:lnSpc>
              <a:spcBef>
                <a:spcPts val="2133"/>
              </a:spcBef>
              <a:spcAft>
                <a:spcPts val="0"/>
              </a:spcAft>
              <a:buNone/>
              <a:defRPr sz="1867"/>
            </a:lvl5pPr>
            <a:lvl6pPr lvl="5" algn="ctr" rtl="0">
              <a:lnSpc>
                <a:spcPct val="100000"/>
              </a:lnSpc>
              <a:spcBef>
                <a:spcPts val="2133"/>
              </a:spcBef>
              <a:spcAft>
                <a:spcPts val="0"/>
              </a:spcAft>
              <a:buNone/>
              <a:defRPr sz="1867"/>
            </a:lvl6pPr>
            <a:lvl7pPr lvl="6" algn="ctr" rtl="0">
              <a:lnSpc>
                <a:spcPct val="100000"/>
              </a:lnSpc>
              <a:spcBef>
                <a:spcPts val="2133"/>
              </a:spcBef>
              <a:spcAft>
                <a:spcPts val="0"/>
              </a:spcAft>
              <a:buNone/>
              <a:defRPr sz="1867"/>
            </a:lvl7pPr>
            <a:lvl8pPr lvl="7" algn="ctr" rtl="0">
              <a:lnSpc>
                <a:spcPct val="100000"/>
              </a:lnSpc>
              <a:spcBef>
                <a:spcPts val="2133"/>
              </a:spcBef>
              <a:spcAft>
                <a:spcPts val="0"/>
              </a:spcAft>
              <a:buNone/>
              <a:defRPr sz="1867"/>
            </a:lvl8pPr>
            <a:lvl9pPr lvl="8" algn="ctr" rtl="0">
              <a:lnSpc>
                <a:spcPct val="100000"/>
              </a:lnSpc>
              <a:spcBef>
                <a:spcPts val="2133"/>
              </a:spcBef>
              <a:spcAft>
                <a:spcPts val="2133"/>
              </a:spcAft>
              <a:buNone/>
              <a:defRPr sz="1867"/>
            </a:lvl9pPr>
          </a:lstStyle>
          <a:p>
            <a:r>
              <a:rPr lang="en-US"/>
              <a:t>Click to edit Master subtitle style</a:t>
            </a:r>
            <a:endParaRPr/>
          </a:p>
        </p:txBody>
      </p:sp>
      <p:sp>
        <p:nvSpPr>
          <p:cNvPr id="88" name="Google Shape;88;p19"/>
          <p:cNvSpPr txBox="1">
            <a:spLocks noGrp="1"/>
          </p:cNvSpPr>
          <p:nvPr>
            <p:ph type="title" hasCustomPrompt="1"/>
          </p:nvPr>
        </p:nvSpPr>
        <p:spPr>
          <a:xfrm>
            <a:off x="4759132" y="2350751"/>
            <a:ext cx="2768400" cy="10432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accent6"/>
              </a:buClr>
              <a:buSzPts val="6000"/>
              <a:buNone/>
              <a:defRPr sz="8000">
                <a:solidFill>
                  <a:schemeClr val="accent6"/>
                </a:solidFill>
              </a:defRPr>
            </a:lvl1pPr>
            <a:lvl2pPr lvl="1" algn="ctr" rtl="0">
              <a:spcBef>
                <a:spcPts val="0"/>
              </a:spcBef>
              <a:spcAft>
                <a:spcPts val="0"/>
              </a:spcAft>
              <a:buClr>
                <a:schemeClr val="accent6"/>
              </a:buClr>
              <a:buSzPts val="6000"/>
              <a:buNone/>
              <a:defRPr sz="8000">
                <a:solidFill>
                  <a:schemeClr val="accent6"/>
                </a:solidFill>
              </a:defRPr>
            </a:lvl2pPr>
            <a:lvl3pPr lvl="2" algn="ctr" rtl="0">
              <a:spcBef>
                <a:spcPts val="0"/>
              </a:spcBef>
              <a:spcAft>
                <a:spcPts val="0"/>
              </a:spcAft>
              <a:buClr>
                <a:schemeClr val="accent6"/>
              </a:buClr>
              <a:buSzPts val="6000"/>
              <a:buNone/>
              <a:defRPr sz="8000">
                <a:solidFill>
                  <a:schemeClr val="accent6"/>
                </a:solidFill>
              </a:defRPr>
            </a:lvl3pPr>
            <a:lvl4pPr lvl="3" algn="ctr" rtl="0">
              <a:spcBef>
                <a:spcPts val="0"/>
              </a:spcBef>
              <a:spcAft>
                <a:spcPts val="0"/>
              </a:spcAft>
              <a:buClr>
                <a:schemeClr val="accent6"/>
              </a:buClr>
              <a:buSzPts val="6000"/>
              <a:buNone/>
              <a:defRPr sz="8000">
                <a:solidFill>
                  <a:schemeClr val="accent6"/>
                </a:solidFill>
              </a:defRPr>
            </a:lvl4pPr>
            <a:lvl5pPr lvl="4" algn="ctr" rtl="0">
              <a:spcBef>
                <a:spcPts val="0"/>
              </a:spcBef>
              <a:spcAft>
                <a:spcPts val="0"/>
              </a:spcAft>
              <a:buClr>
                <a:schemeClr val="accent6"/>
              </a:buClr>
              <a:buSzPts val="6000"/>
              <a:buNone/>
              <a:defRPr sz="8000">
                <a:solidFill>
                  <a:schemeClr val="accent6"/>
                </a:solidFill>
              </a:defRPr>
            </a:lvl5pPr>
            <a:lvl6pPr lvl="5" algn="ctr" rtl="0">
              <a:spcBef>
                <a:spcPts val="0"/>
              </a:spcBef>
              <a:spcAft>
                <a:spcPts val="0"/>
              </a:spcAft>
              <a:buClr>
                <a:schemeClr val="accent6"/>
              </a:buClr>
              <a:buSzPts val="6000"/>
              <a:buNone/>
              <a:defRPr sz="8000">
                <a:solidFill>
                  <a:schemeClr val="accent6"/>
                </a:solidFill>
              </a:defRPr>
            </a:lvl6pPr>
            <a:lvl7pPr lvl="6" algn="ctr" rtl="0">
              <a:spcBef>
                <a:spcPts val="0"/>
              </a:spcBef>
              <a:spcAft>
                <a:spcPts val="0"/>
              </a:spcAft>
              <a:buClr>
                <a:schemeClr val="accent6"/>
              </a:buClr>
              <a:buSzPts val="6000"/>
              <a:buNone/>
              <a:defRPr sz="8000">
                <a:solidFill>
                  <a:schemeClr val="accent6"/>
                </a:solidFill>
              </a:defRPr>
            </a:lvl7pPr>
            <a:lvl8pPr lvl="7" algn="ctr" rtl="0">
              <a:spcBef>
                <a:spcPts val="0"/>
              </a:spcBef>
              <a:spcAft>
                <a:spcPts val="0"/>
              </a:spcAft>
              <a:buClr>
                <a:schemeClr val="accent6"/>
              </a:buClr>
              <a:buSzPts val="6000"/>
              <a:buNone/>
              <a:defRPr sz="8000">
                <a:solidFill>
                  <a:schemeClr val="accent6"/>
                </a:solidFill>
              </a:defRPr>
            </a:lvl8pPr>
            <a:lvl9pPr lvl="8" algn="ctr" rtl="0">
              <a:spcBef>
                <a:spcPts val="0"/>
              </a:spcBef>
              <a:spcAft>
                <a:spcPts val="0"/>
              </a:spcAft>
              <a:buClr>
                <a:schemeClr val="accent6"/>
              </a:buClr>
              <a:buSzPts val="6000"/>
              <a:buNone/>
              <a:defRPr sz="8000">
                <a:solidFill>
                  <a:schemeClr val="accent6"/>
                </a:solidFill>
              </a:defRPr>
            </a:lvl9pPr>
          </a:lstStyle>
          <a:p>
            <a:r>
              <a:t>xx%</a:t>
            </a:r>
          </a:p>
        </p:txBody>
      </p:sp>
      <p:sp>
        <p:nvSpPr>
          <p:cNvPr id="89" name="Google Shape;89;p19"/>
          <p:cNvSpPr txBox="1">
            <a:spLocks noGrp="1"/>
          </p:cNvSpPr>
          <p:nvPr>
            <p:ph type="subTitle" idx="2"/>
          </p:nvPr>
        </p:nvSpPr>
        <p:spPr>
          <a:xfrm>
            <a:off x="8405151" y="3612884"/>
            <a:ext cx="2768400" cy="8944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None/>
              <a:defRPr sz="1867"/>
            </a:lvl1pPr>
            <a:lvl2pPr lvl="1" algn="ctr" rtl="0">
              <a:lnSpc>
                <a:spcPct val="100000"/>
              </a:lnSpc>
              <a:spcBef>
                <a:spcPts val="2133"/>
              </a:spcBef>
              <a:spcAft>
                <a:spcPts val="0"/>
              </a:spcAft>
              <a:buNone/>
              <a:defRPr sz="1867"/>
            </a:lvl2pPr>
            <a:lvl3pPr lvl="2" algn="ctr" rtl="0">
              <a:lnSpc>
                <a:spcPct val="100000"/>
              </a:lnSpc>
              <a:spcBef>
                <a:spcPts val="2133"/>
              </a:spcBef>
              <a:spcAft>
                <a:spcPts val="0"/>
              </a:spcAft>
              <a:buNone/>
              <a:defRPr sz="1867"/>
            </a:lvl3pPr>
            <a:lvl4pPr lvl="3" algn="ctr" rtl="0">
              <a:lnSpc>
                <a:spcPct val="100000"/>
              </a:lnSpc>
              <a:spcBef>
                <a:spcPts val="2133"/>
              </a:spcBef>
              <a:spcAft>
                <a:spcPts val="0"/>
              </a:spcAft>
              <a:buNone/>
              <a:defRPr sz="1867"/>
            </a:lvl4pPr>
            <a:lvl5pPr lvl="4" algn="ctr" rtl="0">
              <a:lnSpc>
                <a:spcPct val="100000"/>
              </a:lnSpc>
              <a:spcBef>
                <a:spcPts val="2133"/>
              </a:spcBef>
              <a:spcAft>
                <a:spcPts val="0"/>
              </a:spcAft>
              <a:buNone/>
              <a:defRPr sz="1867"/>
            </a:lvl5pPr>
            <a:lvl6pPr lvl="5" algn="ctr" rtl="0">
              <a:lnSpc>
                <a:spcPct val="100000"/>
              </a:lnSpc>
              <a:spcBef>
                <a:spcPts val="2133"/>
              </a:spcBef>
              <a:spcAft>
                <a:spcPts val="0"/>
              </a:spcAft>
              <a:buNone/>
              <a:defRPr sz="1867"/>
            </a:lvl6pPr>
            <a:lvl7pPr lvl="6" algn="ctr" rtl="0">
              <a:lnSpc>
                <a:spcPct val="100000"/>
              </a:lnSpc>
              <a:spcBef>
                <a:spcPts val="2133"/>
              </a:spcBef>
              <a:spcAft>
                <a:spcPts val="0"/>
              </a:spcAft>
              <a:buNone/>
              <a:defRPr sz="1867"/>
            </a:lvl7pPr>
            <a:lvl8pPr lvl="7" algn="ctr" rtl="0">
              <a:lnSpc>
                <a:spcPct val="100000"/>
              </a:lnSpc>
              <a:spcBef>
                <a:spcPts val="2133"/>
              </a:spcBef>
              <a:spcAft>
                <a:spcPts val="0"/>
              </a:spcAft>
              <a:buNone/>
              <a:defRPr sz="1867"/>
            </a:lvl8pPr>
            <a:lvl9pPr lvl="8" algn="ctr" rtl="0">
              <a:lnSpc>
                <a:spcPct val="100000"/>
              </a:lnSpc>
              <a:spcBef>
                <a:spcPts val="2133"/>
              </a:spcBef>
              <a:spcAft>
                <a:spcPts val="2133"/>
              </a:spcAft>
              <a:buNone/>
              <a:defRPr sz="1867"/>
            </a:lvl9pPr>
          </a:lstStyle>
          <a:p>
            <a:r>
              <a:rPr lang="en-US"/>
              <a:t>Click to edit Master subtitle style</a:t>
            </a:r>
            <a:endParaRPr/>
          </a:p>
        </p:txBody>
      </p:sp>
      <p:sp>
        <p:nvSpPr>
          <p:cNvPr id="90" name="Google Shape;90;p19"/>
          <p:cNvSpPr txBox="1">
            <a:spLocks noGrp="1"/>
          </p:cNvSpPr>
          <p:nvPr>
            <p:ph type="title" idx="3" hasCustomPrompt="1"/>
          </p:nvPr>
        </p:nvSpPr>
        <p:spPr>
          <a:xfrm>
            <a:off x="8405181" y="2350751"/>
            <a:ext cx="2768400" cy="10432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accent6"/>
              </a:buClr>
              <a:buSzPts val="6000"/>
              <a:buNone/>
              <a:defRPr sz="8000">
                <a:solidFill>
                  <a:schemeClr val="accent4"/>
                </a:solidFill>
              </a:defRPr>
            </a:lvl1pPr>
            <a:lvl2pPr lvl="1" algn="ctr" rtl="0">
              <a:spcBef>
                <a:spcPts val="0"/>
              </a:spcBef>
              <a:spcAft>
                <a:spcPts val="0"/>
              </a:spcAft>
              <a:buClr>
                <a:schemeClr val="accent6"/>
              </a:buClr>
              <a:buSzPts val="6000"/>
              <a:buNone/>
              <a:defRPr sz="8000">
                <a:solidFill>
                  <a:schemeClr val="accent6"/>
                </a:solidFill>
              </a:defRPr>
            </a:lvl2pPr>
            <a:lvl3pPr lvl="2" algn="ctr" rtl="0">
              <a:spcBef>
                <a:spcPts val="0"/>
              </a:spcBef>
              <a:spcAft>
                <a:spcPts val="0"/>
              </a:spcAft>
              <a:buClr>
                <a:schemeClr val="accent6"/>
              </a:buClr>
              <a:buSzPts val="6000"/>
              <a:buNone/>
              <a:defRPr sz="8000">
                <a:solidFill>
                  <a:schemeClr val="accent6"/>
                </a:solidFill>
              </a:defRPr>
            </a:lvl3pPr>
            <a:lvl4pPr lvl="3" algn="ctr" rtl="0">
              <a:spcBef>
                <a:spcPts val="0"/>
              </a:spcBef>
              <a:spcAft>
                <a:spcPts val="0"/>
              </a:spcAft>
              <a:buClr>
                <a:schemeClr val="accent6"/>
              </a:buClr>
              <a:buSzPts val="6000"/>
              <a:buNone/>
              <a:defRPr sz="8000">
                <a:solidFill>
                  <a:schemeClr val="accent6"/>
                </a:solidFill>
              </a:defRPr>
            </a:lvl4pPr>
            <a:lvl5pPr lvl="4" algn="ctr" rtl="0">
              <a:spcBef>
                <a:spcPts val="0"/>
              </a:spcBef>
              <a:spcAft>
                <a:spcPts val="0"/>
              </a:spcAft>
              <a:buClr>
                <a:schemeClr val="accent6"/>
              </a:buClr>
              <a:buSzPts val="6000"/>
              <a:buNone/>
              <a:defRPr sz="8000">
                <a:solidFill>
                  <a:schemeClr val="accent6"/>
                </a:solidFill>
              </a:defRPr>
            </a:lvl5pPr>
            <a:lvl6pPr lvl="5" algn="ctr" rtl="0">
              <a:spcBef>
                <a:spcPts val="0"/>
              </a:spcBef>
              <a:spcAft>
                <a:spcPts val="0"/>
              </a:spcAft>
              <a:buClr>
                <a:schemeClr val="accent6"/>
              </a:buClr>
              <a:buSzPts val="6000"/>
              <a:buNone/>
              <a:defRPr sz="8000">
                <a:solidFill>
                  <a:schemeClr val="accent6"/>
                </a:solidFill>
              </a:defRPr>
            </a:lvl6pPr>
            <a:lvl7pPr lvl="6" algn="ctr" rtl="0">
              <a:spcBef>
                <a:spcPts val="0"/>
              </a:spcBef>
              <a:spcAft>
                <a:spcPts val="0"/>
              </a:spcAft>
              <a:buClr>
                <a:schemeClr val="accent6"/>
              </a:buClr>
              <a:buSzPts val="6000"/>
              <a:buNone/>
              <a:defRPr sz="8000">
                <a:solidFill>
                  <a:schemeClr val="accent6"/>
                </a:solidFill>
              </a:defRPr>
            </a:lvl7pPr>
            <a:lvl8pPr lvl="7" algn="ctr" rtl="0">
              <a:spcBef>
                <a:spcPts val="0"/>
              </a:spcBef>
              <a:spcAft>
                <a:spcPts val="0"/>
              </a:spcAft>
              <a:buClr>
                <a:schemeClr val="accent6"/>
              </a:buClr>
              <a:buSzPts val="6000"/>
              <a:buNone/>
              <a:defRPr sz="8000">
                <a:solidFill>
                  <a:schemeClr val="accent6"/>
                </a:solidFill>
              </a:defRPr>
            </a:lvl8pPr>
            <a:lvl9pPr lvl="8" algn="ctr" rtl="0">
              <a:spcBef>
                <a:spcPts val="0"/>
              </a:spcBef>
              <a:spcAft>
                <a:spcPts val="0"/>
              </a:spcAft>
              <a:buClr>
                <a:schemeClr val="accent6"/>
              </a:buClr>
              <a:buSzPts val="6000"/>
              <a:buNone/>
              <a:defRPr sz="8000">
                <a:solidFill>
                  <a:schemeClr val="accent6"/>
                </a:solidFill>
              </a:defRPr>
            </a:lvl9pPr>
          </a:lstStyle>
          <a:p>
            <a:r>
              <a:t>xx%</a:t>
            </a:r>
          </a:p>
        </p:txBody>
      </p:sp>
      <p:sp>
        <p:nvSpPr>
          <p:cNvPr id="91" name="Google Shape;91;p19"/>
          <p:cNvSpPr txBox="1">
            <a:spLocks noGrp="1"/>
          </p:cNvSpPr>
          <p:nvPr>
            <p:ph type="subTitle" idx="4"/>
          </p:nvPr>
        </p:nvSpPr>
        <p:spPr>
          <a:xfrm>
            <a:off x="1005417" y="3612884"/>
            <a:ext cx="2768400" cy="8944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None/>
              <a:defRPr sz="1867"/>
            </a:lvl1pPr>
            <a:lvl2pPr lvl="1" algn="ctr" rtl="0">
              <a:lnSpc>
                <a:spcPct val="100000"/>
              </a:lnSpc>
              <a:spcBef>
                <a:spcPts val="2133"/>
              </a:spcBef>
              <a:spcAft>
                <a:spcPts val="0"/>
              </a:spcAft>
              <a:buNone/>
              <a:defRPr sz="1867"/>
            </a:lvl2pPr>
            <a:lvl3pPr lvl="2" algn="ctr" rtl="0">
              <a:lnSpc>
                <a:spcPct val="100000"/>
              </a:lnSpc>
              <a:spcBef>
                <a:spcPts val="2133"/>
              </a:spcBef>
              <a:spcAft>
                <a:spcPts val="0"/>
              </a:spcAft>
              <a:buNone/>
              <a:defRPr sz="1867"/>
            </a:lvl3pPr>
            <a:lvl4pPr lvl="3" algn="ctr" rtl="0">
              <a:lnSpc>
                <a:spcPct val="100000"/>
              </a:lnSpc>
              <a:spcBef>
                <a:spcPts val="2133"/>
              </a:spcBef>
              <a:spcAft>
                <a:spcPts val="0"/>
              </a:spcAft>
              <a:buNone/>
              <a:defRPr sz="1867"/>
            </a:lvl4pPr>
            <a:lvl5pPr lvl="4" algn="ctr" rtl="0">
              <a:lnSpc>
                <a:spcPct val="100000"/>
              </a:lnSpc>
              <a:spcBef>
                <a:spcPts val="2133"/>
              </a:spcBef>
              <a:spcAft>
                <a:spcPts val="0"/>
              </a:spcAft>
              <a:buNone/>
              <a:defRPr sz="1867"/>
            </a:lvl5pPr>
            <a:lvl6pPr lvl="5" algn="ctr" rtl="0">
              <a:lnSpc>
                <a:spcPct val="100000"/>
              </a:lnSpc>
              <a:spcBef>
                <a:spcPts val="2133"/>
              </a:spcBef>
              <a:spcAft>
                <a:spcPts val="0"/>
              </a:spcAft>
              <a:buNone/>
              <a:defRPr sz="1867"/>
            </a:lvl6pPr>
            <a:lvl7pPr lvl="6" algn="ctr" rtl="0">
              <a:lnSpc>
                <a:spcPct val="100000"/>
              </a:lnSpc>
              <a:spcBef>
                <a:spcPts val="2133"/>
              </a:spcBef>
              <a:spcAft>
                <a:spcPts val="0"/>
              </a:spcAft>
              <a:buNone/>
              <a:defRPr sz="1867"/>
            </a:lvl7pPr>
            <a:lvl8pPr lvl="7" algn="ctr" rtl="0">
              <a:lnSpc>
                <a:spcPct val="100000"/>
              </a:lnSpc>
              <a:spcBef>
                <a:spcPts val="2133"/>
              </a:spcBef>
              <a:spcAft>
                <a:spcPts val="0"/>
              </a:spcAft>
              <a:buNone/>
              <a:defRPr sz="1867"/>
            </a:lvl8pPr>
            <a:lvl9pPr lvl="8" algn="ctr" rtl="0">
              <a:lnSpc>
                <a:spcPct val="100000"/>
              </a:lnSpc>
              <a:spcBef>
                <a:spcPts val="2133"/>
              </a:spcBef>
              <a:spcAft>
                <a:spcPts val="2133"/>
              </a:spcAft>
              <a:buNone/>
              <a:defRPr sz="1867"/>
            </a:lvl9pPr>
          </a:lstStyle>
          <a:p>
            <a:r>
              <a:rPr lang="en-US"/>
              <a:t>Click to edit Master subtitle style</a:t>
            </a:r>
            <a:endParaRPr/>
          </a:p>
        </p:txBody>
      </p:sp>
      <p:sp>
        <p:nvSpPr>
          <p:cNvPr id="92" name="Google Shape;92;p19"/>
          <p:cNvSpPr txBox="1">
            <a:spLocks noGrp="1"/>
          </p:cNvSpPr>
          <p:nvPr>
            <p:ph type="title" idx="5" hasCustomPrompt="1"/>
          </p:nvPr>
        </p:nvSpPr>
        <p:spPr>
          <a:xfrm>
            <a:off x="1005448" y="2350751"/>
            <a:ext cx="2768400" cy="10432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accent6"/>
              </a:buClr>
              <a:buSzPts val="6000"/>
              <a:buNone/>
              <a:defRPr sz="8000">
                <a:solidFill>
                  <a:schemeClr val="lt2"/>
                </a:solidFill>
              </a:defRPr>
            </a:lvl1pPr>
            <a:lvl2pPr lvl="1" algn="ctr" rtl="0">
              <a:spcBef>
                <a:spcPts val="0"/>
              </a:spcBef>
              <a:spcAft>
                <a:spcPts val="0"/>
              </a:spcAft>
              <a:buClr>
                <a:schemeClr val="accent6"/>
              </a:buClr>
              <a:buSzPts val="6000"/>
              <a:buNone/>
              <a:defRPr sz="8000">
                <a:solidFill>
                  <a:schemeClr val="accent6"/>
                </a:solidFill>
              </a:defRPr>
            </a:lvl2pPr>
            <a:lvl3pPr lvl="2" algn="ctr" rtl="0">
              <a:spcBef>
                <a:spcPts val="0"/>
              </a:spcBef>
              <a:spcAft>
                <a:spcPts val="0"/>
              </a:spcAft>
              <a:buClr>
                <a:schemeClr val="accent6"/>
              </a:buClr>
              <a:buSzPts val="6000"/>
              <a:buNone/>
              <a:defRPr sz="8000">
                <a:solidFill>
                  <a:schemeClr val="accent6"/>
                </a:solidFill>
              </a:defRPr>
            </a:lvl3pPr>
            <a:lvl4pPr lvl="3" algn="ctr" rtl="0">
              <a:spcBef>
                <a:spcPts val="0"/>
              </a:spcBef>
              <a:spcAft>
                <a:spcPts val="0"/>
              </a:spcAft>
              <a:buClr>
                <a:schemeClr val="accent6"/>
              </a:buClr>
              <a:buSzPts val="6000"/>
              <a:buNone/>
              <a:defRPr sz="8000">
                <a:solidFill>
                  <a:schemeClr val="accent6"/>
                </a:solidFill>
              </a:defRPr>
            </a:lvl4pPr>
            <a:lvl5pPr lvl="4" algn="ctr" rtl="0">
              <a:spcBef>
                <a:spcPts val="0"/>
              </a:spcBef>
              <a:spcAft>
                <a:spcPts val="0"/>
              </a:spcAft>
              <a:buClr>
                <a:schemeClr val="accent6"/>
              </a:buClr>
              <a:buSzPts val="6000"/>
              <a:buNone/>
              <a:defRPr sz="8000">
                <a:solidFill>
                  <a:schemeClr val="accent6"/>
                </a:solidFill>
              </a:defRPr>
            </a:lvl5pPr>
            <a:lvl6pPr lvl="5" algn="ctr" rtl="0">
              <a:spcBef>
                <a:spcPts val="0"/>
              </a:spcBef>
              <a:spcAft>
                <a:spcPts val="0"/>
              </a:spcAft>
              <a:buClr>
                <a:schemeClr val="accent6"/>
              </a:buClr>
              <a:buSzPts val="6000"/>
              <a:buNone/>
              <a:defRPr sz="8000">
                <a:solidFill>
                  <a:schemeClr val="accent6"/>
                </a:solidFill>
              </a:defRPr>
            </a:lvl6pPr>
            <a:lvl7pPr lvl="6" algn="ctr" rtl="0">
              <a:spcBef>
                <a:spcPts val="0"/>
              </a:spcBef>
              <a:spcAft>
                <a:spcPts val="0"/>
              </a:spcAft>
              <a:buClr>
                <a:schemeClr val="accent6"/>
              </a:buClr>
              <a:buSzPts val="6000"/>
              <a:buNone/>
              <a:defRPr sz="8000">
                <a:solidFill>
                  <a:schemeClr val="accent6"/>
                </a:solidFill>
              </a:defRPr>
            </a:lvl7pPr>
            <a:lvl8pPr lvl="7" algn="ctr" rtl="0">
              <a:spcBef>
                <a:spcPts val="0"/>
              </a:spcBef>
              <a:spcAft>
                <a:spcPts val="0"/>
              </a:spcAft>
              <a:buClr>
                <a:schemeClr val="accent6"/>
              </a:buClr>
              <a:buSzPts val="6000"/>
              <a:buNone/>
              <a:defRPr sz="8000">
                <a:solidFill>
                  <a:schemeClr val="accent6"/>
                </a:solidFill>
              </a:defRPr>
            </a:lvl8pPr>
            <a:lvl9pPr lvl="8" algn="ctr" rtl="0">
              <a:spcBef>
                <a:spcPts val="0"/>
              </a:spcBef>
              <a:spcAft>
                <a:spcPts val="0"/>
              </a:spcAft>
              <a:buClr>
                <a:schemeClr val="accent6"/>
              </a:buClr>
              <a:buSzPts val="6000"/>
              <a:buNone/>
              <a:defRPr sz="8000">
                <a:solidFill>
                  <a:schemeClr val="accent6"/>
                </a:solidFill>
              </a:defRPr>
            </a:lvl9pPr>
          </a:lstStyle>
          <a:p>
            <a:r>
              <a:t>xx%</a:t>
            </a:r>
          </a:p>
        </p:txBody>
      </p:sp>
    </p:spTree>
    <p:extLst>
      <p:ext uri="{BB962C8B-B14F-4D97-AF65-F5344CB8AC3E}">
        <p14:creationId xmlns:p14="http://schemas.microsoft.com/office/powerpoint/2010/main" val="28363610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and six columns ">
  <p:cSld name="Title and six columns ">
    <p:bg>
      <p:bgPr>
        <a:blipFill>
          <a:blip r:embed="rId2">
            <a:alphaModFix/>
          </a:blip>
          <a:stretch>
            <a:fillRect/>
          </a:stretch>
        </a:blipFill>
        <a:effectLst/>
      </p:bgPr>
    </p:bg>
    <p:spTree>
      <p:nvGrpSpPr>
        <p:cNvPr id="1" name="Shape 93"/>
        <p:cNvGrpSpPr/>
        <p:nvPr/>
      </p:nvGrpSpPr>
      <p:grpSpPr>
        <a:xfrm>
          <a:off x="0" y="0"/>
          <a:ext cx="0" cy="0"/>
          <a:chOff x="0" y="0"/>
          <a:chExt cx="0" cy="0"/>
        </a:xfrm>
      </p:grpSpPr>
      <p:sp>
        <p:nvSpPr>
          <p:cNvPr id="94" name="Google Shape;94;p20"/>
          <p:cNvSpPr txBox="1">
            <a:spLocks noGrp="1"/>
          </p:cNvSpPr>
          <p:nvPr>
            <p:ph type="subTitle" idx="1"/>
          </p:nvPr>
        </p:nvSpPr>
        <p:spPr>
          <a:xfrm>
            <a:off x="1360033" y="4826347"/>
            <a:ext cx="2872000" cy="10064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None/>
              <a:defRPr sz="2133"/>
            </a:lvl1pPr>
            <a:lvl2pPr lvl="1" algn="ctr" rtl="0">
              <a:lnSpc>
                <a:spcPct val="100000"/>
              </a:lnSpc>
              <a:spcBef>
                <a:spcPts val="2133"/>
              </a:spcBef>
              <a:spcAft>
                <a:spcPts val="0"/>
              </a:spcAft>
              <a:buNone/>
              <a:defRPr sz="2133"/>
            </a:lvl2pPr>
            <a:lvl3pPr lvl="2" algn="ctr" rtl="0">
              <a:lnSpc>
                <a:spcPct val="100000"/>
              </a:lnSpc>
              <a:spcBef>
                <a:spcPts val="2133"/>
              </a:spcBef>
              <a:spcAft>
                <a:spcPts val="0"/>
              </a:spcAft>
              <a:buNone/>
              <a:defRPr sz="2133"/>
            </a:lvl3pPr>
            <a:lvl4pPr lvl="3" algn="ctr" rtl="0">
              <a:lnSpc>
                <a:spcPct val="100000"/>
              </a:lnSpc>
              <a:spcBef>
                <a:spcPts val="2133"/>
              </a:spcBef>
              <a:spcAft>
                <a:spcPts val="0"/>
              </a:spcAft>
              <a:buNone/>
              <a:defRPr sz="2133"/>
            </a:lvl4pPr>
            <a:lvl5pPr lvl="4" algn="ctr" rtl="0">
              <a:lnSpc>
                <a:spcPct val="100000"/>
              </a:lnSpc>
              <a:spcBef>
                <a:spcPts val="2133"/>
              </a:spcBef>
              <a:spcAft>
                <a:spcPts val="0"/>
              </a:spcAft>
              <a:buNone/>
              <a:defRPr sz="2133"/>
            </a:lvl5pPr>
            <a:lvl6pPr lvl="5" algn="ctr" rtl="0">
              <a:lnSpc>
                <a:spcPct val="100000"/>
              </a:lnSpc>
              <a:spcBef>
                <a:spcPts val="2133"/>
              </a:spcBef>
              <a:spcAft>
                <a:spcPts val="0"/>
              </a:spcAft>
              <a:buNone/>
              <a:defRPr sz="2133"/>
            </a:lvl6pPr>
            <a:lvl7pPr lvl="6" algn="ctr" rtl="0">
              <a:lnSpc>
                <a:spcPct val="100000"/>
              </a:lnSpc>
              <a:spcBef>
                <a:spcPts val="2133"/>
              </a:spcBef>
              <a:spcAft>
                <a:spcPts val="0"/>
              </a:spcAft>
              <a:buNone/>
              <a:defRPr sz="2133"/>
            </a:lvl7pPr>
            <a:lvl8pPr lvl="7" algn="ctr" rtl="0">
              <a:lnSpc>
                <a:spcPct val="100000"/>
              </a:lnSpc>
              <a:spcBef>
                <a:spcPts val="2133"/>
              </a:spcBef>
              <a:spcAft>
                <a:spcPts val="0"/>
              </a:spcAft>
              <a:buNone/>
              <a:defRPr sz="2133"/>
            </a:lvl8pPr>
            <a:lvl9pPr lvl="8" algn="ctr" rtl="0">
              <a:lnSpc>
                <a:spcPct val="100000"/>
              </a:lnSpc>
              <a:spcBef>
                <a:spcPts val="2133"/>
              </a:spcBef>
              <a:spcAft>
                <a:spcPts val="2133"/>
              </a:spcAft>
              <a:buNone/>
              <a:defRPr sz="2133"/>
            </a:lvl9pPr>
          </a:lstStyle>
          <a:p>
            <a:r>
              <a:rPr lang="en-US"/>
              <a:t>Click to edit Master subtitle style</a:t>
            </a:r>
            <a:endParaRPr/>
          </a:p>
        </p:txBody>
      </p:sp>
      <p:sp>
        <p:nvSpPr>
          <p:cNvPr id="95" name="Google Shape;95;p20"/>
          <p:cNvSpPr txBox="1">
            <a:spLocks noGrp="1"/>
          </p:cNvSpPr>
          <p:nvPr>
            <p:ph type="subTitle" idx="2"/>
          </p:nvPr>
        </p:nvSpPr>
        <p:spPr>
          <a:xfrm>
            <a:off x="4653513" y="4826347"/>
            <a:ext cx="2872000" cy="10064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None/>
              <a:defRPr sz="2133"/>
            </a:lvl1pPr>
            <a:lvl2pPr lvl="1" algn="ctr" rtl="0">
              <a:lnSpc>
                <a:spcPct val="100000"/>
              </a:lnSpc>
              <a:spcBef>
                <a:spcPts val="2133"/>
              </a:spcBef>
              <a:spcAft>
                <a:spcPts val="0"/>
              </a:spcAft>
              <a:buNone/>
              <a:defRPr sz="2133"/>
            </a:lvl2pPr>
            <a:lvl3pPr lvl="2" algn="ctr" rtl="0">
              <a:lnSpc>
                <a:spcPct val="100000"/>
              </a:lnSpc>
              <a:spcBef>
                <a:spcPts val="2133"/>
              </a:spcBef>
              <a:spcAft>
                <a:spcPts val="0"/>
              </a:spcAft>
              <a:buNone/>
              <a:defRPr sz="2133"/>
            </a:lvl3pPr>
            <a:lvl4pPr lvl="3" algn="ctr" rtl="0">
              <a:lnSpc>
                <a:spcPct val="100000"/>
              </a:lnSpc>
              <a:spcBef>
                <a:spcPts val="2133"/>
              </a:spcBef>
              <a:spcAft>
                <a:spcPts val="0"/>
              </a:spcAft>
              <a:buNone/>
              <a:defRPr sz="2133"/>
            </a:lvl4pPr>
            <a:lvl5pPr lvl="4" algn="ctr" rtl="0">
              <a:lnSpc>
                <a:spcPct val="100000"/>
              </a:lnSpc>
              <a:spcBef>
                <a:spcPts val="2133"/>
              </a:spcBef>
              <a:spcAft>
                <a:spcPts val="0"/>
              </a:spcAft>
              <a:buNone/>
              <a:defRPr sz="2133"/>
            </a:lvl5pPr>
            <a:lvl6pPr lvl="5" algn="ctr" rtl="0">
              <a:lnSpc>
                <a:spcPct val="100000"/>
              </a:lnSpc>
              <a:spcBef>
                <a:spcPts val="2133"/>
              </a:spcBef>
              <a:spcAft>
                <a:spcPts val="0"/>
              </a:spcAft>
              <a:buNone/>
              <a:defRPr sz="2133"/>
            </a:lvl6pPr>
            <a:lvl7pPr lvl="6" algn="ctr" rtl="0">
              <a:lnSpc>
                <a:spcPct val="100000"/>
              </a:lnSpc>
              <a:spcBef>
                <a:spcPts val="2133"/>
              </a:spcBef>
              <a:spcAft>
                <a:spcPts val="0"/>
              </a:spcAft>
              <a:buNone/>
              <a:defRPr sz="2133"/>
            </a:lvl7pPr>
            <a:lvl8pPr lvl="7" algn="ctr" rtl="0">
              <a:lnSpc>
                <a:spcPct val="100000"/>
              </a:lnSpc>
              <a:spcBef>
                <a:spcPts val="2133"/>
              </a:spcBef>
              <a:spcAft>
                <a:spcPts val="0"/>
              </a:spcAft>
              <a:buNone/>
              <a:defRPr sz="2133"/>
            </a:lvl8pPr>
            <a:lvl9pPr lvl="8" algn="ctr" rtl="0">
              <a:lnSpc>
                <a:spcPct val="100000"/>
              </a:lnSpc>
              <a:spcBef>
                <a:spcPts val="2133"/>
              </a:spcBef>
              <a:spcAft>
                <a:spcPts val="2133"/>
              </a:spcAft>
              <a:buNone/>
              <a:defRPr sz="2133"/>
            </a:lvl9pPr>
          </a:lstStyle>
          <a:p>
            <a:r>
              <a:rPr lang="en-US"/>
              <a:t>Click to edit Master subtitle style</a:t>
            </a:r>
            <a:endParaRPr/>
          </a:p>
        </p:txBody>
      </p:sp>
      <p:sp>
        <p:nvSpPr>
          <p:cNvPr id="96" name="Google Shape;96;p20"/>
          <p:cNvSpPr txBox="1">
            <a:spLocks noGrp="1"/>
          </p:cNvSpPr>
          <p:nvPr>
            <p:ph type="subTitle" idx="3"/>
          </p:nvPr>
        </p:nvSpPr>
        <p:spPr>
          <a:xfrm>
            <a:off x="7959967" y="4826347"/>
            <a:ext cx="2872000" cy="10064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None/>
              <a:defRPr sz="2133"/>
            </a:lvl1pPr>
            <a:lvl2pPr lvl="1" algn="ctr" rtl="0">
              <a:lnSpc>
                <a:spcPct val="100000"/>
              </a:lnSpc>
              <a:spcBef>
                <a:spcPts val="2133"/>
              </a:spcBef>
              <a:spcAft>
                <a:spcPts val="0"/>
              </a:spcAft>
              <a:buNone/>
              <a:defRPr sz="2133"/>
            </a:lvl2pPr>
            <a:lvl3pPr lvl="2" algn="ctr" rtl="0">
              <a:lnSpc>
                <a:spcPct val="100000"/>
              </a:lnSpc>
              <a:spcBef>
                <a:spcPts val="2133"/>
              </a:spcBef>
              <a:spcAft>
                <a:spcPts val="0"/>
              </a:spcAft>
              <a:buNone/>
              <a:defRPr sz="2133"/>
            </a:lvl3pPr>
            <a:lvl4pPr lvl="3" algn="ctr" rtl="0">
              <a:lnSpc>
                <a:spcPct val="100000"/>
              </a:lnSpc>
              <a:spcBef>
                <a:spcPts val="2133"/>
              </a:spcBef>
              <a:spcAft>
                <a:spcPts val="0"/>
              </a:spcAft>
              <a:buNone/>
              <a:defRPr sz="2133"/>
            </a:lvl4pPr>
            <a:lvl5pPr lvl="4" algn="ctr" rtl="0">
              <a:lnSpc>
                <a:spcPct val="100000"/>
              </a:lnSpc>
              <a:spcBef>
                <a:spcPts val="2133"/>
              </a:spcBef>
              <a:spcAft>
                <a:spcPts val="0"/>
              </a:spcAft>
              <a:buNone/>
              <a:defRPr sz="2133"/>
            </a:lvl5pPr>
            <a:lvl6pPr lvl="5" algn="ctr" rtl="0">
              <a:lnSpc>
                <a:spcPct val="100000"/>
              </a:lnSpc>
              <a:spcBef>
                <a:spcPts val="2133"/>
              </a:spcBef>
              <a:spcAft>
                <a:spcPts val="0"/>
              </a:spcAft>
              <a:buNone/>
              <a:defRPr sz="2133"/>
            </a:lvl6pPr>
            <a:lvl7pPr lvl="6" algn="ctr" rtl="0">
              <a:lnSpc>
                <a:spcPct val="100000"/>
              </a:lnSpc>
              <a:spcBef>
                <a:spcPts val="2133"/>
              </a:spcBef>
              <a:spcAft>
                <a:spcPts val="0"/>
              </a:spcAft>
              <a:buNone/>
              <a:defRPr sz="2133"/>
            </a:lvl7pPr>
            <a:lvl8pPr lvl="7" algn="ctr" rtl="0">
              <a:lnSpc>
                <a:spcPct val="100000"/>
              </a:lnSpc>
              <a:spcBef>
                <a:spcPts val="2133"/>
              </a:spcBef>
              <a:spcAft>
                <a:spcPts val="0"/>
              </a:spcAft>
              <a:buNone/>
              <a:defRPr sz="2133"/>
            </a:lvl8pPr>
            <a:lvl9pPr lvl="8" algn="ctr" rtl="0">
              <a:lnSpc>
                <a:spcPct val="100000"/>
              </a:lnSpc>
              <a:spcBef>
                <a:spcPts val="2133"/>
              </a:spcBef>
              <a:spcAft>
                <a:spcPts val="2133"/>
              </a:spcAft>
              <a:buNone/>
              <a:defRPr sz="2133"/>
            </a:lvl9pPr>
          </a:lstStyle>
          <a:p>
            <a:r>
              <a:rPr lang="en-US"/>
              <a:t>Click to edit Master subtitle style</a:t>
            </a:r>
            <a:endParaRPr/>
          </a:p>
        </p:txBody>
      </p:sp>
      <p:sp>
        <p:nvSpPr>
          <p:cNvPr id="97" name="Google Shape;97;p20"/>
          <p:cNvSpPr txBox="1">
            <a:spLocks noGrp="1"/>
          </p:cNvSpPr>
          <p:nvPr>
            <p:ph type="subTitle" idx="4"/>
          </p:nvPr>
        </p:nvSpPr>
        <p:spPr>
          <a:xfrm>
            <a:off x="1360033" y="2951416"/>
            <a:ext cx="2872000" cy="10064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None/>
              <a:defRPr sz="2133"/>
            </a:lvl1pPr>
            <a:lvl2pPr lvl="1" algn="ctr" rtl="0">
              <a:lnSpc>
                <a:spcPct val="100000"/>
              </a:lnSpc>
              <a:spcBef>
                <a:spcPts val="2133"/>
              </a:spcBef>
              <a:spcAft>
                <a:spcPts val="0"/>
              </a:spcAft>
              <a:buNone/>
              <a:defRPr sz="2133"/>
            </a:lvl2pPr>
            <a:lvl3pPr lvl="2" algn="ctr" rtl="0">
              <a:lnSpc>
                <a:spcPct val="100000"/>
              </a:lnSpc>
              <a:spcBef>
                <a:spcPts val="2133"/>
              </a:spcBef>
              <a:spcAft>
                <a:spcPts val="0"/>
              </a:spcAft>
              <a:buNone/>
              <a:defRPr sz="2133"/>
            </a:lvl3pPr>
            <a:lvl4pPr lvl="3" algn="ctr" rtl="0">
              <a:lnSpc>
                <a:spcPct val="100000"/>
              </a:lnSpc>
              <a:spcBef>
                <a:spcPts val="2133"/>
              </a:spcBef>
              <a:spcAft>
                <a:spcPts val="0"/>
              </a:spcAft>
              <a:buNone/>
              <a:defRPr sz="2133"/>
            </a:lvl4pPr>
            <a:lvl5pPr lvl="4" algn="ctr" rtl="0">
              <a:lnSpc>
                <a:spcPct val="100000"/>
              </a:lnSpc>
              <a:spcBef>
                <a:spcPts val="2133"/>
              </a:spcBef>
              <a:spcAft>
                <a:spcPts val="0"/>
              </a:spcAft>
              <a:buNone/>
              <a:defRPr sz="2133"/>
            </a:lvl5pPr>
            <a:lvl6pPr lvl="5" algn="ctr" rtl="0">
              <a:lnSpc>
                <a:spcPct val="100000"/>
              </a:lnSpc>
              <a:spcBef>
                <a:spcPts val="2133"/>
              </a:spcBef>
              <a:spcAft>
                <a:spcPts val="0"/>
              </a:spcAft>
              <a:buNone/>
              <a:defRPr sz="2133"/>
            </a:lvl6pPr>
            <a:lvl7pPr lvl="6" algn="ctr" rtl="0">
              <a:lnSpc>
                <a:spcPct val="100000"/>
              </a:lnSpc>
              <a:spcBef>
                <a:spcPts val="2133"/>
              </a:spcBef>
              <a:spcAft>
                <a:spcPts val="0"/>
              </a:spcAft>
              <a:buNone/>
              <a:defRPr sz="2133"/>
            </a:lvl7pPr>
            <a:lvl8pPr lvl="7" algn="ctr" rtl="0">
              <a:lnSpc>
                <a:spcPct val="100000"/>
              </a:lnSpc>
              <a:spcBef>
                <a:spcPts val="2133"/>
              </a:spcBef>
              <a:spcAft>
                <a:spcPts val="0"/>
              </a:spcAft>
              <a:buNone/>
              <a:defRPr sz="2133"/>
            </a:lvl8pPr>
            <a:lvl9pPr lvl="8" algn="ctr" rtl="0">
              <a:lnSpc>
                <a:spcPct val="100000"/>
              </a:lnSpc>
              <a:spcBef>
                <a:spcPts val="2133"/>
              </a:spcBef>
              <a:spcAft>
                <a:spcPts val="2133"/>
              </a:spcAft>
              <a:buNone/>
              <a:defRPr sz="2133"/>
            </a:lvl9pPr>
          </a:lstStyle>
          <a:p>
            <a:r>
              <a:rPr lang="en-US"/>
              <a:t>Click to edit Master subtitle style</a:t>
            </a:r>
            <a:endParaRPr/>
          </a:p>
        </p:txBody>
      </p:sp>
      <p:sp>
        <p:nvSpPr>
          <p:cNvPr id="98" name="Google Shape;98;p20"/>
          <p:cNvSpPr txBox="1">
            <a:spLocks noGrp="1"/>
          </p:cNvSpPr>
          <p:nvPr>
            <p:ph type="subTitle" idx="5"/>
          </p:nvPr>
        </p:nvSpPr>
        <p:spPr>
          <a:xfrm>
            <a:off x="4653513" y="2951416"/>
            <a:ext cx="2872000" cy="10064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None/>
              <a:defRPr sz="2133"/>
            </a:lvl1pPr>
            <a:lvl2pPr lvl="1" algn="ctr" rtl="0">
              <a:lnSpc>
                <a:spcPct val="100000"/>
              </a:lnSpc>
              <a:spcBef>
                <a:spcPts val="2133"/>
              </a:spcBef>
              <a:spcAft>
                <a:spcPts val="0"/>
              </a:spcAft>
              <a:buNone/>
              <a:defRPr sz="2133"/>
            </a:lvl2pPr>
            <a:lvl3pPr lvl="2" algn="ctr" rtl="0">
              <a:lnSpc>
                <a:spcPct val="100000"/>
              </a:lnSpc>
              <a:spcBef>
                <a:spcPts val="2133"/>
              </a:spcBef>
              <a:spcAft>
                <a:spcPts val="0"/>
              </a:spcAft>
              <a:buNone/>
              <a:defRPr sz="2133"/>
            </a:lvl3pPr>
            <a:lvl4pPr lvl="3" algn="ctr" rtl="0">
              <a:lnSpc>
                <a:spcPct val="100000"/>
              </a:lnSpc>
              <a:spcBef>
                <a:spcPts val="2133"/>
              </a:spcBef>
              <a:spcAft>
                <a:spcPts val="0"/>
              </a:spcAft>
              <a:buNone/>
              <a:defRPr sz="2133"/>
            </a:lvl4pPr>
            <a:lvl5pPr lvl="4" algn="ctr" rtl="0">
              <a:lnSpc>
                <a:spcPct val="100000"/>
              </a:lnSpc>
              <a:spcBef>
                <a:spcPts val="2133"/>
              </a:spcBef>
              <a:spcAft>
                <a:spcPts val="0"/>
              </a:spcAft>
              <a:buNone/>
              <a:defRPr sz="2133"/>
            </a:lvl5pPr>
            <a:lvl6pPr lvl="5" algn="ctr" rtl="0">
              <a:lnSpc>
                <a:spcPct val="100000"/>
              </a:lnSpc>
              <a:spcBef>
                <a:spcPts val="2133"/>
              </a:spcBef>
              <a:spcAft>
                <a:spcPts val="0"/>
              </a:spcAft>
              <a:buNone/>
              <a:defRPr sz="2133"/>
            </a:lvl6pPr>
            <a:lvl7pPr lvl="6" algn="ctr" rtl="0">
              <a:lnSpc>
                <a:spcPct val="100000"/>
              </a:lnSpc>
              <a:spcBef>
                <a:spcPts val="2133"/>
              </a:spcBef>
              <a:spcAft>
                <a:spcPts val="0"/>
              </a:spcAft>
              <a:buNone/>
              <a:defRPr sz="2133"/>
            </a:lvl7pPr>
            <a:lvl8pPr lvl="7" algn="ctr" rtl="0">
              <a:lnSpc>
                <a:spcPct val="100000"/>
              </a:lnSpc>
              <a:spcBef>
                <a:spcPts val="2133"/>
              </a:spcBef>
              <a:spcAft>
                <a:spcPts val="0"/>
              </a:spcAft>
              <a:buNone/>
              <a:defRPr sz="2133"/>
            </a:lvl8pPr>
            <a:lvl9pPr lvl="8" algn="ctr" rtl="0">
              <a:lnSpc>
                <a:spcPct val="100000"/>
              </a:lnSpc>
              <a:spcBef>
                <a:spcPts val="2133"/>
              </a:spcBef>
              <a:spcAft>
                <a:spcPts val="2133"/>
              </a:spcAft>
              <a:buNone/>
              <a:defRPr sz="2133"/>
            </a:lvl9pPr>
          </a:lstStyle>
          <a:p>
            <a:r>
              <a:rPr lang="en-US"/>
              <a:t>Click to edit Master subtitle style</a:t>
            </a:r>
            <a:endParaRPr/>
          </a:p>
        </p:txBody>
      </p:sp>
      <p:sp>
        <p:nvSpPr>
          <p:cNvPr id="99" name="Google Shape;99;p20"/>
          <p:cNvSpPr txBox="1">
            <a:spLocks noGrp="1"/>
          </p:cNvSpPr>
          <p:nvPr>
            <p:ph type="subTitle" idx="6"/>
          </p:nvPr>
        </p:nvSpPr>
        <p:spPr>
          <a:xfrm>
            <a:off x="7959967" y="2951416"/>
            <a:ext cx="2872000" cy="1006400"/>
          </a:xfrm>
          <a:prstGeom prst="rect">
            <a:avLst/>
          </a:prstGeom>
          <a:noFill/>
        </p:spPr>
        <p:txBody>
          <a:bodyPr spcFirstLastPara="1" wrap="square" lIns="91425" tIns="91425" rIns="91425" bIns="91425" anchor="t" anchorCtr="0">
            <a:noAutofit/>
          </a:bodyPr>
          <a:lstStyle>
            <a:lvl1pPr lvl="0" algn="ctr" rtl="0">
              <a:lnSpc>
                <a:spcPct val="100000"/>
              </a:lnSpc>
              <a:spcBef>
                <a:spcPts val="0"/>
              </a:spcBef>
              <a:spcAft>
                <a:spcPts val="0"/>
              </a:spcAft>
              <a:buNone/>
              <a:defRPr sz="2133"/>
            </a:lvl1pPr>
            <a:lvl2pPr lvl="1" algn="ctr" rtl="0">
              <a:lnSpc>
                <a:spcPct val="100000"/>
              </a:lnSpc>
              <a:spcBef>
                <a:spcPts val="2133"/>
              </a:spcBef>
              <a:spcAft>
                <a:spcPts val="0"/>
              </a:spcAft>
              <a:buNone/>
              <a:defRPr sz="2133"/>
            </a:lvl2pPr>
            <a:lvl3pPr lvl="2" algn="ctr" rtl="0">
              <a:lnSpc>
                <a:spcPct val="100000"/>
              </a:lnSpc>
              <a:spcBef>
                <a:spcPts val="2133"/>
              </a:spcBef>
              <a:spcAft>
                <a:spcPts val="0"/>
              </a:spcAft>
              <a:buNone/>
              <a:defRPr sz="2133"/>
            </a:lvl3pPr>
            <a:lvl4pPr lvl="3" algn="ctr" rtl="0">
              <a:lnSpc>
                <a:spcPct val="100000"/>
              </a:lnSpc>
              <a:spcBef>
                <a:spcPts val="2133"/>
              </a:spcBef>
              <a:spcAft>
                <a:spcPts val="0"/>
              </a:spcAft>
              <a:buNone/>
              <a:defRPr sz="2133"/>
            </a:lvl4pPr>
            <a:lvl5pPr lvl="4" algn="ctr" rtl="0">
              <a:lnSpc>
                <a:spcPct val="100000"/>
              </a:lnSpc>
              <a:spcBef>
                <a:spcPts val="2133"/>
              </a:spcBef>
              <a:spcAft>
                <a:spcPts val="0"/>
              </a:spcAft>
              <a:buNone/>
              <a:defRPr sz="2133"/>
            </a:lvl5pPr>
            <a:lvl6pPr lvl="5" algn="ctr" rtl="0">
              <a:lnSpc>
                <a:spcPct val="100000"/>
              </a:lnSpc>
              <a:spcBef>
                <a:spcPts val="2133"/>
              </a:spcBef>
              <a:spcAft>
                <a:spcPts val="0"/>
              </a:spcAft>
              <a:buNone/>
              <a:defRPr sz="2133"/>
            </a:lvl6pPr>
            <a:lvl7pPr lvl="6" algn="ctr" rtl="0">
              <a:lnSpc>
                <a:spcPct val="100000"/>
              </a:lnSpc>
              <a:spcBef>
                <a:spcPts val="2133"/>
              </a:spcBef>
              <a:spcAft>
                <a:spcPts val="0"/>
              </a:spcAft>
              <a:buNone/>
              <a:defRPr sz="2133"/>
            </a:lvl7pPr>
            <a:lvl8pPr lvl="7" algn="ctr" rtl="0">
              <a:lnSpc>
                <a:spcPct val="100000"/>
              </a:lnSpc>
              <a:spcBef>
                <a:spcPts val="2133"/>
              </a:spcBef>
              <a:spcAft>
                <a:spcPts val="0"/>
              </a:spcAft>
              <a:buNone/>
              <a:defRPr sz="2133"/>
            </a:lvl8pPr>
            <a:lvl9pPr lvl="8" algn="ctr" rtl="0">
              <a:lnSpc>
                <a:spcPct val="100000"/>
              </a:lnSpc>
              <a:spcBef>
                <a:spcPts val="2133"/>
              </a:spcBef>
              <a:spcAft>
                <a:spcPts val="2133"/>
              </a:spcAft>
              <a:buNone/>
              <a:defRPr sz="2133"/>
            </a:lvl9pPr>
          </a:lstStyle>
          <a:p>
            <a:r>
              <a:rPr lang="en-US"/>
              <a:t>Click to edit Master subtitle style</a:t>
            </a:r>
            <a:endParaRPr/>
          </a:p>
        </p:txBody>
      </p:sp>
      <p:sp>
        <p:nvSpPr>
          <p:cNvPr id="100" name="Google Shape;100;p20"/>
          <p:cNvSpPr txBox="1">
            <a:spLocks noGrp="1"/>
          </p:cNvSpPr>
          <p:nvPr>
            <p:ph type="subTitle" idx="7"/>
          </p:nvPr>
        </p:nvSpPr>
        <p:spPr>
          <a:xfrm>
            <a:off x="1360033" y="4260787"/>
            <a:ext cx="2872000" cy="1006400"/>
          </a:xfrm>
          <a:prstGeom prst="rect">
            <a:avLst/>
          </a:prstGeom>
          <a:noFill/>
        </p:spPr>
        <p:txBody>
          <a:bodyPr spcFirstLastPara="1" wrap="square" lIns="91425" tIns="274300" rIns="91425" bIns="0" anchor="b" anchorCtr="0">
            <a:noAutofit/>
          </a:bodyPr>
          <a:lstStyle>
            <a:lvl1pPr lvl="0" algn="ctr" rtl="0">
              <a:lnSpc>
                <a:spcPct val="100000"/>
              </a:lnSpc>
              <a:spcBef>
                <a:spcPts val="0"/>
              </a:spcBef>
              <a:spcAft>
                <a:spcPts val="0"/>
              </a:spcAft>
              <a:buNone/>
              <a:defRPr sz="4000" b="1">
                <a:solidFill>
                  <a:schemeClr val="accent6"/>
                </a:solidFill>
                <a:latin typeface="Amatic SC"/>
                <a:ea typeface="Amatic SC"/>
                <a:cs typeface="Amatic SC"/>
                <a:sym typeface="Amatic SC"/>
              </a:defRPr>
            </a:lvl1pPr>
            <a:lvl2pPr lvl="1"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2pPr>
            <a:lvl3pPr lvl="2"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3pPr>
            <a:lvl4pPr lvl="3"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4pPr>
            <a:lvl5pPr lvl="4"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5pPr>
            <a:lvl6pPr lvl="5"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6pPr>
            <a:lvl7pPr lvl="6"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7pPr>
            <a:lvl8pPr lvl="7"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8pPr>
            <a:lvl9pPr lvl="8" algn="ctr" rtl="0">
              <a:lnSpc>
                <a:spcPct val="100000"/>
              </a:lnSpc>
              <a:spcBef>
                <a:spcPts val="2133"/>
              </a:spcBef>
              <a:spcAft>
                <a:spcPts val="2133"/>
              </a:spcAft>
              <a:buNone/>
              <a:defRPr sz="4000" b="1">
                <a:solidFill>
                  <a:schemeClr val="accent6"/>
                </a:solidFill>
                <a:latin typeface="Amatic SC"/>
                <a:ea typeface="Amatic SC"/>
                <a:cs typeface="Amatic SC"/>
                <a:sym typeface="Amatic SC"/>
              </a:defRPr>
            </a:lvl9pPr>
          </a:lstStyle>
          <a:p>
            <a:r>
              <a:rPr lang="en-US"/>
              <a:t>Click to edit Master subtitle style</a:t>
            </a:r>
            <a:endParaRPr/>
          </a:p>
        </p:txBody>
      </p:sp>
      <p:sp>
        <p:nvSpPr>
          <p:cNvPr id="101" name="Google Shape;101;p20"/>
          <p:cNvSpPr txBox="1">
            <a:spLocks noGrp="1"/>
          </p:cNvSpPr>
          <p:nvPr>
            <p:ph type="subTitle" idx="8"/>
          </p:nvPr>
        </p:nvSpPr>
        <p:spPr>
          <a:xfrm>
            <a:off x="4653513" y="4260787"/>
            <a:ext cx="2872000" cy="1006400"/>
          </a:xfrm>
          <a:prstGeom prst="rect">
            <a:avLst/>
          </a:prstGeom>
          <a:noFill/>
        </p:spPr>
        <p:txBody>
          <a:bodyPr spcFirstLastPara="1" wrap="square" lIns="91425" tIns="274300" rIns="91425" bIns="0" anchor="b" anchorCtr="0">
            <a:noAutofit/>
          </a:bodyPr>
          <a:lstStyle>
            <a:lvl1pPr lvl="0" algn="ctr" rtl="0">
              <a:lnSpc>
                <a:spcPct val="100000"/>
              </a:lnSpc>
              <a:spcBef>
                <a:spcPts val="0"/>
              </a:spcBef>
              <a:spcAft>
                <a:spcPts val="0"/>
              </a:spcAft>
              <a:buNone/>
              <a:defRPr sz="4000" b="1">
                <a:solidFill>
                  <a:schemeClr val="accent6"/>
                </a:solidFill>
                <a:latin typeface="Amatic SC"/>
                <a:ea typeface="Amatic SC"/>
                <a:cs typeface="Amatic SC"/>
                <a:sym typeface="Amatic SC"/>
              </a:defRPr>
            </a:lvl1pPr>
            <a:lvl2pPr lvl="1"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2pPr>
            <a:lvl3pPr lvl="2"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3pPr>
            <a:lvl4pPr lvl="3"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4pPr>
            <a:lvl5pPr lvl="4"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5pPr>
            <a:lvl6pPr lvl="5"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6pPr>
            <a:lvl7pPr lvl="6"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7pPr>
            <a:lvl8pPr lvl="7"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8pPr>
            <a:lvl9pPr lvl="8" algn="ctr" rtl="0">
              <a:lnSpc>
                <a:spcPct val="100000"/>
              </a:lnSpc>
              <a:spcBef>
                <a:spcPts val="2133"/>
              </a:spcBef>
              <a:spcAft>
                <a:spcPts val="2133"/>
              </a:spcAft>
              <a:buNone/>
              <a:defRPr sz="4000" b="1">
                <a:solidFill>
                  <a:schemeClr val="accent6"/>
                </a:solidFill>
                <a:latin typeface="Amatic SC"/>
                <a:ea typeface="Amatic SC"/>
                <a:cs typeface="Amatic SC"/>
                <a:sym typeface="Amatic SC"/>
              </a:defRPr>
            </a:lvl9pPr>
          </a:lstStyle>
          <a:p>
            <a:r>
              <a:rPr lang="en-US"/>
              <a:t>Click to edit Master subtitle style</a:t>
            </a:r>
            <a:endParaRPr/>
          </a:p>
        </p:txBody>
      </p:sp>
      <p:sp>
        <p:nvSpPr>
          <p:cNvPr id="102" name="Google Shape;102;p20"/>
          <p:cNvSpPr txBox="1">
            <a:spLocks noGrp="1"/>
          </p:cNvSpPr>
          <p:nvPr>
            <p:ph type="subTitle" idx="9"/>
          </p:nvPr>
        </p:nvSpPr>
        <p:spPr>
          <a:xfrm>
            <a:off x="7959967" y="4260787"/>
            <a:ext cx="2872000" cy="1006400"/>
          </a:xfrm>
          <a:prstGeom prst="rect">
            <a:avLst/>
          </a:prstGeom>
          <a:noFill/>
        </p:spPr>
        <p:txBody>
          <a:bodyPr spcFirstLastPara="1" wrap="square" lIns="91425" tIns="274300" rIns="91425" bIns="0" anchor="b" anchorCtr="0">
            <a:noAutofit/>
          </a:bodyPr>
          <a:lstStyle>
            <a:lvl1pPr lvl="0" algn="ctr" rtl="0">
              <a:lnSpc>
                <a:spcPct val="100000"/>
              </a:lnSpc>
              <a:spcBef>
                <a:spcPts val="0"/>
              </a:spcBef>
              <a:spcAft>
                <a:spcPts val="0"/>
              </a:spcAft>
              <a:buNone/>
              <a:defRPr sz="4000" b="1">
                <a:solidFill>
                  <a:schemeClr val="accent6"/>
                </a:solidFill>
                <a:latin typeface="Amatic SC"/>
                <a:ea typeface="Amatic SC"/>
                <a:cs typeface="Amatic SC"/>
                <a:sym typeface="Amatic SC"/>
              </a:defRPr>
            </a:lvl1pPr>
            <a:lvl2pPr lvl="1"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2pPr>
            <a:lvl3pPr lvl="2"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3pPr>
            <a:lvl4pPr lvl="3"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4pPr>
            <a:lvl5pPr lvl="4"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5pPr>
            <a:lvl6pPr lvl="5"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6pPr>
            <a:lvl7pPr lvl="6"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7pPr>
            <a:lvl8pPr lvl="7"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8pPr>
            <a:lvl9pPr lvl="8" algn="ctr" rtl="0">
              <a:lnSpc>
                <a:spcPct val="100000"/>
              </a:lnSpc>
              <a:spcBef>
                <a:spcPts val="2133"/>
              </a:spcBef>
              <a:spcAft>
                <a:spcPts val="2133"/>
              </a:spcAft>
              <a:buNone/>
              <a:defRPr sz="4000" b="1">
                <a:solidFill>
                  <a:schemeClr val="accent6"/>
                </a:solidFill>
                <a:latin typeface="Amatic SC"/>
                <a:ea typeface="Amatic SC"/>
                <a:cs typeface="Amatic SC"/>
                <a:sym typeface="Amatic SC"/>
              </a:defRPr>
            </a:lvl9pPr>
          </a:lstStyle>
          <a:p>
            <a:r>
              <a:rPr lang="en-US"/>
              <a:t>Click to edit Master subtitle style</a:t>
            </a:r>
            <a:endParaRPr/>
          </a:p>
        </p:txBody>
      </p:sp>
      <p:sp>
        <p:nvSpPr>
          <p:cNvPr id="103" name="Google Shape;103;p20"/>
          <p:cNvSpPr txBox="1">
            <a:spLocks noGrp="1"/>
          </p:cNvSpPr>
          <p:nvPr>
            <p:ph type="subTitle" idx="13"/>
          </p:nvPr>
        </p:nvSpPr>
        <p:spPr>
          <a:xfrm>
            <a:off x="1360033" y="2385967"/>
            <a:ext cx="2872000" cy="1006400"/>
          </a:xfrm>
          <a:prstGeom prst="rect">
            <a:avLst/>
          </a:prstGeom>
          <a:noFill/>
        </p:spPr>
        <p:txBody>
          <a:bodyPr spcFirstLastPara="1" wrap="square" lIns="91425" tIns="274300" rIns="91425" bIns="0" anchor="b" anchorCtr="0">
            <a:noAutofit/>
          </a:bodyPr>
          <a:lstStyle>
            <a:lvl1pPr lvl="0" algn="ctr" rtl="0">
              <a:lnSpc>
                <a:spcPct val="100000"/>
              </a:lnSpc>
              <a:spcBef>
                <a:spcPts val="0"/>
              </a:spcBef>
              <a:spcAft>
                <a:spcPts val="0"/>
              </a:spcAft>
              <a:buNone/>
              <a:defRPr sz="4000" b="1">
                <a:solidFill>
                  <a:schemeClr val="accent6"/>
                </a:solidFill>
                <a:latin typeface="Amatic SC"/>
                <a:ea typeface="Amatic SC"/>
                <a:cs typeface="Amatic SC"/>
                <a:sym typeface="Amatic SC"/>
              </a:defRPr>
            </a:lvl1pPr>
            <a:lvl2pPr lvl="1"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2pPr>
            <a:lvl3pPr lvl="2"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3pPr>
            <a:lvl4pPr lvl="3"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4pPr>
            <a:lvl5pPr lvl="4"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5pPr>
            <a:lvl6pPr lvl="5"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6pPr>
            <a:lvl7pPr lvl="6"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7pPr>
            <a:lvl8pPr lvl="7"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8pPr>
            <a:lvl9pPr lvl="8" algn="ctr" rtl="0">
              <a:lnSpc>
                <a:spcPct val="100000"/>
              </a:lnSpc>
              <a:spcBef>
                <a:spcPts val="2133"/>
              </a:spcBef>
              <a:spcAft>
                <a:spcPts val="2133"/>
              </a:spcAft>
              <a:buNone/>
              <a:defRPr sz="4000" b="1">
                <a:solidFill>
                  <a:schemeClr val="accent6"/>
                </a:solidFill>
                <a:latin typeface="Amatic SC"/>
                <a:ea typeface="Amatic SC"/>
                <a:cs typeface="Amatic SC"/>
                <a:sym typeface="Amatic SC"/>
              </a:defRPr>
            </a:lvl9pPr>
          </a:lstStyle>
          <a:p>
            <a:r>
              <a:rPr lang="en-US"/>
              <a:t>Click to edit Master subtitle style</a:t>
            </a:r>
            <a:endParaRPr/>
          </a:p>
        </p:txBody>
      </p:sp>
      <p:sp>
        <p:nvSpPr>
          <p:cNvPr id="104" name="Google Shape;104;p20"/>
          <p:cNvSpPr txBox="1">
            <a:spLocks noGrp="1"/>
          </p:cNvSpPr>
          <p:nvPr>
            <p:ph type="subTitle" idx="14"/>
          </p:nvPr>
        </p:nvSpPr>
        <p:spPr>
          <a:xfrm>
            <a:off x="4653513" y="2385967"/>
            <a:ext cx="2872000" cy="1006400"/>
          </a:xfrm>
          <a:prstGeom prst="rect">
            <a:avLst/>
          </a:prstGeom>
          <a:noFill/>
        </p:spPr>
        <p:txBody>
          <a:bodyPr spcFirstLastPara="1" wrap="square" lIns="91425" tIns="274300" rIns="91425" bIns="0" anchor="b" anchorCtr="0">
            <a:noAutofit/>
          </a:bodyPr>
          <a:lstStyle>
            <a:lvl1pPr lvl="0" algn="ctr" rtl="0">
              <a:lnSpc>
                <a:spcPct val="100000"/>
              </a:lnSpc>
              <a:spcBef>
                <a:spcPts val="0"/>
              </a:spcBef>
              <a:spcAft>
                <a:spcPts val="0"/>
              </a:spcAft>
              <a:buNone/>
              <a:defRPr sz="4000" b="1">
                <a:solidFill>
                  <a:schemeClr val="accent6"/>
                </a:solidFill>
                <a:latin typeface="Amatic SC"/>
                <a:ea typeface="Amatic SC"/>
                <a:cs typeface="Amatic SC"/>
                <a:sym typeface="Amatic SC"/>
              </a:defRPr>
            </a:lvl1pPr>
            <a:lvl2pPr lvl="1"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2pPr>
            <a:lvl3pPr lvl="2"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3pPr>
            <a:lvl4pPr lvl="3"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4pPr>
            <a:lvl5pPr lvl="4"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5pPr>
            <a:lvl6pPr lvl="5"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6pPr>
            <a:lvl7pPr lvl="6"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7pPr>
            <a:lvl8pPr lvl="7"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8pPr>
            <a:lvl9pPr lvl="8" algn="ctr" rtl="0">
              <a:lnSpc>
                <a:spcPct val="100000"/>
              </a:lnSpc>
              <a:spcBef>
                <a:spcPts val="2133"/>
              </a:spcBef>
              <a:spcAft>
                <a:spcPts val="2133"/>
              </a:spcAft>
              <a:buNone/>
              <a:defRPr sz="4000" b="1">
                <a:solidFill>
                  <a:schemeClr val="accent6"/>
                </a:solidFill>
                <a:latin typeface="Amatic SC"/>
                <a:ea typeface="Amatic SC"/>
                <a:cs typeface="Amatic SC"/>
                <a:sym typeface="Amatic SC"/>
              </a:defRPr>
            </a:lvl9pPr>
          </a:lstStyle>
          <a:p>
            <a:r>
              <a:rPr lang="en-US"/>
              <a:t>Click to edit Master subtitle style</a:t>
            </a:r>
            <a:endParaRPr/>
          </a:p>
        </p:txBody>
      </p:sp>
      <p:sp>
        <p:nvSpPr>
          <p:cNvPr id="105" name="Google Shape;105;p20"/>
          <p:cNvSpPr txBox="1">
            <a:spLocks noGrp="1"/>
          </p:cNvSpPr>
          <p:nvPr>
            <p:ph type="subTitle" idx="15"/>
          </p:nvPr>
        </p:nvSpPr>
        <p:spPr>
          <a:xfrm>
            <a:off x="7959967" y="2385967"/>
            <a:ext cx="2872000" cy="1006400"/>
          </a:xfrm>
          <a:prstGeom prst="rect">
            <a:avLst/>
          </a:prstGeom>
          <a:noFill/>
        </p:spPr>
        <p:txBody>
          <a:bodyPr spcFirstLastPara="1" wrap="square" lIns="91425" tIns="274300" rIns="91425" bIns="0" anchor="b" anchorCtr="0">
            <a:noAutofit/>
          </a:bodyPr>
          <a:lstStyle>
            <a:lvl1pPr lvl="0" algn="ctr" rtl="0">
              <a:lnSpc>
                <a:spcPct val="100000"/>
              </a:lnSpc>
              <a:spcBef>
                <a:spcPts val="0"/>
              </a:spcBef>
              <a:spcAft>
                <a:spcPts val="0"/>
              </a:spcAft>
              <a:buNone/>
              <a:defRPr sz="4000" b="1">
                <a:solidFill>
                  <a:schemeClr val="accent6"/>
                </a:solidFill>
                <a:latin typeface="Amatic SC"/>
                <a:ea typeface="Amatic SC"/>
                <a:cs typeface="Amatic SC"/>
                <a:sym typeface="Amatic SC"/>
              </a:defRPr>
            </a:lvl1pPr>
            <a:lvl2pPr lvl="1"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2pPr>
            <a:lvl3pPr lvl="2"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3pPr>
            <a:lvl4pPr lvl="3"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4pPr>
            <a:lvl5pPr lvl="4"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5pPr>
            <a:lvl6pPr lvl="5"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6pPr>
            <a:lvl7pPr lvl="6"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7pPr>
            <a:lvl8pPr lvl="7" algn="ctr" rtl="0">
              <a:lnSpc>
                <a:spcPct val="100000"/>
              </a:lnSpc>
              <a:spcBef>
                <a:spcPts val="2133"/>
              </a:spcBef>
              <a:spcAft>
                <a:spcPts val="0"/>
              </a:spcAft>
              <a:buNone/>
              <a:defRPr sz="4000" b="1">
                <a:solidFill>
                  <a:schemeClr val="accent6"/>
                </a:solidFill>
                <a:latin typeface="Amatic SC"/>
                <a:ea typeface="Amatic SC"/>
                <a:cs typeface="Amatic SC"/>
                <a:sym typeface="Amatic SC"/>
              </a:defRPr>
            </a:lvl8pPr>
            <a:lvl9pPr lvl="8" algn="ctr" rtl="0">
              <a:lnSpc>
                <a:spcPct val="100000"/>
              </a:lnSpc>
              <a:spcBef>
                <a:spcPts val="2133"/>
              </a:spcBef>
              <a:spcAft>
                <a:spcPts val="2133"/>
              </a:spcAft>
              <a:buNone/>
              <a:defRPr sz="4000" b="1">
                <a:solidFill>
                  <a:schemeClr val="accent6"/>
                </a:solidFill>
                <a:latin typeface="Amatic SC"/>
                <a:ea typeface="Amatic SC"/>
                <a:cs typeface="Amatic SC"/>
                <a:sym typeface="Amatic SC"/>
              </a:defRPr>
            </a:lvl9pPr>
          </a:lstStyle>
          <a:p>
            <a:r>
              <a:rPr lang="en-US"/>
              <a:t>Click to edit Master subtitle style</a:t>
            </a:r>
            <a:endParaRPr/>
          </a:p>
        </p:txBody>
      </p:sp>
      <p:sp>
        <p:nvSpPr>
          <p:cNvPr id="106" name="Google Shape;106;p20"/>
          <p:cNvSpPr txBox="1">
            <a:spLocks noGrp="1"/>
          </p:cNvSpPr>
          <p:nvPr>
            <p:ph type="ctrTitle"/>
          </p:nvPr>
        </p:nvSpPr>
        <p:spPr>
          <a:xfrm>
            <a:off x="1523900" y="695433"/>
            <a:ext cx="9144000" cy="7732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accent2"/>
              </a:buClr>
              <a:buSzPts val="3600"/>
              <a:buNone/>
              <a:defRPr sz="4400"/>
            </a:lvl1pPr>
            <a:lvl2pPr lvl="1" algn="ctr" rtl="0">
              <a:spcBef>
                <a:spcPts val="0"/>
              </a:spcBef>
              <a:spcAft>
                <a:spcPts val="0"/>
              </a:spcAft>
              <a:buClr>
                <a:schemeClr val="accent2"/>
              </a:buClr>
              <a:buSzPts val="3600"/>
              <a:buNone/>
              <a:defRPr sz="4800">
                <a:solidFill>
                  <a:schemeClr val="accent2"/>
                </a:solidFill>
              </a:defRPr>
            </a:lvl2pPr>
            <a:lvl3pPr lvl="2" algn="ctr" rtl="0">
              <a:spcBef>
                <a:spcPts val="0"/>
              </a:spcBef>
              <a:spcAft>
                <a:spcPts val="0"/>
              </a:spcAft>
              <a:buClr>
                <a:schemeClr val="accent2"/>
              </a:buClr>
              <a:buSzPts val="3600"/>
              <a:buNone/>
              <a:defRPr sz="4800">
                <a:solidFill>
                  <a:schemeClr val="accent2"/>
                </a:solidFill>
              </a:defRPr>
            </a:lvl3pPr>
            <a:lvl4pPr lvl="3" algn="ctr" rtl="0">
              <a:spcBef>
                <a:spcPts val="0"/>
              </a:spcBef>
              <a:spcAft>
                <a:spcPts val="0"/>
              </a:spcAft>
              <a:buClr>
                <a:schemeClr val="accent2"/>
              </a:buClr>
              <a:buSzPts val="3600"/>
              <a:buNone/>
              <a:defRPr sz="4800">
                <a:solidFill>
                  <a:schemeClr val="accent2"/>
                </a:solidFill>
              </a:defRPr>
            </a:lvl4pPr>
            <a:lvl5pPr lvl="4" algn="ctr" rtl="0">
              <a:spcBef>
                <a:spcPts val="0"/>
              </a:spcBef>
              <a:spcAft>
                <a:spcPts val="0"/>
              </a:spcAft>
              <a:buClr>
                <a:schemeClr val="accent2"/>
              </a:buClr>
              <a:buSzPts val="3600"/>
              <a:buNone/>
              <a:defRPr sz="4800">
                <a:solidFill>
                  <a:schemeClr val="accent2"/>
                </a:solidFill>
              </a:defRPr>
            </a:lvl5pPr>
            <a:lvl6pPr lvl="5" algn="ctr" rtl="0">
              <a:spcBef>
                <a:spcPts val="0"/>
              </a:spcBef>
              <a:spcAft>
                <a:spcPts val="0"/>
              </a:spcAft>
              <a:buClr>
                <a:schemeClr val="accent2"/>
              </a:buClr>
              <a:buSzPts val="3600"/>
              <a:buNone/>
              <a:defRPr sz="4800">
                <a:solidFill>
                  <a:schemeClr val="accent2"/>
                </a:solidFill>
              </a:defRPr>
            </a:lvl6pPr>
            <a:lvl7pPr lvl="6" algn="ctr" rtl="0">
              <a:spcBef>
                <a:spcPts val="0"/>
              </a:spcBef>
              <a:spcAft>
                <a:spcPts val="0"/>
              </a:spcAft>
              <a:buClr>
                <a:schemeClr val="accent2"/>
              </a:buClr>
              <a:buSzPts val="3600"/>
              <a:buNone/>
              <a:defRPr sz="4800">
                <a:solidFill>
                  <a:schemeClr val="accent2"/>
                </a:solidFill>
              </a:defRPr>
            </a:lvl7pPr>
            <a:lvl8pPr lvl="7" algn="ctr" rtl="0">
              <a:spcBef>
                <a:spcPts val="0"/>
              </a:spcBef>
              <a:spcAft>
                <a:spcPts val="0"/>
              </a:spcAft>
              <a:buClr>
                <a:schemeClr val="accent2"/>
              </a:buClr>
              <a:buSzPts val="3600"/>
              <a:buNone/>
              <a:defRPr sz="4800">
                <a:solidFill>
                  <a:schemeClr val="accent2"/>
                </a:solidFill>
              </a:defRPr>
            </a:lvl8pPr>
            <a:lvl9pPr lvl="8" algn="ctr" rtl="0">
              <a:spcBef>
                <a:spcPts val="0"/>
              </a:spcBef>
              <a:spcAft>
                <a:spcPts val="0"/>
              </a:spcAft>
              <a:buClr>
                <a:schemeClr val="accent2"/>
              </a:buClr>
              <a:buSzPts val="3600"/>
              <a:buNone/>
              <a:defRPr sz="4800">
                <a:solidFill>
                  <a:schemeClr val="accent2"/>
                </a:solidFill>
              </a:defRPr>
            </a:lvl9pPr>
          </a:lstStyle>
          <a:p>
            <a:r>
              <a:rPr lang="en-US"/>
              <a:t>Click to edit Master title style</a:t>
            </a:r>
            <a:endParaRPr/>
          </a:p>
        </p:txBody>
      </p:sp>
    </p:spTree>
    <p:extLst>
      <p:ext uri="{BB962C8B-B14F-4D97-AF65-F5344CB8AC3E}">
        <p14:creationId xmlns:p14="http://schemas.microsoft.com/office/powerpoint/2010/main" val="33936207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hanks">
  <p:cSld name="Thanks">
    <p:bg>
      <p:bgPr>
        <a:blipFill>
          <a:blip r:embed="rId2">
            <a:alphaModFix/>
          </a:blip>
          <a:stretch>
            <a:fillRect/>
          </a:stretch>
        </a:blipFill>
        <a:effectLst/>
      </p:bgPr>
    </p:bg>
    <p:spTree>
      <p:nvGrpSpPr>
        <p:cNvPr id="1" name="Shape 107"/>
        <p:cNvGrpSpPr/>
        <p:nvPr/>
      </p:nvGrpSpPr>
      <p:grpSpPr>
        <a:xfrm>
          <a:off x="0" y="0"/>
          <a:ext cx="0" cy="0"/>
          <a:chOff x="0" y="0"/>
          <a:chExt cx="0" cy="0"/>
        </a:xfrm>
      </p:grpSpPr>
      <p:sp>
        <p:nvSpPr>
          <p:cNvPr id="108" name="Google Shape;108;p21"/>
          <p:cNvSpPr txBox="1">
            <a:spLocks noGrp="1"/>
          </p:cNvSpPr>
          <p:nvPr>
            <p:ph type="title"/>
          </p:nvPr>
        </p:nvSpPr>
        <p:spPr>
          <a:xfrm>
            <a:off x="2421800" y="488583"/>
            <a:ext cx="7348400" cy="1841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4200"/>
              <a:buNone/>
              <a:defRPr sz="9600" b="0"/>
            </a:lvl1pPr>
            <a:lvl2pPr lvl="1" algn="ctr" rtl="0">
              <a:spcBef>
                <a:spcPts val="0"/>
              </a:spcBef>
              <a:spcAft>
                <a:spcPts val="0"/>
              </a:spcAft>
              <a:buSzPts val="4200"/>
              <a:buNone/>
              <a:defRPr sz="5600" b="0"/>
            </a:lvl2pPr>
            <a:lvl3pPr lvl="2" algn="ctr" rtl="0">
              <a:spcBef>
                <a:spcPts val="0"/>
              </a:spcBef>
              <a:spcAft>
                <a:spcPts val="0"/>
              </a:spcAft>
              <a:buSzPts val="4200"/>
              <a:buNone/>
              <a:defRPr sz="5600" b="0"/>
            </a:lvl3pPr>
            <a:lvl4pPr lvl="3" algn="ctr" rtl="0">
              <a:spcBef>
                <a:spcPts val="0"/>
              </a:spcBef>
              <a:spcAft>
                <a:spcPts val="0"/>
              </a:spcAft>
              <a:buSzPts val="4200"/>
              <a:buNone/>
              <a:defRPr sz="5600" b="0"/>
            </a:lvl4pPr>
            <a:lvl5pPr lvl="4" algn="ctr" rtl="0">
              <a:spcBef>
                <a:spcPts val="0"/>
              </a:spcBef>
              <a:spcAft>
                <a:spcPts val="0"/>
              </a:spcAft>
              <a:buSzPts val="4200"/>
              <a:buNone/>
              <a:defRPr sz="5600" b="0"/>
            </a:lvl5pPr>
            <a:lvl6pPr lvl="5" algn="ctr" rtl="0">
              <a:spcBef>
                <a:spcPts val="0"/>
              </a:spcBef>
              <a:spcAft>
                <a:spcPts val="0"/>
              </a:spcAft>
              <a:buSzPts val="4200"/>
              <a:buNone/>
              <a:defRPr sz="5600" b="0"/>
            </a:lvl6pPr>
            <a:lvl7pPr lvl="6" algn="ctr" rtl="0">
              <a:spcBef>
                <a:spcPts val="0"/>
              </a:spcBef>
              <a:spcAft>
                <a:spcPts val="0"/>
              </a:spcAft>
              <a:buSzPts val="4200"/>
              <a:buNone/>
              <a:defRPr sz="5600" b="0"/>
            </a:lvl7pPr>
            <a:lvl8pPr lvl="7" algn="ctr" rtl="0">
              <a:spcBef>
                <a:spcPts val="0"/>
              </a:spcBef>
              <a:spcAft>
                <a:spcPts val="0"/>
              </a:spcAft>
              <a:buSzPts val="4200"/>
              <a:buNone/>
              <a:defRPr sz="5600" b="0"/>
            </a:lvl8pPr>
            <a:lvl9pPr lvl="8" algn="ctr" rtl="0">
              <a:spcBef>
                <a:spcPts val="0"/>
              </a:spcBef>
              <a:spcAft>
                <a:spcPts val="0"/>
              </a:spcAft>
              <a:buSzPts val="4200"/>
              <a:buNone/>
              <a:defRPr sz="5600" b="0"/>
            </a:lvl9pPr>
          </a:lstStyle>
          <a:p>
            <a:r>
              <a:rPr lang="en-US"/>
              <a:t>Click to edit Master title style</a:t>
            </a:r>
            <a:endParaRPr/>
          </a:p>
        </p:txBody>
      </p:sp>
      <p:sp>
        <p:nvSpPr>
          <p:cNvPr id="109" name="Google Shape;109;p21"/>
          <p:cNvSpPr txBox="1">
            <a:spLocks noGrp="1"/>
          </p:cNvSpPr>
          <p:nvPr>
            <p:ph type="subTitle" idx="1"/>
          </p:nvPr>
        </p:nvSpPr>
        <p:spPr>
          <a:xfrm>
            <a:off x="3214200" y="3024283"/>
            <a:ext cx="5763600" cy="1546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100"/>
              <a:buNone/>
              <a:defRPr sz="1867"/>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r>
              <a:rPr lang="en-US"/>
              <a:t>Click to edit Master subtitle style</a:t>
            </a:r>
            <a:endParaRPr/>
          </a:p>
        </p:txBody>
      </p:sp>
      <p:sp>
        <p:nvSpPr>
          <p:cNvPr id="110" name="Google Shape;110;p21"/>
          <p:cNvSpPr txBox="1"/>
          <p:nvPr/>
        </p:nvSpPr>
        <p:spPr>
          <a:xfrm>
            <a:off x="2345867" y="4819933"/>
            <a:ext cx="7500400" cy="716800"/>
          </a:xfrm>
          <a:prstGeom prst="rect">
            <a:avLst/>
          </a:prstGeom>
          <a:noFill/>
          <a:ln>
            <a:noFill/>
          </a:ln>
        </p:spPr>
        <p:txBody>
          <a:bodyPr spcFirstLastPara="1" wrap="square" lIns="121900" tIns="0" rIns="121900" bIns="121900" anchor="t" anchorCtr="0">
            <a:noAutofit/>
          </a:bodyPr>
          <a:lstStyle/>
          <a:p>
            <a:pPr marL="0" lvl="0" indent="0" algn="ctr" rtl="0">
              <a:lnSpc>
                <a:spcPct val="100000"/>
              </a:lnSpc>
              <a:spcBef>
                <a:spcPts val="400"/>
              </a:spcBef>
              <a:spcAft>
                <a:spcPts val="0"/>
              </a:spcAft>
              <a:buNone/>
            </a:pPr>
            <a:r>
              <a:rPr lang="en" sz="1600">
                <a:solidFill>
                  <a:schemeClr val="lt1"/>
                </a:solidFill>
                <a:latin typeface="Didact Gothic"/>
                <a:ea typeface="Didact Gothic"/>
                <a:cs typeface="Didact Gothic"/>
                <a:sym typeface="Didact Gothic"/>
              </a:rPr>
              <a:t>CREDITS: This presentation template was created by </a:t>
            </a:r>
            <a:r>
              <a:rPr lang="en" sz="1600">
                <a:solidFill>
                  <a:schemeClr val="lt1"/>
                </a:solidFill>
                <a:uFill>
                  <a:noFill/>
                </a:uFill>
                <a:latin typeface="Didact Gothic"/>
                <a:ea typeface="Didact Gothic"/>
                <a:cs typeface="Didact Gothic"/>
                <a:sym typeface="Didact Gothic"/>
                <a:hlinkClick r:id="rId3">
                  <a:extLst>
                    <a:ext uri="{A12FA001-AC4F-418D-AE19-62706E023703}">
                      <ahyp:hlinkClr xmlns:ahyp="http://schemas.microsoft.com/office/drawing/2018/hyperlinkcolor" val="tx"/>
                    </a:ext>
                  </a:extLst>
                </a:hlinkClick>
              </a:rPr>
              <a:t>Slidesgo</a:t>
            </a:r>
            <a:r>
              <a:rPr lang="en" sz="1600">
                <a:solidFill>
                  <a:schemeClr val="lt1"/>
                </a:solidFill>
                <a:latin typeface="Didact Gothic"/>
                <a:ea typeface="Didact Gothic"/>
                <a:cs typeface="Didact Gothic"/>
                <a:sym typeface="Didact Gothic"/>
              </a:rPr>
              <a:t>, including icons by </a:t>
            </a:r>
            <a:r>
              <a:rPr lang="en" sz="1600">
                <a:solidFill>
                  <a:schemeClr val="lt1"/>
                </a:solidFill>
                <a:uFill>
                  <a:noFill/>
                </a:uFill>
                <a:latin typeface="Didact Gothic"/>
                <a:ea typeface="Didact Gothic"/>
                <a:cs typeface="Didact Gothic"/>
                <a:sym typeface="Didact Gothic"/>
                <a:hlinkClick r:id="rId4">
                  <a:extLst>
                    <a:ext uri="{A12FA001-AC4F-418D-AE19-62706E023703}">
                      <ahyp:hlinkClr xmlns:ahyp="http://schemas.microsoft.com/office/drawing/2018/hyperlinkcolor" val="tx"/>
                    </a:ext>
                  </a:extLst>
                </a:hlinkClick>
              </a:rPr>
              <a:t>Flaticon</a:t>
            </a:r>
            <a:r>
              <a:rPr lang="en" sz="1600">
                <a:solidFill>
                  <a:schemeClr val="lt1"/>
                </a:solidFill>
                <a:latin typeface="Didact Gothic"/>
                <a:ea typeface="Didact Gothic"/>
                <a:cs typeface="Didact Gothic"/>
                <a:sym typeface="Didact Gothic"/>
              </a:rPr>
              <a:t>, and infographics &amp; images by </a:t>
            </a:r>
            <a:r>
              <a:rPr lang="en" sz="1600">
                <a:solidFill>
                  <a:schemeClr val="lt1"/>
                </a:solidFill>
                <a:uFill>
                  <a:noFill/>
                </a:uFill>
                <a:latin typeface="Didact Gothic"/>
                <a:ea typeface="Didact Gothic"/>
                <a:cs typeface="Didact Gothic"/>
                <a:sym typeface="Didact Gothic"/>
                <a:hlinkClick r:id="rId5">
                  <a:extLst>
                    <a:ext uri="{A12FA001-AC4F-418D-AE19-62706E023703}">
                      <ahyp:hlinkClr xmlns:ahyp="http://schemas.microsoft.com/office/drawing/2018/hyperlinkcolor" val="tx"/>
                    </a:ext>
                  </a:extLst>
                </a:hlinkClick>
              </a:rPr>
              <a:t>Freepik</a:t>
            </a:r>
            <a:endParaRPr sz="1600">
              <a:solidFill>
                <a:schemeClr val="lt1"/>
              </a:solidFill>
              <a:latin typeface="Didact Gothic"/>
              <a:ea typeface="Didact Gothic"/>
              <a:cs typeface="Didact Gothic"/>
              <a:sym typeface="Didact Gothic"/>
            </a:endParaRPr>
          </a:p>
          <a:p>
            <a:pPr marL="0" lvl="0" indent="0" algn="ctr" rtl="0">
              <a:spcBef>
                <a:spcPts val="0"/>
              </a:spcBef>
              <a:spcAft>
                <a:spcPts val="0"/>
              </a:spcAft>
              <a:buNone/>
            </a:pPr>
            <a:endParaRPr sz="1600">
              <a:solidFill>
                <a:schemeClr val="lt1"/>
              </a:solidFill>
              <a:latin typeface="Didact Gothic"/>
              <a:ea typeface="Didact Gothic"/>
              <a:cs typeface="Didact Gothic"/>
              <a:sym typeface="Didact Gothic"/>
            </a:endParaRPr>
          </a:p>
          <a:p>
            <a:pPr marL="0" lvl="0" indent="0" algn="ctr" rtl="0">
              <a:lnSpc>
                <a:spcPct val="115000"/>
              </a:lnSpc>
              <a:spcBef>
                <a:spcPts val="400"/>
              </a:spcBef>
              <a:spcAft>
                <a:spcPts val="0"/>
              </a:spcAft>
              <a:buNone/>
            </a:pPr>
            <a:endParaRPr sz="1600">
              <a:solidFill>
                <a:schemeClr val="lt1"/>
              </a:solidFill>
              <a:latin typeface="Didact Gothic"/>
              <a:ea typeface="Didact Gothic"/>
              <a:cs typeface="Didact Gothic"/>
              <a:sym typeface="Didact Gothic"/>
            </a:endParaRPr>
          </a:p>
        </p:txBody>
      </p:sp>
    </p:spTree>
    <p:extLst>
      <p:ext uri="{BB962C8B-B14F-4D97-AF65-F5344CB8AC3E}">
        <p14:creationId xmlns:p14="http://schemas.microsoft.com/office/powerpoint/2010/main" val="25447064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ackground ">
  <p:cSld name="Background ">
    <p:bg>
      <p:bgPr>
        <a:blipFill>
          <a:blip r:embed="rId2">
            <a:alphaModFix/>
          </a:blip>
          <a:stretch>
            <a:fillRect/>
          </a:stretch>
        </a:blipFill>
        <a:effectLst/>
      </p:bgPr>
    </p:bg>
    <p:spTree>
      <p:nvGrpSpPr>
        <p:cNvPr id="1" name="Shape 111"/>
        <p:cNvGrpSpPr/>
        <p:nvPr/>
      </p:nvGrpSpPr>
      <p:grpSpPr>
        <a:xfrm>
          <a:off x="0" y="0"/>
          <a:ext cx="0" cy="0"/>
          <a:chOff x="0" y="0"/>
          <a:chExt cx="0" cy="0"/>
        </a:xfrm>
      </p:grpSpPr>
    </p:spTree>
    <p:extLst>
      <p:ext uri="{BB962C8B-B14F-4D97-AF65-F5344CB8AC3E}">
        <p14:creationId xmlns:p14="http://schemas.microsoft.com/office/powerpoint/2010/main" val="42054190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ackground  1">
  <p:cSld name="Background  1">
    <p:bg>
      <p:bgPr>
        <a:blipFill>
          <a:blip r:embed="rId2">
            <a:alphaModFix/>
          </a:blip>
          <a:stretch>
            <a:fillRect/>
          </a:stretch>
        </a:blipFill>
        <a:effectLst/>
      </p:bgPr>
    </p:bg>
    <p:spTree>
      <p:nvGrpSpPr>
        <p:cNvPr id="1" name="Shape 112"/>
        <p:cNvGrpSpPr/>
        <p:nvPr/>
      </p:nvGrpSpPr>
      <p:grpSpPr>
        <a:xfrm>
          <a:off x="0" y="0"/>
          <a:ext cx="0" cy="0"/>
          <a:chOff x="0" y="0"/>
          <a:chExt cx="0" cy="0"/>
        </a:xfrm>
      </p:grpSpPr>
    </p:spTree>
    <p:extLst>
      <p:ext uri="{BB962C8B-B14F-4D97-AF65-F5344CB8AC3E}">
        <p14:creationId xmlns:p14="http://schemas.microsoft.com/office/powerpoint/2010/main" val="39510165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ackground 2">
  <p:cSld name="Background 2">
    <p:bg>
      <p:bgPr>
        <a:solidFill>
          <a:schemeClr val="dk1"/>
        </a:solidFill>
        <a:effectLst/>
      </p:bgPr>
    </p:bg>
    <p:spTree>
      <p:nvGrpSpPr>
        <p:cNvPr id="1" name="Shape 113"/>
        <p:cNvGrpSpPr/>
        <p:nvPr/>
      </p:nvGrpSpPr>
      <p:grpSpPr>
        <a:xfrm>
          <a:off x="0" y="0"/>
          <a:ext cx="0" cy="0"/>
          <a:chOff x="0" y="0"/>
          <a:chExt cx="0" cy="0"/>
        </a:xfrm>
      </p:grpSpPr>
    </p:spTree>
    <p:extLst>
      <p:ext uri="{BB962C8B-B14F-4D97-AF65-F5344CB8AC3E}">
        <p14:creationId xmlns:p14="http://schemas.microsoft.com/office/powerpoint/2010/main" val="22453348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114"/>
        <p:cNvGrpSpPr/>
        <p:nvPr/>
      </p:nvGrpSpPr>
      <p:grpSpPr>
        <a:xfrm>
          <a:off x="0" y="0"/>
          <a:ext cx="0" cy="0"/>
          <a:chOff x="0" y="0"/>
          <a:chExt cx="0" cy="0"/>
        </a:xfrm>
      </p:grpSpPr>
    </p:spTree>
    <p:extLst>
      <p:ext uri="{BB962C8B-B14F-4D97-AF65-F5344CB8AC3E}">
        <p14:creationId xmlns:p14="http://schemas.microsoft.com/office/powerpoint/2010/main" val="129881056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57B9A-B573-44FF-A86A-8B314125931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A464EC-F14C-419B-88DA-AEADA740549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78B707-95C2-4E2B-8230-CA7067E898B3}"/>
              </a:ext>
            </a:extLst>
          </p:cNvPr>
          <p:cNvSpPr>
            <a:spLocks noGrp="1"/>
          </p:cNvSpPr>
          <p:nvPr>
            <p:ph type="dt" sz="half" idx="10"/>
          </p:nvPr>
        </p:nvSpPr>
        <p:spPr/>
        <p:txBody>
          <a:bodyPr/>
          <a:lstStyle/>
          <a:p>
            <a:fld id="{8AC6299D-29D7-4E28-9977-E3256B73B8D7}" type="datetimeFigureOut">
              <a:rPr lang="en-US" smtClean="0"/>
              <a:t>6/11/2021</a:t>
            </a:fld>
            <a:endParaRPr lang="en-US"/>
          </a:p>
        </p:txBody>
      </p:sp>
      <p:sp>
        <p:nvSpPr>
          <p:cNvPr id="5" name="Footer Placeholder 4">
            <a:extLst>
              <a:ext uri="{FF2B5EF4-FFF2-40B4-BE49-F238E27FC236}">
                <a16:creationId xmlns:a16="http://schemas.microsoft.com/office/drawing/2014/main" id="{94767D33-A1E9-4CAA-9227-C9CAD97299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E55293-3B14-49C7-A078-5C406665363B}"/>
              </a:ext>
            </a:extLst>
          </p:cNvPr>
          <p:cNvSpPr>
            <a:spLocks noGrp="1"/>
          </p:cNvSpPr>
          <p:nvPr>
            <p:ph type="sldNum" sz="quarter" idx="12"/>
          </p:nvPr>
        </p:nvSpPr>
        <p:spPr/>
        <p:txBody>
          <a:bodyPr/>
          <a:lstStyle/>
          <a:p>
            <a:fld id="{59429C95-31E5-46BA-9B0E-BAFC5F885B44}" type="slidenum">
              <a:rPr lang="en-US" smtClean="0"/>
              <a:t>‹#›</a:t>
            </a:fld>
            <a:endParaRPr lang="en-US"/>
          </a:p>
        </p:txBody>
      </p:sp>
    </p:spTree>
    <p:extLst>
      <p:ext uri="{BB962C8B-B14F-4D97-AF65-F5344CB8AC3E}">
        <p14:creationId xmlns:p14="http://schemas.microsoft.com/office/powerpoint/2010/main" val="11373175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lank slide" type="blank" preserve="1">
  <p:cSld name="Blank slide">
    <p:spTree>
      <p:nvGrpSpPr>
        <p:cNvPr id="1" name="Shape 118"/>
        <p:cNvGrpSpPr/>
        <p:nvPr/>
      </p:nvGrpSpPr>
      <p:grpSpPr>
        <a:xfrm>
          <a:off x="0" y="0"/>
          <a:ext cx="0" cy="0"/>
          <a:chOff x="0" y="0"/>
          <a:chExt cx="0" cy="0"/>
        </a:xfrm>
      </p:grpSpPr>
    </p:spTree>
    <p:extLst>
      <p:ext uri="{BB962C8B-B14F-4D97-AF65-F5344CB8AC3E}">
        <p14:creationId xmlns:p14="http://schemas.microsoft.com/office/powerpoint/2010/main" val="22615914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4800"/>
              <a:buFont typeface="Amatic SC"/>
              <a:buNone/>
              <a:defRPr sz="4800" b="1">
                <a:solidFill>
                  <a:schemeClr val="lt1"/>
                </a:solidFill>
                <a:latin typeface="Amatic SC"/>
                <a:ea typeface="Amatic SC"/>
                <a:cs typeface="Amatic SC"/>
                <a:sym typeface="Amatic SC"/>
              </a:defRPr>
            </a:lvl1pPr>
            <a:lvl2pPr lvl="1">
              <a:spcBef>
                <a:spcPts val="0"/>
              </a:spcBef>
              <a:spcAft>
                <a:spcPts val="0"/>
              </a:spcAft>
              <a:buClr>
                <a:schemeClr val="lt1"/>
              </a:buClr>
              <a:buSzPts val="4800"/>
              <a:buFont typeface="Amatic SC"/>
              <a:buNone/>
              <a:defRPr sz="4800" b="1">
                <a:solidFill>
                  <a:schemeClr val="lt1"/>
                </a:solidFill>
                <a:latin typeface="Amatic SC"/>
                <a:ea typeface="Amatic SC"/>
                <a:cs typeface="Amatic SC"/>
                <a:sym typeface="Amatic SC"/>
              </a:defRPr>
            </a:lvl2pPr>
            <a:lvl3pPr lvl="2">
              <a:spcBef>
                <a:spcPts val="0"/>
              </a:spcBef>
              <a:spcAft>
                <a:spcPts val="0"/>
              </a:spcAft>
              <a:buClr>
                <a:schemeClr val="lt1"/>
              </a:buClr>
              <a:buSzPts val="4800"/>
              <a:buFont typeface="Amatic SC"/>
              <a:buNone/>
              <a:defRPr sz="4800" b="1">
                <a:solidFill>
                  <a:schemeClr val="lt1"/>
                </a:solidFill>
                <a:latin typeface="Amatic SC"/>
                <a:ea typeface="Amatic SC"/>
                <a:cs typeface="Amatic SC"/>
                <a:sym typeface="Amatic SC"/>
              </a:defRPr>
            </a:lvl3pPr>
            <a:lvl4pPr lvl="3">
              <a:spcBef>
                <a:spcPts val="0"/>
              </a:spcBef>
              <a:spcAft>
                <a:spcPts val="0"/>
              </a:spcAft>
              <a:buClr>
                <a:schemeClr val="lt1"/>
              </a:buClr>
              <a:buSzPts val="4800"/>
              <a:buFont typeface="Amatic SC"/>
              <a:buNone/>
              <a:defRPr sz="4800" b="1">
                <a:solidFill>
                  <a:schemeClr val="lt1"/>
                </a:solidFill>
                <a:latin typeface="Amatic SC"/>
                <a:ea typeface="Amatic SC"/>
                <a:cs typeface="Amatic SC"/>
                <a:sym typeface="Amatic SC"/>
              </a:defRPr>
            </a:lvl4pPr>
            <a:lvl5pPr lvl="4">
              <a:spcBef>
                <a:spcPts val="0"/>
              </a:spcBef>
              <a:spcAft>
                <a:spcPts val="0"/>
              </a:spcAft>
              <a:buClr>
                <a:schemeClr val="lt1"/>
              </a:buClr>
              <a:buSzPts val="4800"/>
              <a:buFont typeface="Amatic SC"/>
              <a:buNone/>
              <a:defRPr sz="4800" b="1">
                <a:solidFill>
                  <a:schemeClr val="lt1"/>
                </a:solidFill>
                <a:latin typeface="Amatic SC"/>
                <a:ea typeface="Amatic SC"/>
                <a:cs typeface="Amatic SC"/>
                <a:sym typeface="Amatic SC"/>
              </a:defRPr>
            </a:lvl5pPr>
            <a:lvl6pPr lvl="5">
              <a:spcBef>
                <a:spcPts val="0"/>
              </a:spcBef>
              <a:spcAft>
                <a:spcPts val="0"/>
              </a:spcAft>
              <a:buClr>
                <a:schemeClr val="lt1"/>
              </a:buClr>
              <a:buSzPts val="4800"/>
              <a:buFont typeface="Amatic SC"/>
              <a:buNone/>
              <a:defRPr sz="4800" b="1">
                <a:solidFill>
                  <a:schemeClr val="lt1"/>
                </a:solidFill>
                <a:latin typeface="Amatic SC"/>
                <a:ea typeface="Amatic SC"/>
                <a:cs typeface="Amatic SC"/>
                <a:sym typeface="Amatic SC"/>
              </a:defRPr>
            </a:lvl6pPr>
            <a:lvl7pPr lvl="6">
              <a:spcBef>
                <a:spcPts val="0"/>
              </a:spcBef>
              <a:spcAft>
                <a:spcPts val="0"/>
              </a:spcAft>
              <a:buClr>
                <a:schemeClr val="lt1"/>
              </a:buClr>
              <a:buSzPts val="4800"/>
              <a:buFont typeface="Amatic SC"/>
              <a:buNone/>
              <a:defRPr sz="4800" b="1">
                <a:solidFill>
                  <a:schemeClr val="lt1"/>
                </a:solidFill>
                <a:latin typeface="Amatic SC"/>
                <a:ea typeface="Amatic SC"/>
                <a:cs typeface="Amatic SC"/>
                <a:sym typeface="Amatic SC"/>
              </a:defRPr>
            </a:lvl7pPr>
            <a:lvl8pPr lvl="7">
              <a:spcBef>
                <a:spcPts val="0"/>
              </a:spcBef>
              <a:spcAft>
                <a:spcPts val="0"/>
              </a:spcAft>
              <a:buClr>
                <a:schemeClr val="lt1"/>
              </a:buClr>
              <a:buSzPts val="4800"/>
              <a:buFont typeface="Amatic SC"/>
              <a:buNone/>
              <a:defRPr sz="4800" b="1">
                <a:solidFill>
                  <a:schemeClr val="lt1"/>
                </a:solidFill>
                <a:latin typeface="Amatic SC"/>
                <a:ea typeface="Amatic SC"/>
                <a:cs typeface="Amatic SC"/>
                <a:sym typeface="Amatic SC"/>
              </a:defRPr>
            </a:lvl8pPr>
            <a:lvl9pPr lvl="8">
              <a:spcBef>
                <a:spcPts val="0"/>
              </a:spcBef>
              <a:spcAft>
                <a:spcPts val="0"/>
              </a:spcAft>
              <a:buClr>
                <a:schemeClr val="lt1"/>
              </a:buClr>
              <a:buSzPts val="4800"/>
              <a:buFont typeface="Amatic SC"/>
              <a:buNone/>
              <a:defRPr sz="4800" b="1">
                <a:solidFill>
                  <a:schemeClr val="lt1"/>
                </a:solidFill>
                <a:latin typeface="Amatic SC"/>
                <a:ea typeface="Amatic SC"/>
                <a:cs typeface="Amatic SC"/>
                <a:sym typeface="Amatic SC"/>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lt1"/>
              </a:buClr>
              <a:buSzPts val="1400"/>
              <a:buFont typeface="Didact Gothic"/>
              <a:buChar char="●"/>
              <a:defRPr>
                <a:solidFill>
                  <a:schemeClr val="lt1"/>
                </a:solidFill>
                <a:latin typeface="Didact Gothic"/>
                <a:ea typeface="Didact Gothic"/>
                <a:cs typeface="Didact Gothic"/>
                <a:sym typeface="Didact Gothic"/>
              </a:defRPr>
            </a:lvl1pPr>
            <a:lvl2pPr marL="914400" lvl="1" indent="-317500">
              <a:lnSpc>
                <a:spcPct val="115000"/>
              </a:lnSpc>
              <a:spcBef>
                <a:spcPts val="1600"/>
              </a:spcBef>
              <a:spcAft>
                <a:spcPts val="0"/>
              </a:spcAft>
              <a:buClr>
                <a:schemeClr val="lt1"/>
              </a:buClr>
              <a:buSzPts val="1400"/>
              <a:buFont typeface="Didact Gothic"/>
              <a:buChar char="○"/>
              <a:defRPr>
                <a:solidFill>
                  <a:schemeClr val="lt1"/>
                </a:solidFill>
                <a:latin typeface="Didact Gothic"/>
                <a:ea typeface="Didact Gothic"/>
                <a:cs typeface="Didact Gothic"/>
                <a:sym typeface="Didact Gothic"/>
              </a:defRPr>
            </a:lvl2pPr>
            <a:lvl3pPr marL="1371600" lvl="2" indent="-317500">
              <a:lnSpc>
                <a:spcPct val="115000"/>
              </a:lnSpc>
              <a:spcBef>
                <a:spcPts val="1600"/>
              </a:spcBef>
              <a:spcAft>
                <a:spcPts val="0"/>
              </a:spcAft>
              <a:buClr>
                <a:schemeClr val="lt1"/>
              </a:buClr>
              <a:buSzPts val="1400"/>
              <a:buFont typeface="Didact Gothic"/>
              <a:buChar char="■"/>
              <a:defRPr>
                <a:solidFill>
                  <a:schemeClr val="lt1"/>
                </a:solidFill>
                <a:latin typeface="Didact Gothic"/>
                <a:ea typeface="Didact Gothic"/>
                <a:cs typeface="Didact Gothic"/>
                <a:sym typeface="Didact Gothic"/>
              </a:defRPr>
            </a:lvl3pPr>
            <a:lvl4pPr marL="1828800" lvl="3" indent="-317500">
              <a:lnSpc>
                <a:spcPct val="115000"/>
              </a:lnSpc>
              <a:spcBef>
                <a:spcPts val="1600"/>
              </a:spcBef>
              <a:spcAft>
                <a:spcPts val="0"/>
              </a:spcAft>
              <a:buClr>
                <a:schemeClr val="lt1"/>
              </a:buClr>
              <a:buSzPts val="1400"/>
              <a:buFont typeface="Didact Gothic"/>
              <a:buChar char="●"/>
              <a:defRPr>
                <a:solidFill>
                  <a:schemeClr val="lt1"/>
                </a:solidFill>
                <a:latin typeface="Didact Gothic"/>
                <a:ea typeface="Didact Gothic"/>
                <a:cs typeface="Didact Gothic"/>
                <a:sym typeface="Didact Gothic"/>
              </a:defRPr>
            </a:lvl4pPr>
            <a:lvl5pPr marL="2286000" lvl="4" indent="-317500">
              <a:lnSpc>
                <a:spcPct val="115000"/>
              </a:lnSpc>
              <a:spcBef>
                <a:spcPts val="1600"/>
              </a:spcBef>
              <a:spcAft>
                <a:spcPts val="0"/>
              </a:spcAft>
              <a:buClr>
                <a:schemeClr val="lt1"/>
              </a:buClr>
              <a:buSzPts val="1400"/>
              <a:buFont typeface="Didact Gothic"/>
              <a:buChar char="○"/>
              <a:defRPr>
                <a:solidFill>
                  <a:schemeClr val="lt1"/>
                </a:solidFill>
                <a:latin typeface="Didact Gothic"/>
                <a:ea typeface="Didact Gothic"/>
                <a:cs typeface="Didact Gothic"/>
                <a:sym typeface="Didact Gothic"/>
              </a:defRPr>
            </a:lvl5pPr>
            <a:lvl6pPr marL="2743200" lvl="5" indent="-317500">
              <a:lnSpc>
                <a:spcPct val="115000"/>
              </a:lnSpc>
              <a:spcBef>
                <a:spcPts val="1600"/>
              </a:spcBef>
              <a:spcAft>
                <a:spcPts val="0"/>
              </a:spcAft>
              <a:buClr>
                <a:schemeClr val="lt1"/>
              </a:buClr>
              <a:buSzPts val="1400"/>
              <a:buFont typeface="Didact Gothic"/>
              <a:buChar char="■"/>
              <a:defRPr>
                <a:solidFill>
                  <a:schemeClr val="lt1"/>
                </a:solidFill>
                <a:latin typeface="Didact Gothic"/>
                <a:ea typeface="Didact Gothic"/>
                <a:cs typeface="Didact Gothic"/>
                <a:sym typeface="Didact Gothic"/>
              </a:defRPr>
            </a:lvl6pPr>
            <a:lvl7pPr marL="3200400" lvl="6" indent="-317500">
              <a:lnSpc>
                <a:spcPct val="115000"/>
              </a:lnSpc>
              <a:spcBef>
                <a:spcPts val="1600"/>
              </a:spcBef>
              <a:spcAft>
                <a:spcPts val="0"/>
              </a:spcAft>
              <a:buClr>
                <a:schemeClr val="lt1"/>
              </a:buClr>
              <a:buSzPts val="1400"/>
              <a:buFont typeface="Didact Gothic"/>
              <a:buChar char="●"/>
              <a:defRPr>
                <a:solidFill>
                  <a:schemeClr val="lt1"/>
                </a:solidFill>
                <a:latin typeface="Didact Gothic"/>
                <a:ea typeface="Didact Gothic"/>
                <a:cs typeface="Didact Gothic"/>
                <a:sym typeface="Didact Gothic"/>
              </a:defRPr>
            </a:lvl7pPr>
            <a:lvl8pPr marL="3657600" lvl="7" indent="-317500">
              <a:lnSpc>
                <a:spcPct val="115000"/>
              </a:lnSpc>
              <a:spcBef>
                <a:spcPts val="1600"/>
              </a:spcBef>
              <a:spcAft>
                <a:spcPts val="0"/>
              </a:spcAft>
              <a:buClr>
                <a:schemeClr val="lt1"/>
              </a:buClr>
              <a:buSzPts val="1400"/>
              <a:buFont typeface="Didact Gothic"/>
              <a:buChar char="○"/>
              <a:defRPr>
                <a:solidFill>
                  <a:schemeClr val="lt1"/>
                </a:solidFill>
                <a:latin typeface="Didact Gothic"/>
                <a:ea typeface="Didact Gothic"/>
                <a:cs typeface="Didact Gothic"/>
                <a:sym typeface="Didact Gothic"/>
              </a:defRPr>
            </a:lvl8pPr>
            <a:lvl9pPr marL="4114800" lvl="8" indent="-317500">
              <a:lnSpc>
                <a:spcPct val="115000"/>
              </a:lnSpc>
              <a:spcBef>
                <a:spcPts val="1600"/>
              </a:spcBef>
              <a:spcAft>
                <a:spcPts val="1600"/>
              </a:spcAft>
              <a:buClr>
                <a:schemeClr val="lt1"/>
              </a:buClr>
              <a:buSzPts val="1400"/>
              <a:buFont typeface="Didact Gothic"/>
              <a:buChar char="■"/>
              <a:defRPr>
                <a:solidFill>
                  <a:schemeClr val="lt1"/>
                </a:solidFill>
                <a:latin typeface="Didact Gothic"/>
                <a:ea typeface="Didact Gothic"/>
                <a:cs typeface="Didact Gothic"/>
                <a:sym typeface="Didact Gothic"/>
              </a:defRPr>
            </a:lvl9pPr>
          </a:lstStyle>
          <a:p>
            <a:pPr marL="609585" marR="0" lvl="0" indent="-423323" algn="l" defTabSz="1219170" rtl="0" eaLnBrk="1" fontAlgn="auto" latinLnBrk="0" hangingPunct="1">
              <a:lnSpc>
                <a:spcPct val="115000"/>
              </a:lnSpc>
              <a:spcBef>
                <a:spcPts val="0"/>
              </a:spcBef>
              <a:spcAft>
                <a:spcPts val="0"/>
              </a:spcAft>
              <a:buClr>
                <a:schemeClr val="lt1"/>
              </a:buClr>
              <a:buSzPts val="1400"/>
              <a:buFont typeface="Didact Gothic"/>
              <a:buChar char="●"/>
              <a:tabLst/>
              <a:defRPr/>
            </a:pPr>
            <a:endParaRPr lang="en-US" sz="1867" b="1" dirty="0">
              <a:solidFill>
                <a:schemeClr val="accent3">
                  <a:lumMod val="60000"/>
                  <a:lumOff val="40000"/>
                </a:schemeClr>
              </a:solidFill>
            </a:endParaRPr>
          </a:p>
          <a:p>
            <a:endParaRPr dirty="0"/>
          </a:p>
        </p:txBody>
      </p:sp>
      <p:sp>
        <p:nvSpPr>
          <p:cNvPr id="3" name="TextBox 2">
            <a:extLst>
              <a:ext uri="{FF2B5EF4-FFF2-40B4-BE49-F238E27FC236}">
                <a16:creationId xmlns:a16="http://schemas.microsoft.com/office/drawing/2014/main" id="{76062F7B-D3DA-4282-B8B4-9F18F02C8C1B}"/>
              </a:ext>
            </a:extLst>
          </p:cNvPr>
          <p:cNvSpPr txBox="1"/>
          <p:nvPr/>
        </p:nvSpPr>
        <p:spPr>
          <a:xfrm rot="20060788">
            <a:off x="1096070" y="2889506"/>
            <a:ext cx="9999863" cy="1118319"/>
          </a:xfrm>
          <a:prstGeom prst="rect">
            <a:avLst/>
          </a:prstGeom>
          <a:noFill/>
        </p:spPr>
        <p:txBody>
          <a:bodyPr wrap="square" rtlCol="0">
            <a:spAutoFit/>
          </a:bodyPr>
          <a:lstStyle/>
          <a:p>
            <a:r>
              <a:rPr lang="en-US" sz="6667" b="1" dirty="0">
                <a:solidFill>
                  <a:schemeClr val="accent3">
                    <a:lumMod val="60000"/>
                    <a:lumOff val="40000"/>
                  </a:schemeClr>
                </a:solidFill>
              </a:rPr>
              <a:t>       Sara Gurchani </a:t>
            </a:r>
          </a:p>
        </p:txBody>
      </p:sp>
    </p:spTree>
    <p:extLst>
      <p:ext uri="{BB962C8B-B14F-4D97-AF65-F5344CB8AC3E}">
        <p14:creationId xmlns:p14="http://schemas.microsoft.com/office/powerpoint/2010/main" val="2962388391"/>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L="186262" marR="0" lvl="0" indent="0" algn="l" rtl="0" eaLnBrk="1" hangingPunct="1">
        <a:lnSpc>
          <a:spcPct val="100000"/>
        </a:lnSpc>
        <a:spcBef>
          <a:spcPts val="0"/>
        </a:spcBef>
        <a:spcAft>
          <a:spcPts val="0"/>
        </a:spcAft>
        <a:buClr>
          <a:srgbClr val="000000"/>
        </a:buClr>
        <a:buFont typeface="Arial"/>
        <a:buNone/>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E2A47"/>
        </a:solidFill>
        <a:effectLst/>
      </p:bgPr>
    </p:bg>
    <p:spTree>
      <p:nvGrpSpPr>
        <p:cNvPr id="1" name="Shape 115"/>
        <p:cNvGrpSpPr/>
        <p:nvPr/>
      </p:nvGrpSpPr>
      <p:grpSpPr>
        <a:xfrm>
          <a:off x="0" y="0"/>
          <a:ext cx="0" cy="0"/>
          <a:chOff x="0" y="0"/>
          <a:chExt cx="0" cy="0"/>
        </a:xfrm>
      </p:grpSpPr>
      <p:sp>
        <p:nvSpPr>
          <p:cNvPr id="116" name="Google Shape;116;p26"/>
          <p:cNvSpPr txBox="1">
            <a:spLocks noGrp="1"/>
          </p:cNvSpPr>
          <p:nvPr>
            <p:ph type="title"/>
          </p:nvPr>
        </p:nvSpPr>
        <p:spPr>
          <a:xfrm>
            <a:off x="1424133" y="1244600"/>
            <a:ext cx="9396400" cy="643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1pPr>
            <a:lvl2pPr lvl="1"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2pPr>
            <a:lvl3pPr lvl="2"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3pPr>
            <a:lvl4pPr lvl="3"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4pPr>
            <a:lvl5pPr lvl="4"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5pPr>
            <a:lvl6pPr lvl="5"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6pPr>
            <a:lvl7pPr lvl="6"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7pPr>
            <a:lvl8pPr lvl="7"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8pPr>
            <a:lvl9pPr lvl="8" algn="ctr" rtl="0">
              <a:spcBef>
                <a:spcPts val="0"/>
              </a:spcBef>
              <a:spcAft>
                <a:spcPts val="0"/>
              </a:spcAft>
              <a:buClr>
                <a:srgbClr val="FFFFFF"/>
              </a:buClr>
              <a:buSzPts val="2400"/>
              <a:buFont typeface="Proxima Nova Semibold"/>
              <a:buNone/>
              <a:defRPr sz="2400">
                <a:solidFill>
                  <a:srgbClr val="FFFFFF"/>
                </a:solidFill>
                <a:latin typeface="Proxima Nova Semibold"/>
                <a:ea typeface="Proxima Nova Semibold"/>
                <a:cs typeface="Proxima Nova Semibold"/>
                <a:sym typeface="Proxima Nova Semibold"/>
              </a:defRPr>
            </a:lvl9pPr>
          </a:lstStyle>
          <a:p>
            <a:endParaRPr/>
          </a:p>
        </p:txBody>
      </p:sp>
      <p:sp>
        <p:nvSpPr>
          <p:cNvPr id="117" name="Google Shape;117;p26"/>
          <p:cNvSpPr txBox="1">
            <a:spLocks noGrp="1"/>
          </p:cNvSpPr>
          <p:nvPr>
            <p:ph type="body" idx="1"/>
          </p:nvPr>
        </p:nvSpPr>
        <p:spPr>
          <a:xfrm>
            <a:off x="1424133" y="2260600"/>
            <a:ext cx="9396400" cy="3336000"/>
          </a:xfrm>
          <a:prstGeom prst="rect">
            <a:avLst/>
          </a:prstGeom>
          <a:noFill/>
          <a:ln>
            <a:noFill/>
          </a:ln>
        </p:spPr>
        <p:txBody>
          <a:bodyPr spcFirstLastPara="1" wrap="square" lIns="91425" tIns="91425" rIns="91425" bIns="91425" anchor="t" anchorCtr="0">
            <a:noAutofit/>
          </a:bodyPr>
          <a:lstStyle>
            <a:lvl1pPr marL="457200" lvl="0"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1pPr>
            <a:lvl2pPr marL="914400" lvl="1"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2pPr>
            <a:lvl3pPr marL="1371600" lvl="2"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3pPr>
            <a:lvl4pPr marL="1828800" lvl="3"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4pPr>
            <a:lvl5pPr marL="2286000" lvl="4"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5pPr>
            <a:lvl6pPr marL="2743200" lvl="5"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6pPr>
            <a:lvl7pPr marL="3200400" lvl="6"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7pPr>
            <a:lvl8pPr marL="3657600" lvl="7"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8pPr>
            <a:lvl9pPr marL="4114800" lvl="8" indent="-298450" rtl="0">
              <a:lnSpc>
                <a:spcPct val="115000"/>
              </a:lnSpc>
              <a:spcBef>
                <a:spcPts val="0"/>
              </a:spcBef>
              <a:spcAft>
                <a:spcPts val="0"/>
              </a:spcAft>
              <a:buClr>
                <a:srgbClr val="435D74"/>
              </a:buClr>
              <a:buSzPts val="1100"/>
              <a:buFont typeface="Proxima Nova"/>
              <a:buChar char="■"/>
              <a:defRPr sz="1100">
                <a:solidFill>
                  <a:srgbClr val="435D74"/>
                </a:solidFill>
                <a:latin typeface="Proxima Nova"/>
                <a:ea typeface="Proxima Nova"/>
                <a:cs typeface="Proxima Nova"/>
                <a:sym typeface="Proxima Nova"/>
              </a:defRPr>
            </a:lvl9pPr>
          </a:lstStyle>
          <a:p>
            <a:endParaRPr/>
          </a:p>
        </p:txBody>
      </p:sp>
    </p:spTree>
    <p:extLst>
      <p:ext uri="{BB962C8B-B14F-4D97-AF65-F5344CB8AC3E}">
        <p14:creationId xmlns:p14="http://schemas.microsoft.com/office/powerpoint/2010/main" val="1946711566"/>
      </p:ext>
    </p:extLst>
  </p:cSld>
  <p:clrMap bg1="lt1" tx1="dk1" bg2="dk2" tx2="lt2" accent1="accent1" accent2="accent2" accent3="accent3" accent4="accent4" accent5="accent5" accent6="accent6" hlink="hlink" folHlink="folHlink"/>
  <p:sldLayoutIdLst>
    <p:sldLayoutId id="2147483687" r:id="rId1"/>
  </p:sldLayoutIdLst>
  <p:hf sldNum="0"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690FEA4-8A6D-4D74-B08E-C06F9DC34163}"/>
              </a:ext>
            </a:extLst>
          </p:cNvPr>
          <p:cNvSpPr>
            <a:spLocks noGrp="1"/>
          </p:cNvSpPr>
          <p:nvPr>
            <p:ph type="subTitle" idx="1"/>
          </p:nvPr>
        </p:nvSpPr>
        <p:spPr/>
        <p:txBody>
          <a:bodyPr/>
          <a:lstStyle/>
          <a:p>
            <a:endParaRPr lang="en-US" dirty="0"/>
          </a:p>
        </p:txBody>
      </p:sp>
      <p:sp>
        <p:nvSpPr>
          <p:cNvPr id="2" name="Title 1">
            <a:extLst>
              <a:ext uri="{FF2B5EF4-FFF2-40B4-BE49-F238E27FC236}">
                <a16:creationId xmlns:a16="http://schemas.microsoft.com/office/drawing/2014/main" id="{48014A98-2BD0-48A7-B915-95483D4A67F1}"/>
              </a:ext>
            </a:extLst>
          </p:cNvPr>
          <p:cNvSpPr>
            <a:spLocks noGrp="1"/>
          </p:cNvSpPr>
          <p:nvPr>
            <p:ph type="ctrTitle"/>
          </p:nvPr>
        </p:nvSpPr>
        <p:spPr>
          <a:pattFill prst="pct20">
            <a:fgClr>
              <a:srgbClr val="92D050"/>
            </a:fgClr>
            <a:bgClr>
              <a:srgbClr val="92D050"/>
            </a:bgClr>
          </a:pattFill>
        </p:spPr>
        <p:txBody>
          <a:bodyPr>
            <a:normAutofit/>
          </a:bodyPr>
          <a:lstStyle/>
          <a:p>
            <a:r>
              <a:rPr lang="en-US" sz="5400" dirty="0">
                <a:latin typeface="Times New Roman" panose="02020603050405020304" pitchFamily="18" charset="0"/>
                <a:cs typeface="Times New Roman" panose="02020603050405020304" pitchFamily="18" charset="0"/>
              </a:rPr>
              <a:t>Pakistan’s Foreign Policy </a:t>
            </a:r>
          </a:p>
        </p:txBody>
      </p:sp>
    </p:spTree>
    <p:extLst>
      <p:ext uri="{BB962C8B-B14F-4D97-AF65-F5344CB8AC3E}">
        <p14:creationId xmlns:p14="http://schemas.microsoft.com/office/powerpoint/2010/main" val="454492009"/>
      </p:ext>
    </p:extLst>
  </p:cSld>
  <p:clrMapOvr>
    <a:masterClrMapping/>
  </p:clrMapOvr>
  <mc:AlternateContent xmlns:mc="http://schemas.openxmlformats.org/markup-compatibility/2006" xmlns:p14="http://schemas.microsoft.com/office/powerpoint/2010/main">
    <mc:Choice Requires="p14">
      <p:transition spd="slow" p14:dur="2000" advTm="131849"/>
    </mc:Choice>
    <mc:Fallback xmlns="">
      <p:transition spd="slow" advTm="131849"/>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53245-3392-439D-A258-6038F90BA074}"/>
              </a:ext>
            </a:extLst>
          </p:cNvPr>
          <p:cNvSpPr>
            <a:spLocks noGrp="1"/>
          </p:cNvSpPr>
          <p:nvPr>
            <p:ph type="title"/>
          </p:nvPr>
        </p:nvSpPr>
        <p:spPr/>
        <p:txBody>
          <a:bodyPr>
            <a:normAutofit fontScale="90000"/>
          </a:bodyPr>
          <a:lstStyle/>
          <a:p>
            <a:pPr algn="ctr"/>
            <a:r>
              <a:rPr lang="en-US" sz="4000" dirty="0">
                <a:latin typeface="Times New Roman" panose="02020603050405020304" pitchFamily="18" charset="0"/>
                <a:cs typeface="Times New Roman" panose="02020603050405020304" pitchFamily="18" charset="0"/>
              </a:rPr>
              <a:t>Defining Foreign Policy  </a:t>
            </a:r>
          </a:p>
        </p:txBody>
      </p:sp>
      <p:sp>
        <p:nvSpPr>
          <p:cNvPr id="3" name="Content Placeholder 2">
            <a:extLst>
              <a:ext uri="{FF2B5EF4-FFF2-40B4-BE49-F238E27FC236}">
                <a16:creationId xmlns:a16="http://schemas.microsoft.com/office/drawing/2014/main" id="{A991852D-3BA9-41F7-B769-734B2E1B1C06}"/>
              </a:ext>
            </a:extLst>
          </p:cNvPr>
          <p:cNvSpPr>
            <a:spLocks noGrp="1"/>
          </p:cNvSpPr>
          <p:nvPr>
            <p:ph idx="1"/>
          </p:nvPr>
        </p:nvSpPr>
        <p:spPr/>
        <p:txBody>
          <a:bodyPr>
            <a:normAutofit/>
          </a:bodyPr>
          <a:lstStyle/>
          <a:p>
            <a:pPr algn="just">
              <a:lnSpc>
                <a:spcPct val="150000"/>
              </a:lnSpc>
            </a:pPr>
            <a:r>
              <a:rPr lang="en-US" sz="2000" dirty="0">
                <a:latin typeface="Times New Roman" panose="02020603050405020304" pitchFamily="18" charset="0"/>
                <a:cs typeface="Times New Roman" panose="02020603050405020304" pitchFamily="18" charset="0"/>
              </a:rPr>
              <a:t>“The sum of State’s strategy to strengthen its national capacity, the approach to attain national goal and the tools to deal with the other elements of the world”. </a:t>
            </a:r>
          </a:p>
          <a:p>
            <a:pPr algn="just">
              <a:lnSpc>
                <a:spcPct val="150000"/>
              </a:lnSpc>
            </a:pPr>
            <a:r>
              <a:rPr lang="en-US" sz="2000" dirty="0">
                <a:latin typeface="Times New Roman" panose="02020603050405020304" pitchFamily="18" charset="0"/>
                <a:cs typeface="Times New Roman" panose="02020603050405020304" pitchFamily="18" charset="0"/>
              </a:rPr>
              <a:t>“Foreign policy encompasses the tactics and process by which a nation interacts with other nations in order to further its own interests. Foreign policy may make use of diplomacy or other more direct means such as aggression rooted in military power” (Brionne Frazier, 2019)</a:t>
            </a:r>
          </a:p>
          <a:p>
            <a:pPr algn="just">
              <a:lnSpc>
                <a:spcPct val="150000"/>
              </a:lnSpc>
            </a:pPr>
            <a:r>
              <a:rPr lang="en-US" sz="2400" b="1" dirty="0">
                <a:latin typeface="Times New Roman" panose="02020603050405020304" pitchFamily="18" charset="0"/>
                <a:cs typeface="Times New Roman" panose="02020603050405020304" pitchFamily="18" charset="0"/>
              </a:rPr>
              <a:t>Foreign Policy making has two models:</a:t>
            </a:r>
          </a:p>
          <a:p>
            <a:pPr marL="457200" indent="-457200"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Rational Actor Model</a:t>
            </a:r>
          </a:p>
          <a:p>
            <a:pPr marL="457200" indent="-457200" algn="just">
              <a:lnSpc>
                <a:spcPct val="150000"/>
              </a:lnSpc>
              <a:buFont typeface="+mj-lt"/>
              <a:buAutoNum type="arabicPeriod"/>
            </a:pPr>
            <a:r>
              <a:rPr lang="en-US" sz="2000" dirty="0">
                <a:latin typeface="Times New Roman" panose="02020603050405020304" pitchFamily="18" charset="0"/>
                <a:cs typeface="Times New Roman" panose="02020603050405020304" pitchFamily="18" charset="0"/>
              </a:rPr>
              <a:t>Bureaucratic Model.</a:t>
            </a:r>
          </a:p>
          <a:p>
            <a:endParaRPr lang="en-US" sz="2000" dirty="0">
              <a:latin typeface="Times New Roman" panose="02020603050405020304" pitchFamily="18" charset="0"/>
              <a:cs typeface="Times New Roman" panose="02020603050405020304" pitchFamily="18" charset="0"/>
            </a:endParaRPr>
          </a:p>
          <a:p>
            <a:pPr marL="457200" indent="-457200">
              <a:buFont typeface="+mj-lt"/>
              <a:buAutoNum type="arabicPeriod"/>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9776461"/>
      </p:ext>
    </p:extLst>
  </p:cSld>
  <p:clrMapOvr>
    <a:masterClrMapping/>
  </p:clrMapOvr>
  <mc:AlternateContent xmlns:mc="http://schemas.openxmlformats.org/markup-compatibility/2006" xmlns:p14="http://schemas.microsoft.com/office/powerpoint/2010/main">
    <mc:Choice Requires="p14">
      <p:transition spd="slow" p14:dur="2000" advTm="118105"/>
    </mc:Choice>
    <mc:Fallback xmlns="">
      <p:transition spd="slow" advTm="118105"/>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53245-3392-439D-A258-6038F90BA074}"/>
              </a:ext>
            </a:extLst>
          </p:cNvPr>
          <p:cNvSpPr>
            <a:spLocks noGrp="1"/>
          </p:cNvSpPr>
          <p:nvPr>
            <p:ph type="title"/>
          </p:nvPr>
        </p:nvSpPr>
        <p:spPr/>
        <p:txBody>
          <a:bodyPr>
            <a:normAutofit fontScale="90000"/>
          </a:bodyPr>
          <a:lstStyle/>
          <a:p>
            <a:pPr algn="ctr"/>
            <a:r>
              <a:rPr lang="en-US" sz="4000" dirty="0">
                <a:latin typeface="Times New Roman" panose="02020603050405020304" pitchFamily="18" charset="0"/>
                <a:cs typeface="Times New Roman" panose="02020603050405020304" pitchFamily="18" charset="0"/>
              </a:rPr>
              <a:t>Levels of Foreign Policy Making </a:t>
            </a:r>
          </a:p>
        </p:txBody>
      </p:sp>
      <p:sp>
        <p:nvSpPr>
          <p:cNvPr id="3" name="Content Placeholder 2">
            <a:extLst>
              <a:ext uri="{FF2B5EF4-FFF2-40B4-BE49-F238E27FC236}">
                <a16:creationId xmlns:a16="http://schemas.microsoft.com/office/drawing/2014/main" id="{A991852D-3BA9-41F7-B769-734B2E1B1C06}"/>
              </a:ext>
            </a:extLst>
          </p:cNvPr>
          <p:cNvSpPr>
            <a:spLocks noGrp="1"/>
          </p:cNvSpPr>
          <p:nvPr>
            <p:ph idx="1"/>
          </p:nvPr>
        </p:nvSpPr>
        <p:spPr/>
        <p:txBody>
          <a:bodyPr>
            <a:normAutofit/>
          </a:bodyPr>
          <a:lstStyle/>
          <a:p>
            <a:pPr marL="457200" indent="-457200" algn="just">
              <a:lnSpc>
                <a:spcPct val="100000"/>
              </a:lnSpc>
              <a:buFont typeface="+mj-lt"/>
              <a:buAutoNum type="arabicPeriod"/>
            </a:pPr>
            <a:r>
              <a:rPr lang="en-US" sz="2000" dirty="0">
                <a:latin typeface="Times New Roman" panose="02020603050405020304" pitchFamily="18" charset="0"/>
                <a:cs typeface="Times New Roman" panose="02020603050405020304" pitchFamily="18" charset="0"/>
              </a:rPr>
              <a:t>Individual Centric Level</a:t>
            </a:r>
          </a:p>
          <a:p>
            <a:pPr marL="457200" indent="-457200" algn="just">
              <a:lnSpc>
                <a:spcPct val="100000"/>
              </a:lnSpc>
              <a:buFont typeface="+mj-lt"/>
              <a:buAutoNum type="arabicPeriod"/>
            </a:pPr>
            <a:r>
              <a:rPr lang="en-US" sz="2000" dirty="0">
                <a:latin typeface="Times New Roman" panose="02020603050405020304" pitchFamily="18" charset="0"/>
                <a:cs typeface="Times New Roman" panose="02020603050405020304" pitchFamily="18" charset="0"/>
              </a:rPr>
              <a:t>State Level/inside out approach</a:t>
            </a:r>
          </a:p>
          <a:p>
            <a:pPr marL="457200" indent="-457200" algn="just">
              <a:lnSpc>
                <a:spcPct val="100000"/>
              </a:lnSpc>
              <a:buFont typeface="+mj-lt"/>
              <a:buAutoNum type="arabicPeriod"/>
            </a:pPr>
            <a:r>
              <a:rPr lang="en-US" sz="2000" dirty="0">
                <a:latin typeface="Times New Roman" panose="02020603050405020304" pitchFamily="18" charset="0"/>
                <a:cs typeface="Times New Roman" panose="02020603050405020304" pitchFamily="18" charset="0"/>
              </a:rPr>
              <a:t>International level/outside in approach</a:t>
            </a:r>
          </a:p>
          <a:p>
            <a:pPr marL="457200" indent="-457200" algn="just">
              <a:lnSpc>
                <a:spcPct val="100000"/>
              </a:lnSpc>
              <a:buFont typeface="+mj-lt"/>
              <a:buAutoNum type="arabicPeriod"/>
            </a:pPr>
            <a:r>
              <a:rPr lang="en-US" sz="2000" dirty="0">
                <a:latin typeface="Times New Roman" panose="02020603050405020304" pitchFamily="18" charset="0"/>
                <a:cs typeface="Times New Roman" panose="02020603050405020304" pitchFamily="18" charset="0"/>
              </a:rPr>
              <a:t>Regional approach.</a:t>
            </a:r>
          </a:p>
          <a:p>
            <a:pPr algn="just">
              <a:lnSpc>
                <a:spcPct val="100000"/>
              </a:lnSpc>
            </a:pPr>
            <a:r>
              <a:rPr lang="en-US" sz="2000" b="1" dirty="0">
                <a:latin typeface="Times New Roman" panose="02020603050405020304" pitchFamily="18" charset="0"/>
                <a:cs typeface="Times New Roman" panose="02020603050405020304" pitchFamily="18" charset="0"/>
              </a:rPr>
              <a:t>Theories of Foreign Policy:</a:t>
            </a:r>
            <a:endParaRPr lang="en-US" sz="2000" dirty="0">
              <a:latin typeface="Times New Roman" panose="02020603050405020304" pitchFamily="18" charset="0"/>
              <a:cs typeface="Times New Roman" panose="02020603050405020304" pitchFamily="18" charset="0"/>
            </a:endParaRPr>
          </a:p>
          <a:p>
            <a:pPr marL="514350" indent="-514350" algn="just">
              <a:lnSpc>
                <a:spcPct val="100000"/>
              </a:lnSpc>
              <a:buFont typeface="+mj-lt"/>
              <a:buAutoNum type="romanLcPeriod"/>
            </a:pPr>
            <a:r>
              <a:rPr lang="en-US" sz="2000" dirty="0">
                <a:latin typeface="Times New Roman" panose="02020603050405020304" pitchFamily="18" charset="0"/>
                <a:cs typeface="Times New Roman" panose="02020603050405020304" pitchFamily="18" charset="0"/>
              </a:rPr>
              <a:t>Realism</a:t>
            </a:r>
          </a:p>
          <a:p>
            <a:pPr marL="514350" indent="-514350" algn="just">
              <a:lnSpc>
                <a:spcPct val="100000"/>
              </a:lnSpc>
              <a:buFont typeface="+mj-lt"/>
              <a:buAutoNum type="romanLcPeriod"/>
            </a:pPr>
            <a:r>
              <a:rPr lang="en-US" sz="2000" dirty="0">
                <a:latin typeface="Times New Roman" panose="02020603050405020304" pitchFamily="18" charset="0"/>
                <a:cs typeface="Times New Roman" panose="02020603050405020304" pitchFamily="18" charset="0"/>
              </a:rPr>
              <a:t>Liberalism</a:t>
            </a:r>
          </a:p>
          <a:p>
            <a:pPr marL="514350" indent="-514350" algn="just">
              <a:lnSpc>
                <a:spcPct val="100000"/>
              </a:lnSpc>
              <a:buFont typeface="+mj-lt"/>
              <a:buAutoNum type="romanLcPeriod"/>
            </a:pPr>
            <a:r>
              <a:rPr lang="en-US" sz="2000" dirty="0">
                <a:latin typeface="Times New Roman" panose="02020603050405020304" pitchFamily="18" charset="0"/>
                <a:cs typeface="Times New Roman" panose="02020603050405020304" pitchFamily="18" charset="0"/>
              </a:rPr>
              <a:t>Economic Structuralism</a:t>
            </a:r>
          </a:p>
          <a:p>
            <a:pPr marL="514350" indent="-514350" algn="just">
              <a:lnSpc>
                <a:spcPct val="100000"/>
              </a:lnSpc>
              <a:buFont typeface="+mj-lt"/>
              <a:buAutoNum type="romanLcPeriod"/>
            </a:pPr>
            <a:r>
              <a:rPr lang="en-US" sz="2000" dirty="0">
                <a:latin typeface="Times New Roman" panose="02020603050405020304" pitchFamily="18" charset="0"/>
                <a:cs typeface="Times New Roman" panose="02020603050405020304" pitchFamily="18" charset="0"/>
              </a:rPr>
              <a:t>Psychological Theories</a:t>
            </a:r>
          </a:p>
          <a:p>
            <a:pPr marL="514350" indent="-514350" algn="just">
              <a:lnSpc>
                <a:spcPct val="100000"/>
              </a:lnSpc>
              <a:buFont typeface="+mj-lt"/>
              <a:buAutoNum type="romanLcPeriod"/>
            </a:pPr>
            <a:r>
              <a:rPr lang="en-US" sz="2000" dirty="0">
                <a:latin typeface="Times New Roman" panose="02020603050405020304" pitchFamily="18" charset="0"/>
                <a:cs typeface="Times New Roman" panose="02020603050405020304" pitchFamily="18" charset="0"/>
              </a:rPr>
              <a:t>Constructivism</a:t>
            </a:r>
          </a:p>
          <a:p>
            <a:pPr marL="457200" indent="-457200" algn="just">
              <a:lnSpc>
                <a:spcPct val="100000"/>
              </a:lnSpc>
              <a:buFont typeface="+mj-lt"/>
              <a:buAutoNum type="romanLcPeriod"/>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75631648"/>
      </p:ext>
    </p:extLst>
  </p:cSld>
  <p:clrMapOvr>
    <a:masterClrMapping/>
  </p:clrMapOvr>
  <mc:AlternateContent xmlns:mc="http://schemas.openxmlformats.org/markup-compatibility/2006" xmlns:p14="http://schemas.microsoft.com/office/powerpoint/2010/main">
    <mc:Choice Requires="p14">
      <p:transition spd="slow" p14:dur="2000" advTm="284203"/>
    </mc:Choice>
    <mc:Fallback xmlns="">
      <p:transition spd="slow" advTm="284203"/>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53245-3392-439D-A258-6038F90BA074}"/>
              </a:ext>
            </a:extLst>
          </p:cNvPr>
          <p:cNvSpPr>
            <a:spLocks noGrp="1"/>
          </p:cNvSpPr>
          <p:nvPr>
            <p:ph type="title"/>
          </p:nvPr>
        </p:nvSpPr>
        <p:spPr/>
        <p:txBody>
          <a:bodyPr>
            <a:normAutofit fontScale="90000"/>
          </a:bodyPr>
          <a:lstStyle/>
          <a:p>
            <a:pPr algn="ctr"/>
            <a:r>
              <a:rPr lang="en-US" sz="4000" dirty="0">
                <a:latin typeface="Times New Roman" panose="02020603050405020304" pitchFamily="18" charset="0"/>
                <a:cs typeface="Times New Roman" panose="02020603050405020304" pitchFamily="18" charset="0"/>
              </a:rPr>
              <a:t>Guiding Principles Pakistan’s Foreign Policy </a:t>
            </a:r>
          </a:p>
        </p:txBody>
      </p:sp>
      <p:sp>
        <p:nvSpPr>
          <p:cNvPr id="3" name="Content Placeholder 2">
            <a:extLst>
              <a:ext uri="{FF2B5EF4-FFF2-40B4-BE49-F238E27FC236}">
                <a16:creationId xmlns:a16="http://schemas.microsoft.com/office/drawing/2014/main" id="{A991852D-3BA9-41F7-B769-734B2E1B1C06}"/>
              </a:ext>
            </a:extLst>
          </p:cNvPr>
          <p:cNvSpPr>
            <a:spLocks noGrp="1"/>
          </p:cNvSpPr>
          <p:nvPr>
            <p:ph idx="1"/>
          </p:nvPr>
        </p:nvSpPr>
        <p:spPr/>
        <p:txBody>
          <a:bodyPr>
            <a:normAutofit/>
          </a:bodyPr>
          <a:lstStyle/>
          <a:p>
            <a:pPr algn="just">
              <a:lnSpc>
                <a:spcPct val="150000"/>
              </a:lnSpc>
            </a:pPr>
            <a:r>
              <a:rPr lang="en-US" sz="1800" dirty="0">
                <a:latin typeface="Times New Roman" panose="02020603050405020304" pitchFamily="18" charset="0"/>
                <a:cs typeface="Times New Roman" panose="02020603050405020304" pitchFamily="18" charset="0"/>
              </a:rPr>
              <a:t>The foreign policy of Pakistan is primarily directed to the pursuit of national goals of seeking peace and stability through international cooperation. Special emphasis is laid on economic diplomacy to take advantages offered by the process of globalization as also to face challenges of the 21st century. Our foreign policy is also geared to project the image of the country as a dynamic and moderate society.</a:t>
            </a:r>
          </a:p>
          <a:p>
            <a:pPr algn="just">
              <a:lnSpc>
                <a:spcPct val="150000"/>
              </a:lnSpc>
            </a:pPr>
            <a:r>
              <a:rPr lang="en-US" sz="1800" dirty="0">
                <a:latin typeface="Times New Roman" panose="02020603050405020304" pitchFamily="18" charset="0"/>
                <a:cs typeface="Times New Roman" panose="02020603050405020304" pitchFamily="18" charset="0"/>
              </a:rPr>
              <a:t>The foreign policy of Pakistan seeks to promote the internationally recognized norms of interstate relations, i.e. respect for sovereignty and territorial integrity of all States, non-interference in the internal affairs of other State; non-aggression and peaceful settlement of disputes. Pakistan has therefore always sought to develop friendly and cordial relations with all countries of the world.</a:t>
            </a:r>
          </a:p>
        </p:txBody>
      </p:sp>
    </p:spTree>
    <p:extLst>
      <p:ext uri="{BB962C8B-B14F-4D97-AF65-F5344CB8AC3E}">
        <p14:creationId xmlns:p14="http://schemas.microsoft.com/office/powerpoint/2010/main" val="4120642890"/>
      </p:ext>
    </p:extLst>
  </p:cSld>
  <p:clrMapOvr>
    <a:masterClrMapping/>
  </p:clrMapOvr>
  <mc:AlternateContent xmlns:mc="http://schemas.openxmlformats.org/markup-compatibility/2006" xmlns:p14="http://schemas.microsoft.com/office/powerpoint/2010/main">
    <mc:Choice Requires="p14">
      <p:transition spd="slow" p14:dur="2000" advTm="80389"/>
    </mc:Choice>
    <mc:Fallback xmlns="">
      <p:transition spd="slow" advTm="80389"/>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53245-3392-439D-A258-6038F90BA074}"/>
              </a:ext>
            </a:extLst>
          </p:cNvPr>
          <p:cNvSpPr>
            <a:spLocks noGrp="1"/>
          </p:cNvSpPr>
          <p:nvPr>
            <p:ph type="title"/>
          </p:nvPr>
        </p:nvSpPr>
        <p:spPr/>
        <p:txBody>
          <a:bodyPr>
            <a:normAutofit fontScale="90000"/>
          </a:bodyPr>
          <a:lstStyle/>
          <a:p>
            <a:pPr algn="ctr"/>
            <a:r>
              <a:rPr lang="en-US" sz="4000" dirty="0">
                <a:latin typeface="Times New Roman" panose="02020603050405020304" pitchFamily="18" charset="0"/>
                <a:cs typeface="Times New Roman" panose="02020603050405020304" pitchFamily="18" charset="0"/>
              </a:rPr>
              <a:t>Objectives Of Pakistan’s Foreign Policy</a:t>
            </a:r>
          </a:p>
        </p:txBody>
      </p:sp>
      <p:sp>
        <p:nvSpPr>
          <p:cNvPr id="3" name="Content Placeholder 2">
            <a:extLst>
              <a:ext uri="{FF2B5EF4-FFF2-40B4-BE49-F238E27FC236}">
                <a16:creationId xmlns:a16="http://schemas.microsoft.com/office/drawing/2014/main" id="{A991852D-3BA9-41F7-B769-734B2E1B1C06}"/>
              </a:ext>
            </a:extLst>
          </p:cNvPr>
          <p:cNvSpPr>
            <a:spLocks noGrp="1"/>
          </p:cNvSpPr>
          <p:nvPr>
            <p:ph idx="1"/>
          </p:nvPr>
        </p:nvSpPr>
        <p:spPr/>
        <p:txBody>
          <a:bodyPr>
            <a:noAutofit/>
          </a:bodyPr>
          <a:lstStyle/>
          <a:p>
            <a:pPr marL="0" indent="0" algn="just">
              <a:lnSpc>
                <a:spcPct val="150000"/>
              </a:lnSpc>
              <a:buNone/>
            </a:pPr>
            <a:r>
              <a:rPr lang="en-US" sz="1800" dirty="0">
                <a:latin typeface="Times New Roman" panose="02020603050405020304" pitchFamily="18" charset="0"/>
                <a:cs typeface="Times New Roman" panose="02020603050405020304" pitchFamily="18" charset="0"/>
              </a:rPr>
              <a:t>In light of the guiding principles laid down by the founding fathers and the constitution as also aspirations of the people of Pakistan, the objectives of foreign policy can be summarized as under:</a:t>
            </a:r>
          </a:p>
          <a:p>
            <a:pPr marL="457200" indent="-457200" algn="just">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Promotion of Pakistan as a dynamic, progressive, moderate, and democratic Islamic country.</a:t>
            </a:r>
          </a:p>
          <a:p>
            <a:pPr marL="457200" indent="-457200" algn="just">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Developing friendly relations with all countries of the world, especially major powers and immediate neighbors.</a:t>
            </a:r>
          </a:p>
          <a:p>
            <a:pPr marL="457200" indent="-457200" algn="just">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Safeguarding national security and geo-strategic interests, including Kashmir.</a:t>
            </a:r>
          </a:p>
          <a:p>
            <a:pPr marL="457200" indent="-457200" algn="just">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Consolidating our commercial and economic cooperation with international community.</a:t>
            </a:r>
          </a:p>
          <a:p>
            <a:pPr marL="457200" indent="-457200" algn="just">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Safeguarding the interests of Pakistani Diaspora abroad.</a:t>
            </a:r>
          </a:p>
          <a:p>
            <a:pPr marL="457200" indent="-457200" algn="just">
              <a:lnSpc>
                <a:spcPct val="150000"/>
              </a:lnSpc>
              <a:buFont typeface="+mj-lt"/>
              <a:buAutoNum type="arabicPeriod"/>
            </a:pPr>
            <a:r>
              <a:rPr lang="en-US" sz="1800" dirty="0">
                <a:latin typeface="Times New Roman" panose="02020603050405020304" pitchFamily="18" charset="0"/>
                <a:cs typeface="Times New Roman" panose="02020603050405020304" pitchFamily="18" charset="0"/>
              </a:rPr>
              <a:t>Ensuring optimal utilization of national resources for regional and international cooperation.</a:t>
            </a:r>
          </a:p>
        </p:txBody>
      </p:sp>
    </p:spTree>
    <p:extLst>
      <p:ext uri="{BB962C8B-B14F-4D97-AF65-F5344CB8AC3E}">
        <p14:creationId xmlns:p14="http://schemas.microsoft.com/office/powerpoint/2010/main" val="948139906"/>
      </p:ext>
    </p:extLst>
  </p:cSld>
  <p:clrMapOvr>
    <a:masterClrMapping/>
  </p:clrMapOvr>
  <mc:AlternateContent xmlns:mc="http://schemas.openxmlformats.org/markup-compatibility/2006" xmlns:p14="http://schemas.microsoft.com/office/powerpoint/2010/main">
    <mc:Choice Requires="p14">
      <p:transition spd="slow" p14:dur="2000" advTm="88183"/>
    </mc:Choice>
    <mc:Fallback xmlns="">
      <p:transition spd="slow" advTm="88183"/>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53245-3392-439D-A258-6038F90BA074}"/>
              </a:ext>
            </a:extLst>
          </p:cNvPr>
          <p:cNvSpPr>
            <a:spLocks noGrp="1"/>
          </p:cNvSpPr>
          <p:nvPr>
            <p:ph type="title"/>
          </p:nvPr>
        </p:nvSpPr>
        <p:spPr/>
        <p:txBody>
          <a:bodyPr>
            <a:normAutofit fontScale="90000"/>
          </a:bodyPr>
          <a:lstStyle/>
          <a:p>
            <a:pPr algn="ctr"/>
            <a:r>
              <a:rPr lang="en-US" sz="4000" dirty="0">
                <a:latin typeface="Times New Roman" panose="02020603050405020304" pitchFamily="18" charset="0"/>
                <a:cs typeface="Times New Roman" panose="02020603050405020304" pitchFamily="18" charset="0"/>
              </a:rPr>
              <a:t>Historical Background of Pakistan Foreign Policy</a:t>
            </a:r>
          </a:p>
        </p:txBody>
      </p:sp>
      <p:sp>
        <p:nvSpPr>
          <p:cNvPr id="3" name="Content Placeholder 2">
            <a:extLst>
              <a:ext uri="{FF2B5EF4-FFF2-40B4-BE49-F238E27FC236}">
                <a16:creationId xmlns:a16="http://schemas.microsoft.com/office/drawing/2014/main" id="{A991852D-3BA9-41F7-B769-734B2E1B1C06}"/>
              </a:ext>
            </a:extLst>
          </p:cNvPr>
          <p:cNvSpPr>
            <a:spLocks noGrp="1"/>
          </p:cNvSpPr>
          <p:nvPr>
            <p:ph idx="1"/>
          </p:nvPr>
        </p:nvSpPr>
        <p:spPr/>
        <p:txBody>
          <a:bodyPr>
            <a:normAutofit/>
          </a:bodyPr>
          <a:lstStyle/>
          <a:p>
            <a:pPr algn="just">
              <a:lnSpc>
                <a:spcPct val="150000"/>
              </a:lnSpc>
            </a:pPr>
            <a:r>
              <a:rPr lang="en-US" sz="1800" dirty="0">
                <a:latin typeface="Times New Roman" panose="02020603050405020304" pitchFamily="18" charset="0"/>
                <a:cs typeface="Times New Roman" panose="02020603050405020304" pitchFamily="18" charset="0"/>
              </a:rPr>
              <a:t>Since 1947 Pakistani policy makers has developed a strategic personality which developed into “Strategic Enclave”.</a:t>
            </a:r>
          </a:p>
          <a:p>
            <a:pPr algn="just">
              <a:lnSpc>
                <a:spcPct val="150000"/>
              </a:lnSpc>
            </a:pPr>
            <a:r>
              <a:rPr lang="en-US" sz="1800" dirty="0">
                <a:latin typeface="Times New Roman" panose="02020603050405020304" pitchFamily="18" charset="0"/>
                <a:cs typeface="Times New Roman" panose="02020603050405020304" pitchFamily="18" charset="0"/>
              </a:rPr>
              <a:t>This culture is dominated and supported mostly by military along bureaucrats in ministry of foreign affairs.</a:t>
            </a:r>
          </a:p>
          <a:p>
            <a:pPr algn="just">
              <a:lnSpc>
                <a:spcPct val="150000"/>
              </a:lnSpc>
            </a:pPr>
            <a:r>
              <a:rPr lang="en-US" sz="1800" dirty="0">
                <a:latin typeface="Times New Roman" panose="02020603050405020304" pitchFamily="18" charset="0"/>
                <a:cs typeface="Times New Roman" panose="02020603050405020304" pitchFamily="18" charset="0"/>
              </a:rPr>
              <a:t>These individuals are the keepers of Pakistan’s “Strategic culture”.</a:t>
            </a:r>
          </a:p>
          <a:p>
            <a:pPr algn="just">
              <a:lnSpc>
                <a:spcPct val="150000"/>
              </a:lnSpc>
            </a:pPr>
            <a:r>
              <a:rPr lang="en-US" sz="1800" dirty="0">
                <a:latin typeface="Times New Roman" panose="02020603050405020304" pitchFamily="18" charset="0"/>
                <a:cs typeface="Times New Roman" panose="02020603050405020304" pitchFamily="18" charset="0"/>
              </a:rPr>
              <a:t>Pakistan foreign policy which is mainly railing on the act of “Balancing”. </a:t>
            </a:r>
          </a:p>
          <a:p>
            <a:pPr algn="just">
              <a:lnSpc>
                <a:spcPct val="150000"/>
              </a:lnSpc>
            </a:pPr>
            <a:r>
              <a:rPr lang="en-US" sz="1800" dirty="0">
                <a:latin typeface="Times New Roman" panose="02020603050405020304" pitchFamily="18" charset="0"/>
                <a:cs typeface="Times New Roman" panose="02020603050405020304" pitchFamily="18" charset="0"/>
              </a:rPr>
              <a:t>Those who formulate foreign policy are a small group of bureaucrats called as “Steel Frame”.</a:t>
            </a:r>
          </a:p>
          <a:p>
            <a:pPr algn="just">
              <a:lnSpc>
                <a:spcPct val="150000"/>
              </a:lnSpc>
            </a:pPr>
            <a:r>
              <a:rPr lang="en-US" sz="1800" dirty="0">
                <a:latin typeface="Times New Roman" panose="02020603050405020304" pitchFamily="18" charset="0"/>
                <a:cs typeface="Times New Roman" panose="02020603050405020304" pitchFamily="18" charset="0"/>
              </a:rPr>
              <a:t>Pakistan foreign Policy during formulation was centered on two problems in the initial days:</a:t>
            </a:r>
          </a:p>
          <a:p>
            <a:pPr marL="400050" indent="-400050" algn="just">
              <a:lnSpc>
                <a:spcPct val="150000"/>
              </a:lnSpc>
              <a:buFont typeface="+mj-lt"/>
              <a:buAutoNum type="romanLcPeriod"/>
            </a:pPr>
            <a:r>
              <a:rPr lang="en-US" sz="1800" dirty="0">
                <a:latin typeface="Times New Roman" panose="02020603050405020304" pitchFamily="18" charset="0"/>
                <a:cs typeface="Times New Roman" panose="02020603050405020304" pitchFamily="18" charset="0"/>
              </a:rPr>
              <a:t>Territorial defense of Pakistan.</a:t>
            </a:r>
          </a:p>
          <a:p>
            <a:pPr marL="400050" indent="-400050" algn="just">
              <a:lnSpc>
                <a:spcPct val="150000"/>
              </a:lnSpc>
              <a:buFont typeface="+mj-lt"/>
              <a:buAutoNum type="romanLcPeriod"/>
            </a:pPr>
            <a:r>
              <a:rPr lang="en-US" sz="1800" dirty="0">
                <a:latin typeface="Times New Roman" panose="02020603050405020304" pitchFamily="18" charset="0"/>
                <a:cs typeface="Times New Roman" panose="02020603050405020304" pitchFamily="18" charset="0"/>
              </a:rPr>
              <a:t>Economic development and Industrialization.</a:t>
            </a:r>
          </a:p>
          <a:p>
            <a:pPr marL="400050" indent="-400050" algn="just">
              <a:lnSpc>
                <a:spcPct val="150000"/>
              </a:lnSpc>
              <a:buFont typeface="+mj-lt"/>
              <a:buAutoNum type="romanLcPeriod"/>
            </a:pPr>
            <a:r>
              <a:rPr lang="en-US" sz="1800" dirty="0">
                <a:latin typeface="Times New Roman" panose="02020603050405020304" pitchFamily="18" charset="0"/>
                <a:cs typeface="Times New Roman" panose="02020603050405020304" pitchFamily="18" charset="0"/>
              </a:rPr>
              <a:t>Formation of security threat perception and dominance of military.</a:t>
            </a:r>
          </a:p>
        </p:txBody>
      </p:sp>
    </p:spTree>
    <p:extLst>
      <p:ext uri="{BB962C8B-B14F-4D97-AF65-F5344CB8AC3E}">
        <p14:creationId xmlns:p14="http://schemas.microsoft.com/office/powerpoint/2010/main" val="86833490"/>
      </p:ext>
    </p:extLst>
  </p:cSld>
  <p:clrMapOvr>
    <a:masterClrMapping/>
  </p:clrMapOvr>
  <mc:AlternateContent xmlns:mc="http://schemas.openxmlformats.org/markup-compatibility/2006" xmlns:p14="http://schemas.microsoft.com/office/powerpoint/2010/main">
    <mc:Choice Requires="p14">
      <p:transition spd="slow" p14:dur="2000" advTm="190584"/>
    </mc:Choice>
    <mc:Fallback xmlns="">
      <p:transition spd="slow" advTm="190584"/>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53245-3392-439D-A258-6038F90BA074}"/>
              </a:ext>
            </a:extLst>
          </p:cNvPr>
          <p:cNvSpPr>
            <a:spLocks noGrp="1"/>
          </p:cNvSpPr>
          <p:nvPr>
            <p:ph type="title"/>
          </p:nvPr>
        </p:nvSpPr>
        <p:spPr/>
        <p:txBody>
          <a:bodyPr>
            <a:normAutofit fontScale="90000"/>
          </a:bodyPr>
          <a:lstStyle/>
          <a:p>
            <a:pPr algn="ctr"/>
            <a:r>
              <a:rPr lang="en-US" sz="4000" dirty="0">
                <a:latin typeface="Times New Roman" panose="02020603050405020304" pitchFamily="18" charset="0"/>
                <a:cs typeface="Times New Roman" panose="02020603050405020304" pitchFamily="18" charset="0"/>
              </a:rPr>
              <a:t>Historical Background of Pakistan Foreign Policy</a:t>
            </a:r>
          </a:p>
        </p:txBody>
      </p:sp>
      <p:sp>
        <p:nvSpPr>
          <p:cNvPr id="3" name="Content Placeholder 2">
            <a:extLst>
              <a:ext uri="{FF2B5EF4-FFF2-40B4-BE49-F238E27FC236}">
                <a16:creationId xmlns:a16="http://schemas.microsoft.com/office/drawing/2014/main" id="{A991852D-3BA9-41F7-B769-734B2E1B1C06}"/>
              </a:ext>
            </a:extLst>
          </p:cNvPr>
          <p:cNvSpPr>
            <a:spLocks noGrp="1"/>
          </p:cNvSpPr>
          <p:nvPr>
            <p:ph idx="1"/>
          </p:nvPr>
        </p:nvSpPr>
        <p:spPr/>
        <p:txBody>
          <a:bodyPr>
            <a:noAutofit/>
          </a:bodyPr>
          <a:lstStyle/>
          <a:p>
            <a:pPr algn="just">
              <a:lnSpc>
                <a:spcPct val="110000"/>
              </a:lnSpc>
            </a:pPr>
            <a:r>
              <a:rPr lang="en-US" sz="1800" dirty="0">
                <a:latin typeface="Times New Roman" panose="02020603050405020304" pitchFamily="18" charset="0"/>
                <a:cs typeface="Times New Roman" panose="02020603050405020304" pitchFamily="18" charset="0"/>
              </a:rPr>
              <a:t>Pakistan is a nation of contending identities and these identities are operational at parallel and horizontal levels. On parallel level the contention is emerging from religious basis since its creation.</a:t>
            </a:r>
          </a:p>
          <a:p>
            <a:pPr algn="just">
              <a:lnSpc>
                <a:spcPct val="110000"/>
              </a:lnSpc>
            </a:pPr>
            <a:r>
              <a:rPr lang="en-US" sz="1800" dirty="0">
                <a:latin typeface="Times New Roman" panose="02020603050405020304" pitchFamily="18" charset="0"/>
                <a:cs typeface="Times New Roman" panose="02020603050405020304" pitchFamily="18" charset="0"/>
              </a:rPr>
              <a:t>The second flowing horizontally are ethnic/nationalist identity contentions.</a:t>
            </a:r>
          </a:p>
          <a:p>
            <a:pPr algn="just">
              <a:lnSpc>
                <a:spcPct val="110000"/>
              </a:lnSpc>
            </a:pPr>
            <a:r>
              <a:rPr lang="en-US" sz="1800" dirty="0">
                <a:latin typeface="Times New Roman" panose="02020603050405020304" pitchFamily="18" charset="0"/>
                <a:cs typeface="Times New Roman" panose="02020603050405020304" pitchFamily="18" charset="0"/>
              </a:rPr>
              <a:t>Pakistan was to be an extraordinary state, a homeland for Indian Muslims and n ideological and political leader of the Islamic world.</a:t>
            </a:r>
          </a:p>
          <a:p>
            <a:pPr algn="just">
              <a:lnSpc>
                <a:spcPct val="110000"/>
              </a:lnSpc>
            </a:pPr>
            <a:r>
              <a:rPr lang="en-US" sz="1800" b="1" dirty="0">
                <a:latin typeface="Times New Roman" panose="02020603050405020304" pitchFamily="18" charset="0"/>
                <a:cs typeface="Times New Roman" panose="02020603050405020304" pitchFamily="18" charset="0"/>
              </a:rPr>
              <a:t>Religion as tool of Policy: </a:t>
            </a:r>
            <a:r>
              <a:rPr lang="en-US" sz="1800" dirty="0">
                <a:latin typeface="Times New Roman" panose="02020603050405020304" pitchFamily="18" charset="0"/>
                <a:cs typeface="Times New Roman" panose="02020603050405020304" pitchFamily="18" charset="0"/>
              </a:rPr>
              <a:t>Pakistani decision makers have found religious extremists to be natural allies and to be used as tool of foreign policy due to:</a:t>
            </a:r>
          </a:p>
          <a:p>
            <a:pPr marL="342900" indent="-342900" algn="just">
              <a:lnSpc>
                <a:spcPct val="110000"/>
              </a:lnSpc>
              <a:buFont typeface="+mj-lt"/>
              <a:buAutoNum type="alphaLcParenR"/>
            </a:pPr>
            <a:r>
              <a:rPr lang="en-US" sz="1800" dirty="0">
                <a:latin typeface="Times New Roman" panose="02020603050405020304" pitchFamily="18" charset="0"/>
                <a:cs typeface="Times New Roman" panose="02020603050405020304" pitchFamily="18" charset="0"/>
              </a:rPr>
              <a:t>Its own religious identity basis.</a:t>
            </a:r>
          </a:p>
          <a:p>
            <a:pPr marL="342900" indent="-342900" algn="just">
              <a:lnSpc>
                <a:spcPct val="110000"/>
              </a:lnSpc>
              <a:buFont typeface="+mj-lt"/>
              <a:buAutoNum type="alphaLcParenR"/>
            </a:pPr>
            <a:r>
              <a:rPr lang="en-US" sz="1800" dirty="0">
                <a:latin typeface="Times New Roman" panose="02020603050405020304" pitchFamily="18" charset="0"/>
                <a:cs typeface="Times New Roman" panose="02020603050405020304" pitchFamily="18" charset="0"/>
              </a:rPr>
              <a:t>The perception of India as Hindu state which has not accepted Pakistan as independent state.</a:t>
            </a:r>
          </a:p>
          <a:p>
            <a:pPr marL="342900" indent="-342900" algn="just">
              <a:lnSpc>
                <a:spcPct val="110000"/>
              </a:lnSpc>
              <a:buFont typeface="+mj-lt"/>
              <a:buAutoNum type="alphaLcParenR"/>
            </a:pPr>
            <a:r>
              <a:rPr lang="en-US" sz="1800" dirty="0">
                <a:latin typeface="Times New Roman" panose="02020603050405020304" pitchFamily="18" charset="0"/>
                <a:cs typeface="Times New Roman" panose="02020603050405020304" pitchFamily="18" charset="0"/>
              </a:rPr>
              <a:t>The United States which also considered Islamic forces as good allies against Soviet Union during Afghan war.</a:t>
            </a:r>
          </a:p>
          <a:p>
            <a:pPr marL="342900" indent="-342900" algn="just">
              <a:lnSpc>
                <a:spcPct val="110000"/>
              </a:lnSpc>
              <a:buFont typeface="+mj-lt"/>
              <a:buAutoNum type="alphaLcParenR"/>
            </a:pPr>
            <a:r>
              <a:rPr lang="en-US" sz="1800" dirty="0">
                <a:latin typeface="Times New Roman" panose="02020603050405020304" pitchFamily="18" charset="0"/>
                <a:cs typeface="Times New Roman" panose="02020603050405020304" pitchFamily="18" charset="0"/>
              </a:rPr>
              <a:t>The centralist post colonist state dominated by military has always considered secular, nationalists and democratic forces as a challenge to its hold on power.</a:t>
            </a:r>
          </a:p>
          <a:p>
            <a:pPr marL="342900" indent="-342900" algn="just">
              <a:lnSpc>
                <a:spcPct val="110000"/>
              </a:lnSpc>
              <a:buFont typeface="+mj-lt"/>
              <a:buAutoNum type="alphaLcParenR"/>
            </a:pPr>
            <a:endParaRPr lang="en-US"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81490642"/>
      </p:ext>
    </p:extLst>
  </p:cSld>
  <p:clrMapOvr>
    <a:masterClrMapping/>
  </p:clrMapOvr>
  <mc:AlternateContent xmlns:mc="http://schemas.openxmlformats.org/markup-compatibility/2006" xmlns:p14="http://schemas.microsoft.com/office/powerpoint/2010/main">
    <mc:Choice Requires="p14">
      <p:transition spd="slow" p14:dur="2000" advTm="249929"/>
    </mc:Choice>
    <mc:Fallback xmlns="">
      <p:transition spd="slow" advTm="249929"/>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53245-3392-439D-A258-6038F90BA074}"/>
              </a:ext>
            </a:extLst>
          </p:cNvPr>
          <p:cNvSpPr>
            <a:spLocks noGrp="1"/>
          </p:cNvSpPr>
          <p:nvPr>
            <p:ph type="title"/>
          </p:nvPr>
        </p:nvSpPr>
        <p:spPr/>
        <p:txBody>
          <a:bodyPr>
            <a:normAutofit fontScale="90000"/>
          </a:bodyPr>
          <a:lstStyle/>
          <a:p>
            <a:pPr algn="ctr"/>
            <a:r>
              <a:rPr lang="en-US" sz="4000" dirty="0">
                <a:latin typeface="Times New Roman" panose="02020603050405020304" pitchFamily="18" charset="0"/>
                <a:cs typeface="Times New Roman" panose="02020603050405020304" pitchFamily="18" charset="0"/>
              </a:rPr>
              <a:t>Pakistan relationship with different countries</a:t>
            </a:r>
          </a:p>
        </p:txBody>
      </p:sp>
      <p:sp>
        <p:nvSpPr>
          <p:cNvPr id="3" name="Content Placeholder 2">
            <a:extLst>
              <a:ext uri="{FF2B5EF4-FFF2-40B4-BE49-F238E27FC236}">
                <a16:creationId xmlns:a16="http://schemas.microsoft.com/office/drawing/2014/main" id="{A991852D-3BA9-41F7-B769-734B2E1B1C06}"/>
              </a:ext>
            </a:extLst>
          </p:cNvPr>
          <p:cNvSpPr>
            <a:spLocks noGrp="1"/>
          </p:cNvSpPr>
          <p:nvPr>
            <p:ph idx="1"/>
          </p:nvPr>
        </p:nvSpPr>
        <p:spPr/>
        <p:txBody>
          <a:bodyPr>
            <a:normAutofit/>
          </a:bodyPr>
          <a:lstStyle/>
          <a:p>
            <a:pPr marL="0" indent="0" algn="just">
              <a:lnSpc>
                <a:spcPct val="100000"/>
              </a:lnSpc>
              <a:buNone/>
            </a:pPr>
            <a:r>
              <a:rPr lang="en-US" sz="1800" b="1" dirty="0">
                <a:latin typeface="Times New Roman" panose="02020603050405020304" pitchFamily="18" charset="0"/>
                <a:cs typeface="Times New Roman" panose="02020603050405020304" pitchFamily="18" charset="0"/>
              </a:rPr>
              <a:t>1- Pakistan Relation with India:</a:t>
            </a:r>
          </a:p>
          <a:p>
            <a:pPr algn="just">
              <a:lnSpc>
                <a:spcPct val="100000"/>
              </a:lnSpc>
            </a:pPr>
            <a:r>
              <a:rPr lang="en-US" sz="1800" dirty="0">
                <a:latin typeface="Times New Roman" panose="02020603050405020304" pitchFamily="18" charset="0"/>
                <a:cs typeface="Times New Roman" panose="02020603050405020304" pitchFamily="18" charset="0"/>
              </a:rPr>
              <a:t>The main contention with India is division of India and Pakistan stand over Kashmir. Pakistan and fought 4 wars over Kashmir but still it remained a bone of contention between the two states. Both states military and arsenal race is due to India as Status-quo and Pakistan as revisionist power. </a:t>
            </a:r>
          </a:p>
          <a:p>
            <a:pPr algn="just">
              <a:lnSpc>
                <a:spcPct val="100000"/>
              </a:lnSpc>
            </a:pPr>
            <a:r>
              <a:rPr lang="en-US" sz="1800" dirty="0">
                <a:latin typeface="Times New Roman" panose="02020603050405020304" pitchFamily="18" charset="0"/>
                <a:cs typeface="Times New Roman" panose="02020603050405020304" pitchFamily="18" charset="0"/>
              </a:rPr>
              <a:t>Due to Kashmir issue Pakistan and India has developed severe rivalry over water distribution rights. Pakistan and India signed Indus water treaty in 1960 with the assurance of World Bank. </a:t>
            </a:r>
          </a:p>
          <a:p>
            <a:pPr marL="0" indent="0" algn="just">
              <a:lnSpc>
                <a:spcPct val="100000"/>
              </a:lnSpc>
              <a:buNone/>
            </a:pPr>
            <a:r>
              <a:rPr lang="en-US" sz="1800" b="1" dirty="0">
                <a:latin typeface="Times New Roman" panose="02020603050405020304" pitchFamily="18" charset="0"/>
                <a:cs typeface="Times New Roman" panose="02020603050405020304" pitchFamily="18" charset="0"/>
              </a:rPr>
              <a:t>2- Pakistan Joining American Camp:</a:t>
            </a:r>
          </a:p>
          <a:p>
            <a:pPr algn="just">
              <a:lnSpc>
                <a:spcPct val="100000"/>
              </a:lnSpc>
            </a:pPr>
            <a:r>
              <a:rPr lang="en-US" sz="1800" dirty="0">
                <a:latin typeface="Times New Roman" panose="02020603050405020304" pitchFamily="18" charset="0"/>
                <a:cs typeface="Times New Roman" panose="02020603050405020304" pitchFamily="18" charset="0"/>
              </a:rPr>
              <a:t>Liaquat Ali Khan adopted Pro-western is the orientation is the corner stone of Pakistan foreign Policy.</a:t>
            </a:r>
          </a:p>
          <a:p>
            <a:pPr algn="just">
              <a:lnSpc>
                <a:spcPct val="100000"/>
              </a:lnSpc>
            </a:pPr>
            <a:r>
              <a:rPr lang="en-US" sz="1800" dirty="0">
                <a:latin typeface="Times New Roman" panose="02020603050405020304" pitchFamily="18" charset="0"/>
                <a:cs typeface="Times New Roman" panose="02020603050405020304" pitchFamily="18" charset="0"/>
              </a:rPr>
              <a:t>USA has included Pakistan in three major treaties Mutual Defense Assistance Agreement in May 1954, South-East Asia Treaty Organization (SEATO) September 1954, and Baghdad Pact or later Central Treaty Organization (CENTO) in September 1955.</a:t>
            </a:r>
          </a:p>
          <a:p>
            <a:pPr algn="just">
              <a:lnSpc>
                <a:spcPct val="100000"/>
              </a:lnSpc>
            </a:pPr>
            <a:r>
              <a:rPr lang="en-US" sz="1800" dirty="0">
                <a:latin typeface="Times New Roman" panose="02020603050405020304" pitchFamily="18" charset="0"/>
                <a:cs typeface="Times New Roman" panose="02020603050405020304" pitchFamily="18" charset="0"/>
              </a:rPr>
              <a:t>Pakistan helped China and USA during1970’s to enhance their bilateral relations. </a:t>
            </a:r>
          </a:p>
          <a:p>
            <a:pPr algn="just">
              <a:lnSpc>
                <a:spcPct val="100000"/>
              </a:lnSpc>
            </a:pPr>
            <a:r>
              <a:rPr lang="en-US" sz="1800" dirty="0">
                <a:latin typeface="Times New Roman" panose="02020603050405020304" pitchFamily="18" charset="0"/>
                <a:cs typeface="Times New Roman" panose="02020603050405020304" pitchFamily="18" charset="0"/>
              </a:rPr>
              <a:t>Pakistan became an ally of USA during Afghan war 1980’s and later became partner in 2001 on war on terror.</a:t>
            </a:r>
          </a:p>
        </p:txBody>
      </p:sp>
    </p:spTree>
    <p:extLst>
      <p:ext uri="{BB962C8B-B14F-4D97-AF65-F5344CB8AC3E}">
        <p14:creationId xmlns:p14="http://schemas.microsoft.com/office/powerpoint/2010/main" val="3069715169"/>
      </p:ext>
    </p:extLst>
  </p:cSld>
  <p:clrMapOvr>
    <a:masterClrMapping/>
  </p:clrMapOvr>
  <mc:AlternateContent xmlns:mc="http://schemas.openxmlformats.org/markup-compatibility/2006" xmlns:p14="http://schemas.microsoft.com/office/powerpoint/2010/main">
    <mc:Choice Requires="p14">
      <p:transition spd="slow" p14:dur="2000" advTm="319618"/>
    </mc:Choice>
    <mc:Fallback xmlns="">
      <p:transition spd="slow" advTm="319618"/>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53245-3392-439D-A258-6038F90BA074}"/>
              </a:ext>
            </a:extLst>
          </p:cNvPr>
          <p:cNvSpPr>
            <a:spLocks noGrp="1"/>
          </p:cNvSpPr>
          <p:nvPr>
            <p:ph type="title"/>
          </p:nvPr>
        </p:nvSpPr>
        <p:spPr/>
        <p:txBody>
          <a:bodyPr>
            <a:normAutofit fontScale="90000"/>
          </a:bodyPr>
          <a:lstStyle/>
          <a:p>
            <a:pPr algn="ctr"/>
            <a:r>
              <a:rPr lang="en-US" sz="4000" dirty="0">
                <a:latin typeface="Times New Roman" panose="02020603050405020304" pitchFamily="18" charset="0"/>
                <a:cs typeface="Times New Roman" panose="02020603050405020304" pitchFamily="18" charset="0"/>
              </a:rPr>
              <a:t>Pakistan relationship with different countries</a:t>
            </a:r>
          </a:p>
        </p:txBody>
      </p:sp>
      <p:sp>
        <p:nvSpPr>
          <p:cNvPr id="3" name="Content Placeholder 2">
            <a:extLst>
              <a:ext uri="{FF2B5EF4-FFF2-40B4-BE49-F238E27FC236}">
                <a16:creationId xmlns:a16="http://schemas.microsoft.com/office/drawing/2014/main" id="{A991852D-3BA9-41F7-B769-734B2E1B1C06}"/>
              </a:ext>
            </a:extLst>
          </p:cNvPr>
          <p:cNvSpPr>
            <a:spLocks noGrp="1"/>
          </p:cNvSpPr>
          <p:nvPr>
            <p:ph idx="1"/>
          </p:nvPr>
        </p:nvSpPr>
        <p:spPr/>
        <p:txBody>
          <a:bodyPr>
            <a:normAutofit/>
          </a:bodyPr>
          <a:lstStyle/>
          <a:p>
            <a:pPr marL="0" indent="0" algn="just">
              <a:lnSpc>
                <a:spcPct val="150000"/>
              </a:lnSpc>
              <a:buNone/>
            </a:pPr>
            <a:r>
              <a:rPr lang="en-US" sz="1800" b="1" dirty="0">
                <a:latin typeface="Times New Roman" panose="02020603050405020304" pitchFamily="18" charset="0"/>
                <a:cs typeface="Times New Roman" panose="02020603050405020304" pitchFamily="18" charset="0"/>
              </a:rPr>
              <a:t>3- Pakistan relation with China:</a:t>
            </a:r>
          </a:p>
          <a:p>
            <a:pPr algn="just">
              <a:lnSpc>
                <a:spcPct val="100000"/>
              </a:lnSpc>
            </a:pPr>
            <a:r>
              <a:rPr lang="en-US" sz="1800" dirty="0">
                <a:latin typeface="Times New Roman" panose="02020603050405020304" pitchFamily="18" charset="0"/>
                <a:cs typeface="Times New Roman" panose="02020603050405020304" pitchFamily="18" charset="0"/>
              </a:rPr>
              <a:t>China and India went on war in 1962, and Pakistan found a friend in Asia.</a:t>
            </a:r>
          </a:p>
          <a:p>
            <a:pPr algn="just">
              <a:lnSpc>
                <a:spcPct val="100000"/>
              </a:lnSpc>
            </a:pPr>
            <a:r>
              <a:rPr lang="en-US" sz="1800" dirty="0">
                <a:latin typeface="Times New Roman" panose="02020603050405020304" pitchFamily="18" charset="0"/>
                <a:cs typeface="Times New Roman" panose="02020603050405020304" pitchFamily="18" charset="0"/>
              </a:rPr>
              <a:t>In Early days People’s republic of China (PRC) was not recognized as Security Council member rather Taiwan was permanent member. Pakistan was first state to recognized China as State. </a:t>
            </a:r>
          </a:p>
          <a:p>
            <a:pPr algn="just">
              <a:lnSpc>
                <a:spcPct val="100000"/>
              </a:lnSpc>
            </a:pPr>
            <a:r>
              <a:rPr lang="en-US" sz="1800" dirty="0">
                <a:latin typeface="Times New Roman" panose="02020603050405020304" pitchFamily="18" charset="0"/>
                <a:cs typeface="Times New Roman" panose="02020603050405020304" pitchFamily="18" charset="0"/>
              </a:rPr>
              <a:t>Pakistan played a major role in reviving PRC relation with USA in 1971 talks between the two states. </a:t>
            </a:r>
          </a:p>
          <a:p>
            <a:pPr algn="just">
              <a:lnSpc>
                <a:spcPct val="100000"/>
              </a:lnSpc>
            </a:pPr>
            <a:r>
              <a:rPr lang="en-US" sz="1800" dirty="0">
                <a:latin typeface="Times New Roman" panose="02020603050405020304" pitchFamily="18" charset="0"/>
                <a:cs typeface="Times New Roman" panose="02020603050405020304" pitchFamily="18" charset="0"/>
              </a:rPr>
              <a:t>Currently Pak-China relation has reached a new heights of signing China Pakistan Economic Corridor deals and bringing mega development project into Pakistan.</a:t>
            </a:r>
          </a:p>
          <a:p>
            <a:pPr marL="0" indent="0" algn="just">
              <a:lnSpc>
                <a:spcPct val="100000"/>
              </a:lnSpc>
              <a:buNone/>
            </a:pPr>
            <a:r>
              <a:rPr lang="en-US" sz="1800" b="1" dirty="0">
                <a:latin typeface="Times New Roman" panose="02020603050405020304" pitchFamily="18" charset="0"/>
                <a:cs typeface="Times New Roman" panose="02020603050405020304" pitchFamily="18" charset="0"/>
              </a:rPr>
              <a:t>4- Pakistan relation with Afghanistan:</a:t>
            </a:r>
          </a:p>
          <a:p>
            <a:pPr algn="just">
              <a:lnSpc>
                <a:spcPct val="100000"/>
              </a:lnSpc>
            </a:pPr>
            <a:r>
              <a:rPr lang="en-US" sz="1800" dirty="0">
                <a:latin typeface="Times New Roman" panose="02020603050405020304" pitchFamily="18" charset="0"/>
                <a:cs typeface="Times New Roman" panose="02020603050405020304" pitchFamily="18" charset="0"/>
              </a:rPr>
              <a:t>In 1944 Afghanistan renounced the Durand Line Treaty with British Government which has marked the boundary between the two states.</a:t>
            </a:r>
          </a:p>
          <a:p>
            <a:pPr algn="just">
              <a:lnSpc>
                <a:spcPct val="100000"/>
              </a:lnSpc>
            </a:pPr>
            <a:r>
              <a:rPr lang="en-US" sz="1800" dirty="0">
                <a:latin typeface="Times New Roman" panose="02020603050405020304" pitchFamily="18" charset="0"/>
                <a:cs typeface="Times New Roman" panose="02020603050405020304" pitchFamily="18" charset="0"/>
              </a:rPr>
              <a:t>Muhammad Daud Khan in 1961 broke diplomatic relations with Pakistan.</a:t>
            </a:r>
          </a:p>
          <a:p>
            <a:pPr algn="just">
              <a:lnSpc>
                <a:spcPct val="100000"/>
              </a:lnSpc>
            </a:pPr>
            <a:r>
              <a:rPr lang="en-US" sz="1800" dirty="0">
                <a:latin typeface="Times New Roman" panose="02020603050405020304" pitchFamily="18" charset="0"/>
                <a:cs typeface="Times New Roman" panose="02020603050405020304" pitchFamily="18" charset="0"/>
              </a:rPr>
              <a:t>During Afghan War Pakistan tried to level score with Afghanistan and declared it as strategic dept.</a:t>
            </a:r>
          </a:p>
        </p:txBody>
      </p:sp>
    </p:spTree>
    <p:extLst>
      <p:ext uri="{BB962C8B-B14F-4D97-AF65-F5344CB8AC3E}">
        <p14:creationId xmlns:p14="http://schemas.microsoft.com/office/powerpoint/2010/main" val="608751698"/>
      </p:ext>
    </p:extLst>
  </p:cSld>
  <p:clrMapOvr>
    <a:masterClrMapping/>
  </p:clrMapOvr>
  <mc:AlternateContent xmlns:mc="http://schemas.openxmlformats.org/markup-compatibility/2006" xmlns:p14="http://schemas.microsoft.com/office/powerpoint/2010/main">
    <mc:Choice Requires="p14">
      <p:transition spd="slow" p14:dur="2000" advTm="381043"/>
    </mc:Choice>
    <mc:Fallback xmlns="">
      <p:transition spd="slow" advTm="381043"/>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53245-3392-439D-A258-6038F90BA074}"/>
              </a:ext>
            </a:extLst>
          </p:cNvPr>
          <p:cNvSpPr>
            <a:spLocks noGrp="1"/>
          </p:cNvSpPr>
          <p:nvPr>
            <p:ph type="title"/>
          </p:nvPr>
        </p:nvSpPr>
        <p:spPr/>
        <p:txBody>
          <a:bodyPr>
            <a:normAutofit fontScale="90000"/>
          </a:bodyPr>
          <a:lstStyle/>
          <a:p>
            <a:pPr algn="ctr"/>
            <a:r>
              <a:rPr lang="en-US" sz="4000" dirty="0">
                <a:latin typeface="Times New Roman" panose="02020603050405020304" pitchFamily="18" charset="0"/>
                <a:cs typeface="Times New Roman" panose="02020603050405020304" pitchFamily="18" charset="0"/>
              </a:rPr>
              <a:t>Pakistan relationship with different countries</a:t>
            </a:r>
          </a:p>
        </p:txBody>
      </p:sp>
      <p:sp>
        <p:nvSpPr>
          <p:cNvPr id="3" name="Content Placeholder 2">
            <a:extLst>
              <a:ext uri="{FF2B5EF4-FFF2-40B4-BE49-F238E27FC236}">
                <a16:creationId xmlns:a16="http://schemas.microsoft.com/office/drawing/2014/main" id="{A991852D-3BA9-41F7-B769-734B2E1B1C06}"/>
              </a:ext>
            </a:extLst>
          </p:cNvPr>
          <p:cNvSpPr>
            <a:spLocks noGrp="1"/>
          </p:cNvSpPr>
          <p:nvPr>
            <p:ph idx="1"/>
          </p:nvPr>
        </p:nvSpPr>
        <p:spPr/>
        <p:txBody>
          <a:bodyPr>
            <a:normAutofit/>
          </a:bodyPr>
          <a:lstStyle/>
          <a:p>
            <a:pPr marL="0" indent="0" algn="just">
              <a:lnSpc>
                <a:spcPct val="100000"/>
              </a:lnSpc>
              <a:buNone/>
            </a:pPr>
            <a:r>
              <a:rPr lang="en-US" sz="1800" b="1" dirty="0">
                <a:latin typeface="Times New Roman" panose="02020603050405020304" pitchFamily="18" charset="0"/>
                <a:cs typeface="Times New Roman" panose="02020603050405020304" pitchFamily="18" charset="0"/>
              </a:rPr>
              <a:t>5- Pakistan relations with Muslim World:</a:t>
            </a:r>
          </a:p>
          <a:p>
            <a:pPr algn="just">
              <a:lnSpc>
                <a:spcPct val="100000"/>
              </a:lnSpc>
            </a:pPr>
            <a:r>
              <a:rPr lang="en-US" sz="1800" dirty="0">
                <a:latin typeface="Times New Roman" panose="02020603050405020304" pitchFamily="18" charset="0"/>
                <a:cs typeface="Times New Roman" panose="02020603050405020304" pitchFamily="18" charset="0"/>
              </a:rPr>
              <a:t>Pakistan has always maintained good relation with Saudi Arabia due to Sunnism and religious places in Saudi Arabia.</a:t>
            </a:r>
          </a:p>
          <a:p>
            <a:pPr algn="just">
              <a:lnSpc>
                <a:spcPct val="100000"/>
              </a:lnSpc>
            </a:pPr>
            <a:r>
              <a:rPr lang="en-US" sz="1800" dirty="0">
                <a:latin typeface="Times New Roman" panose="02020603050405020304" pitchFamily="18" charset="0"/>
                <a:cs typeface="Times New Roman" panose="02020603050405020304" pitchFamily="18" charset="0"/>
              </a:rPr>
              <a:t>In 1974 Pakistan hold Lahore Summit of Muslim leaders. It was attended by major Muslim leaders.</a:t>
            </a:r>
          </a:p>
          <a:p>
            <a:pPr algn="just">
              <a:lnSpc>
                <a:spcPct val="100000"/>
              </a:lnSpc>
            </a:pPr>
            <a:r>
              <a:rPr lang="en-US" sz="1800" dirty="0">
                <a:latin typeface="Times New Roman" panose="02020603050405020304" pitchFamily="18" charset="0"/>
                <a:cs typeface="Times New Roman" panose="02020603050405020304" pitchFamily="18" charset="0"/>
              </a:rPr>
              <a:t>Pakistan developed good relation with Iran during Raza Shah Pehlevi rule of 1950’s and 1960’s.</a:t>
            </a:r>
          </a:p>
          <a:p>
            <a:pPr algn="just">
              <a:lnSpc>
                <a:spcPct val="100000"/>
              </a:lnSpc>
            </a:pPr>
            <a:r>
              <a:rPr lang="en-US" sz="1800" dirty="0">
                <a:latin typeface="Times New Roman" panose="02020603050405020304" pitchFamily="18" charset="0"/>
                <a:cs typeface="Times New Roman" panose="02020603050405020304" pitchFamily="18" charset="0"/>
              </a:rPr>
              <a:t>Pakistani Constitution guide policy makers to maintain good relations with Muslim world that is why Pakistan is having good relation with Turkey, Iran, Malaysia, Indonesia Saudi Arabia UAE and other Muslim countries of the world.</a:t>
            </a:r>
          </a:p>
        </p:txBody>
      </p:sp>
    </p:spTree>
    <p:extLst>
      <p:ext uri="{BB962C8B-B14F-4D97-AF65-F5344CB8AC3E}">
        <p14:creationId xmlns:p14="http://schemas.microsoft.com/office/powerpoint/2010/main" val="3805632971"/>
      </p:ext>
    </p:extLst>
  </p:cSld>
  <p:clrMapOvr>
    <a:masterClrMapping/>
  </p:clrMapOvr>
  <mc:AlternateContent xmlns:mc="http://schemas.openxmlformats.org/markup-compatibility/2006" xmlns:p14="http://schemas.microsoft.com/office/powerpoint/2010/main">
    <mc:Choice Requires="p14">
      <p:transition spd="slow" p14:dur="2000" advTm="264585"/>
    </mc:Choice>
    <mc:Fallback xmlns="">
      <p:transition spd="slow" advTm="264585"/>
    </mc:Fallback>
  </mc:AlternateContent>
</p:sld>
</file>

<file path=ppt/theme/theme1.xml><?xml version="1.0" encoding="utf-8"?>
<a:theme xmlns:a="http://schemas.openxmlformats.org/drawingml/2006/main" name="Floral Pattern by Slidesgo">
  <a:themeElements>
    <a:clrScheme name="Simple Light">
      <a:dk1>
        <a:srgbClr val="F8F5F1"/>
      </a:dk1>
      <a:lt1>
        <a:srgbClr val="324055"/>
      </a:lt1>
      <a:dk2>
        <a:srgbClr val="09537E"/>
      </a:dk2>
      <a:lt2>
        <a:srgbClr val="7A99A1"/>
      </a:lt2>
      <a:accent1>
        <a:srgbClr val="349390"/>
      </a:accent1>
      <a:accent2>
        <a:srgbClr val="1F847F"/>
      </a:accent2>
      <a:accent3>
        <a:srgbClr val="F8B687"/>
      </a:accent3>
      <a:accent4>
        <a:srgbClr val="EF9E67"/>
      </a:accent4>
      <a:accent5>
        <a:srgbClr val="EB6352"/>
      </a:accent5>
      <a:accent6>
        <a:srgbClr val="E2473B"/>
      </a:accent6>
      <a:hlink>
        <a:srgbClr val="32405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Floral Pattern by Slidesgo</Template>
  <TotalTime>380</TotalTime>
  <Words>1126</Words>
  <Application>Microsoft Office PowerPoint</Application>
  <PresentationFormat>Widescreen</PresentationFormat>
  <Paragraphs>73</Paragraphs>
  <Slides>10</Slides>
  <Notes>0</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10</vt:i4>
      </vt:variant>
    </vt:vector>
  </HeadingPairs>
  <TitlesOfParts>
    <vt:vector size="22" baseType="lpstr">
      <vt:lpstr>Amatic SC</vt:lpstr>
      <vt:lpstr>Arial</vt:lpstr>
      <vt:lpstr>Bahiana</vt:lpstr>
      <vt:lpstr>Didact Gothic</vt:lpstr>
      <vt:lpstr>Fira Sans Extra Condensed Medium</vt:lpstr>
      <vt:lpstr>Muli</vt:lpstr>
      <vt:lpstr>Proxima Nova</vt:lpstr>
      <vt:lpstr>Proxima Nova Semibold</vt:lpstr>
      <vt:lpstr>Roboto Slab</vt:lpstr>
      <vt:lpstr>Times New Roman</vt:lpstr>
      <vt:lpstr>Floral Pattern by Slidesgo</vt:lpstr>
      <vt:lpstr>Slidesgo Final Pages</vt:lpstr>
      <vt:lpstr>Pakistan’s Foreign Policy </vt:lpstr>
      <vt:lpstr>Defining Foreign Policy  </vt:lpstr>
      <vt:lpstr>Levels of Foreign Policy Making </vt:lpstr>
      <vt:lpstr>Guiding Principles Pakistan’s Foreign Policy </vt:lpstr>
      <vt:lpstr>Objectives Of Pakistan’s Foreign Policy</vt:lpstr>
      <vt:lpstr>Historical Background of Pakistan Foreign Policy</vt:lpstr>
      <vt:lpstr>Historical Background of Pakistan Foreign Policy</vt:lpstr>
      <vt:lpstr>Pakistan relationship with different countries</vt:lpstr>
      <vt:lpstr>Pakistan relationship with different countries</vt:lpstr>
      <vt:lpstr>Pakistan relationship with different countries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Pakistan’s Foreign Policy </dc:title>
  <dc:creator>Ahmed Khan</dc:creator>
  <cp:lastModifiedBy>Sara Gurchani</cp:lastModifiedBy>
  <cp:revision>126</cp:revision>
  <dcterms:created xsi:type="dcterms:W3CDTF">2020-06-23T09:13:09Z</dcterms:created>
  <dcterms:modified xsi:type="dcterms:W3CDTF">2021-06-11T18:45:14Z</dcterms:modified>
</cp:coreProperties>
</file>