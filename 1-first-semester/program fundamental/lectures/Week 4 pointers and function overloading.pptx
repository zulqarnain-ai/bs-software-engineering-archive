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6-09T01:15:59.090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 0,'0'0,"0"0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48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880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61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810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90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26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9637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6300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76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6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329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20221-6F97-4ECE-83C9-242FFDD01949}" type="datetimeFigureOut">
              <a:rPr lang="en-GB" smtClean="0"/>
              <a:t>09/06/2020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361C5-ECBB-44D0-ADB9-CBA87BBDB8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457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Week 4 </a:t>
            </a:r>
            <a:br>
              <a:rPr lang="en-GB" dirty="0"/>
            </a:br>
            <a:r>
              <a:rPr lang="en-GB" dirty="0"/>
              <a:t>PF</a:t>
            </a:r>
          </a:p>
        </p:txBody>
      </p:sp>
    </p:spTree>
    <p:extLst>
      <p:ext uri="{BB962C8B-B14F-4D97-AF65-F5344CB8AC3E}">
        <p14:creationId xmlns:p14="http://schemas.microsoft.com/office/powerpoint/2010/main" val="60505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1107024" cy="68247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4115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89F8E-4251-4BEA-A2F5-EE76906F8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AB0D-E2C7-435A-B5C4-B454D099D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6447A6-BA8C-4F60-A8CA-6E93EDDA9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7CF763-F8ED-48BE-90BE-F4C287EEC2EB}"/>
                  </a:ext>
                </a:extLst>
              </p14:cNvPr>
              <p14:cNvContentPartPr/>
              <p14:nvPr/>
            </p14:nvContentPartPr>
            <p14:xfrm>
              <a:off x="1440618" y="286114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7CF763-F8ED-48BE-90BE-F4C287EEC2E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2978" y="26811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8391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E17654-C9B7-4111-B95B-861522BAB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2" y="194650"/>
            <a:ext cx="6327222" cy="59150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8772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8B595F-F5DB-4A3B-960C-CBDC47F6C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60919"/>
            <a:ext cx="5715000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19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2542EEC-4F7C-4AE2-933E-EAC8EB3FA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7072C49-EC7D-4FC8-A27A-B468B6B9A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14597"/>
          <a:stretch/>
        </p:blipFill>
        <p:spPr>
          <a:xfrm>
            <a:off x="733507" y="666728"/>
            <a:ext cx="5536001" cy="546579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5559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2542EEC-4F7C-4AE2-933E-EAC8EB3FA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6824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75F9A2C-CAE6-4C87-8CA5-9FB5F6B7D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88" b="2"/>
          <a:stretch/>
        </p:blipFill>
        <p:spPr>
          <a:xfrm>
            <a:off x="733507" y="666728"/>
            <a:ext cx="5536001" cy="546579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6048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0466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EBFDB7D-DD97-44CE-AFFB-458781A3D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F76DB3-8604-4020-895C-364F722029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6167" b="-1"/>
          <a:stretch/>
        </p:blipFill>
        <p:spPr>
          <a:xfrm>
            <a:off x="20" y="10"/>
            <a:ext cx="9272902" cy="6857990"/>
          </a:xfrm>
          <a:custGeom>
            <a:avLst/>
            <a:gdLst/>
            <a:ahLst/>
            <a:cxnLst/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50F864A1-23CF-4954-887F-3C4458622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160561" y="1348782"/>
            <a:ext cx="935037" cy="824315"/>
          </a:xfrm>
          <a:custGeom>
            <a:avLst/>
            <a:gdLst>
              <a:gd name="T0" fmla="*/ 225 w 785"/>
              <a:gd name="T1" fmla="*/ 692 h 692"/>
              <a:gd name="T2" fmla="*/ 177 w 785"/>
              <a:gd name="T3" fmla="*/ 665 h 692"/>
              <a:gd name="T4" fmla="*/ 9 w 785"/>
              <a:gd name="T5" fmla="*/ 374 h 692"/>
              <a:gd name="T6" fmla="*/ 9 w 785"/>
              <a:gd name="T7" fmla="*/ 318 h 692"/>
              <a:gd name="T8" fmla="*/ 177 w 785"/>
              <a:gd name="T9" fmla="*/ 27 h 692"/>
              <a:gd name="T10" fmla="*/ 225 w 785"/>
              <a:gd name="T11" fmla="*/ 0 h 692"/>
              <a:gd name="T12" fmla="*/ 561 w 785"/>
              <a:gd name="T13" fmla="*/ 0 h 692"/>
              <a:gd name="T14" fmla="*/ 609 w 785"/>
              <a:gd name="T15" fmla="*/ 27 h 692"/>
              <a:gd name="T16" fmla="*/ 777 w 785"/>
              <a:gd name="T17" fmla="*/ 318 h 692"/>
              <a:gd name="T18" fmla="*/ 777 w 785"/>
              <a:gd name="T19" fmla="*/ 374 h 692"/>
              <a:gd name="T20" fmla="*/ 609 w 785"/>
              <a:gd name="T21" fmla="*/ 665 h 692"/>
              <a:gd name="T22" fmla="*/ 561 w 785"/>
              <a:gd name="T23" fmla="*/ 692 h 692"/>
              <a:gd name="T24" fmla="*/ 225 w 785"/>
              <a:gd name="T25" fmla="*/ 692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5" h="692">
                <a:moveTo>
                  <a:pt x="225" y="692"/>
                </a:moveTo>
                <a:cubicBezTo>
                  <a:pt x="207" y="692"/>
                  <a:pt x="185" y="680"/>
                  <a:pt x="177" y="665"/>
                </a:cubicBezTo>
                <a:cubicBezTo>
                  <a:pt x="9" y="374"/>
                  <a:pt x="9" y="374"/>
                  <a:pt x="9" y="374"/>
                </a:cubicBezTo>
                <a:cubicBezTo>
                  <a:pt x="0" y="358"/>
                  <a:pt x="0" y="334"/>
                  <a:pt x="9" y="318"/>
                </a:cubicBezTo>
                <a:cubicBezTo>
                  <a:pt x="177" y="27"/>
                  <a:pt x="177" y="27"/>
                  <a:pt x="177" y="27"/>
                </a:cubicBezTo>
                <a:cubicBezTo>
                  <a:pt x="185" y="12"/>
                  <a:pt x="207" y="0"/>
                  <a:pt x="225" y="0"/>
                </a:cubicBezTo>
                <a:cubicBezTo>
                  <a:pt x="561" y="0"/>
                  <a:pt x="561" y="0"/>
                  <a:pt x="561" y="0"/>
                </a:cubicBezTo>
                <a:cubicBezTo>
                  <a:pt x="578" y="0"/>
                  <a:pt x="600" y="12"/>
                  <a:pt x="609" y="27"/>
                </a:cubicBezTo>
                <a:cubicBezTo>
                  <a:pt x="777" y="318"/>
                  <a:pt x="777" y="318"/>
                  <a:pt x="777" y="318"/>
                </a:cubicBezTo>
                <a:cubicBezTo>
                  <a:pt x="785" y="334"/>
                  <a:pt x="785" y="358"/>
                  <a:pt x="777" y="374"/>
                </a:cubicBezTo>
                <a:cubicBezTo>
                  <a:pt x="609" y="665"/>
                  <a:pt x="609" y="665"/>
                  <a:pt x="609" y="665"/>
                </a:cubicBezTo>
                <a:cubicBezTo>
                  <a:pt x="600" y="680"/>
                  <a:pt x="578" y="692"/>
                  <a:pt x="561" y="692"/>
                </a:cubicBezTo>
                <a:lnTo>
                  <a:pt x="225" y="692"/>
                </a:lnTo>
                <a:close/>
              </a:path>
            </a:pathLst>
          </a:custGeom>
          <a:noFill/>
          <a:ln w="28575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8D313E8C-7457-407E-BDA5-EACA44D38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960661" y="1000124"/>
            <a:ext cx="762167" cy="671915"/>
          </a:xfrm>
          <a:custGeom>
            <a:avLst/>
            <a:gdLst>
              <a:gd name="T0" fmla="*/ 225 w 785"/>
              <a:gd name="T1" fmla="*/ 692 h 692"/>
              <a:gd name="T2" fmla="*/ 177 w 785"/>
              <a:gd name="T3" fmla="*/ 665 h 692"/>
              <a:gd name="T4" fmla="*/ 9 w 785"/>
              <a:gd name="T5" fmla="*/ 374 h 692"/>
              <a:gd name="T6" fmla="*/ 9 w 785"/>
              <a:gd name="T7" fmla="*/ 318 h 692"/>
              <a:gd name="T8" fmla="*/ 177 w 785"/>
              <a:gd name="T9" fmla="*/ 27 h 692"/>
              <a:gd name="T10" fmla="*/ 225 w 785"/>
              <a:gd name="T11" fmla="*/ 0 h 692"/>
              <a:gd name="T12" fmla="*/ 561 w 785"/>
              <a:gd name="T13" fmla="*/ 0 h 692"/>
              <a:gd name="T14" fmla="*/ 609 w 785"/>
              <a:gd name="T15" fmla="*/ 27 h 692"/>
              <a:gd name="T16" fmla="*/ 777 w 785"/>
              <a:gd name="T17" fmla="*/ 318 h 692"/>
              <a:gd name="T18" fmla="*/ 777 w 785"/>
              <a:gd name="T19" fmla="*/ 374 h 692"/>
              <a:gd name="T20" fmla="*/ 609 w 785"/>
              <a:gd name="T21" fmla="*/ 665 h 692"/>
              <a:gd name="T22" fmla="*/ 561 w 785"/>
              <a:gd name="T23" fmla="*/ 692 h 692"/>
              <a:gd name="T24" fmla="*/ 225 w 785"/>
              <a:gd name="T25" fmla="*/ 692 h 6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85" h="692">
                <a:moveTo>
                  <a:pt x="225" y="692"/>
                </a:moveTo>
                <a:cubicBezTo>
                  <a:pt x="207" y="692"/>
                  <a:pt x="185" y="680"/>
                  <a:pt x="177" y="665"/>
                </a:cubicBezTo>
                <a:cubicBezTo>
                  <a:pt x="9" y="374"/>
                  <a:pt x="9" y="374"/>
                  <a:pt x="9" y="374"/>
                </a:cubicBezTo>
                <a:cubicBezTo>
                  <a:pt x="0" y="358"/>
                  <a:pt x="0" y="334"/>
                  <a:pt x="9" y="318"/>
                </a:cubicBezTo>
                <a:cubicBezTo>
                  <a:pt x="177" y="27"/>
                  <a:pt x="177" y="27"/>
                  <a:pt x="177" y="27"/>
                </a:cubicBezTo>
                <a:cubicBezTo>
                  <a:pt x="185" y="12"/>
                  <a:pt x="207" y="0"/>
                  <a:pt x="225" y="0"/>
                </a:cubicBezTo>
                <a:cubicBezTo>
                  <a:pt x="561" y="0"/>
                  <a:pt x="561" y="0"/>
                  <a:pt x="561" y="0"/>
                </a:cubicBezTo>
                <a:cubicBezTo>
                  <a:pt x="578" y="0"/>
                  <a:pt x="600" y="12"/>
                  <a:pt x="609" y="27"/>
                </a:cubicBezTo>
                <a:cubicBezTo>
                  <a:pt x="777" y="318"/>
                  <a:pt x="777" y="318"/>
                  <a:pt x="777" y="318"/>
                </a:cubicBezTo>
                <a:cubicBezTo>
                  <a:pt x="785" y="334"/>
                  <a:pt x="785" y="358"/>
                  <a:pt x="777" y="374"/>
                </a:cubicBezTo>
                <a:cubicBezTo>
                  <a:pt x="609" y="665"/>
                  <a:pt x="609" y="665"/>
                  <a:pt x="609" y="665"/>
                </a:cubicBezTo>
                <a:cubicBezTo>
                  <a:pt x="600" y="680"/>
                  <a:pt x="578" y="692"/>
                  <a:pt x="561" y="692"/>
                </a:cubicBezTo>
                <a:lnTo>
                  <a:pt x="225" y="692"/>
                </a:lnTo>
                <a:close/>
              </a:path>
            </a:pathLst>
          </a:custGeom>
          <a:noFill/>
          <a:ln w="28575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B6D39A-C60E-47E8-94EC-7CE0FAC81C8A}"/>
              </a:ext>
            </a:extLst>
          </p:cNvPr>
          <p:cNvSpPr txBox="1"/>
          <p:nvPr/>
        </p:nvSpPr>
        <p:spPr>
          <a:xfrm>
            <a:off x="9036461" y="2391890"/>
            <a:ext cx="2892684" cy="3693319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PASS BY REFERENCE:</a:t>
            </a:r>
          </a:p>
          <a:p>
            <a:r>
              <a:rPr lang="en-GB" b="1" dirty="0"/>
              <a:t>Pass by reference</a:t>
            </a:r>
            <a:r>
              <a:rPr lang="en-GB" dirty="0"/>
              <a:t> (also called </a:t>
            </a:r>
            <a:r>
              <a:rPr lang="en-GB" b="1" dirty="0"/>
              <a:t>pass</a:t>
            </a:r>
            <a:r>
              <a:rPr lang="en-GB" dirty="0"/>
              <a:t> by address) means to </a:t>
            </a:r>
            <a:r>
              <a:rPr lang="en-GB" b="1" dirty="0"/>
              <a:t>pass</a:t>
            </a:r>
            <a:r>
              <a:rPr lang="en-GB" dirty="0"/>
              <a:t> the </a:t>
            </a:r>
            <a:r>
              <a:rPr lang="en-GB" b="1" dirty="0"/>
              <a:t>reference</a:t>
            </a:r>
            <a:r>
              <a:rPr lang="en-GB" dirty="0"/>
              <a:t> of an argument in the calling function to the corresponding formal parameter of the called function so that a copy of the address of the actual parameter is made in memory, </a:t>
            </a:r>
            <a:endParaRPr lang="en-GB" b="1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91201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47392-FB3A-4A0A-92FB-5A6C04B9D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/>
              <a:t> Function Overloading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9FCE7-5C16-4072-B1BE-6E32B2206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Two or more functions having same name but different argument(s) are known as overloaded functions. </a:t>
            </a:r>
          </a:p>
          <a:p>
            <a:endParaRPr lang="en-GB" dirty="0"/>
          </a:p>
          <a:p>
            <a:r>
              <a:rPr lang="en-GB" dirty="0"/>
              <a:t>In C++ programming, two functions can have same name if number and/or type of arguments passed are different.</a:t>
            </a:r>
          </a:p>
          <a:p>
            <a:endParaRPr lang="en-GB" dirty="0"/>
          </a:p>
          <a:p>
            <a:r>
              <a:rPr lang="en-GB" dirty="0"/>
              <a:t>These functions having different number or type (or both) of parameters are known as overloaded functions. For example:</a:t>
            </a:r>
          </a:p>
          <a:p>
            <a:endParaRPr lang="en-GB" dirty="0"/>
          </a:p>
          <a:p>
            <a:r>
              <a:rPr lang="en-GB" dirty="0"/>
              <a:t>int test() { }</a:t>
            </a:r>
          </a:p>
          <a:p>
            <a:r>
              <a:rPr lang="en-GB" dirty="0"/>
              <a:t>int test(int a) { }</a:t>
            </a:r>
          </a:p>
          <a:p>
            <a:r>
              <a:rPr lang="en-GB" dirty="0"/>
              <a:t>float test(double a) { }</a:t>
            </a:r>
          </a:p>
          <a:p>
            <a:r>
              <a:rPr lang="en-GB" dirty="0"/>
              <a:t>int test(int a, double b) { }</a:t>
            </a:r>
          </a:p>
        </p:txBody>
      </p:sp>
    </p:spTree>
    <p:extLst>
      <p:ext uri="{BB962C8B-B14F-4D97-AF65-F5344CB8AC3E}">
        <p14:creationId xmlns:p14="http://schemas.microsoft.com/office/powerpoint/2010/main" val="465514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65394-38B4-4C3E-A325-BA345D83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7F36C-300C-43DC-B79D-7D8745D404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number and type of arguments passed to these two functions are same even though the return type is different. Hence, the compiler will throw error.</a:t>
            </a:r>
          </a:p>
          <a:p>
            <a:endParaRPr lang="en-GB" dirty="0"/>
          </a:p>
          <a:p>
            <a:r>
              <a:rPr lang="en-GB" dirty="0"/>
              <a:t>int test(int a) { }</a:t>
            </a:r>
          </a:p>
          <a:p>
            <a:r>
              <a:rPr lang="en-GB" dirty="0"/>
              <a:t>double test(int b){ }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2523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13314FA-7C10-4CD8-BB8B-66385A516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9" y="62240"/>
            <a:ext cx="6333688" cy="67335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49264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77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Week 4  PF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Function Overloading </vt:lpstr>
      <vt:lpstr>Function Overloading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 PF</dc:title>
  <dc:creator>Aqib Adeel</dc:creator>
  <cp:lastModifiedBy>Aqib Adeel</cp:lastModifiedBy>
  <cp:revision>6</cp:revision>
  <dcterms:created xsi:type="dcterms:W3CDTF">2020-06-09T01:38:37Z</dcterms:created>
  <dcterms:modified xsi:type="dcterms:W3CDTF">2020-06-09T03:20:16Z</dcterms:modified>
</cp:coreProperties>
</file>