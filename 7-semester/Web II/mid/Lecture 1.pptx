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134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5132" y="2059012"/>
            <a:ext cx="9146751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19" y="2166365"/>
            <a:ext cx="8603674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970315"/>
            <a:ext cx="6858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279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803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5132" y="2059012"/>
            <a:ext cx="9146751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893" y="2208879"/>
            <a:ext cx="78867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4893" y="3984400"/>
            <a:ext cx="78867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7793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797" y="2011680"/>
            <a:ext cx="365760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2011680"/>
            <a:ext cx="365760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901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913470"/>
            <a:ext cx="365760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656566"/>
            <a:ext cx="365760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428" y="1913470"/>
            <a:ext cx="365760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0428" y="2656564"/>
            <a:ext cx="365760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393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612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314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48840"/>
            <a:ext cx="4572000" cy="38404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92568" y="2147487"/>
            <a:ext cx="256032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356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0" y="2211494"/>
            <a:ext cx="4754880" cy="384048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85351" y="2150621"/>
            <a:ext cx="256032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387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074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764484" y="0"/>
            <a:ext cx="20574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468" y="609600"/>
            <a:ext cx="1801785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609600"/>
            <a:ext cx="5979968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422855"/>
            <a:ext cx="2057397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32102" y="6422855"/>
            <a:ext cx="320975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4787" y="6422855"/>
            <a:ext cx="659819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110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62" y="176109"/>
            <a:ext cx="9141714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019" y="284176"/>
            <a:ext cx="777240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019" y="2011680"/>
            <a:ext cx="777240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557" y="6422855"/>
            <a:ext cx="2595043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91000" y="6422855"/>
            <a:ext cx="40606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65139" y="6422855"/>
            <a:ext cx="709698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7181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Introduction to Advanced Web Development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Exploring Modern JavaScript (ES5 &amp; ES6 Features)</a:t>
            </a:r>
          </a:p>
          <a:p>
            <a:r>
              <a:t>Muhammad Danish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Advanced Web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Web development evolved from static pages → dynamic apps</a:t>
            </a:r>
          </a:p>
          <a:p>
            <a:r>
              <a:t>• Focus on client-side scripting, server-side integration, modern practices</a:t>
            </a:r>
          </a:p>
          <a:p>
            <a:r>
              <a:t>• Example: From simple HTML page → Gmail, Facebook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Learn Advanced JavaScript?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Backbone of modern web applications</a:t>
            </a:r>
          </a:p>
          <a:p>
            <a:r>
              <a:t>• ES5 &amp; ES6 = cleaner, faster, more readable code</a:t>
            </a:r>
          </a:p>
          <a:p>
            <a:r>
              <a:t>• Real-world: ES6 Classes (OOP), JSON (API communication)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ES5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• Introduced in 2009</a:t>
            </a:r>
          </a:p>
          <a:p>
            <a:r>
              <a:t>• Features:</a:t>
            </a:r>
          </a:p>
          <a:p>
            <a:r>
              <a:t> - Strict Mode</a:t>
            </a:r>
          </a:p>
          <a:p>
            <a:r>
              <a:t> - JSON support</a:t>
            </a:r>
          </a:p>
          <a:p>
            <a:r>
              <a:t> - Array methods (forEach, map, filter, reduce)</a:t>
            </a:r>
          </a:p>
          <a:p>
            <a:r>
              <a:t> - Object methods</a:t>
            </a:r>
          </a:p>
          <a:p>
            <a:endParaRPr/>
          </a:p>
          <a:p>
            <a:r>
              <a:t>Example:</a:t>
            </a:r>
          </a:p>
          <a:p>
            <a:r>
              <a:t>"use strict";</a:t>
            </a:r>
          </a:p>
          <a:p>
            <a:r>
              <a:t>var x = 3.14; // Error if redeclared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ES6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Introduced in 2015 (ECMAScript 2015)</a:t>
            </a:r>
          </a:p>
          <a:p>
            <a:r>
              <a:t>• Key Features:</a:t>
            </a:r>
          </a:p>
          <a:p>
            <a:r>
              <a:t> - let, const</a:t>
            </a:r>
          </a:p>
          <a:p>
            <a:r>
              <a:t> - Arrow functions</a:t>
            </a:r>
          </a:p>
          <a:p>
            <a:r>
              <a:t> - Classes</a:t>
            </a:r>
          </a:p>
          <a:p>
            <a:r>
              <a:t> - Template literals</a:t>
            </a:r>
          </a:p>
          <a:p>
            <a:r>
              <a:t> - Spread/Rest operators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JSON (JavaScript Object Notation)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Lightweight data exchange format</a:t>
            </a:r>
          </a:p>
          <a:p>
            <a:r>
              <a:t>• Widely used in APIs</a:t>
            </a:r>
          </a:p>
          <a:p>
            <a:endParaRPr/>
          </a:p>
          <a:p>
            <a:r>
              <a:t>Example:</a:t>
            </a:r>
          </a:p>
          <a:p>
            <a:r>
              <a:t>{ "name": "Danish", "role": "Lecturer", "skills": ["JS", "Python"] 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let and const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• var (ES5): function-scoped, redeclarable</a:t>
            </a:r>
          </a:p>
          <a:p>
            <a:r>
              <a:t>• let (ES6): block-scoped</a:t>
            </a:r>
          </a:p>
          <a:p>
            <a:r>
              <a:t>• const (ES6): block-scoped, immutable</a:t>
            </a:r>
          </a:p>
          <a:p>
            <a:endParaRPr/>
          </a:p>
          <a:p>
            <a:r>
              <a:t>Example:</a:t>
            </a:r>
          </a:p>
          <a:p>
            <a:r>
              <a:t>let age = 25;</a:t>
            </a:r>
          </a:p>
          <a:p>
            <a:r>
              <a:t>const PI = 3.14;</a:t>
            </a:r>
          </a:p>
          <a:p>
            <a:r>
              <a:t>age = 26; // allowed</a:t>
            </a:r>
          </a:p>
          <a:p>
            <a:r>
              <a:t>PI = 3.1416; // error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Arrow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Shorter function syntax</a:t>
            </a:r>
          </a:p>
          <a:p>
            <a:r>
              <a:t>• No binding of 'this'</a:t>
            </a:r>
          </a:p>
          <a:p>
            <a:endParaRPr/>
          </a:p>
          <a:p>
            <a:r>
              <a:t>Example:</a:t>
            </a:r>
          </a:p>
          <a:p>
            <a:r>
              <a:t>// ES5: var sum = function(a,b){return a+b}</a:t>
            </a:r>
          </a:p>
          <a:p>
            <a:r>
              <a:t>// ES6: const sum = (a,b) =&gt; a+b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Objects &amp;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ES5: Prototype-based objects</a:t>
            </a:r>
          </a:p>
          <a:p>
            <a:r>
              <a:t>• ES6: Classes for OOP</a:t>
            </a:r>
          </a:p>
          <a:p>
            <a:endParaRPr/>
          </a:p>
          <a:p>
            <a:r>
              <a:t>Example:</a:t>
            </a:r>
          </a:p>
          <a:p>
            <a:r>
              <a:t>class Student {</a:t>
            </a:r>
          </a:p>
          <a:p>
            <a:r>
              <a:t> constructor(name, age){ this.name=name; this.age=age; }</a:t>
            </a:r>
          </a:p>
          <a:p>
            <a:r>
              <a:t> display(){ return `${this.name}, ${this.age}`; }}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Array Methods (map, filter, reduce)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map() – creates new array</a:t>
            </a:r>
          </a:p>
          <a:p>
            <a:r>
              <a:t>• filter() – filters elements</a:t>
            </a:r>
          </a:p>
          <a:p>
            <a:r>
              <a:t>• reduce() – reduces to single value</a:t>
            </a:r>
          </a:p>
          <a:p>
            <a:endParaRPr/>
          </a:p>
          <a:p>
            <a:r>
              <a:t>Example:</a:t>
            </a:r>
          </a:p>
          <a:p>
            <a:r>
              <a:t>let nums=[1,2,3,4];</a:t>
            </a:r>
          </a:p>
          <a:p>
            <a:r>
              <a:t>nums.map(n=&gt;n*2); // [2,4,6,8]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ES5 vs ES6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Variables: var vs let/const</a:t>
            </a:r>
          </a:p>
          <a:p>
            <a:r>
              <a:t>• Functions: Normal vs Arrow</a:t>
            </a:r>
          </a:p>
          <a:p>
            <a:r>
              <a:t>• Objects: Prototype vs Classes</a:t>
            </a:r>
          </a:p>
          <a:p>
            <a:r>
              <a:t>• Strings: Concatenation vs Template literals</a:t>
            </a:r>
          </a:p>
          <a:p>
            <a:r>
              <a:t>• Arrays: Basic vs map/filter/reduce</a:t>
            </a:r>
          </a:p>
          <a:p>
            <a:r>
              <a:t>• Modules: Not supported vs import/export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ES5 = foundation (strict mode, JSON, array methods)</a:t>
            </a:r>
          </a:p>
          <a:p>
            <a:r>
              <a:t>• ES6 = modernization (classes, arrow, block-scoping)</a:t>
            </a:r>
          </a:p>
          <a:p>
            <a:r>
              <a:t>• JSON central in APIs</a:t>
            </a:r>
          </a:p>
          <a:p>
            <a:r>
              <a:t>• Mastering = faster, cleaner, maintainable apps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Banded</Template>
  <TotalTime>1</TotalTime>
  <Words>504</Words>
  <Application>Microsoft Office PowerPoint</Application>
  <PresentationFormat>On-screen Show (4:3)</PresentationFormat>
  <Paragraphs>81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Corbel</vt:lpstr>
      <vt:lpstr>Wingdings</vt:lpstr>
      <vt:lpstr>Banded</vt:lpstr>
      <vt:lpstr>Introduction to Advanced Web Development</vt:lpstr>
      <vt:lpstr>Introduction to Advanced Web Development</vt:lpstr>
      <vt:lpstr>Why Learn Advanced JavaScript?</vt:lpstr>
      <vt:lpstr>ES5 Overview</vt:lpstr>
      <vt:lpstr>ES6 Overview</vt:lpstr>
      <vt:lpstr>JSON (JavaScript Object Notation)</vt:lpstr>
      <vt:lpstr>let and const</vt:lpstr>
      <vt:lpstr>Arrow Functions</vt:lpstr>
      <vt:lpstr>Objects &amp; Classes</vt:lpstr>
      <vt:lpstr>Array Methods (map, filter, reduce)</vt:lpstr>
      <vt:lpstr>ES5 vs ES6 Comparison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 n</cp:lastModifiedBy>
  <cp:revision>2</cp:revision>
  <dcterms:created xsi:type="dcterms:W3CDTF">2013-01-27T09:14:16Z</dcterms:created>
  <dcterms:modified xsi:type="dcterms:W3CDTF">2025-09-15T06:15:35Z</dcterms:modified>
  <cp:category/>
</cp:coreProperties>
</file>