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reliability refers to how consistently and accurately a computer system performs its tasks without failures. A reliable computer ensures that operations run smoothly, preventing interruptions in critical processes. For example, in banking systems, ATMs must operate reliably to dispense cash correctly; even a small malfunction can cause customer issues or financial errors.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errors occur when incorrect information is entered, stored, or processed within a system. These errors can arise from human mistakes, faulty devices, or corrupted files. In real life, a wrong medical test value entered into a hospital system can lead to incorrect diagnosis and treatment, showing how dangerous data errors can 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errors, also known as bugs, are flaws in a program's code that cause incorrect or unexpected behavior. These errors can lead to system crashes, wrong calculations, or unstable applications. For example, a mobile app that closes suddenly when a button is pressed is experiencing a software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Software System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software failures in history demonstrate the importance of careful development and testing. One famous example is the Ariane 5 rocket failure in 1996, caused by a software bug that led to the rocket's destruction. Another example is the Boeing 737 MAX incidents, where a software flaw contributed to tragic accidents, showing how software issues can cause massive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WPS Presentation</Application>
  <PresentationFormat>On-screen Show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Computer Reliability</vt:lpstr>
      <vt:lpstr>Data Errors</vt:lpstr>
      <vt:lpstr>Software Errors</vt:lpstr>
      <vt:lpstr>Notable Software System Failures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Muhammad usman shahid</cp:lastModifiedBy>
  <cp:revision>2</cp:revision>
  <dcterms:created xsi:type="dcterms:W3CDTF">2013-01-27T09:14:00Z</dcterms:created>
  <dcterms:modified xsi:type="dcterms:W3CDTF">2026-04-30T07:18:46Z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7BF649AD48AF47A180BA632DC4CD6B7F_12</vt:lpwstr>
  </property>
  <property fmtid="{D5CDD505-2E9C-101B-9397-08002B2CF9AE}" pid="3" name="KSOProductBuildVer">
    <vt:lpwstr>1033-12.1.0.25862</vt:lpwstr>
  </property>
</Properties>
</file>