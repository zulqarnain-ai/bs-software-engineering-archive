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65" r:id="rId1"/>
  </p:sldMasterIdLst>
  <p:notesMasterIdLst>
    <p:notesMasterId r:id="rId29"/>
  </p:notesMasterIdLst>
  <p:handoutMasterIdLst>
    <p:handoutMasterId r:id="rId30"/>
  </p:handoutMasterIdLst>
  <p:sldIdLst>
    <p:sldId id="26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5" r:id="rId21"/>
    <p:sldId id="368" r:id="rId22"/>
    <p:sldId id="369" r:id="rId23"/>
    <p:sldId id="370" r:id="rId24"/>
    <p:sldId id="371" r:id="rId25"/>
    <p:sldId id="372" r:id="rId26"/>
    <p:sldId id="373" r:id="rId27"/>
    <p:sldId id="301" r:id="rId28"/>
  </p:sldIdLst>
  <p:sldSz cx="9144000" cy="6858000" type="screen4x3"/>
  <p:notesSz cx="10234613" cy="7102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  <a:srgbClr val="CC0000"/>
    <a:srgbClr val="A1D8FD"/>
    <a:srgbClr val="66FF33"/>
    <a:srgbClr val="FFFF00"/>
    <a:srgbClr val="FF33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4" autoAdjust="0"/>
    <p:restoredTop sz="94576" autoAdjust="0"/>
  </p:normalViewPr>
  <p:slideViewPr>
    <p:cSldViewPr>
      <p:cViewPr varScale="1">
        <p:scale>
          <a:sx n="70" d="100"/>
          <a:sy n="70" d="100"/>
        </p:scale>
        <p:origin x="14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F52D91-9C16-4F9E-BC0B-E220BE6FC70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98EA437C-DCE4-469D-A4AF-CBDC7101123E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Non-functional</a:t>
          </a:r>
          <a:b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</a:b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requirements</a:t>
          </a:r>
        </a:p>
      </dgm:t>
    </dgm:pt>
    <dgm:pt modelId="{164FC803-0621-4607-A228-7958B38E8AFF}" type="parTrans" cxnId="{70E5EC46-0E32-4A59-8111-DCF544F36C70}">
      <dgm:prSet/>
      <dgm:spPr/>
    </dgm:pt>
    <dgm:pt modelId="{495CEA22-5790-4630-95BD-BCCAF06757FF}" type="sibTrans" cxnId="{70E5EC46-0E32-4A59-8111-DCF544F36C70}">
      <dgm:prSet/>
      <dgm:spPr/>
    </dgm:pt>
    <dgm:pt modelId="{34BEE3D2-635F-4DE9-8D5D-828FC8F57AB8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Process</a:t>
          </a:r>
        </a:p>
      </dgm:t>
    </dgm:pt>
    <dgm:pt modelId="{79BB2041-821C-4AB6-802A-82C915BEF7D2}" type="parTrans" cxnId="{30A9BA15-A276-46F4-9A7E-98E678B27617}">
      <dgm:prSet/>
      <dgm:spPr/>
    </dgm:pt>
    <dgm:pt modelId="{412752F9-1D84-42E7-9F8A-A63FE73F7D7A}" type="sibTrans" cxnId="{30A9BA15-A276-46F4-9A7E-98E678B27617}">
      <dgm:prSet/>
      <dgm:spPr/>
    </dgm:pt>
    <dgm:pt modelId="{2F2FAA18-A8D5-42BD-829D-5143861FA884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Delivery</a:t>
          </a:r>
        </a:p>
      </dgm:t>
    </dgm:pt>
    <dgm:pt modelId="{0CA2D321-257F-4887-BB1A-7970D3A3A4BA}" type="parTrans" cxnId="{4A50C97C-35D3-4B2C-B54A-941049C99814}">
      <dgm:prSet/>
      <dgm:spPr/>
    </dgm:pt>
    <dgm:pt modelId="{E9506BC6-6C6F-414E-BAA2-284824BFA5E6}" type="sibTrans" cxnId="{4A50C97C-35D3-4B2C-B54A-941049C99814}">
      <dgm:prSet/>
      <dgm:spPr/>
    </dgm:pt>
    <dgm:pt modelId="{BCF8273C-18B1-4E88-BB15-BED3CB96620E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Implementation</a:t>
          </a:r>
        </a:p>
      </dgm:t>
    </dgm:pt>
    <dgm:pt modelId="{28680B51-A166-488B-AA35-8C6EAF3AF2AE}" type="parTrans" cxnId="{B4B541B3-1E5D-4DDE-AFD5-24AB379B692D}">
      <dgm:prSet/>
      <dgm:spPr/>
    </dgm:pt>
    <dgm:pt modelId="{72DF7ACB-CABF-42D9-B24A-B4DB16BA071F}" type="sibTrans" cxnId="{B4B541B3-1E5D-4DDE-AFD5-24AB379B692D}">
      <dgm:prSet/>
      <dgm:spPr/>
    </dgm:pt>
    <dgm:pt modelId="{6AFEE409-D515-4831-875F-88E03531591F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Standards</a:t>
          </a:r>
        </a:p>
      </dgm:t>
    </dgm:pt>
    <dgm:pt modelId="{2D8FFB5B-4021-4DD1-8F67-4E8EE8329001}" type="parTrans" cxnId="{8B565929-28AC-42F9-892D-F83AC891A42E}">
      <dgm:prSet/>
      <dgm:spPr/>
    </dgm:pt>
    <dgm:pt modelId="{5C26012D-2AA3-4932-A48A-306742895D3C}" type="sibTrans" cxnId="{8B565929-28AC-42F9-892D-F83AC891A42E}">
      <dgm:prSet/>
      <dgm:spPr/>
    </dgm:pt>
    <dgm:pt modelId="{84FF6726-6245-414A-B0C1-10F693BF43E2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Product</a:t>
          </a:r>
        </a:p>
      </dgm:t>
    </dgm:pt>
    <dgm:pt modelId="{E4B2FE20-DA03-4AEF-AFE2-7D1A97504FB0}" type="parTrans" cxnId="{A6A7E0D4-DB9D-40B1-A7C5-7C7BFAD41F6F}">
      <dgm:prSet/>
      <dgm:spPr/>
    </dgm:pt>
    <dgm:pt modelId="{6304270D-2E56-4F2A-8CF5-9E670B501E38}" type="sibTrans" cxnId="{A6A7E0D4-DB9D-40B1-A7C5-7C7BFAD41F6F}">
      <dgm:prSet/>
      <dgm:spPr/>
    </dgm:pt>
    <dgm:pt modelId="{236795E0-0D5A-4F29-BEF1-FB2E6383E958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Usability</a:t>
          </a:r>
        </a:p>
      </dgm:t>
    </dgm:pt>
    <dgm:pt modelId="{A2D2F56E-561D-4AC6-89B4-EE22D21CE496}" type="parTrans" cxnId="{AA226852-8F92-44C8-907C-E1A7CF2F5C79}">
      <dgm:prSet/>
      <dgm:spPr/>
    </dgm:pt>
    <dgm:pt modelId="{AC4F1556-8075-437B-AE09-F9C744ABE0F2}" type="sibTrans" cxnId="{AA226852-8F92-44C8-907C-E1A7CF2F5C79}">
      <dgm:prSet/>
      <dgm:spPr/>
    </dgm:pt>
    <dgm:pt modelId="{B8068BE8-0CAC-48BD-8F6C-AC5D6C8DC08D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Reliability</a:t>
          </a:r>
        </a:p>
      </dgm:t>
    </dgm:pt>
    <dgm:pt modelId="{9EA774B8-748B-4DF6-8A20-3804783D94EA}" type="parTrans" cxnId="{54E2E9FD-CA3B-45C5-BD51-F354D5BB756E}">
      <dgm:prSet/>
      <dgm:spPr/>
    </dgm:pt>
    <dgm:pt modelId="{8B631417-9398-44F0-92F7-3549BF920723}" type="sibTrans" cxnId="{54E2E9FD-CA3B-45C5-BD51-F354D5BB756E}">
      <dgm:prSet/>
      <dgm:spPr/>
    </dgm:pt>
    <dgm:pt modelId="{D1F91304-E468-4272-8681-D5DF98483339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Performance</a:t>
          </a:r>
        </a:p>
      </dgm:t>
    </dgm:pt>
    <dgm:pt modelId="{D9F9AD53-DB42-44C7-B5B5-427F92B5F646}" type="parTrans" cxnId="{63013AC8-048A-474F-9B05-BE28EB4B72C0}">
      <dgm:prSet/>
      <dgm:spPr/>
    </dgm:pt>
    <dgm:pt modelId="{25EDC91F-7A45-410D-A18B-FAC4B39A0A9C}" type="sibTrans" cxnId="{63013AC8-048A-474F-9B05-BE28EB4B72C0}">
      <dgm:prSet/>
      <dgm:spPr/>
    </dgm:pt>
    <dgm:pt modelId="{B7881CBE-56E1-4191-91FF-47F305FFF1AD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Safety</a:t>
          </a:r>
        </a:p>
      </dgm:t>
    </dgm:pt>
    <dgm:pt modelId="{66016EC0-B3DA-45FA-9255-78C0C28E8DE1}" type="parTrans" cxnId="{52646943-6386-4B33-B6A8-B13102B736CA}">
      <dgm:prSet/>
      <dgm:spPr/>
    </dgm:pt>
    <dgm:pt modelId="{B83D516C-2F74-4C0C-B3A3-295AC235CF36}" type="sibTrans" cxnId="{52646943-6386-4B33-B6A8-B13102B736CA}">
      <dgm:prSet/>
      <dgm:spPr/>
    </dgm:pt>
    <dgm:pt modelId="{D60A0C07-9192-4412-8025-981903F8610C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Efficiency</a:t>
          </a:r>
        </a:p>
      </dgm:t>
    </dgm:pt>
    <dgm:pt modelId="{CEEFF635-138E-4D1E-9A2E-DADA2911080C}" type="parTrans" cxnId="{7026F939-7A21-4227-8202-A1A80E12E2B2}">
      <dgm:prSet/>
      <dgm:spPr/>
    </dgm:pt>
    <dgm:pt modelId="{ABA24B00-B96D-4815-87C7-10670560C530}" type="sibTrans" cxnId="{7026F939-7A21-4227-8202-A1A80E12E2B2}">
      <dgm:prSet/>
      <dgm:spPr/>
    </dgm:pt>
    <dgm:pt modelId="{4950C50C-8C3B-40C4-B90D-6DEAD94AD482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External</a:t>
          </a:r>
        </a:p>
      </dgm:t>
    </dgm:pt>
    <dgm:pt modelId="{A0355BFA-0DEF-4933-8BD6-EACF83EF3509}" type="parTrans" cxnId="{47A4765B-3EDF-4673-A5D8-7A8D3412C9FB}">
      <dgm:prSet/>
      <dgm:spPr/>
    </dgm:pt>
    <dgm:pt modelId="{215947DF-8DCC-4BB8-9E19-14EDC5E4F8C9}" type="sibTrans" cxnId="{47A4765B-3EDF-4673-A5D8-7A8D3412C9FB}">
      <dgm:prSet/>
      <dgm:spPr/>
    </dgm:pt>
    <dgm:pt modelId="{B5D3BE53-3D8D-4049-837D-98BC6CBAEC43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Legal</a:t>
          </a:r>
        </a:p>
      </dgm:t>
    </dgm:pt>
    <dgm:pt modelId="{EA922A0E-B76C-4192-ACD4-323299A0A3E5}" type="parTrans" cxnId="{FF7B4CA0-9CD5-48F6-A4B6-CC28B5DE0200}">
      <dgm:prSet/>
      <dgm:spPr/>
    </dgm:pt>
    <dgm:pt modelId="{3397167E-20F6-4DB3-BD4D-DCCFE2E20E5E}" type="sibTrans" cxnId="{FF7B4CA0-9CD5-48F6-A4B6-CC28B5DE0200}">
      <dgm:prSet/>
      <dgm:spPr/>
    </dgm:pt>
    <dgm:pt modelId="{811446EE-DF8A-4233-BF2D-EE3925E95E57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Economics</a:t>
          </a:r>
        </a:p>
      </dgm:t>
    </dgm:pt>
    <dgm:pt modelId="{E8173990-2EDD-4681-879E-A68E447B35ED}" type="parTrans" cxnId="{F2039327-DE10-4FE6-BE9D-4126F0BE865F}">
      <dgm:prSet/>
      <dgm:spPr/>
    </dgm:pt>
    <dgm:pt modelId="{C3AF643E-994A-4484-BC63-D5BB00E09A3D}" type="sibTrans" cxnId="{F2039327-DE10-4FE6-BE9D-4126F0BE865F}">
      <dgm:prSet/>
      <dgm:spPr/>
    </dgm:pt>
    <dgm:pt modelId="{F274E937-93CE-44D9-9586-932929DB59F4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Inter-operability</a:t>
          </a:r>
        </a:p>
      </dgm:t>
    </dgm:pt>
    <dgm:pt modelId="{6DA5154A-DB5E-4FA9-B42B-8B51A76F7F52}" type="parTrans" cxnId="{5D986C9E-66DD-4066-8D89-ABA34CF92F90}">
      <dgm:prSet/>
      <dgm:spPr/>
    </dgm:pt>
    <dgm:pt modelId="{C3490B96-A245-4304-BB4A-9BBF12219775}" type="sibTrans" cxnId="{5D986C9E-66DD-4066-8D89-ABA34CF92F90}">
      <dgm:prSet/>
      <dgm:spPr/>
    </dgm:pt>
    <dgm:pt modelId="{554A87B5-045E-4841-898E-4AAFAD99CD75}" type="pres">
      <dgm:prSet presAssocID="{61F52D91-9C16-4F9E-BC0B-E220BE6FC70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C52CC5A-E6B3-4BD6-87EB-048EAC9A73AB}" type="pres">
      <dgm:prSet presAssocID="{98EA437C-DCE4-469D-A4AF-CBDC7101123E}" presName="hierRoot1" presStyleCnt="0">
        <dgm:presLayoutVars>
          <dgm:hierBranch/>
        </dgm:presLayoutVars>
      </dgm:prSet>
      <dgm:spPr/>
    </dgm:pt>
    <dgm:pt modelId="{1359E345-34F3-4421-A9E8-B16C25EC10C9}" type="pres">
      <dgm:prSet presAssocID="{98EA437C-DCE4-469D-A4AF-CBDC7101123E}" presName="rootComposite1" presStyleCnt="0"/>
      <dgm:spPr/>
    </dgm:pt>
    <dgm:pt modelId="{90C6FBE2-28C8-47C4-AAC6-FDA59AA9B6C3}" type="pres">
      <dgm:prSet presAssocID="{98EA437C-DCE4-469D-A4AF-CBDC7101123E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8B8F0-DA17-48D7-A4FC-F663ECF0A265}" type="pres">
      <dgm:prSet presAssocID="{98EA437C-DCE4-469D-A4AF-CBDC7101123E}" presName="rootConnector1" presStyleLbl="node1" presStyleIdx="0" presStyleCnt="0"/>
      <dgm:spPr/>
      <dgm:t>
        <a:bodyPr/>
        <a:lstStyle/>
        <a:p>
          <a:endParaRPr lang="en-US"/>
        </a:p>
      </dgm:t>
    </dgm:pt>
    <dgm:pt modelId="{93CC50C3-4DA1-4F58-A5FB-5199740709AF}" type="pres">
      <dgm:prSet presAssocID="{98EA437C-DCE4-469D-A4AF-CBDC7101123E}" presName="hierChild2" presStyleCnt="0"/>
      <dgm:spPr/>
    </dgm:pt>
    <dgm:pt modelId="{7F35277A-CAE1-4B80-BA93-977D20E55C17}" type="pres">
      <dgm:prSet presAssocID="{79BB2041-821C-4AB6-802A-82C915BEF7D2}" presName="Name35" presStyleLbl="parChTrans1D2" presStyleIdx="0" presStyleCnt="3"/>
      <dgm:spPr/>
    </dgm:pt>
    <dgm:pt modelId="{EF37ECF3-E3E9-4D33-84EC-ED689ABAB8A2}" type="pres">
      <dgm:prSet presAssocID="{34BEE3D2-635F-4DE9-8D5D-828FC8F57AB8}" presName="hierRoot2" presStyleCnt="0">
        <dgm:presLayoutVars>
          <dgm:hierBranch/>
        </dgm:presLayoutVars>
      </dgm:prSet>
      <dgm:spPr/>
    </dgm:pt>
    <dgm:pt modelId="{A8359A7C-82D3-4D0A-8607-2832882D8674}" type="pres">
      <dgm:prSet presAssocID="{34BEE3D2-635F-4DE9-8D5D-828FC8F57AB8}" presName="rootComposite" presStyleCnt="0"/>
      <dgm:spPr/>
    </dgm:pt>
    <dgm:pt modelId="{335A9012-153A-4967-9A73-D65FE577AF0C}" type="pres">
      <dgm:prSet presAssocID="{34BEE3D2-635F-4DE9-8D5D-828FC8F57AB8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CCE4EFD-5925-4494-9BB5-BF8C0C269E1E}" type="pres">
      <dgm:prSet presAssocID="{34BEE3D2-635F-4DE9-8D5D-828FC8F57AB8}" presName="rootConnector" presStyleLbl="node2" presStyleIdx="0" presStyleCnt="3"/>
      <dgm:spPr/>
      <dgm:t>
        <a:bodyPr/>
        <a:lstStyle/>
        <a:p>
          <a:endParaRPr lang="en-US"/>
        </a:p>
      </dgm:t>
    </dgm:pt>
    <dgm:pt modelId="{1D99458E-1DC6-482B-95AD-B2334D67959E}" type="pres">
      <dgm:prSet presAssocID="{34BEE3D2-635F-4DE9-8D5D-828FC8F57AB8}" presName="hierChild4" presStyleCnt="0"/>
      <dgm:spPr/>
    </dgm:pt>
    <dgm:pt modelId="{FEC515FF-7A59-4CC4-9739-781D0DC88108}" type="pres">
      <dgm:prSet presAssocID="{0CA2D321-257F-4887-BB1A-7970D3A3A4BA}" presName="Name35" presStyleLbl="parChTrans1D3" presStyleIdx="0" presStyleCnt="3"/>
      <dgm:spPr/>
    </dgm:pt>
    <dgm:pt modelId="{97298649-8D58-4380-8076-C51B4C8A491B}" type="pres">
      <dgm:prSet presAssocID="{2F2FAA18-A8D5-42BD-829D-5143861FA884}" presName="hierRoot2" presStyleCnt="0">
        <dgm:presLayoutVars>
          <dgm:hierBranch/>
        </dgm:presLayoutVars>
      </dgm:prSet>
      <dgm:spPr/>
    </dgm:pt>
    <dgm:pt modelId="{A06C1E6B-1126-4AC8-8406-C5C2CC64B361}" type="pres">
      <dgm:prSet presAssocID="{2F2FAA18-A8D5-42BD-829D-5143861FA884}" presName="rootComposite" presStyleCnt="0"/>
      <dgm:spPr/>
    </dgm:pt>
    <dgm:pt modelId="{DFCD3F60-494B-448D-A14E-DDCE1D9AB051}" type="pres">
      <dgm:prSet presAssocID="{2F2FAA18-A8D5-42BD-829D-5143861FA884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DCD17B-DE4F-4EEA-B23C-AA5090C03A3B}" type="pres">
      <dgm:prSet presAssocID="{2F2FAA18-A8D5-42BD-829D-5143861FA884}" presName="rootConnector" presStyleLbl="node3" presStyleIdx="0" presStyleCnt="3"/>
      <dgm:spPr/>
      <dgm:t>
        <a:bodyPr/>
        <a:lstStyle/>
        <a:p>
          <a:endParaRPr lang="en-US"/>
        </a:p>
      </dgm:t>
    </dgm:pt>
    <dgm:pt modelId="{9FE8563D-9AE5-4A67-97CB-733070928109}" type="pres">
      <dgm:prSet presAssocID="{2F2FAA18-A8D5-42BD-829D-5143861FA884}" presName="hierChild4" presStyleCnt="0"/>
      <dgm:spPr/>
    </dgm:pt>
    <dgm:pt modelId="{1C96D483-C82C-4F0D-875F-DF601ED4904B}" type="pres">
      <dgm:prSet presAssocID="{28680B51-A166-488B-AA35-8C6EAF3AF2AE}" presName="Name35" presStyleLbl="parChTrans1D4" presStyleIdx="0" presStyleCnt="8"/>
      <dgm:spPr/>
    </dgm:pt>
    <dgm:pt modelId="{7B68E076-44CB-429C-8208-42517B537963}" type="pres">
      <dgm:prSet presAssocID="{BCF8273C-18B1-4E88-BB15-BED3CB96620E}" presName="hierRoot2" presStyleCnt="0">
        <dgm:presLayoutVars>
          <dgm:hierBranch/>
        </dgm:presLayoutVars>
      </dgm:prSet>
      <dgm:spPr/>
    </dgm:pt>
    <dgm:pt modelId="{19535F62-18B2-424A-9ECF-E8DDB35F4E71}" type="pres">
      <dgm:prSet presAssocID="{BCF8273C-18B1-4E88-BB15-BED3CB96620E}" presName="rootComposite" presStyleCnt="0"/>
      <dgm:spPr/>
    </dgm:pt>
    <dgm:pt modelId="{11C47910-144E-4A30-BBF7-67D06B6EF4BE}" type="pres">
      <dgm:prSet presAssocID="{BCF8273C-18B1-4E88-BB15-BED3CB96620E}" presName="rootText" presStyleLbl="node4" presStyleIdx="0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75164E9-5AAF-43C0-82E5-38EE53141F42}" type="pres">
      <dgm:prSet presAssocID="{BCF8273C-18B1-4E88-BB15-BED3CB96620E}" presName="rootConnector" presStyleLbl="node4" presStyleIdx="0" presStyleCnt="8"/>
      <dgm:spPr/>
      <dgm:t>
        <a:bodyPr/>
        <a:lstStyle/>
        <a:p>
          <a:endParaRPr lang="en-US"/>
        </a:p>
      </dgm:t>
    </dgm:pt>
    <dgm:pt modelId="{041185EA-A2C9-4D6E-949C-F2B21220C475}" type="pres">
      <dgm:prSet presAssocID="{BCF8273C-18B1-4E88-BB15-BED3CB96620E}" presName="hierChild4" presStyleCnt="0"/>
      <dgm:spPr/>
    </dgm:pt>
    <dgm:pt modelId="{1566930E-DD99-4ADF-AE53-E5D4F04274E5}" type="pres">
      <dgm:prSet presAssocID="{2D8FFB5B-4021-4DD1-8F67-4E8EE8329001}" presName="Name35" presStyleLbl="parChTrans1D4" presStyleIdx="1" presStyleCnt="8"/>
      <dgm:spPr/>
    </dgm:pt>
    <dgm:pt modelId="{3F932122-F721-40FE-8CA5-5FEE21C29B4B}" type="pres">
      <dgm:prSet presAssocID="{6AFEE409-D515-4831-875F-88E03531591F}" presName="hierRoot2" presStyleCnt="0">
        <dgm:presLayoutVars>
          <dgm:hierBranch val="r"/>
        </dgm:presLayoutVars>
      </dgm:prSet>
      <dgm:spPr/>
    </dgm:pt>
    <dgm:pt modelId="{273BAFAC-1F3C-48F4-8DA0-CC99187F111D}" type="pres">
      <dgm:prSet presAssocID="{6AFEE409-D515-4831-875F-88E03531591F}" presName="rootComposite" presStyleCnt="0"/>
      <dgm:spPr/>
    </dgm:pt>
    <dgm:pt modelId="{C7AC0798-8756-416B-9FD4-60A5C7575AC9}" type="pres">
      <dgm:prSet presAssocID="{6AFEE409-D515-4831-875F-88E03531591F}" presName="rootText" presStyleLbl="node4" presStyleIdx="1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F30308-4D15-46C3-B678-69793664A8DF}" type="pres">
      <dgm:prSet presAssocID="{6AFEE409-D515-4831-875F-88E03531591F}" presName="rootConnector" presStyleLbl="node4" presStyleIdx="1" presStyleCnt="8"/>
      <dgm:spPr/>
      <dgm:t>
        <a:bodyPr/>
        <a:lstStyle/>
        <a:p>
          <a:endParaRPr lang="en-US"/>
        </a:p>
      </dgm:t>
    </dgm:pt>
    <dgm:pt modelId="{D581B0D4-8B45-4FAB-B0CE-766ED2B567CB}" type="pres">
      <dgm:prSet presAssocID="{6AFEE409-D515-4831-875F-88E03531591F}" presName="hierChild4" presStyleCnt="0"/>
      <dgm:spPr/>
    </dgm:pt>
    <dgm:pt modelId="{BB8749CD-2FAA-4BDF-91D0-5EB38F03F9C3}" type="pres">
      <dgm:prSet presAssocID="{6AFEE409-D515-4831-875F-88E03531591F}" presName="hierChild5" presStyleCnt="0"/>
      <dgm:spPr/>
    </dgm:pt>
    <dgm:pt modelId="{C90AB60B-D252-4040-8674-332FCC317509}" type="pres">
      <dgm:prSet presAssocID="{BCF8273C-18B1-4E88-BB15-BED3CB96620E}" presName="hierChild5" presStyleCnt="0"/>
      <dgm:spPr/>
    </dgm:pt>
    <dgm:pt modelId="{ABE76845-19FA-45B6-8B90-3FEB1E2E74A4}" type="pres">
      <dgm:prSet presAssocID="{2F2FAA18-A8D5-42BD-829D-5143861FA884}" presName="hierChild5" presStyleCnt="0"/>
      <dgm:spPr/>
    </dgm:pt>
    <dgm:pt modelId="{D4082C16-DBAD-49D2-8015-7BEC0E70BE7F}" type="pres">
      <dgm:prSet presAssocID="{34BEE3D2-635F-4DE9-8D5D-828FC8F57AB8}" presName="hierChild5" presStyleCnt="0"/>
      <dgm:spPr/>
    </dgm:pt>
    <dgm:pt modelId="{918C79A6-BAEC-4652-8D19-141572F7CEFD}" type="pres">
      <dgm:prSet presAssocID="{E4B2FE20-DA03-4AEF-AFE2-7D1A97504FB0}" presName="Name35" presStyleLbl="parChTrans1D2" presStyleIdx="1" presStyleCnt="3"/>
      <dgm:spPr/>
    </dgm:pt>
    <dgm:pt modelId="{F2EECD4B-A527-4223-9B8F-2B36C1F52B34}" type="pres">
      <dgm:prSet presAssocID="{84FF6726-6245-414A-B0C1-10F693BF43E2}" presName="hierRoot2" presStyleCnt="0">
        <dgm:presLayoutVars>
          <dgm:hierBranch/>
        </dgm:presLayoutVars>
      </dgm:prSet>
      <dgm:spPr/>
    </dgm:pt>
    <dgm:pt modelId="{18C33612-2FD5-436A-8156-589961D6DAB1}" type="pres">
      <dgm:prSet presAssocID="{84FF6726-6245-414A-B0C1-10F693BF43E2}" presName="rootComposite" presStyleCnt="0"/>
      <dgm:spPr/>
    </dgm:pt>
    <dgm:pt modelId="{6F663D1D-C848-4138-BEAB-9720EF0B0554}" type="pres">
      <dgm:prSet presAssocID="{84FF6726-6245-414A-B0C1-10F693BF43E2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6D2259D-B164-4BD9-8F92-1D9FBAE11500}" type="pres">
      <dgm:prSet presAssocID="{84FF6726-6245-414A-B0C1-10F693BF43E2}" presName="rootConnector" presStyleLbl="node2" presStyleIdx="1" presStyleCnt="3"/>
      <dgm:spPr/>
      <dgm:t>
        <a:bodyPr/>
        <a:lstStyle/>
        <a:p>
          <a:endParaRPr lang="en-US"/>
        </a:p>
      </dgm:t>
    </dgm:pt>
    <dgm:pt modelId="{32CD040B-7593-4E38-AC7D-9655AB54F1DB}" type="pres">
      <dgm:prSet presAssocID="{84FF6726-6245-414A-B0C1-10F693BF43E2}" presName="hierChild4" presStyleCnt="0"/>
      <dgm:spPr/>
    </dgm:pt>
    <dgm:pt modelId="{7E97E107-6448-4085-9D5D-0DD8ACEA9988}" type="pres">
      <dgm:prSet presAssocID="{A2D2F56E-561D-4AC6-89B4-EE22D21CE496}" presName="Name35" presStyleLbl="parChTrans1D3" presStyleIdx="1" presStyleCnt="3"/>
      <dgm:spPr/>
    </dgm:pt>
    <dgm:pt modelId="{B4EAD5A7-E40B-4300-BE1B-5C16DA2F2D05}" type="pres">
      <dgm:prSet presAssocID="{236795E0-0D5A-4F29-BEF1-FB2E6383E958}" presName="hierRoot2" presStyleCnt="0">
        <dgm:presLayoutVars>
          <dgm:hierBranch/>
        </dgm:presLayoutVars>
      </dgm:prSet>
      <dgm:spPr/>
    </dgm:pt>
    <dgm:pt modelId="{DD51DE9D-B18F-4440-B6DC-5842B0F52D1D}" type="pres">
      <dgm:prSet presAssocID="{236795E0-0D5A-4F29-BEF1-FB2E6383E958}" presName="rootComposite" presStyleCnt="0"/>
      <dgm:spPr/>
    </dgm:pt>
    <dgm:pt modelId="{F777C4BD-BC50-4C32-AA45-21DFA63C2703}" type="pres">
      <dgm:prSet presAssocID="{236795E0-0D5A-4F29-BEF1-FB2E6383E958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B2C9572-69E0-4C46-BA70-04BDB30B439B}" type="pres">
      <dgm:prSet presAssocID="{236795E0-0D5A-4F29-BEF1-FB2E6383E958}" presName="rootConnector" presStyleLbl="node3" presStyleIdx="1" presStyleCnt="3"/>
      <dgm:spPr/>
      <dgm:t>
        <a:bodyPr/>
        <a:lstStyle/>
        <a:p>
          <a:endParaRPr lang="en-US"/>
        </a:p>
      </dgm:t>
    </dgm:pt>
    <dgm:pt modelId="{14BD3701-8D32-47E1-9AE1-BEBD6A9FBBDD}" type="pres">
      <dgm:prSet presAssocID="{236795E0-0D5A-4F29-BEF1-FB2E6383E958}" presName="hierChild4" presStyleCnt="0"/>
      <dgm:spPr/>
    </dgm:pt>
    <dgm:pt modelId="{38F4F9EC-556D-491A-B06D-22E9C8071F48}" type="pres">
      <dgm:prSet presAssocID="{9EA774B8-748B-4DF6-8A20-3804783D94EA}" presName="Name35" presStyleLbl="parChTrans1D4" presStyleIdx="2" presStyleCnt="8"/>
      <dgm:spPr/>
    </dgm:pt>
    <dgm:pt modelId="{2512E262-1773-4E92-B074-4AFA7104C9DC}" type="pres">
      <dgm:prSet presAssocID="{B8068BE8-0CAC-48BD-8F6C-AC5D6C8DC08D}" presName="hierRoot2" presStyleCnt="0">
        <dgm:presLayoutVars>
          <dgm:hierBranch/>
        </dgm:presLayoutVars>
      </dgm:prSet>
      <dgm:spPr/>
    </dgm:pt>
    <dgm:pt modelId="{0013E114-2BB6-4523-BA02-CFC9393793C5}" type="pres">
      <dgm:prSet presAssocID="{B8068BE8-0CAC-48BD-8F6C-AC5D6C8DC08D}" presName="rootComposite" presStyleCnt="0"/>
      <dgm:spPr/>
    </dgm:pt>
    <dgm:pt modelId="{5A00984D-64C9-41DD-AA8B-0FF0C2723E3B}" type="pres">
      <dgm:prSet presAssocID="{B8068BE8-0CAC-48BD-8F6C-AC5D6C8DC08D}" presName="rootText" presStyleLbl="node4" presStyleIdx="2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2A46E5-7F46-4044-97A0-09128A45CC34}" type="pres">
      <dgm:prSet presAssocID="{B8068BE8-0CAC-48BD-8F6C-AC5D6C8DC08D}" presName="rootConnector" presStyleLbl="node4" presStyleIdx="2" presStyleCnt="8"/>
      <dgm:spPr/>
      <dgm:t>
        <a:bodyPr/>
        <a:lstStyle/>
        <a:p>
          <a:endParaRPr lang="en-US"/>
        </a:p>
      </dgm:t>
    </dgm:pt>
    <dgm:pt modelId="{C415B14F-6935-4E13-B469-BFD6E7930E1A}" type="pres">
      <dgm:prSet presAssocID="{B8068BE8-0CAC-48BD-8F6C-AC5D6C8DC08D}" presName="hierChild4" presStyleCnt="0"/>
      <dgm:spPr/>
    </dgm:pt>
    <dgm:pt modelId="{FCFB3146-2715-4F29-A0F9-C936CB285C28}" type="pres">
      <dgm:prSet presAssocID="{D9F9AD53-DB42-44C7-B5B5-427F92B5F646}" presName="Name35" presStyleLbl="parChTrans1D4" presStyleIdx="3" presStyleCnt="8"/>
      <dgm:spPr/>
    </dgm:pt>
    <dgm:pt modelId="{09A83727-9768-4459-A487-753F7C5554BB}" type="pres">
      <dgm:prSet presAssocID="{D1F91304-E468-4272-8681-D5DF98483339}" presName="hierRoot2" presStyleCnt="0">
        <dgm:presLayoutVars>
          <dgm:hierBranch/>
        </dgm:presLayoutVars>
      </dgm:prSet>
      <dgm:spPr/>
    </dgm:pt>
    <dgm:pt modelId="{C63C0AA7-AC89-4AA6-8FD6-36290BB03601}" type="pres">
      <dgm:prSet presAssocID="{D1F91304-E468-4272-8681-D5DF98483339}" presName="rootComposite" presStyleCnt="0"/>
      <dgm:spPr/>
    </dgm:pt>
    <dgm:pt modelId="{AF10CD1A-2AF6-4406-B437-362EC0F358C8}" type="pres">
      <dgm:prSet presAssocID="{D1F91304-E468-4272-8681-D5DF98483339}" presName="rootText" presStyleLbl="node4" presStyleIdx="3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54DEE14-1C22-4240-9C98-1BFC5981C095}" type="pres">
      <dgm:prSet presAssocID="{D1F91304-E468-4272-8681-D5DF98483339}" presName="rootConnector" presStyleLbl="node4" presStyleIdx="3" presStyleCnt="8"/>
      <dgm:spPr/>
      <dgm:t>
        <a:bodyPr/>
        <a:lstStyle/>
        <a:p>
          <a:endParaRPr lang="en-US"/>
        </a:p>
      </dgm:t>
    </dgm:pt>
    <dgm:pt modelId="{513C2D33-FDEB-42DA-90CB-2578031EE185}" type="pres">
      <dgm:prSet presAssocID="{D1F91304-E468-4272-8681-D5DF98483339}" presName="hierChild4" presStyleCnt="0"/>
      <dgm:spPr/>
    </dgm:pt>
    <dgm:pt modelId="{CEB96425-D97C-40B2-9481-7AC6112FF0D9}" type="pres">
      <dgm:prSet presAssocID="{66016EC0-B3DA-45FA-9255-78C0C28E8DE1}" presName="Name35" presStyleLbl="parChTrans1D4" presStyleIdx="4" presStyleCnt="8"/>
      <dgm:spPr/>
    </dgm:pt>
    <dgm:pt modelId="{6E0A5FA4-FD46-4DC4-9C87-28904DA4C8C7}" type="pres">
      <dgm:prSet presAssocID="{B7881CBE-56E1-4191-91FF-47F305FFF1AD}" presName="hierRoot2" presStyleCnt="0">
        <dgm:presLayoutVars>
          <dgm:hierBranch/>
        </dgm:presLayoutVars>
      </dgm:prSet>
      <dgm:spPr/>
    </dgm:pt>
    <dgm:pt modelId="{D57B75C9-3373-4E14-83EB-DD7716BBC3C5}" type="pres">
      <dgm:prSet presAssocID="{B7881CBE-56E1-4191-91FF-47F305FFF1AD}" presName="rootComposite" presStyleCnt="0"/>
      <dgm:spPr/>
    </dgm:pt>
    <dgm:pt modelId="{4141313A-A3D4-471D-9E9F-289360A68DE9}" type="pres">
      <dgm:prSet presAssocID="{B7881CBE-56E1-4191-91FF-47F305FFF1AD}" presName="rootText" presStyleLbl="node4" presStyleIdx="4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7F037A-163E-4051-AAC9-392B5518FA86}" type="pres">
      <dgm:prSet presAssocID="{B7881CBE-56E1-4191-91FF-47F305FFF1AD}" presName="rootConnector" presStyleLbl="node4" presStyleIdx="4" presStyleCnt="8"/>
      <dgm:spPr/>
      <dgm:t>
        <a:bodyPr/>
        <a:lstStyle/>
        <a:p>
          <a:endParaRPr lang="en-US"/>
        </a:p>
      </dgm:t>
    </dgm:pt>
    <dgm:pt modelId="{0538D2A3-6806-4464-8D17-8B219C0FA290}" type="pres">
      <dgm:prSet presAssocID="{B7881CBE-56E1-4191-91FF-47F305FFF1AD}" presName="hierChild4" presStyleCnt="0"/>
      <dgm:spPr/>
    </dgm:pt>
    <dgm:pt modelId="{FA1587DF-9707-45B5-A8A1-DB19181B32B9}" type="pres">
      <dgm:prSet presAssocID="{CEEFF635-138E-4D1E-9A2E-DADA2911080C}" presName="Name35" presStyleLbl="parChTrans1D4" presStyleIdx="5" presStyleCnt="8"/>
      <dgm:spPr/>
    </dgm:pt>
    <dgm:pt modelId="{3C3BFB23-2D17-4A40-9AFA-DDE2088B3520}" type="pres">
      <dgm:prSet presAssocID="{D60A0C07-9192-4412-8025-981903F8610C}" presName="hierRoot2" presStyleCnt="0">
        <dgm:presLayoutVars>
          <dgm:hierBranch val="r"/>
        </dgm:presLayoutVars>
      </dgm:prSet>
      <dgm:spPr/>
    </dgm:pt>
    <dgm:pt modelId="{24B81C30-B048-4C19-A57D-75FC7E4C7DED}" type="pres">
      <dgm:prSet presAssocID="{D60A0C07-9192-4412-8025-981903F8610C}" presName="rootComposite" presStyleCnt="0"/>
      <dgm:spPr/>
    </dgm:pt>
    <dgm:pt modelId="{EC2E391D-3B25-475B-8E15-D89E0BCDC546}" type="pres">
      <dgm:prSet presAssocID="{D60A0C07-9192-4412-8025-981903F8610C}" presName="rootText" presStyleLbl="node4" presStyleIdx="5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5D3CB4-9B3F-4BF4-A8CD-2F3CC78E2604}" type="pres">
      <dgm:prSet presAssocID="{D60A0C07-9192-4412-8025-981903F8610C}" presName="rootConnector" presStyleLbl="node4" presStyleIdx="5" presStyleCnt="8"/>
      <dgm:spPr/>
      <dgm:t>
        <a:bodyPr/>
        <a:lstStyle/>
        <a:p>
          <a:endParaRPr lang="en-US"/>
        </a:p>
      </dgm:t>
    </dgm:pt>
    <dgm:pt modelId="{6FF7B741-3AC4-4D92-B730-57AF6368EEED}" type="pres">
      <dgm:prSet presAssocID="{D60A0C07-9192-4412-8025-981903F8610C}" presName="hierChild4" presStyleCnt="0"/>
      <dgm:spPr/>
    </dgm:pt>
    <dgm:pt modelId="{1870351B-2275-4A59-A100-BA314A7E1811}" type="pres">
      <dgm:prSet presAssocID="{D60A0C07-9192-4412-8025-981903F8610C}" presName="hierChild5" presStyleCnt="0"/>
      <dgm:spPr/>
    </dgm:pt>
    <dgm:pt modelId="{9AF36BE3-B2ED-4696-8BC6-F67EF458594E}" type="pres">
      <dgm:prSet presAssocID="{B7881CBE-56E1-4191-91FF-47F305FFF1AD}" presName="hierChild5" presStyleCnt="0"/>
      <dgm:spPr/>
    </dgm:pt>
    <dgm:pt modelId="{DDB2D98A-EBD4-4696-A913-7BAA2A1C984D}" type="pres">
      <dgm:prSet presAssocID="{D1F91304-E468-4272-8681-D5DF98483339}" presName="hierChild5" presStyleCnt="0"/>
      <dgm:spPr/>
    </dgm:pt>
    <dgm:pt modelId="{7DB2F262-D640-429B-8C3E-9EC9A7A7CC92}" type="pres">
      <dgm:prSet presAssocID="{B8068BE8-0CAC-48BD-8F6C-AC5D6C8DC08D}" presName="hierChild5" presStyleCnt="0"/>
      <dgm:spPr/>
    </dgm:pt>
    <dgm:pt modelId="{062CA97B-02B0-4CFC-8CFB-8F0F39C9D936}" type="pres">
      <dgm:prSet presAssocID="{236795E0-0D5A-4F29-BEF1-FB2E6383E958}" presName="hierChild5" presStyleCnt="0"/>
      <dgm:spPr/>
    </dgm:pt>
    <dgm:pt modelId="{95A18F9A-4E95-4AD0-81E3-7A21674F521E}" type="pres">
      <dgm:prSet presAssocID="{84FF6726-6245-414A-B0C1-10F693BF43E2}" presName="hierChild5" presStyleCnt="0"/>
      <dgm:spPr/>
    </dgm:pt>
    <dgm:pt modelId="{774FAD0B-476E-4AE5-8C97-DFBA5BA17BB3}" type="pres">
      <dgm:prSet presAssocID="{A0355BFA-0DEF-4933-8BD6-EACF83EF3509}" presName="Name35" presStyleLbl="parChTrans1D2" presStyleIdx="2" presStyleCnt="3"/>
      <dgm:spPr/>
    </dgm:pt>
    <dgm:pt modelId="{5EA57052-2E25-43BC-A53B-1FA149C070D9}" type="pres">
      <dgm:prSet presAssocID="{4950C50C-8C3B-40C4-B90D-6DEAD94AD482}" presName="hierRoot2" presStyleCnt="0">
        <dgm:presLayoutVars>
          <dgm:hierBranch/>
        </dgm:presLayoutVars>
      </dgm:prSet>
      <dgm:spPr/>
    </dgm:pt>
    <dgm:pt modelId="{C66D6F1B-C2F7-4BC1-AB30-23093E74EA2E}" type="pres">
      <dgm:prSet presAssocID="{4950C50C-8C3B-40C4-B90D-6DEAD94AD482}" presName="rootComposite" presStyleCnt="0"/>
      <dgm:spPr/>
    </dgm:pt>
    <dgm:pt modelId="{0501D430-DA8E-4A59-8729-57A6F421DD5C}" type="pres">
      <dgm:prSet presAssocID="{4950C50C-8C3B-40C4-B90D-6DEAD94AD482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01E7B45-C9B7-46AE-93EC-92687792BC45}" type="pres">
      <dgm:prSet presAssocID="{4950C50C-8C3B-40C4-B90D-6DEAD94AD482}" presName="rootConnector" presStyleLbl="node2" presStyleIdx="2" presStyleCnt="3"/>
      <dgm:spPr/>
      <dgm:t>
        <a:bodyPr/>
        <a:lstStyle/>
        <a:p>
          <a:endParaRPr lang="en-US"/>
        </a:p>
      </dgm:t>
    </dgm:pt>
    <dgm:pt modelId="{34CDEEC2-D50C-4E4B-9D51-1A4C9690B043}" type="pres">
      <dgm:prSet presAssocID="{4950C50C-8C3B-40C4-B90D-6DEAD94AD482}" presName="hierChild4" presStyleCnt="0"/>
      <dgm:spPr/>
    </dgm:pt>
    <dgm:pt modelId="{68545C2A-9D3C-4B40-AEBA-C30AE08346AE}" type="pres">
      <dgm:prSet presAssocID="{EA922A0E-B76C-4192-ACD4-323299A0A3E5}" presName="Name35" presStyleLbl="parChTrans1D3" presStyleIdx="2" presStyleCnt="3"/>
      <dgm:spPr/>
    </dgm:pt>
    <dgm:pt modelId="{6D36847B-68AC-4835-97E9-9AE037F420AC}" type="pres">
      <dgm:prSet presAssocID="{B5D3BE53-3D8D-4049-837D-98BC6CBAEC43}" presName="hierRoot2" presStyleCnt="0">
        <dgm:presLayoutVars>
          <dgm:hierBranch/>
        </dgm:presLayoutVars>
      </dgm:prSet>
      <dgm:spPr/>
    </dgm:pt>
    <dgm:pt modelId="{67C00116-68AB-46B0-AFF5-F002442D5061}" type="pres">
      <dgm:prSet presAssocID="{B5D3BE53-3D8D-4049-837D-98BC6CBAEC43}" presName="rootComposite" presStyleCnt="0"/>
      <dgm:spPr/>
    </dgm:pt>
    <dgm:pt modelId="{7197146A-EF1C-481F-B4C5-3FC4D9997B6F}" type="pres">
      <dgm:prSet presAssocID="{B5D3BE53-3D8D-4049-837D-98BC6CBAEC43}" presName="rootText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BFC0C98-8BC5-45CA-B54E-12C4B4526E35}" type="pres">
      <dgm:prSet presAssocID="{B5D3BE53-3D8D-4049-837D-98BC6CBAEC43}" presName="rootConnector" presStyleLbl="node3" presStyleIdx="2" presStyleCnt="3"/>
      <dgm:spPr/>
      <dgm:t>
        <a:bodyPr/>
        <a:lstStyle/>
        <a:p>
          <a:endParaRPr lang="en-US"/>
        </a:p>
      </dgm:t>
    </dgm:pt>
    <dgm:pt modelId="{A8733F1D-161E-4836-9BB3-B52FC34E1750}" type="pres">
      <dgm:prSet presAssocID="{B5D3BE53-3D8D-4049-837D-98BC6CBAEC43}" presName="hierChild4" presStyleCnt="0"/>
      <dgm:spPr/>
    </dgm:pt>
    <dgm:pt modelId="{3E46A4E8-A46A-4A01-B84B-F319E2AFAA25}" type="pres">
      <dgm:prSet presAssocID="{E8173990-2EDD-4681-879E-A68E447B35ED}" presName="Name35" presStyleLbl="parChTrans1D4" presStyleIdx="6" presStyleCnt="8"/>
      <dgm:spPr/>
    </dgm:pt>
    <dgm:pt modelId="{81290194-DAD5-4040-BED7-0887B5F6C058}" type="pres">
      <dgm:prSet presAssocID="{811446EE-DF8A-4233-BF2D-EE3925E95E57}" presName="hierRoot2" presStyleCnt="0">
        <dgm:presLayoutVars>
          <dgm:hierBranch/>
        </dgm:presLayoutVars>
      </dgm:prSet>
      <dgm:spPr/>
    </dgm:pt>
    <dgm:pt modelId="{5F5BDCE5-7751-4E10-B7FF-84750E265541}" type="pres">
      <dgm:prSet presAssocID="{811446EE-DF8A-4233-BF2D-EE3925E95E57}" presName="rootComposite" presStyleCnt="0"/>
      <dgm:spPr/>
    </dgm:pt>
    <dgm:pt modelId="{FE4928BC-C3C1-4DF3-A26D-FA351AFC7028}" type="pres">
      <dgm:prSet presAssocID="{811446EE-DF8A-4233-BF2D-EE3925E95E57}" presName="rootText" presStyleLbl="node4" presStyleIdx="6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C07CD98-D57B-49AE-B56D-23082BC63349}" type="pres">
      <dgm:prSet presAssocID="{811446EE-DF8A-4233-BF2D-EE3925E95E57}" presName="rootConnector" presStyleLbl="node4" presStyleIdx="6" presStyleCnt="8"/>
      <dgm:spPr/>
      <dgm:t>
        <a:bodyPr/>
        <a:lstStyle/>
        <a:p>
          <a:endParaRPr lang="en-US"/>
        </a:p>
      </dgm:t>
    </dgm:pt>
    <dgm:pt modelId="{1751F150-D9DD-40AF-91F4-54D1A3D55721}" type="pres">
      <dgm:prSet presAssocID="{811446EE-DF8A-4233-BF2D-EE3925E95E57}" presName="hierChild4" presStyleCnt="0"/>
      <dgm:spPr/>
    </dgm:pt>
    <dgm:pt modelId="{A758A825-9C52-4B7A-A8A9-DD3A48940E14}" type="pres">
      <dgm:prSet presAssocID="{6DA5154A-DB5E-4FA9-B42B-8B51A76F7F52}" presName="Name35" presStyleLbl="parChTrans1D4" presStyleIdx="7" presStyleCnt="8"/>
      <dgm:spPr/>
    </dgm:pt>
    <dgm:pt modelId="{95662814-D992-4BF7-90F0-C9DBD00B275D}" type="pres">
      <dgm:prSet presAssocID="{F274E937-93CE-44D9-9586-932929DB59F4}" presName="hierRoot2" presStyleCnt="0">
        <dgm:presLayoutVars>
          <dgm:hierBranch val="r"/>
        </dgm:presLayoutVars>
      </dgm:prSet>
      <dgm:spPr/>
    </dgm:pt>
    <dgm:pt modelId="{395F06E6-B874-46BD-A949-D3B3C3D1AB9A}" type="pres">
      <dgm:prSet presAssocID="{F274E937-93CE-44D9-9586-932929DB59F4}" presName="rootComposite" presStyleCnt="0"/>
      <dgm:spPr/>
    </dgm:pt>
    <dgm:pt modelId="{81537FD3-A7A4-4BCF-8A64-D61B6C39BB05}" type="pres">
      <dgm:prSet presAssocID="{F274E937-93CE-44D9-9586-932929DB59F4}" presName="rootText" presStyleLbl="node4" presStyleIdx="7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673F1EA-193A-40A5-BA2C-A1E1F1AA2DEA}" type="pres">
      <dgm:prSet presAssocID="{F274E937-93CE-44D9-9586-932929DB59F4}" presName="rootConnector" presStyleLbl="node4" presStyleIdx="7" presStyleCnt="8"/>
      <dgm:spPr/>
      <dgm:t>
        <a:bodyPr/>
        <a:lstStyle/>
        <a:p>
          <a:endParaRPr lang="en-US"/>
        </a:p>
      </dgm:t>
    </dgm:pt>
    <dgm:pt modelId="{4CA4A44D-584B-4AD2-896C-E455DE09E76A}" type="pres">
      <dgm:prSet presAssocID="{F274E937-93CE-44D9-9586-932929DB59F4}" presName="hierChild4" presStyleCnt="0"/>
      <dgm:spPr/>
    </dgm:pt>
    <dgm:pt modelId="{5DF3F4CD-58B0-40BD-A669-FE8403D39556}" type="pres">
      <dgm:prSet presAssocID="{F274E937-93CE-44D9-9586-932929DB59F4}" presName="hierChild5" presStyleCnt="0"/>
      <dgm:spPr/>
    </dgm:pt>
    <dgm:pt modelId="{5A87DA3B-E624-4FF9-9985-8E0B419D47B8}" type="pres">
      <dgm:prSet presAssocID="{811446EE-DF8A-4233-BF2D-EE3925E95E57}" presName="hierChild5" presStyleCnt="0"/>
      <dgm:spPr/>
    </dgm:pt>
    <dgm:pt modelId="{70BC07BF-F18B-4B0A-8E03-6848FB92C690}" type="pres">
      <dgm:prSet presAssocID="{B5D3BE53-3D8D-4049-837D-98BC6CBAEC43}" presName="hierChild5" presStyleCnt="0"/>
      <dgm:spPr/>
    </dgm:pt>
    <dgm:pt modelId="{334E182C-2CD4-4DF1-9523-5CC1E84643C1}" type="pres">
      <dgm:prSet presAssocID="{4950C50C-8C3B-40C4-B90D-6DEAD94AD482}" presName="hierChild5" presStyleCnt="0"/>
      <dgm:spPr/>
    </dgm:pt>
    <dgm:pt modelId="{F1757397-0AAA-4784-9DF5-EDCFAB43766C}" type="pres">
      <dgm:prSet presAssocID="{98EA437C-DCE4-469D-A4AF-CBDC7101123E}" presName="hierChild3" presStyleCnt="0"/>
      <dgm:spPr/>
    </dgm:pt>
  </dgm:ptLst>
  <dgm:cxnLst>
    <dgm:cxn modelId="{D6FC2C36-7B28-4446-8AFF-354F836DD735}" type="presOf" srcId="{0CA2D321-257F-4887-BB1A-7970D3A3A4BA}" destId="{FEC515FF-7A59-4CC4-9739-781D0DC88108}" srcOrd="0" destOrd="0" presId="urn:microsoft.com/office/officeart/2005/8/layout/orgChart1"/>
    <dgm:cxn modelId="{0D245ACB-7923-47A7-82B0-D11739A8397D}" type="presOf" srcId="{F274E937-93CE-44D9-9586-932929DB59F4}" destId="{8673F1EA-193A-40A5-BA2C-A1E1F1AA2DEA}" srcOrd="1" destOrd="0" presId="urn:microsoft.com/office/officeart/2005/8/layout/orgChart1"/>
    <dgm:cxn modelId="{F419DFA6-BD49-4A53-BD52-0B18B45BFC31}" type="presOf" srcId="{98EA437C-DCE4-469D-A4AF-CBDC7101123E}" destId="{90C6FBE2-28C8-47C4-AAC6-FDA59AA9B6C3}" srcOrd="0" destOrd="0" presId="urn:microsoft.com/office/officeart/2005/8/layout/orgChart1"/>
    <dgm:cxn modelId="{167EF975-1BD0-48D9-9D62-34E1A9236576}" type="presOf" srcId="{6AFEE409-D515-4831-875F-88E03531591F}" destId="{C7AC0798-8756-416B-9FD4-60A5C7575AC9}" srcOrd="0" destOrd="0" presId="urn:microsoft.com/office/officeart/2005/8/layout/orgChart1"/>
    <dgm:cxn modelId="{723FCCB5-C662-49ED-B8CA-D076FCFF35DF}" type="presOf" srcId="{34BEE3D2-635F-4DE9-8D5D-828FC8F57AB8}" destId="{ECCE4EFD-5925-4494-9BB5-BF8C0C269E1E}" srcOrd="1" destOrd="0" presId="urn:microsoft.com/office/officeart/2005/8/layout/orgChart1"/>
    <dgm:cxn modelId="{A2AB567E-A457-4E3C-9F89-B318E1188CDD}" type="presOf" srcId="{E8173990-2EDD-4681-879E-A68E447B35ED}" destId="{3E46A4E8-A46A-4A01-B84B-F319E2AFAA25}" srcOrd="0" destOrd="0" presId="urn:microsoft.com/office/officeart/2005/8/layout/orgChart1"/>
    <dgm:cxn modelId="{54E2E9FD-CA3B-45C5-BD51-F354D5BB756E}" srcId="{236795E0-0D5A-4F29-BEF1-FB2E6383E958}" destId="{B8068BE8-0CAC-48BD-8F6C-AC5D6C8DC08D}" srcOrd="0" destOrd="0" parTransId="{9EA774B8-748B-4DF6-8A20-3804783D94EA}" sibTransId="{8B631417-9398-44F0-92F7-3549BF920723}"/>
    <dgm:cxn modelId="{36A4B609-8312-483F-9AC9-400F6E5F886C}" type="presOf" srcId="{BCF8273C-18B1-4E88-BB15-BED3CB96620E}" destId="{575164E9-5AAF-43C0-82E5-38EE53141F42}" srcOrd="1" destOrd="0" presId="urn:microsoft.com/office/officeart/2005/8/layout/orgChart1"/>
    <dgm:cxn modelId="{771C37EF-0309-4DE4-A230-974F39DA859A}" type="presOf" srcId="{79BB2041-821C-4AB6-802A-82C915BEF7D2}" destId="{7F35277A-CAE1-4B80-BA93-977D20E55C17}" srcOrd="0" destOrd="0" presId="urn:microsoft.com/office/officeart/2005/8/layout/orgChart1"/>
    <dgm:cxn modelId="{436E6CA6-7145-4508-A92F-DC700BDBAFBB}" type="presOf" srcId="{B7881CBE-56E1-4191-91FF-47F305FFF1AD}" destId="{4141313A-A3D4-471D-9E9F-289360A68DE9}" srcOrd="0" destOrd="0" presId="urn:microsoft.com/office/officeart/2005/8/layout/orgChart1"/>
    <dgm:cxn modelId="{5D986C9E-66DD-4066-8D89-ABA34CF92F90}" srcId="{811446EE-DF8A-4233-BF2D-EE3925E95E57}" destId="{F274E937-93CE-44D9-9586-932929DB59F4}" srcOrd="0" destOrd="0" parTransId="{6DA5154A-DB5E-4FA9-B42B-8B51A76F7F52}" sibTransId="{C3490B96-A245-4304-BB4A-9BBF12219775}"/>
    <dgm:cxn modelId="{6B721A40-C968-48C0-AF4A-C177401F6407}" type="presOf" srcId="{61F52D91-9C16-4F9E-BC0B-E220BE6FC70A}" destId="{554A87B5-045E-4841-898E-4AAFAD99CD75}" srcOrd="0" destOrd="0" presId="urn:microsoft.com/office/officeart/2005/8/layout/orgChart1"/>
    <dgm:cxn modelId="{2AD05028-6FF5-4219-A08D-604F83D4F2E4}" type="presOf" srcId="{811446EE-DF8A-4233-BF2D-EE3925E95E57}" destId="{FE4928BC-C3C1-4DF3-A26D-FA351AFC7028}" srcOrd="0" destOrd="0" presId="urn:microsoft.com/office/officeart/2005/8/layout/orgChart1"/>
    <dgm:cxn modelId="{FDABFA7B-2EE4-498E-AB60-05F31C261005}" type="presOf" srcId="{34BEE3D2-635F-4DE9-8D5D-828FC8F57AB8}" destId="{335A9012-153A-4967-9A73-D65FE577AF0C}" srcOrd="0" destOrd="0" presId="urn:microsoft.com/office/officeart/2005/8/layout/orgChart1"/>
    <dgm:cxn modelId="{60337A64-4CBA-458D-A6C8-3CC13DEA416B}" type="presOf" srcId="{BCF8273C-18B1-4E88-BB15-BED3CB96620E}" destId="{11C47910-144E-4A30-BBF7-67D06B6EF4BE}" srcOrd="0" destOrd="0" presId="urn:microsoft.com/office/officeart/2005/8/layout/orgChart1"/>
    <dgm:cxn modelId="{E9E25728-4501-4C81-A9B4-9C3EB1CB7290}" type="presOf" srcId="{2F2FAA18-A8D5-42BD-829D-5143861FA884}" destId="{BADCD17B-DE4F-4EEA-B23C-AA5090C03A3B}" srcOrd="1" destOrd="0" presId="urn:microsoft.com/office/officeart/2005/8/layout/orgChart1"/>
    <dgm:cxn modelId="{30A9BA15-A276-46F4-9A7E-98E678B27617}" srcId="{98EA437C-DCE4-469D-A4AF-CBDC7101123E}" destId="{34BEE3D2-635F-4DE9-8D5D-828FC8F57AB8}" srcOrd="0" destOrd="0" parTransId="{79BB2041-821C-4AB6-802A-82C915BEF7D2}" sibTransId="{412752F9-1D84-42E7-9F8A-A63FE73F7D7A}"/>
    <dgm:cxn modelId="{4A50C97C-35D3-4B2C-B54A-941049C99814}" srcId="{34BEE3D2-635F-4DE9-8D5D-828FC8F57AB8}" destId="{2F2FAA18-A8D5-42BD-829D-5143861FA884}" srcOrd="0" destOrd="0" parTransId="{0CA2D321-257F-4887-BB1A-7970D3A3A4BA}" sibTransId="{E9506BC6-6C6F-414E-BAA2-284824BFA5E6}"/>
    <dgm:cxn modelId="{6889A41C-DC8C-413A-81B9-D16EB9B8E55B}" type="presOf" srcId="{84FF6726-6245-414A-B0C1-10F693BF43E2}" destId="{6F663D1D-C848-4138-BEAB-9720EF0B0554}" srcOrd="0" destOrd="0" presId="urn:microsoft.com/office/officeart/2005/8/layout/orgChart1"/>
    <dgm:cxn modelId="{3B410B35-5851-4976-BDBD-DE8011C7C0FF}" type="presOf" srcId="{D1F91304-E468-4272-8681-D5DF98483339}" destId="{654DEE14-1C22-4240-9C98-1BFC5981C095}" srcOrd="1" destOrd="0" presId="urn:microsoft.com/office/officeart/2005/8/layout/orgChart1"/>
    <dgm:cxn modelId="{9ACB8A0F-0123-4B27-8273-627E7F9DC465}" type="presOf" srcId="{811446EE-DF8A-4233-BF2D-EE3925E95E57}" destId="{7C07CD98-D57B-49AE-B56D-23082BC63349}" srcOrd="1" destOrd="0" presId="urn:microsoft.com/office/officeart/2005/8/layout/orgChart1"/>
    <dgm:cxn modelId="{6BE43BBF-AA09-4165-9BDE-C9DB50149A3C}" type="presOf" srcId="{EA922A0E-B76C-4192-ACD4-323299A0A3E5}" destId="{68545C2A-9D3C-4B40-AEBA-C30AE08346AE}" srcOrd="0" destOrd="0" presId="urn:microsoft.com/office/officeart/2005/8/layout/orgChart1"/>
    <dgm:cxn modelId="{D0BCA974-4210-4D22-9064-B5F68FA25FDE}" type="presOf" srcId="{A2D2F56E-561D-4AC6-89B4-EE22D21CE496}" destId="{7E97E107-6448-4085-9D5D-0DD8ACEA9988}" srcOrd="0" destOrd="0" presId="urn:microsoft.com/office/officeart/2005/8/layout/orgChart1"/>
    <dgm:cxn modelId="{AEA81003-9C4B-4EDF-B431-C9C5C0255296}" type="presOf" srcId="{F274E937-93CE-44D9-9586-932929DB59F4}" destId="{81537FD3-A7A4-4BCF-8A64-D61B6C39BB05}" srcOrd="0" destOrd="0" presId="urn:microsoft.com/office/officeart/2005/8/layout/orgChart1"/>
    <dgm:cxn modelId="{52F0E94B-1344-419F-BB22-4E5112727272}" type="presOf" srcId="{236795E0-0D5A-4F29-BEF1-FB2E6383E958}" destId="{9B2C9572-69E0-4C46-BA70-04BDB30B439B}" srcOrd="1" destOrd="0" presId="urn:microsoft.com/office/officeart/2005/8/layout/orgChart1"/>
    <dgm:cxn modelId="{ADAF5CA8-97E5-436E-A8BA-D15D013E3E1B}" type="presOf" srcId="{A0355BFA-0DEF-4933-8BD6-EACF83EF3509}" destId="{774FAD0B-476E-4AE5-8C97-DFBA5BA17BB3}" srcOrd="0" destOrd="0" presId="urn:microsoft.com/office/officeart/2005/8/layout/orgChart1"/>
    <dgm:cxn modelId="{9BFF7899-54C4-461B-B624-26B1DFF6D937}" type="presOf" srcId="{2F2FAA18-A8D5-42BD-829D-5143861FA884}" destId="{DFCD3F60-494B-448D-A14E-DDCE1D9AB051}" srcOrd="0" destOrd="0" presId="urn:microsoft.com/office/officeart/2005/8/layout/orgChart1"/>
    <dgm:cxn modelId="{2181AF68-9171-46B3-9131-9AC5BB16684C}" type="presOf" srcId="{6AFEE409-D515-4831-875F-88E03531591F}" destId="{8CF30308-4D15-46C3-B678-69793664A8DF}" srcOrd="1" destOrd="0" presId="urn:microsoft.com/office/officeart/2005/8/layout/orgChart1"/>
    <dgm:cxn modelId="{F6448EB0-ED3E-4022-B448-AEDD8A2B33B7}" type="presOf" srcId="{B7881CBE-56E1-4191-91FF-47F305FFF1AD}" destId="{9E7F037A-163E-4051-AAC9-392B5518FA86}" srcOrd="1" destOrd="0" presId="urn:microsoft.com/office/officeart/2005/8/layout/orgChart1"/>
    <dgm:cxn modelId="{0AD5C816-FF61-4B6A-9341-39A70FF90113}" type="presOf" srcId="{4950C50C-8C3B-40C4-B90D-6DEAD94AD482}" destId="{001E7B45-C9B7-46AE-93EC-92687792BC45}" srcOrd="1" destOrd="0" presId="urn:microsoft.com/office/officeart/2005/8/layout/orgChart1"/>
    <dgm:cxn modelId="{428D6D91-C6B3-465D-A2E6-1BD4C1D0A567}" type="presOf" srcId="{236795E0-0D5A-4F29-BEF1-FB2E6383E958}" destId="{F777C4BD-BC50-4C32-AA45-21DFA63C2703}" srcOrd="0" destOrd="0" presId="urn:microsoft.com/office/officeart/2005/8/layout/orgChart1"/>
    <dgm:cxn modelId="{F5A590E2-0A12-4319-9154-F086CFA9F167}" type="presOf" srcId="{98EA437C-DCE4-469D-A4AF-CBDC7101123E}" destId="{BA18B8F0-DA17-48D7-A4FC-F663ECF0A265}" srcOrd="1" destOrd="0" presId="urn:microsoft.com/office/officeart/2005/8/layout/orgChart1"/>
    <dgm:cxn modelId="{63013AC8-048A-474F-9B05-BE28EB4B72C0}" srcId="{B8068BE8-0CAC-48BD-8F6C-AC5D6C8DC08D}" destId="{D1F91304-E468-4272-8681-D5DF98483339}" srcOrd="0" destOrd="0" parTransId="{D9F9AD53-DB42-44C7-B5B5-427F92B5F646}" sibTransId="{25EDC91F-7A45-410D-A18B-FAC4B39A0A9C}"/>
    <dgm:cxn modelId="{6C685B93-F90E-4879-94A7-A9231F6E7A44}" type="presOf" srcId="{B5D3BE53-3D8D-4049-837D-98BC6CBAEC43}" destId="{7197146A-EF1C-481F-B4C5-3FC4D9997B6F}" srcOrd="0" destOrd="0" presId="urn:microsoft.com/office/officeart/2005/8/layout/orgChart1"/>
    <dgm:cxn modelId="{F2039327-DE10-4FE6-BE9D-4126F0BE865F}" srcId="{B5D3BE53-3D8D-4049-837D-98BC6CBAEC43}" destId="{811446EE-DF8A-4233-BF2D-EE3925E95E57}" srcOrd="0" destOrd="0" parTransId="{E8173990-2EDD-4681-879E-A68E447B35ED}" sibTransId="{C3AF643E-994A-4484-BC63-D5BB00E09A3D}"/>
    <dgm:cxn modelId="{FF7B4CA0-9CD5-48F6-A4B6-CC28B5DE0200}" srcId="{4950C50C-8C3B-40C4-B90D-6DEAD94AD482}" destId="{B5D3BE53-3D8D-4049-837D-98BC6CBAEC43}" srcOrd="0" destOrd="0" parTransId="{EA922A0E-B76C-4192-ACD4-323299A0A3E5}" sibTransId="{3397167E-20F6-4DB3-BD4D-DCCFE2E20E5E}"/>
    <dgm:cxn modelId="{2017B812-4534-4D09-A314-921225D49C6A}" type="presOf" srcId="{84FF6726-6245-414A-B0C1-10F693BF43E2}" destId="{E6D2259D-B164-4BD9-8F92-1D9FBAE11500}" srcOrd="1" destOrd="0" presId="urn:microsoft.com/office/officeart/2005/8/layout/orgChart1"/>
    <dgm:cxn modelId="{8B565929-28AC-42F9-892D-F83AC891A42E}" srcId="{BCF8273C-18B1-4E88-BB15-BED3CB96620E}" destId="{6AFEE409-D515-4831-875F-88E03531591F}" srcOrd="0" destOrd="0" parTransId="{2D8FFB5B-4021-4DD1-8F67-4E8EE8329001}" sibTransId="{5C26012D-2AA3-4932-A48A-306742895D3C}"/>
    <dgm:cxn modelId="{D64A0CA8-3328-41F0-92D0-65CA3348F168}" type="presOf" srcId="{D1F91304-E468-4272-8681-D5DF98483339}" destId="{AF10CD1A-2AF6-4406-B437-362EC0F358C8}" srcOrd="0" destOrd="0" presId="urn:microsoft.com/office/officeart/2005/8/layout/orgChart1"/>
    <dgm:cxn modelId="{E4449C88-0A71-4ACF-9AB4-295FA29A76C6}" type="presOf" srcId="{28680B51-A166-488B-AA35-8C6EAF3AF2AE}" destId="{1C96D483-C82C-4F0D-875F-DF601ED4904B}" srcOrd="0" destOrd="0" presId="urn:microsoft.com/office/officeart/2005/8/layout/orgChart1"/>
    <dgm:cxn modelId="{E8CF76BD-33A3-438F-8058-4E937B6121CC}" type="presOf" srcId="{B5D3BE53-3D8D-4049-837D-98BC6CBAEC43}" destId="{9BFC0C98-8BC5-45CA-B54E-12C4B4526E35}" srcOrd="1" destOrd="0" presId="urn:microsoft.com/office/officeart/2005/8/layout/orgChart1"/>
    <dgm:cxn modelId="{F328DBA8-CDEF-49DD-9378-1D479B7AAB84}" type="presOf" srcId="{CEEFF635-138E-4D1E-9A2E-DADA2911080C}" destId="{FA1587DF-9707-45B5-A8A1-DB19181B32B9}" srcOrd="0" destOrd="0" presId="urn:microsoft.com/office/officeart/2005/8/layout/orgChart1"/>
    <dgm:cxn modelId="{47A4765B-3EDF-4673-A5D8-7A8D3412C9FB}" srcId="{98EA437C-DCE4-469D-A4AF-CBDC7101123E}" destId="{4950C50C-8C3B-40C4-B90D-6DEAD94AD482}" srcOrd="2" destOrd="0" parTransId="{A0355BFA-0DEF-4933-8BD6-EACF83EF3509}" sibTransId="{215947DF-8DCC-4BB8-9E19-14EDC5E4F8C9}"/>
    <dgm:cxn modelId="{35BD7530-898A-4812-8459-3631FDA40A20}" type="presOf" srcId="{6DA5154A-DB5E-4FA9-B42B-8B51A76F7F52}" destId="{A758A825-9C52-4B7A-A8A9-DD3A48940E14}" srcOrd="0" destOrd="0" presId="urn:microsoft.com/office/officeart/2005/8/layout/orgChart1"/>
    <dgm:cxn modelId="{3703296B-6A81-4446-AEDE-4A0EFB363D01}" type="presOf" srcId="{B8068BE8-0CAC-48BD-8F6C-AC5D6C8DC08D}" destId="{192A46E5-7F46-4044-97A0-09128A45CC34}" srcOrd="1" destOrd="0" presId="urn:microsoft.com/office/officeart/2005/8/layout/orgChart1"/>
    <dgm:cxn modelId="{B168FD44-C9DA-48E3-98F7-EA2ABA2256FB}" type="presOf" srcId="{66016EC0-B3DA-45FA-9255-78C0C28E8DE1}" destId="{CEB96425-D97C-40B2-9481-7AC6112FF0D9}" srcOrd="0" destOrd="0" presId="urn:microsoft.com/office/officeart/2005/8/layout/orgChart1"/>
    <dgm:cxn modelId="{70E5EC46-0E32-4A59-8111-DCF544F36C70}" srcId="{61F52D91-9C16-4F9E-BC0B-E220BE6FC70A}" destId="{98EA437C-DCE4-469D-A4AF-CBDC7101123E}" srcOrd="0" destOrd="0" parTransId="{164FC803-0621-4607-A228-7958B38E8AFF}" sibTransId="{495CEA22-5790-4630-95BD-BCCAF06757FF}"/>
    <dgm:cxn modelId="{E301FD9B-9ADA-4439-B9C1-0BFC18AE3120}" type="presOf" srcId="{D60A0C07-9192-4412-8025-981903F8610C}" destId="{EC2E391D-3B25-475B-8E15-D89E0BCDC546}" srcOrd="0" destOrd="0" presId="urn:microsoft.com/office/officeart/2005/8/layout/orgChart1"/>
    <dgm:cxn modelId="{F675034F-65B4-4A68-9B26-44F2CD856F54}" type="presOf" srcId="{2D8FFB5B-4021-4DD1-8F67-4E8EE8329001}" destId="{1566930E-DD99-4ADF-AE53-E5D4F04274E5}" srcOrd="0" destOrd="0" presId="urn:microsoft.com/office/officeart/2005/8/layout/orgChart1"/>
    <dgm:cxn modelId="{52646943-6386-4B33-B6A8-B13102B736CA}" srcId="{D1F91304-E468-4272-8681-D5DF98483339}" destId="{B7881CBE-56E1-4191-91FF-47F305FFF1AD}" srcOrd="0" destOrd="0" parTransId="{66016EC0-B3DA-45FA-9255-78C0C28E8DE1}" sibTransId="{B83D516C-2F74-4C0C-B3A3-295AC235CF36}"/>
    <dgm:cxn modelId="{AA226852-8F92-44C8-907C-E1A7CF2F5C79}" srcId="{84FF6726-6245-414A-B0C1-10F693BF43E2}" destId="{236795E0-0D5A-4F29-BEF1-FB2E6383E958}" srcOrd="0" destOrd="0" parTransId="{A2D2F56E-561D-4AC6-89B4-EE22D21CE496}" sibTransId="{AC4F1556-8075-437B-AE09-F9C744ABE0F2}"/>
    <dgm:cxn modelId="{55C61BBF-006F-4A8B-99D0-3B93A3B32E51}" type="presOf" srcId="{D9F9AD53-DB42-44C7-B5B5-427F92B5F646}" destId="{FCFB3146-2715-4F29-A0F9-C936CB285C28}" srcOrd="0" destOrd="0" presId="urn:microsoft.com/office/officeart/2005/8/layout/orgChart1"/>
    <dgm:cxn modelId="{7026F939-7A21-4227-8202-A1A80E12E2B2}" srcId="{B7881CBE-56E1-4191-91FF-47F305FFF1AD}" destId="{D60A0C07-9192-4412-8025-981903F8610C}" srcOrd="0" destOrd="0" parTransId="{CEEFF635-138E-4D1E-9A2E-DADA2911080C}" sibTransId="{ABA24B00-B96D-4815-87C7-10670560C530}"/>
    <dgm:cxn modelId="{B4B541B3-1E5D-4DDE-AFD5-24AB379B692D}" srcId="{2F2FAA18-A8D5-42BD-829D-5143861FA884}" destId="{BCF8273C-18B1-4E88-BB15-BED3CB96620E}" srcOrd="0" destOrd="0" parTransId="{28680B51-A166-488B-AA35-8C6EAF3AF2AE}" sibTransId="{72DF7ACB-CABF-42D9-B24A-B4DB16BA071F}"/>
    <dgm:cxn modelId="{389CB75E-74C2-4A86-974E-5B3152831CCE}" type="presOf" srcId="{9EA774B8-748B-4DF6-8A20-3804783D94EA}" destId="{38F4F9EC-556D-491A-B06D-22E9C8071F48}" srcOrd="0" destOrd="0" presId="urn:microsoft.com/office/officeart/2005/8/layout/orgChart1"/>
    <dgm:cxn modelId="{A039F863-615A-41A7-BA11-BC52623C3CC1}" type="presOf" srcId="{B8068BE8-0CAC-48BD-8F6C-AC5D6C8DC08D}" destId="{5A00984D-64C9-41DD-AA8B-0FF0C2723E3B}" srcOrd="0" destOrd="0" presId="urn:microsoft.com/office/officeart/2005/8/layout/orgChart1"/>
    <dgm:cxn modelId="{A6A7E0D4-DB9D-40B1-A7C5-7C7BFAD41F6F}" srcId="{98EA437C-DCE4-469D-A4AF-CBDC7101123E}" destId="{84FF6726-6245-414A-B0C1-10F693BF43E2}" srcOrd="1" destOrd="0" parTransId="{E4B2FE20-DA03-4AEF-AFE2-7D1A97504FB0}" sibTransId="{6304270D-2E56-4F2A-8CF5-9E670B501E38}"/>
    <dgm:cxn modelId="{95520CE4-D321-44EA-9D4D-7E96CD39AC99}" type="presOf" srcId="{D60A0C07-9192-4412-8025-981903F8610C}" destId="{E85D3CB4-9B3F-4BF4-A8CD-2F3CC78E2604}" srcOrd="1" destOrd="0" presId="urn:microsoft.com/office/officeart/2005/8/layout/orgChart1"/>
    <dgm:cxn modelId="{8BAD0A6A-FF4D-4D90-AD5E-5D2051B115D6}" type="presOf" srcId="{4950C50C-8C3B-40C4-B90D-6DEAD94AD482}" destId="{0501D430-DA8E-4A59-8729-57A6F421DD5C}" srcOrd="0" destOrd="0" presId="urn:microsoft.com/office/officeart/2005/8/layout/orgChart1"/>
    <dgm:cxn modelId="{018C9CEE-042E-499E-9BA0-BD4883B40237}" type="presOf" srcId="{E4B2FE20-DA03-4AEF-AFE2-7D1A97504FB0}" destId="{918C79A6-BAEC-4652-8D19-141572F7CEFD}" srcOrd="0" destOrd="0" presId="urn:microsoft.com/office/officeart/2005/8/layout/orgChart1"/>
    <dgm:cxn modelId="{B5C0D7D6-DE33-46F9-8582-25267E538EB0}" type="presParOf" srcId="{554A87B5-045E-4841-898E-4AAFAD99CD75}" destId="{6C52CC5A-E6B3-4BD6-87EB-048EAC9A73AB}" srcOrd="0" destOrd="0" presId="urn:microsoft.com/office/officeart/2005/8/layout/orgChart1"/>
    <dgm:cxn modelId="{E1620B6E-DA95-4888-9C8A-DE4A90D00F54}" type="presParOf" srcId="{6C52CC5A-E6B3-4BD6-87EB-048EAC9A73AB}" destId="{1359E345-34F3-4421-A9E8-B16C25EC10C9}" srcOrd="0" destOrd="0" presId="urn:microsoft.com/office/officeart/2005/8/layout/orgChart1"/>
    <dgm:cxn modelId="{B31FD568-7D24-4A98-B65B-A53FCA9D1288}" type="presParOf" srcId="{1359E345-34F3-4421-A9E8-B16C25EC10C9}" destId="{90C6FBE2-28C8-47C4-AAC6-FDA59AA9B6C3}" srcOrd="0" destOrd="0" presId="urn:microsoft.com/office/officeart/2005/8/layout/orgChart1"/>
    <dgm:cxn modelId="{94C4A68C-70A4-476D-BC50-139F800A1906}" type="presParOf" srcId="{1359E345-34F3-4421-A9E8-B16C25EC10C9}" destId="{BA18B8F0-DA17-48D7-A4FC-F663ECF0A265}" srcOrd="1" destOrd="0" presId="urn:microsoft.com/office/officeart/2005/8/layout/orgChart1"/>
    <dgm:cxn modelId="{CDA876D6-0CD4-45B6-A82D-AC018A5FD4F3}" type="presParOf" srcId="{6C52CC5A-E6B3-4BD6-87EB-048EAC9A73AB}" destId="{93CC50C3-4DA1-4F58-A5FB-5199740709AF}" srcOrd="1" destOrd="0" presId="urn:microsoft.com/office/officeart/2005/8/layout/orgChart1"/>
    <dgm:cxn modelId="{3CB906C7-4982-4CEF-9894-3091B22CF168}" type="presParOf" srcId="{93CC50C3-4DA1-4F58-A5FB-5199740709AF}" destId="{7F35277A-CAE1-4B80-BA93-977D20E55C17}" srcOrd="0" destOrd="0" presId="urn:microsoft.com/office/officeart/2005/8/layout/orgChart1"/>
    <dgm:cxn modelId="{21A3DCC5-EB58-401B-A971-70BD878D39C4}" type="presParOf" srcId="{93CC50C3-4DA1-4F58-A5FB-5199740709AF}" destId="{EF37ECF3-E3E9-4D33-84EC-ED689ABAB8A2}" srcOrd="1" destOrd="0" presId="urn:microsoft.com/office/officeart/2005/8/layout/orgChart1"/>
    <dgm:cxn modelId="{C35E4495-CAF0-4D53-92C0-16AC5B8DFD92}" type="presParOf" srcId="{EF37ECF3-E3E9-4D33-84EC-ED689ABAB8A2}" destId="{A8359A7C-82D3-4D0A-8607-2832882D8674}" srcOrd="0" destOrd="0" presId="urn:microsoft.com/office/officeart/2005/8/layout/orgChart1"/>
    <dgm:cxn modelId="{C2678D2A-205E-4E27-A54A-1353487FC61B}" type="presParOf" srcId="{A8359A7C-82D3-4D0A-8607-2832882D8674}" destId="{335A9012-153A-4967-9A73-D65FE577AF0C}" srcOrd="0" destOrd="0" presId="urn:microsoft.com/office/officeart/2005/8/layout/orgChart1"/>
    <dgm:cxn modelId="{FBCC890B-1324-4402-B4CA-46D72E968C4D}" type="presParOf" srcId="{A8359A7C-82D3-4D0A-8607-2832882D8674}" destId="{ECCE4EFD-5925-4494-9BB5-BF8C0C269E1E}" srcOrd="1" destOrd="0" presId="urn:microsoft.com/office/officeart/2005/8/layout/orgChart1"/>
    <dgm:cxn modelId="{13A3B854-C4FC-4489-AD99-0AC59CD9DBFA}" type="presParOf" srcId="{EF37ECF3-E3E9-4D33-84EC-ED689ABAB8A2}" destId="{1D99458E-1DC6-482B-95AD-B2334D67959E}" srcOrd="1" destOrd="0" presId="urn:microsoft.com/office/officeart/2005/8/layout/orgChart1"/>
    <dgm:cxn modelId="{1CF39572-0FE1-4953-B06B-18BA5F5C48B0}" type="presParOf" srcId="{1D99458E-1DC6-482B-95AD-B2334D67959E}" destId="{FEC515FF-7A59-4CC4-9739-781D0DC88108}" srcOrd="0" destOrd="0" presId="urn:microsoft.com/office/officeart/2005/8/layout/orgChart1"/>
    <dgm:cxn modelId="{5EF6671D-D9A9-4AF3-B770-FB0B72F2F087}" type="presParOf" srcId="{1D99458E-1DC6-482B-95AD-B2334D67959E}" destId="{97298649-8D58-4380-8076-C51B4C8A491B}" srcOrd="1" destOrd="0" presId="urn:microsoft.com/office/officeart/2005/8/layout/orgChart1"/>
    <dgm:cxn modelId="{9F3A96E6-7BE4-4883-900A-276E5569ECB6}" type="presParOf" srcId="{97298649-8D58-4380-8076-C51B4C8A491B}" destId="{A06C1E6B-1126-4AC8-8406-C5C2CC64B361}" srcOrd="0" destOrd="0" presId="urn:microsoft.com/office/officeart/2005/8/layout/orgChart1"/>
    <dgm:cxn modelId="{6015FA86-FFE2-45EB-9201-651E7AB8652E}" type="presParOf" srcId="{A06C1E6B-1126-4AC8-8406-C5C2CC64B361}" destId="{DFCD3F60-494B-448D-A14E-DDCE1D9AB051}" srcOrd="0" destOrd="0" presId="urn:microsoft.com/office/officeart/2005/8/layout/orgChart1"/>
    <dgm:cxn modelId="{7CF9EC40-DBC1-4907-8AEB-A7D7BA0D6EB6}" type="presParOf" srcId="{A06C1E6B-1126-4AC8-8406-C5C2CC64B361}" destId="{BADCD17B-DE4F-4EEA-B23C-AA5090C03A3B}" srcOrd="1" destOrd="0" presId="urn:microsoft.com/office/officeart/2005/8/layout/orgChart1"/>
    <dgm:cxn modelId="{3B51AFFD-490E-4703-99C6-755B94EA41C1}" type="presParOf" srcId="{97298649-8D58-4380-8076-C51B4C8A491B}" destId="{9FE8563D-9AE5-4A67-97CB-733070928109}" srcOrd="1" destOrd="0" presId="urn:microsoft.com/office/officeart/2005/8/layout/orgChart1"/>
    <dgm:cxn modelId="{8F73B451-5391-40B8-A9D0-CB0DD16D7279}" type="presParOf" srcId="{9FE8563D-9AE5-4A67-97CB-733070928109}" destId="{1C96D483-C82C-4F0D-875F-DF601ED4904B}" srcOrd="0" destOrd="0" presId="urn:microsoft.com/office/officeart/2005/8/layout/orgChart1"/>
    <dgm:cxn modelId="{A91E1D72-DD54-4C2E-BB77-F60179EADAC9}" type="presParOf" srcId="{9FE8563D-9AE5-4A67-97CB-733070928109}" destId="{7B68E076-44CB-429C-8208-42517B537963}" srcOrd="1" destOrd="0" presId="urn:microsoft.com/office/officeart/2005/8/layout/orgChart1"/>
    <dgm:cxn modelId="{2D9F5477-0751-4B4C-8188-F6D74A72759A}" type="presParOf" srcId="{7B68E076-44CB-429C-8208-42517B537963}" destId="{19535F62-18B2-424A-9ECF-E8DDB35F4E71}" srcOrd="0" destOrd="0" presId="urn:microsoft.com/office/officeart/2005/8/layout/orgChart1"/>
    <dgm:cxn modelId="{57F82A34-0875-422A-A356-2C3A9E8E6696}" type="presParOf" srcId="{19535F62-18B2-424A-9ECF-E8DDB35F4E71}" destId="{11C47910-144E-4A30-BBF7-67D06B6EF4BE}" srcOrd="0" destOrd="0" presId="urn:microsoft.com/office/officeart/2005/8/layout/orgChart1"/>
    <dgm:cxn modelId="{A7FD3524-C666-4922-9065-3B021E429A18}" type="presParOf" srcId="{19535F62-18B2-424A-9ECF-E8DDB35F4E71}" destId="{575164E9-5AAF-43C0-82E5-38EE53141F42}" srcOrd="1" destOrd="0" presId="urn:microsoft.com/office/officeart/2005/8/layout/orgChart1"/>
    <dgm:cxn modelId="{FE7D6D91-2384-451C-AD96-984581045213}" type="presParOf" srcId="{7B68E076-44CB-429C-8208-42517B537963}" destId="{041185EA-A2C9-4D6E-949C-F2B21220C475}" srcOrd="1" destOrd="0" presId="urn:microsoft.com/office/officeart/2005/8/layout/orgChart1"/>
    <dgm:cxn modelId="{FD47AC3F-0BA0-4D06-A168-7BB708732E84}" type="presParOf" srcId="{041185EA-A2C9-4D6E-949C-F2B21220C475}" destId="{1566930E-DD99-4ADF-AE53-E5D4F04274E5}" srcOrd="0" destOrd="0" presId="urn:microsoft.com/office/officeart/2005/8/layout/orgChart1"/>
    <dgm:cxn modelId="{5FC8A0F5-FAFB-4A72-B69F-22332D2E4F5C}" type="presParOf" srcId="{041185EA-A2C9-4D6E-949C-F2B21220C475}" destId="{3F932122-F721-40FE-8CA5-5FEE21C29B4B}" srcOrd="1" destOrd="0" presId="urn:microsoft.com/office/officeart/2005/8/layout/orgChart1"/>
    <dgm:cxn modelId="{15B9D446-E11D-4F34-8A2E-D5B031E3BCD1}" type="presParOf" srcId="{3F932122-F721-40FE-8CA5-5FEE21C29B4B}" destId="{273BAFAC-1F3C-48F4-8DA0-CC99187F111D}" srcOrd="0" destOrd="0" presId="urn:microsoft.com/office/officeart/2005/8/layout/orgChart1"/>
    <dgm:cxn modelId="{17E6F655-2F76-475F-B88C-6A0FAB7FD752}" type="presParOf" srcId="{273BAFAC-1F3C-48F4-8DA0-CC99187F111D}" destId="{C7AC0798-8756-416B-9FD4-60A5C7575AC9}" srcOrd="0" destOrd="0" presId="urn:microsoft.com/office/officeart/2005/8/layout/orgChart1"/>
    <dgm:cxn modelId="{E614877F-41F8-4844-8A91-89B2E3AF8CF8}" type="presParOf" srcId="{273BAFAC-1F3C-48F4-8DA0-CC99187F111D}" destId="{8CF30308-4D15-46C3-B678-69793664A8DF}" srcOrd="1" destOrd="0" presId="urn:microsoft.com/office/officeart/2005/8/layout/orgChart1"/>
    <dgm:cxn modelId="{3CA47AB1-D427-44BA-88D3-438623A8C233}" type="presParOf" srcId="{3F932122-F721-40FE-8CA5-5FEE21C29B4B}" destId="{D581B0D4-8B45-4FAB-B0CE-766ED2B567CB}" srcOrd="1" destOrd="0" presId="urn:microsoft.com/office/officeart/2005/8/layout/orgChart1"/>
    <dgm:cxn modelId="{4BA302DE-7A4B-4DDB-9B08-14534556A4DB}" type="presParOf" srcId="{3F932122-F721-40FE-8CA5-5FEE21C29B4B}" destId="{BB8749CD-2FAA-4BDF-91D0-5EB38F03F9C3}" srcOrd="2" destOrd="0" presId="urn:microsoft.com/office/officeart/2005/8/layout/orgChart1"/>
    <dgm:cxn modelId="{536E8C4E-48C4-4EC2-B066-0561D5F4A3C5}" type="presParOf" srcId="{7B68E076-44CB-429C-8208-42517B537963}" destId="{C90AB60B-D252-4040-8674-332FCC317509}" srcOrd="2" destOrd="0" presId="urn:microsoft.com/office/officeart/2005/8/layout/orgChart1"/>
    <dgm:cxn modelId="{618536E4-9136-4DCC-A806-EB4033C608DB}" type="presParOf" srcId="{97298649-8D58-4380-8076-C51B4C8A491B}" destId="{ABE76845-19FA-45B6-8B90-3FEB1E2E74A4}" srcOrd="2" destOrd="0" presId="urn:microsoft.com/office/officeart/2005/8/layout/orgChart1"/>
    <dgm:cxn modelId="{4409C472-74D0-43F2-A4C5-76941972D75C}" type="presParOf" srcId="{EF37ECF3-E3E9-4D33-84EC-ED689ABAB8A2}" destId="{D4082C16-DBAD-49D2-8015-7BEC0E70BE7F}" srcOrd="2" destOrd="0" presId="urn:microsoft.com/office/officeart/2005/8/layout/orgChart1"/>
    <dgm:cxn modelId="{224AB663-92AE-4DE5-9638-51A5BA12F7CE}" type="presParOf" srcId="{93CC50C3-4DA1-4F58-A5FB-5199740709AF}" destId="{918C79A6-BAEC-4652-8D19-141572F7CEFD}" srcOrd="2" destOrd="0" presId="urn:microsoft.com/office/officeart/2005/8/layout/orgChart1"/>
    <dgm:cxn modelId="{C99F385C-017A-4BF5-8AE9-9038991EE6D0}" type="presParOf" srcId="{93CC50C3-4DA1-4F58-A5FB-5199740709AF}" destId="{F2EECD4B-A527-4223-9B8F-2B36C1F52B34}" srcOrd="3" destOrd="0" presId="urn:microsoft.com/office/officeart/2005/8/layout/orgChart1"/>
    <dgm:cxn modelId="{8F29E955-852D-45EE-A3BD-01BD05C1FD28}" type="presParOf" srcId="{F2EECD4B-A527-4223-9B8F-2B36C1F52B34}" destId="{18C33612-2FD5-436A-8156-589961D6DAB1}" srcOrd="0" destOrd="0" presId="urn:microsoft.com/office/officeart/2005/8/layout/orgChart1"/>
    <dgm:cxn modelId="{8D2AF770-03E7-4D00-9646-D27592C30BF1}" type="presParOf" srcId="{18C33612-2FD5-436A-8156-589961D6DAB1}" destId="{6F663D1D-C848-4138-BEAB-9720EF0B0554}" srcOrd="0" destOrd="0" presId="urn:microsoft.com/office/officeart/2005/8/layout/orgChart1"/>
    <dgm:cxn modelId="{AD8A70E8-3403-4C6E-AA17-FB9502703514}" type="presParOf" srcId="{18C33612-2FD5-436A-8156-589961D6DAB1}" destId="{E6D2259D-B164-4BD9-8F92-1D9FBAE11500}" srcOrd="1" destOrd="0" presId="urn:microsoft.com/office/officeart/2005/8/layout/orgChart1"/>
    <dgm:cxn modelId="{F08C6465-1E6A-4CC2-BF5F-9B768D49D131}" type="presParOf" srcId="{F2EECD4B-A527-4223-9B8F-2B36C1F52B34}" destId="{32CD040B-7593-4E38-AC7D-9655AB54F1DB}" srcOrd="1" destOrd="0" presId="urn:microsoft.com/office/officeart/2005/8/layout/orgChart1"/>
    <dgm:cxn modelId="{02F45828-6A37-4193-89BD-E8BC4B9D1D24}" type="presParOf" srcId="{32CD040B-7593-4E38-AC7D-9655AB54F1DB}" destId="{7E97E107-6448-4085-9D5D-0DD8ACEA9988}" srcOrd="0" destOrd="0" presId="urn:microsoft.com/office/officeart/2005/8/layout/orgChart1"/>
    <dgm:cxn modelId="{20952737-67F7-4180-945B-808E35B16417}" type="presParOf" srcId="{32CD040B-7593-4E38-AC7D-9655AB54F1DB}" destId="{B4EAD5A7-E40B-4300-BE1B-5C16DA2F2D05}" srcOrd="1" destOrd="0" presId="urn:microsoft.com/office/officeart/2005/8/layout/orgChart1"/>
    <dgm:cxn modelId="{5C9F357E-9A41-4834-8AEA-C77F77E79AAF}" type="presParOf" srcId="{B4EAD5A7-E40B-4300-BE1B-5C16DA2F2D05}" destId="{DD51DE9D-B18F-4440-B6DC-5842B0F52D1D}" srcOrd="0" destOrd="0" presId="urn:microsoft.com/office/officeart/2005/8/layout/orgChart1"/>
    <dgm:cxn modelId="{8D68B929-0773-49CE-9969-F4C1532D4DE6}" type="presParOf" srcId="{DD51DE9D-B18F-4440-B6DC-5842B0F52D1D}" destId="{F777C4BD-BC50-4C32-AA45-21DFA63C2703}" srcOrd="0" destOrd="0" presId="urn:microsoft.com/office/officeart/2005/8/layout/orgChart1"/>
    <dgm:cxn modelId="{B7784793-56A2-44B9-B302-D56DB8108F25}" type="presParOf" srcId="{DD51DE9D-B18F-4440-B6DC-5842B0F52D1D}" destId="{9B2C9572-69E0-4C46-BA70-04BDB30B439B}" srcOrd="1" destOrd="0" presId="urn:microsoft.com/office/officeart/2005/8/layout/orgChart1"/>
    <dgm:cxn modelId="{3EA45DB5-0958-4BBA-8CE1-325EE552E368}" type="presParOf" srcId="{B4EAD5A7-E40B-4300-BE1B-5C16DA2F2D05}" destId="{14BD3701-8D32-47E1-9AE1-BEBD6A9FBBDD}" srcOrd="1" destOrd="0" presId="urn:microsoft.com/office/officeart/2005/8/layout/orgChart1"/>
    <dgm:cxn modelId="{1D10B5FC-234B-4664-99F5-5C987A824C8B}" type="presParOf" srcId="{14BD3701-8D32-47E1-9AE1-BEBD6A9FBBDD}" destId="{38F4F9EC-556D-491A-B06D-22E9C8071F48}" srcOrd="0" destOrd="0" presId="urn:microsoft.com/office/officeart/2005/8/layout/orgChart1"/>
    <dgm:cxn modelId="{1B2FCD98-D50A-4F3A-AF85-BFC2EAD0875E}" type="presParOf" srcId="{14BD3701-8D32-47E1-9AE1-BEBD6A9FBBDD}" destId="{2512E262-1773-4E92-B074-4AFA7104C9DC}" srcOrd="1" destOrd="0" presId="urn:microsoft.com/office/officeart/2005/8/layout/orgChart1"/>
    <dgm:cxn modelId="{57E56073-0575-4E3F-ACD4-47E2FAFBA6BF}" type="presParOf" srcId="{2512E262-1773-4E92-B074-4AFA7104C9DC}" destId="{0013E114-2BB6-4523-BA02-CFC9393793C5}" srcOrd="0" destOrd="0" presId="urn:microsoft.com/office/officeart/2005/8/layout/orgChart1"/>
    <dgm:cxn modelId="{4066E450-0E28-4525-9E60-D56F02393E0A}" type="presParOf" srcId="{0013E114-2BB6-4523-BA02-CFC9393793C5}" destId="{5A00984D-64C9-41DD-AA8B-0FF0C2723E3B}" srcOrd="0" destOrd="0" presId="urn:microsoft.com/office/officeart/2005/8/layout/orgChart1"/>
    <dgm:cxn modelId="{0C56A859-7853-487B-92FF-6993A80CDAB7}" type="presParOf" srcId="{0013E114-2BB6-4523-BA02-CFC9393793C5}" destId="{192A46E5-7F46-4044-97A0-09128A45CC34}" srcOrd="1" destOrd="0" presId="urn:microsoft.com/office/officeart/2005/8/layout/orgChart1"/>
    <dgm:cxn modelId="{3B51847E-F937-466B-98A1-09E1F36D4775}" type="presParOf" srcId="{2512E262-1773-4E92-B074-4AFA7104C9DC}" destId="{C415B14F-6935-4E13-B469-BFD6E7930E1A}" srcOrd="1" destOrd="0" presId="urn:microsoft.com/office/officeart/2005/8/layout/orgChart1"/>
    <dgm:cxn modelId="{67BA6B87-A2B9-44AD-A691-61E26D2FD1C4}" type="presParOf" srcId="{C415B14F-6935-4E13-B469-BFD6E7930E1A}" destId="{FCFB3146-2715-4F29-A0F9-C936CB285C28}" srcOrd="0" destOrd="0" presId="urn:microsoft.com/office/officeart/2005/8/layout/orgChart1"/>
    <dgm:cxn modelId="{1AA0F4AA-210A-4503-BFF8-9FB25C9B4F93}" type="presParOf" srcId="{C415B14F-6935-4E13-B469-BFD6E7930E1A}" destId="{09A83727-9768-4459-A487-753F7C5554BB}" srcOrd="1" destOrd="0" presId="urn:microsoft.com/office/officeart/2005/8/layout/orgChart1"/>
    <dgm:cxn modelId="{FE482DA5-90B0-49FA-83DF-7EE8A89AF2FC}" type="presParOf" srcId="{09A83727-9768-4459-A487-753F7C5554BB}" destId="{C63C0AA7-AC89-4AA6-8FD6-36290BB03601}" srcOrd="0" destOrd="0" presId="urn:microsoft.com/office/officeart/2005/8/layout/orgChart1"/>
    <dgm:cxn modelId="{C4E7FB9D-B274-4454-A5F3-8F991C23979D}" type="presParOf" srcId="{C63C0AA7-AC89-4AA6-8FD6-36290BB03601}" destId="{AF10CD1A-2AF6-4406-B437-362EC0F358C8}" srcOrd="0" destOrd="0" presId="urn:microsoft.com/office/officeart/2005/8/layout/orgChart1"/>
    <dgm:cxn modelId="{E2F7677A-3130-4A9B-9AC1-E4D72CE15558}" type="presParOf" srcId="{C63C0AA7-AC89-4AA6-8FD6-36290BB03601}" destId="{654DEE14-1C22-4240-9C98-1BFC5981C095}" srcOrd="1" destOrd="0" presId="urn:microsoft.com/office/officeart/2005/8/layout/orgChart1"/>
    <dgm:cxn modelId="{B0203116-170C-46C4-8E83-7951790E10C8}" type="presParOf" srcId="{09A83727-9768-4459-A487-753F7C5554BB}" destId="{513C2D33-FDEB-42DA-90CB-2578031EE185}" srcOrd="1" destOrd="0" presId="urn:microsoft.com/office/officeart/2005/8/layout/orgChart1"/>
    <dgm:cxn modelId="{91B8BC7A-004B-40EE-9315-EF4661C557AF}" type="presParOf" srcId="{513C2D33-FDEB-42DA-90CB-2578031EE185}" destId="{CEB96425-D97C-40B2-9481-7AC6112FF0D9}" srcOrd="0" destOrd="0" presId="urn:microsoft.com/office/officeart/2005/8/layout/orgChart1"/>
    <dgm:cxn modelId="{DC686044-5238-4EA1-9704-472CCFAFC043}" type="presParOf" srcId="{513C2D33-FDEB-42DA-90CB-2578031EE185}" destId="{6E0A5FA4-FD46-4DC4-9C87-28904DA4C8C7}" srcOrd="1" destOrd="0" presId="urn:microsoft.com/office/officeart/2005/8/layout/orgChart1"/>
    <dgm:cxn modelId="{004986F9-BE4D-4C8D-9539-1C8E0362FA77}" type="presParOf" srcId="{6E0A5FA4-FD46-4DC4-9C87-28904DA4C8C7}" destId="{D57B75C9-3373-4E14-83EB-DD7716BBC3C5}" srcOrd="0" destOrd="0" presId="urn:microsoft.com/office/officeart/2005/8/layout/orgChart1"/>
    <dgm:cxn modelId="{8D8946A7-A0C5-4EBD-9C49-BF2E52B38ED7}" type="presParOf" srcId="{D57B75C9-3373-4E14-83EB-DD7716BBC3C5}" destId="{4141313A-A3D4-471D-9E9F-289360A68DE9}" srcOrd="0" destOrd="0" presId="urn:microsoft.com/office/officeart/2005/8/layout/orgChart1"/>
    <dgm:cxn modelId="{CACF6C38-725A-4B1F-B402-52C283B5A96F}" type="presParOf" srcId="{D57B75C9-3373-4E14-83EB-DD7716BBC3C5}" destId="{9E7F037A-163E-4051-AAC9-392B5518FA86}" srcOrd="1" destOrd="0" presId="urn:microsoft.com/office/officeart/2005/8/layout/orgChart1"/>
    <dgm:cxn modelId="{956D30C9-4C59-4C82-9BA9-C08E619410B3}" type="presParOf" srcId="{6E0A5FA4-FD46-4DC4-9C87-28904DA4C8C7}" destId="{0538D2A3-6806-4464-8D17-8B219C0FA290}" srcOrd="1" destOrd="0" presId="urn:microsoft.com/office/officeart/2005/8/layout/orgChart1"/>
    <dgm:cxn modelId="{7BECA8FE-078A-46B1-B244-50C7C456B9BD}" type="presParOf" srcId="{0538D2A3-6806-4464-8D17-8B219C0FA290}" destId="{FA1587DF-9707-45B5-A8A1-DB19181B32B9}" srcOrd="0" destOrd="0" presId="urn:microsoft.com/office/officeart/2005/8/layout/orgChart1"/>
    <dgm:cxn modelId="{E0FCAF04-BB89-4500-8E70-D855BC78833B}" type="presParOf" srcId="{0538D2A3-6806-4464-8D17-8B219C0FA290}" destId="{3C3BFB23-2D17-4A40-9AFA-DDE2088B3520}" srcOrd="1" destOrd="0" presId="urn:microsoft.com/office/officeart/2005/8/layout/orgChart1"/>
    <dgm:cxn modelId="{8DC20ECC-9384-4DA5-94EE-08F98A7F60EA}" type="presParOf" srcId="{3C3BFB23-2D17-4A40-9AFA-DDE2088B3520}" destId="{24B81C30-B048-4C19-A57D-75FC7E4C7DED}" srcOrd="0" destOrd="0" presId="urn:microsoft.com/office/officeart/2005/8/layout/orgChart1"/>
    <dgm:cxn modelId="{D26C0560-15D6-408B-95A2-3C1A756D62C2}" type="presParOf" srcId="{24B81C30-B048-4C19-A57D-75FC7E4C7DED}" destId="{EC2E391D-3B25-475B-8E15-D89E0BCDC546}" srcOrd="0" destOrd="0" presId="urn:microsoft.com/office/officeart/2005/8/layout/orgChart1"/>
    <dgm:cxn modelId="{ACA9FD1B-48FC-42DC-B78B-F38516246F93}" type="presParOf" srcId="{24B81C30-B048-4C19-A57D-75FC7E4C7DED}" destId="{E85D3CB4-9B3F-4BF4-A8CD-2F3CC78E2604}" srcOrd="1" destOrd="0" presId="urn:microsoft.com/office/officeart/2005/8/layout/orgChart1"/>
    <dgm:cxn modelId="{EE1E54F6-171B-4A82-B83D-CE40FAB119DB}" type="presParOf" srcId="{3C3BFB23-2D17-4A40-9AFA-DDE2088B3520}" destId="{6FF7B741-3AC4-4D92-B730-57AF6368EEED}" srcOrd="1" destOrd="0" presId="urn:microsoft.com/office/officeart/2005/8/layout/orgChart1"/>
    <dgm:cxn modelId="{B5380102-DCAE-4C43-8E9C-9D0143A3C35D}" type="presParOf" srcId="{3C3BFB23-2D17-4A40-9AFA-DDE2088B3520}" destId="{1870351B-2275-4A59-A100-BA314A7E1811}" srcOrd="2" destOrd="0" presId="urn:microsoft.com/office/officeart/2005/8/layout/orgChart1"/>
    <dgm:cxn modelId="{5CB4112B-2913-47E9-8BFC-46F5BE464E46}" type="presParOf" srcId="{6E0A5FA4-FD46-4DC4-9C87-28904DA4C8C7}" destId="{9AF36BE3-B2ED-4696-8BC6-F67EF458594E}" srcOrd="2" destOrd="0" presId="urn:microsoft.com/office/officeart/2005/8/layout/orgChart1"/>
    <dgm:cxn modelId="{92345509-9BAC-4373-BAA5-ECF34E6BFC36}" type="presParOf" srcId="{09A83727-9768-4459-A487-753F7C5554BB}" destId="{DDB2D98A-EBD4-4696-A913-7BAA2A1C984D}" srcOrd="2" destOrd="0" presId="urn:microsoft.com/office/officeart/2005/8/layout/orgChart1"/>
    <dgm:cxn modelId="{E3D6F6CB-ECF3-4048-9FFA-D83AB9926F72}" type="presParOf" srcId="{2512E262-1773-4E92-B074-4AFA7104C9DC}" destId="{7DB2F262-D640-429B-8C3E-9EC9A7A7CC92}" srcOrd="2" destOrd="0" presId="urn:microsoft.com/office/officeart/2005/8/layout/orgChart1"/>
    <dgm:cxn modelId="{CACBEAF6-EA23-4442-88B5-56A69D65611F}" type="presParOf" srcId="{B4EAD5A7-E40B-4300-BE1B-5C16DA2F2D05}" destId="{062CA97B-02B0-4CFC-8CFB-8F0F39C9D936}" srcOrd="2" destOrd="0" presId="urn:microsoft.com/office/officeart/2005/8/layout/orgChart1"/>
    <dgm:cxn modelId="{459590BB-5202-4C22-B9BB-3D4C00F81A88}" type="presParOf" srcId="{F2EECD4B-A527-4223-9B8F-2B36C1F52B34}" destId="{95A18F9A-4E95-4AD0-81E3-7A21674F521E}" srcOrd="2" destOrd="0" presId="urn:microsoft.com/office/officeart/2005/8/layout/orgChart1"/>
    <dgm:cxn modelId="{F6FDBB5D-895D-481D-A134-B23D74D638E9}" type="presParOf" srcId="{93CC50C3-4DA1-4F58-A5FB-5199740709AF}" destId="{774FAD0B-476E-4AE5-8C97-DFBA5BA17BB3}" srcOrd="4" destOrd="0" presId="urn:microsoft.com/office/officeart/2005/8/layout/orgChart1"/>
    <dgm:cxn modelId="{90028091-1F1D-4A0F-BFDB-BAA17814B3D8}" type="presParOf" srcId="{93CC50C3-4DA1-4F58-A5FB-5199740709AF}" destId="{5EA57052-2E25-43BC-A53B-1FA149C070D9}" srcOrd="5" destOrd="0" presId="urn:microsoft.com/office/officeart/2005/8/layout/orgChart1"/>
    <dgm:cxn modelId="{BFE1F537-EC22-4EC6-9986-E686DBCDD74D}" type="presParOf" srcId="{5EA57052-2E25-43BC-A53B-1FA149C070D9}" destId="{C66D6F1B-C2F7-4BC1-AB30-23093E74EA2E}" srcOrd="0" destOrd="0" presId="urn:microsoft.com/office/officeart/2005/8/layout/orgChart1"/>
    <dgm:cxn modelId="{B07E6068-1B99-43B6-A365-FCDC459C49D8}" type="presParOf" srcId="{C66D6F1B-C2F7-4BC1-AB30-23093E74EA2E}" destId="{0501D430-DA8E-4A59-8729-57A6F421DD5C}" srcOrd="0" destOrd="0" presId="urn:microsoft.com/office/officeart/2005/8/layout/orgChart1"/>
    <dgm:cxn modelId="{C730BC17-0B15-4CE2-8F09-929A8A93B039}" type="presParOf" srcId="{C66D6F1B-C2F7-4BC1-AB30-23093E74EA2E}" destId="{001E7B45-C9B7-46AE-93EC-92687792BC45}" srcOrd="1" destOrd="0" presId="urn:microsoft.com/office/officeart/2005/8/layout/orgChart1"/>
    <dgm:cxn modelId="{68DFA653-B01A-4258-A8AE-611BA5E17B2B}" type="presParOf" srcId="{5EA57052-2E25-43BC-A53B-1FA149C070D9}" destId="{34CDEEC2-D50C-4E4B-9D51-1A4C9690B043}" srcOrd="1" destOrd="0" presId="urn:microsoft.com/office/officeart/2005/8/layout/orgChart1"/>
    <dgm:cxn modelId="{DE0A134F-F5EC-4D9C-A0A3-1A1A3E4F3EDE}" type="presParOf" srcId="{34CDEEC2-D50C-4E4B-9D51-1A4C9690B043}" destId="{68545C2A-9D3C-4B40-AEBA-C30AE08346AE}" srcOrd="0" destOrd="0" presId="urn:microsoft.com/office/officeart/2005/8/layout/orgChart1"/>
    <dgm:cxn modelId="{FEDE73D8-444F-410B-AA54-473339648489}" type="presParOf" srcId="{34CDEEC2-D50C-4E4B-9D51-1A4C9690B043}" destId="{6D36847B-68AC-4835-97E9-9AE037F420AC}" srcOrd="1" destOrd="0" presId="urn:microsoft.com/office/officeart/2005/8/layout/orgChart1"/>
    <dgm:cxn modelId="{F66B7A6A-EB1A-4806-8D22-EEEB26F159F2}" type="presParOf" srcId="{6D36847B-68AC-4835-97E9-9AE037F420AC}" destId="{67C00116-68AB-46B0-AFF5-F002442D5061}" srcOrd="0" destOrd="0" presId="urn:microsoft.com/office/officeart/2005/8/layout/orgChart1"/>
    <dgm:cxn modelId="{25EC75C2-D34B-458A-8BE1-9ABE33FFE2E3}" type="presParOf" srcId="{67C00116-68AB-46B0-AFF5-F002442D5061}" destId="{7197146A-EF1C-481F-B4C5-3FC4D9997B6F}" srcOrd="0" destOrd="0" presId="urn:microsoft.com/office/officeart/2005/8/layout/orgChart1"/>
    <dgm:cxn modelId="{087BEF54-5411-406A-AD2B-DAB8A40A3FAE}" type="presParOf" srcId="{67C00116-68AB-46B0-AFF5-F002442D5061}" destId="{9BFC0C98-8BC5-45CA-B54E-12C4B4526E35}" srcOrd="1" destOrd="0" presId="urn:microsoft.com/office/officeart/2005/8/layout/orgChart1"/>
    <dgm:cxn modelId="{486007D3-3AF3-431E-9F2F-F5F21860E704}" type="presParOf" srcId="{6D36847B-68AC-4835-97E9-9AE037F420AC}" destId="{A8733F1D-161E-4836-9BB3-B52FC34E1750}" srcOrd="1" destOrd="0" presId="urn:microsoft.com/office/officeart/2005/8/layout/orgChart1"/>
    <dgm:cxn modelId="{461FF76B-425F-4533-AC7A-1A7823DF9971}" type="presParOf" srcId="{A8733F1D-161E-4836-9BB3-B52FC34E1750}" destId="{3E46A4E8-A46A-4A01-B84B-F319E2AFAA25}" srcOrd="0" destOrd="0" presId="urn:microsoft.com/office/officeart/2005/8/layout/orgChart1"/>
    <dgm:cxn modelId="{E72574CF-FBA3-4746-B304-CEA883AB4397}" type="presParOf" srcId="{A8733F1D-161E-4836-9BB3-B52FC34E1750}" destId="{81290194-DAD5-4040-BED7-0887B5F6C058}" srcOrd="1" destOrd="0" presId="urn:microsoft.com/office/officeart/2005/8/layout/orgChart1"/>
    <dgm:cxn modelId="{8A4EF5C2-3197-4585-BE62-A08F042F581C}" type="presParOf" srcId="{81290194-DAD5-4040-BED7-0887B5F6C058}" destId="{5F5BDCE5-7751-4E10-B7FF-84750E265541}" srcOrd="0" destOrd="0" presId="urn:microsoft.com/office/officeart/2005/8/layout/orgChart1"/>
    <dgm:cxn modelId="{B60727FB-DF11-494F-A5A7-F566607308E4}" type="presParOf" srcId="{5F5BDCE5-7751-4E10-B7FF-84750E265541}" destId="{FE4928BC-C3C1-4DF3-A26D-FA351AFC7028}" srcOrd="0" destOrd="0" presId="urn:microsoft.com/office/officeart/2005/8/layout/orgChart1"/>
    <dgm:cxn modelId="{BE73DE14-E45B-4F6A-9E48-BF1E73FB0565}" type="presParOf" srcId="{5F5BDCE5-7751-4E10-B7FF-84750E265541}" destId="{7C07CD98-D57B-49AE-B56D-23082BC63349}" srcOrd="1" destOrd="0" presId="urn:microsoft.com/office/officeart/2005/8/layout/orgChart1"/>
    <dgm:cxn modelId="{233AD62F-96E7-4024-98F9-480F124C0F08}" type="presParOf" srcId="{81290194-DAD5-4040-BED7-0887B5F6C058}" destId="{1751F150-D9DD-40AF-91F4-54D1A3D55721}" srcOrd="1" destOrd="0" presId="urn:microsoft.com/office/officeart/2005/8/layout/orgChart1"/>
    <dgm:cxn modelId="{6B257C67-37D8-4C93-903E-4EED36D8B8EE}" type="presParOf" srcId="{1751F150-D9DD-40AF-91F4-54D1A3D55721}" destId="{A758A825-9C52-4B7A-A8A9-DD3A48940E14}" srcOrd="0" destOrd="0" presId="urn:microsoft.com/office/officeart/2005/8/layout/orgChart1"/>
    <dgm:cxn modelId="{EFDE0DF6-7482-4578-AF67-D9770BE5B947}" type="presParOf" srcId="{1751F150-D9DD-40AF-91F4-54D1A3D55721}" destId="{95662814-D992-4BF7-90F0-C9DBD00B275D}" srcOrd="1" destOrd="0" presId="urn:microsoft.com/office/officeart/2005/8/layout/orgChart1"/>
    <dgm:cxn modelId="{8F94BB46-4CC0-4ECB-89F9-4950F4AC90A9}" type="presParOf" srcId="{95662814-D992-4BF7-90F0-C9DBD00B275D}" destId="{395F06E6-B874-46BD-A949-D3B3C3D1AB9A}" srcOrd="0" destOrd="0" presId="urn:microsoft.com/office/officeart/2005/8/layout/orgChart1"/>
    <dgm:cxn modelId="{7E22E744-CD65-4765-8C91-E2A7F624D570}" type="presParOf" srcId="{395F06E6-B874-46BD-A949-D3B3C3D1AB9A}" destId="{81537FD3-A7A4-4BCF-8A64-D61B6C39BB05}" srcOrd="0" destOrd="0" presId="urn:microsoft.com/office/officeart/2005/8/layout/orgChart1"/>
    <dgm:cxn modelId="{1908ECC3-A7DB-4310-9A03-4CE7A04ABAF6}" type="presParOf" srcId="{395F06E6-B874-46BD-A949-D3B3C3D1AB9A}" destId="{8673F1EA-193A-40A5-BA2C-A1E1F1AA2DEA}" srcOrd="1" destOrd="0" presId="urn:microsoft.com/office/officeart/2005/8/layout/orgChart1"/>
    <dgm:cxn modelId="{F5528B8E-2972-457A-A715-99355C91E1F6}" type="presParOf" srcId="{95662814-D992-4BF7-90F0-C9DBD00B275D}" destId="{4CA4A44D-584B-4AD2-896C-E455DE09E76A}" srcOrd="1" destOrd="0" presId="urn:microsoft.com/office/officeart/2005/8/layout/orgChart1"/>
    <dgm:cxn modelId="{94EFC549-0C4C-4CCA-8A2C-A1093E641BBC}" type="presParOf" srcId="{95662814-D992-4BF7-90F0-C9DBD00B275D}" destId="{5DF3F4CD-58B0-40BD-A669-FE8403D39556}" srcOrd="2" destOrd="0" presId="urn:microsoft.com/office/officeart/2005/8/layout/orgChart1"/>
    <dgm:cxn modelId="{FF816782-C72F-4EA6-8411-CBA1BCB3C92E}" type="presParOf" srcId="{81290194-DAD5-4040-BED7-0887B5F6C058}" destId="{5A87DA3B-E624-4FF9-9985-8E0B419D47B8}" srcOrd="2" destOrd="0" presId="urn:microsoft.com/office/officeart/2005/8/layout/orgChart1"/>
    <dgm:cxn modelId="{9504DC84-3F3E-4BB8-9F3D-C7F3F5044B46}" type="presParOf" srcId="{6D36847B-68AC-4835-97E9-9AE037F420AC}" destId="{70BC07BF-F18B-4B0A-8E03-6848FB92C690}" srcOrd="2" destOrd="0" presId="urn:microsoft.com/office/officeart/2005/8/layout/orgChart1"/>
    <dgm:cxn modelId="{62EF728B-FF38-4018-A3D4-9F782576C27D}" type="presParOf" srcId="{5EA57052-2E25-43BC-A53B-1FA149C070D9}" destId="{334E182C-2CD4-4DF1-9523-5CC1E84643C1}" srcOrd="2" destOrd="0" presId="urn:microsoft.com/office/officeart/2005/8/layout/orgChart1"/>
    <dgm:cxn modelId="{52D6D9BC-E5D8-4267-BA45-530159FED4BD}" type="presParOf" srcId="{6C52CC5A-E6B3-4BD6-87EB-048EAC9A73AB}" destId="{F1757397-0AAA-4784-9DF5-EDCFAB43766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8A825-9C52-4B7A-A8A9-DD3A48940E14}">
      <dsp:nvSpPr>
        <dsp:cNvPr id="0" name=""/>
        <dsp:cNvSpPr/>
      </dsp:nvSpPr>
      <dsp:spPr>
        <a:xfrm>
          <a:off x="5109559" y="2994372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46A4E8-A46A-4A01-B84B-F319E2AFAA25}">
      <dsp:nvSpPr>
        <dsp:cNvPr id="0" name=""/>
        <dsp:cNvSpPr/>
      </dsp:nvSpPr>
      <dsp:spPr>
        <a:xfrm>
          <a:off x="5109559" y="2186363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545C2A-9D3C-4B40-AEBA-C30AE08346AE}">
      <dsp:nvSpPr>
        <dsp:cNvPr id="0" name=""/>
        <dsp:cNvSpPr/>
      </dsp:nvSpPr>
      <dsp:spPr>
        <a:xfrm>
          <a:off x="5109559" y="1378354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FAD0B-476E-4AE5-8C97-DFBA5BA17BB3}">
      <dsp:nvSpPr>
        <dsp:cNvPr id="0" name=""/>
        <dsp:cNvSpPr/>
      </dsp:nvSpPr>
      <dsp:spPr>
        <a:xfrm>
          <a:off x="3778250" y="570345"/>
          <a:ext cx="1377029" cy="238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94"/>
              </a:lnTo>
              <a:lnTo>
                <a:pt x="1377029" y="119494"/>
              </a:lnTo>
              <a:lnTo>
                <a:pt x="1377029" y="238988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1587DF-9707-45B5-A8A1-DB19181B32B9}">
      <dsp:nvSpPr>
        <dsp:cNvPr id="0" name=""/>
        <dsp:cNvSpPr/>
      </dsp:nvSpPr>
      <dsp:spPr>
        <a:xfrm>
          <a:off x="3732530" y="4610390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96425-D97C-40B2-9481-7AC6112FF0D9}">
      <dsp:nvSpPr>
        <dsp:cNvPr id="0" name=""/>
        <dsp:cNvSpPr/>
      </dsp:nvSpPr>
      <dsp:spPr>
        <a:xfrm>
          <a:off x="3732530" y="3802381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B3146-2715-4F29-A0F9-C936CB285C28}">
      <dsp:nvSpPr>
        <dsp:cNvPr id="0" name=""/>
        <dsp:cNvSpPr/>
      </dsp:nvSpPr>
      <dsp:spPr>
        <a:xfrm>
          <a:off x="3732530" y="2994372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F4F9EC-556D-491A-B06D-22E9C8071F48}">
      <dsp:nvSpPr>
        <dsp:cNvPr id="0" name=""/>
        <dsp:cNvSpPr/>
      </dsp:nvSpPr>
      <dsp:spPr>
        <a:xfrm>
          <a:off x="3732530" y="2186363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7E107-6448-4085-9D5D-0DD8ACEA9988}">
      <dsp:nvSpPr>
        <dsp:cNvPr id="0" name=""/>
        <dsp:cNvSpPr/>
      </dsp:nvSpPr>
      <dsp:spPr>
        <a:xfrm>
          <a:off x="3732530" y="1378354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8C79A6-BAEC-4652-8D19-141572F7CEFD}">
      <dsp:nvSpPr>
        <dsp:cNvPr id="0" name=""/>
        <dsp:cNvSpPr/>
      </dsp:nvSpPr>
      <dsp:spPr>
        <a:xfrm>
          <a:off x="3732530" y="570345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66930E-DD99-4ADF-AE53-E5D4F04274E5}">
      <dsp:nvSpPr>
        <dsp:cNvPr id="0" name=""/>
        <dsp:cNvSpPr/>
      </dsp:nvSpPr>
      <dsp:spPr>
        <a:xfrm>
          <a:off x="2355500" y="2994372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96D483-C82C-4F0D-875F-DF601ED4904B}">
      <dsp:nvSpPr>
        <dsp:cNvPr id="0" name=""/>
        <dsp:cNvSpPr/>
      </dsp:nvSpPr>
      <dsp:spPr>
        <a:xfrm>
          <a:off x="2355500" y="2186363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C515FF-7A59-4CC4-9739-781D0DC88108}">
      <dsp:nvSpPr>
        <dsp:cNvPr id="0" name=""/>
        <dsp:cNvSpPr/>
      </dsp:nvSpPr>
      <dsp:spPr>
        <a:xfrm>
          <a:off x="2355500" y="1378354"/>
          <a:ext cx="91440" cy="2389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98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35277A-CAE1-4B80-BA93-977D20E55C17}">
      <dsp:nvSpPr>
        <dsp:cNvPr id="0" name=""/>
        <dsp:cNvSpPr/>
      </dsp:nvSpPr>
      <dsp:spPr>
        <a:xfrm>
          <a:off x="2401220" y="570345"/>
          <a:ext cx="1377029" cy="238988"/>
        </a:xfrm>
        <a:custGeom>
          <a:avLst/>
          <a:gdLst/>
          <a:ahLst/>
          <a:cxnLst/>
          <a:rect l="0" t="0" r="0" b="0"/>
          <a:pathLst>
            <a:path>
              <a:moveTo>
                <a:pt x="1377029" y="0"/>
              </a:moveTo>
              <a:lnTo>
                <a:pt x="1377029" y="119494"/>
              </a:lnTo>
              <a:lnTo>
                <a:pt x="0" y="119494"/>
              </a:lnTo>
              <a:lnTo>
                <a:pt x="0" y="238988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C6FBE2-28C8-47C4-AAC6-FDA59AA9B6C3}">
      <dsp:nvSpPr>
        <dsp:cNvPr id="0" name=""/>
        <dsp:cNvSpPr/>
      </dsp:nvSpPr>
      <dsp:spPr>
        <a:xfrm>
          <a:off x="3209229" y="1324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Non-functional</a:t>
          </a:r>
          <a:b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</a:b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requirements</a:t>
          </a:r>
        </a:p>
      </dsp:txBody>
      <dsp:txXfrm>
        <a:off x="3209229" y="1324"/>
        <a:ext cx="1138041" cy="569020"/>
      </dsp:txXfrm>
    </dsp:sp>
    <dsp:sp modelId="{335A9012-153A-4967-9A73-D65FE577AF0C}">
      <dsp:nvSpPr>
        <dsp:cNvPr id="0" name=""/>
        <dsp:cNvSpPr/>
      </dsp:nvSpPr>
      <dsp:spPr>
        <a:xfrm>
          <a:off x="1832199" y="809334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Process</a:t>
          </a:r>
        </a:p>
      </dsp:txBody>
      <dsp:txXfrm>
        <a:off x="1832199" y="809334"/>
        <a:ext cx="1138041" cy="569020"/>
      </dsp:txXfrm>
    </dsp:sp>
    <dsp:sp modelId="{DFCD3F60-494B-448D-A14E-DDCE1D9AB051}">
      <dsp:nvSpPr>
        <dsp:cNvPr id="0" name=""/>
        <dsp:cNvSpPr/>
      </dsp:nvSpPr>
      <dsp:spPr>
        <a:xfrm>
          <a:off x="1832199" y="1617343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Delivery</a:t>
          </a:r>
        </a:p>
      </dsp:txBody>
      <dsp:txXfrm>
        <a:off x="1832199" y="1617343"/>
        <a:ext cx="1138041" cy="569020"/>
      </dsp:txXfrm>
    </dsp:sp>
    <dsp:sp modelId="{11C47910-144E-4A30-BBF7-67D06B6EF4BE}">
      <dsp:nvSpPr>
        <dsp:cNvPr id="0" name=""/>
        <dsp:cNvSpPr/>
      </dsp:nvSpPr>
      <dsp:spPr>
        <a:xfrm>
          <a:off x="1832199" y="2425352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Implementation</a:t>
          </a:r>
        </a:p>
      </dsp:txBody>
      <dsp:txXfrm>
        <a:off x="1832199" y="2425352"/>
        <a:ext cx="1138041" cy="569020"/>
      </dsp:txXfrm>
    </dsp:sp>
    <dsp:sp modelId="{C7AC0798-8756-416B-9FD4-60A5C7575AC9}">
      <dsp:nvSpPr>
        <dsp:cNvPr id="0" name=""/>
        <dsp:cNvSpPr/>
      </dsp:nvSpPr>
      <dsp:spPr>
        <a:xfrm>
          <a:off x="1832199" y="3233361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Standards</a:t>
          </a:r>
        </a:p>
      </dsp:txBody>
      <dsp:txXfrm>
        <a:off x="1832199" y="3233361"/>
        <a:ext cx="1138041" cy="569020"/>
      </dsp:txXfrm>
    </dsp:sp>
    <dsp:sp modelId="{6F663D1D-C848-4138-BEAB-9720EF0B0554}">
      <dsp:nvSpPr>
        <dsp:cNvPr id="0" name=""/>
        <dsp:cNvSpPr/>
      </dsp:nvSpPr>
      <dsp:spPr>
        <a:xfrm>
          <a:off x="3209229" y="809334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Product</a:t>
          </a:r>
        </a:p>
      </dsp:txBody>
      <dsp:txXfrm>
        <a:off x="3209229" y="809334"/>
        <a:ext cx="1138041" cy="569020"/>
      </dsp:txXfrm>
    </dsp:sp>
    <dsp:sp modelId="{F777C4BD-BC50-4C32-AA45-21DFA63C2703}">
      <dsp:nvSpPr>
        <dsp:cNvPr id="0" name=""/>
        <dsp:cNvSpPr/>
      </dsp:nvSpPr>
      <dsp:spPr>
        <a:xfrm>
          <a:off x="3209229" y="1617343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Usability</a:t>
          </a:r>
        </a:p>
      </dsp:txBody>
      <dsp:txXfrm>
        <a:off x="3209229" y="1617343"/>
        <a:ext cx="1138041" cy="569020"/>
      </dsp:txXfrm>
    </dsp:sp>
    <dsp:sp modelId="{5A00984D-64C9-41DD-AA8B-0FF0C2723E3B}">
      <dsp:nvSpPr>
        <dsp:cNvPr id="0" name=""/>
        <dsp:cNvSpPr/>
      </dsp:nvSpPr>
      <dsp:spPr>
        <a:xfrm>
          <a:off x="3209229" y="2425352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Reliability</a:t>
          </a:r>
        </a:p>
      </dsp:txBody>
      <dsp:txXfrm>
        <a:off x="3209229" y="2425352"/>
        <a:ext cx="1138041" cy="569020"/>
      </dsp:txXfrm>
    </dsp:sp>
    <dsp:sp modelId="{AF10CD1A-2AF6-4406-B437-362EC0F358C8}">
      <dsp:nvSpPr>
        <dsp:cNvPr id="0" name=""/>
        <dsp:cNvSpPr/>
      </dsp:nvSpPr>
      <dsp:spPr>
        <a:xfrm>
          <a:off x="3209229" y="3233361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Performance</a:t>
          </a:r>
        </a:p>
      </dsp:txBody>
      <dsp:txXfrm>
        <a:off x="3209229" y="3233361"/>
        <a:ext cx="1138041" cy="569020"/>
      </dsp:txXfrm>
    </dsp:sp>
    <dsp:sp modelId="{4141313A-A3D4-471D-9E9F-289360A68DE9}">
      <dsp:nvSpPr>
        <dsp:cNvPr id="0" name=""/>
        <dsp:cNvSpPr/>
      </dsp:nvSpPr>
      <dsp:spPr>
        <a:xfrm>
          <a:off x="3209229" y="4041370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Safety</a:t>
          </a:r>
        </a:p>
      </dsp:txBody>
      <dsp:txXfrm>
        <a:off x="3209229" y="4041370"/>
        <a:ext cx="1138041" cy="569020"/>
      </dsp:txXfrm>
    </dsp:sp>
    <dsp:sp modelId="{EC2E391D-3B25-475B-8E15-D89E0BCDC546}">
      <dsp:nvSpPr>
        <dsp:cNvPr id="0" name=""/>
        <dsp:cNvSpPr/>
      </dsp:nvSpPr>
      <dsp:spPr>
        <a:xfrm>
          <a:off x="3209229" y="4849379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Efficiency</a:t>
          </a:r>
        </a:p>
      </dsp:txBody>
      <dsp:txXfrm>
        <a:off x="3209229" y="4849379"/>
        <a:ext cx="1138041" cy="569020"/>
      </dsp:txXfrm>
    </dsp:sp>
    <dsp:sp modelId="{0501D430-DA8E-4A59-8729-57A6F421DD5C}">
      <dsp:nvSpPr>
        <dsp:cNvPr id="0" name=""/>
        <dsp:cNvSpPr/>
      </dsp:nvSpPr>
      <dsp:spPr>
        <a:xfrm>
          <a:off x="4586259" y="809334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External</a:t>
          </a:r>
        </a:p>
      </dsp:txBody>
      <dsp:txXfrm>
        <a:off x="4586259" y="809334"/>
        <a:ext cx="1138041" cy="569020"/>
      </dsp:txXfrm>
    </dsp:sp>
    <dsp:sp modelId="{7197146A-EF1C-481F-B4C5-3FC4D9997B6F}">
      <dsp:nvSpPr>
        <dsp:cNvPr id="0" name=""/>
        <dsp:cNvSpPr/>
      </dsp:nvSpPr>
      <dsp:spPr>
        <a:xfrm>
          <a:off x="4586259" y="1617343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Legal</a:t>
          </a:r>
        </a:p>
      </dsp:txBody>
      <dsp:txXfrm>
        <a:off x="4586259" y="1617343"/>
        <a:ext cx="1138041" cy="569020"/>
      </dsp:txXfrm>
    </dsp:sp>
    <dsp:sp modelId="{FE4928BC-C3C1-4DF3-A26D-FA351AFC7028}">
      <dsp:nvSpPr>
        <dsp:cNvPr id="0" name=""/>
        <dsp:cNvSpPr/>
      </dsp:nvSpPr>
      <dsp:spPr>
        <a:xfrm>
          <a:off x="4586259" y="2425352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Economics</a:t>
          </a:r>
        </a:p>
      </dsp:txBody>
      <dsp:txXfrm>
        <a:off x="4586259" y="2425352"/>
        <a:ext cx="1138041" cy="569020"/>
      </dsp:txXfrm>
    </dsp:sp>
    <dsp:sp modelId="{81537FD3-A7A4-4BCF-8A64-D61B6C39BB05}">
      <dsp:nvSpPr>
        <dsp:cNvPr id="0" name=""/>
        <dsp:cNvSpPr/>
      </dsp:nvSpPr>
      <dsp:spPr>
        <a:xfrm>
          <a:off x="4586259" y="3233361"/>
          <a:ext cx="1138041" cy="569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Inter-operability</a:t>
          </a:r>
        </a:p>
      </dsp:txBody>
      <dsp:txXfrm>
        <a:off x="4586259" y="3233361"/>
        <a:ext cx="1138041" cy="569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435338" cy="35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83" y="1"/>
            <a:ext cx="4435338" cy="35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6428"/>
            <a:ext cx="4435338" cy="35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83" y="6746428"/>
            <a:ext cx="4435338" cy="35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fld id="{98277AA0-422D-49C5-AD31-D6F6794DCACC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854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435338" cy="35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83" y="1"/>
            <a:ext cx="4435338" cy="35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280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3400"/>
            <a:ext cx="3552825" cy="266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80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801" y="3373985"/>
            <a:ext cx="8187014" cy="319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80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6428"/>
            <a:ext cx="4435338" cy="35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83" y="6746428"/>
            <a:ext cx="4435338" cy="35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fld id="{B375FC27-C9DA-4FC8-8D8B-B445BA50C65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46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F981B-5368-48B0-8DC1-5E439685D15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6" name="Picture 25" descr="dse_logo_clr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622841" y="54864"/>
            <a:ext cx="1451056" cy="169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1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9768-55DC-42DF-B2CB-4D4CE60639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1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D255-0C04-4D39-A4CD-FCC0B5073F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52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D79A-F946-4617-93EE-BA949AD474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81621-0B77-4E7D-8BD7-0767F3E05A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48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B2A6-2657-4C65-993A-37AD5A8BFA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20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EC99-8755-42E6-A142-15F8A97C02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20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B4B43-2647-4DB3-812C-88FAA9FABE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78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70D00-7FB1-483A-9555-997AB2D170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87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22F1-4A8B-4633-A241-853BEA80DC7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22F1-4A8B-4633-A241-853BEA80DC7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3973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22F1-4A8B-4633-A241-853BEA80DC7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939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22F1-4A8B-4633-A241-853BEA80DC7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2843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22F1-4A8B-4633-A241-853BEA80DC7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532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22A75-4EAE-42DD-A329-D351D2353A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17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0CC31-C690-42E2-91AE-B48223F38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686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133600" cy="3968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3968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396875"/>
          </a:xfrm>
        </p:spPr>
        <p:txBody>
          <a:bodyPr/>
          <a:lstStyle>
            <a:lvl1pPr>
              <a:defRPr/>
            </a:lvl1pPr>
          </a:lstStyle>
          <a:p>
            <a:fld id="{3046E3DC-C167-4994-924C-D16223E99D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49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133600" cy="3968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3968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396875"/>
          </a:xfrm>
        </p:spPr>
        <p:txBody>
          <a:bodyPr/>
          <a:lstStyle>
            <a:lvl1pPr>
              <a:defRPr/>
            </a:lvl1pPr>
          </a:lstStyle>
          <a:p>
            <a:fld id="{67BED02A-0D08-4D0A-A47F-479F0A94B18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9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4CA22F1-4A8B-4633-A241-853BEA80DC7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dse_logo_clr.jpg"/>
          <p:cNvPicPr>
            <a:picLocks noChangeAspect="1"/>
          </p:cNvPicPr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8548937" y="6172200"/>
            <a:ext cx="515815" cy="60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4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2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" name="Rectangle 1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Requirements Engineering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Non Functional Requirements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Non-functional requirements (NFR)</a:t>
            </a:r>
          </a:p>
        </p:txBody>
      </p:sp>
      <p:sp>
        <p:nvSpPr>
          <p:cNvPr id="49157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800"/>
              <a:t>Non-functional requirements define the overall qualities or attributes of the resulting system</a:t>
            </a:r>
          </a:p>
          <a:p>
            <a:r>
              <a:rPr lang="en-GB" sz="2800"/>
              <a:t>Non-functional requirements place restrictions on the product being developed, the development process, and specify external constraints that the product must meet.</a:t>
            </a:r>
          </a:p>
          <a:p>
            <a:r>
              <a:rPr lang="en-GB" sz="2800"/>
              <a:t>Examples of NFR include safety, security, usability, reliability and performance requirements. 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and Non-functional requirements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/>
              <a:t>It is difficult to make a clear distinction between functional and non-functional requirements. </a:t>
            </a:r>
          </a:p>
          <a:p>
            <a:pPr>
              <a:lnSpc>
                <a:spcPct val="90000"/>
              </a:lnSpc>
            </a:pPr>
            <a:r>
              <a:rPr lang="en-GB"/>
              <a:t>Whether or not a requirement is expressed as a functional or a non-functional requirement may depend:</a:t>
            </a:r>
          </a:p>
          <a:p>
            <a:pPr lvl="1">
              <a:lnSpc>
                <a:spcPct val="90000"/>
              </a:lnSpc>
            </a:pPr>
            <a:r>
              <a:rPr lang="en-GB"/>
              <a:t> on the level of detail to be included in the requirements document </a:t>
            </a:r>
          </a:p>
          <a:p>
            <a:pPr lvl="1">
              <a:lnSpc>
                <a:spcPct val="90000"/>
              </a:lnSpc>
            </a:pPr>
            <a:r>
              <a:rPr lang="en-GB"/>
              <a:t> the degree of trust which exists between a system customer and a system developer.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GB" sz="2400"/>
              <a:t>The system shall ensure that data is protected from unauthorised access.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Conventionally, this would be considered as a non-functional requirement because it does not specify specific system functionality which must be provided. However, it could have been specified in slightly more detail as follows: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The system shall include a user authorisation procedure where users must identify themselves using a login name and password. Only users who are authorised in this way may access the system data.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In this form, the requirement looks rather more like a functional requirement as it specifies a function (user login) which must be incorporated in the system.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Types of Non-functional requirements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idx="1"/>
          </p:nvPr>
        </p:nvSpPr>
        <p:spPr>
          <a:xfrm>
            <a:off x="177800" y="1828800"/>
            <a:ext cx="8785225" cy="4648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GB" sz="2400" dirty="0"/>
              <a:t>The ‘IEEE-</a:t>
            </a:r>
            <a:r>
              <a:rPr lang="en-GB" sz="2400" dirty="0" err="1"/>
              <a:t>Std</a:t>
            </a:r>
            <a:r>
              <a:rPr lang="en-GB" sz="2400" dirty="0"/>
              <a:t> 830 - 1993’ lists 13 non-functional requirements to be included in a Software Requirements Document. 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Performance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Interface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Operational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Resource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Verification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Acceptance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Documentation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Security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Portability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Quality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Reliability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Maintainability requirements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Safety requirements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2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2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2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22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22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22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22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2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2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22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22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22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22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22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22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22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22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22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22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22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22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18" name="Rectangle 7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/>
              <a:t>ISO 9126 quality attributes refinement</a:t>
            </a:r>
          </a:p>
        </p:txBody>
      </p:sp>
      <p:graphicFrame>
        <p:nvGraphicFramePr>
          <p:cNvPr id="87193" name="Group 153"/>
          <p:cNvGraphicFramePr>
            <a:graphicFrameLocks noGrp="1"/>
          </p:cNvGraphicFramePr>
          <p:nvPr>
            <p:ph type="tbl" idx="1"/>
          </p:nvPr>
        </p:nvGraphicFramePr>
        <p:xfrm>
          <a:off x="457200" y="1143000"/>
          <a:ext cx="8229600" cy="4876800"/>
        </p:xfrm>
        <a:graphic>
          <a:graphicData uri="http://schemas.openxmlformats.org/drawingml/2006/table">
            <a:tbl>
              <a:tblPr/>
              <a:tblGrid>
                <a:gridCol w="1600200"/>
                <a:gridCol w="1779588"/>
                <a:gridCol w="4849812"/>
              </a:tblGrid>
              <a:tr h="5810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Characteristic</a:t>
                      </a:r>
                      <a:endParaRPr kumimoji="0" lang="en-US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Sub characteristics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Short definition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rowSpan="5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functionality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accuracy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provision of right or agreed results or effects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compliance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adherence to application related standards or conventions</a:t>
                      </a: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interoperability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ability to interact with specified systems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security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prevention to unauthorized access to data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suitability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presence and appropriateness of a set of functions for specified tasks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rowSpan="3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reliability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fault tolerance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ability to keep a given level of performance in case of faults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maturity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frequency of failure by faults in the software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recoverability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capability of reestablish level of performance after faults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rowSpan="3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usability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learnability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users' effort for learning software application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operability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users' effort for operation and operation control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understandability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users' effort for recognizing sw. structure and applicability</a:t>
                      </a: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78" name="Rectangle 6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/>
              <a:t>ISO 9126 quality attributes refinement</a:t>
            </a:r>
          </a:p>
        </p:txBody>
      </p:sp>
      <p:graphicFrame>
        <p:nvGraphicFramePr>
          <p:cNvPr id="90235" name="Group 123"/>
          <p:cNvGraphicFramePr>
            <a:graphicFrameLocks noGrp="1"/>
          </p:cNvGraphicFramePr>
          <p:nvPr>
            <p:ph type="tbl" idx="1"/>
          </p:nvPr>
        </p:nvGraphicFramePr>
        <p:xfrm>
          <a:off x="457200" y="1371600"/>
          <a:ext cx="8229600" cy="4876804"/>
        </p:xfrm>
        <a:graphic>
          <a:graphicData uri="http://schemas.openxmlformats.org/drawingml/2006/table">
            <a:tbl>
              <a:tblPr/>
              <a:tblGrid>
                <a:gridCol w="1825625"/>
                <a:gridCol w="1554163"/>
                <a:gridCol w="4849812"/>
              </a:tblGrid>
              <a:tr h="439738">
                <a:tc row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efficiency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resource behavior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amount of resources used and the duration of such use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time behaviour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response and processing times and throughput rates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 rowSpan="4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maintainability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analysability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identification of deficiencies, failure causes, parts to be modified, etc.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421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changeability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effort needed for modification, fault removal or environmental change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risk of unexpected effect of modifications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testability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effort needed for validating the modified software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 rowSpan="4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portability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adaptability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opportunity for adaptation to different environments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conformance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adherence to conventions and standards related to portability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installability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effort needed to install the software in a given environment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replaceability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opportunity and effort of using software replacing other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 of NFRs</a:t>
            </a:r>
          </a:p>
        </p:txBody>
      </p:sp>
      <p:sp>
        <p:nvSpPr>
          <p:cNvPr id="5427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NFRs may be classified in terms of qualities that a software must exhibit (Boehm)</a:t>
            </a:r>
          </a:p>
          <a:p>
            <a:r>
              <a:rPr lang="en-GB"/>
              <a:t>A more general classification distinguishes between product, process and external requirements (Sommerville)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 of NFRs (contd.)</a:t>
            </a:r>
          </a:p>
        </p:txBody>
      </p:sp>
      <p:graphicFrame>
        <p:nvGraphicFramePr>
          <p:cNvPr id="2" name="Diagram 1"/>
          <p:cNvGraphicFramePr/>
          <p:nvPr/>
        </p:nvGraphicFramePr>
        <p:xfrm>
          <a:off x="1206500" y="1042988"/>
          <a:ext cx="7556500" cy="541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requirements</a:t>
            </a:r>
          </a:p>
        </p:txBody>
      </p:sp>
      <p:sp>
        <p:nvSpPr>
          <p:cNvPr id="56325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en-GB" sz="2800"/>
              <a:t>Specify the desired characteristics that a system or subsystem must possess. </a:t>
            </a:r>
          </a:p>
          <a:p>
            <a:pPr>
              <a:lnSpc>
                <a:spcPct val="80000"/>
              </a:lnSpc>
            </a:pPr>
            <a:r>
              <a:rPr lang="en-GB" sz="2800"/>
              <a:t>Most NFRs are concerned with specifying constraints on the behaviour of the executing system.</a:t>
            </a:r>
          </a:p>
          <a:p>
            <a:pPr>
              <a:lnSpc>
                <a:spcPct val="80000"/>
              </a:lnSpc>
            </a:pPr>
            <a:r>
              <a:rPr lang="en-GB" sz="2800"/>
              <a:t>Some product requirements can be formulated precisely, and thus easily quantified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Performance 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Capacity</a:t>
            </a:r>
          </a:p>
          <a:p>
            <a:pPr>
              <a:lnSpc>
                <a:spcPct val="80000"/>
              </a:lnSpc>
            </a:pPr>
            <a:r>
              <a:rPr lang="en-GB" sz="2800"/>
              <a:t>Others are more difficult to quantify and, consequently, are often stated informally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Usability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6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6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6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6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6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6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6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6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6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6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6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6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6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63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63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63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Examples of product requirements</a:t>
            </a:r>
          </a:p>
        </p:txBody>
      </p:sp>
      <p:sp>
        <p:nvSpPr>
          <p:cNvPr id="5837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GB" sz="2400"/>
              <a:t>System Y shall process a minimum of 8 transactions per second.</a:t>
            </a:r>
          </a:p>
          <a:p>
            <a:pPr lvl="1">
              <a:lnSpc>
                <a:spcPct val="80000"/>
              </a:lnSpc>
            </a:pPr>
            <a:r>
              <a:rPr lang="en-GB" sz="2000"/>
              <a:t>A performance requirement.</a:t>
            </a:r>
          </a:p>
          <a:p>
            <a:pPr>
              <a:lnSpc>
                <a:spcPct val="80000"/>
              </a:lnSpc>
            </a:pPr>
            <a:r>
              <a:rPr lang="en-GB" sz="2400"/>
              <a:t>The executable code of System Z shall be limited to 512Kbytes.</a:t>
            </a:r>
          </a:p>
          <a:p>
            <a:pPr lvl="1">
              <a:lnSpc>
                <a:spcPct val="80000"/>
              </a:lnSpc>
            </a:pPr>
            <a:r>
              <a:rPr lang="en-GB" sz="2000"/>
              <a:t>A space requirement which specifies the maximum memory size of the system.</a:t>
            </a:r>
          </a:p>
          <a:p>
            <a:pPr>
              <a:lnSpc>
                <a:spcPct val="80000"/>
              </a:lnSpc>
            </a:pPr>
            <a:r>
              <a:rPr lang="en-GB" sz="2400"/>
              <a:t>The system shall be developed for PC and Macintosh platforms.</a:t>
            </a:r>
          </a:p>
          <a:p>
            <a:pPr lvl="1">
              <a:lnSpc>
                <a:spcPct val="80000"/>
              </a:lnSpc>
            </a:pPr>
            <a:r>
              <a:rPr lang="en-GB" sz="2000"/>
              <a:t>A portability requirement which affects the way in which the system may be designed</a:t>
            </a:r>
          </a:p>
          <a:p>
            <a:pPr>
              <a:lnSpc>
                <a:spcPct val="80000"/>
              </a:lnSpc>
            </a:pPr>
            <a:r>
              <a:rPr lang="en-GB" sz="2400"/>
              <a:t>The system must encrypt all external communications using the RSA algorithm.</a:t>
            </a:r>
          </a:p>
          <a:p>
            <a:pPr lvl="1">
              <a:lnSpc>
                <a:spcPct val="80000"/>
              </a:lnSpc>
            </a:pPr>
            <a:r>
              <a:rPr lang="en-GB" sz="2000"/>
              <a:t>A security requirement which specifies that a specific algorithm must be used in the product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8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8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8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8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8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8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8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8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8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8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8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8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8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8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Conflicts in product requirements</a:t>
            </a:r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GB" sz="2400"/>
              <a:t>Product requirements are often conflicting.</a:t>
            </a:r>
          </a:p>
          <a:p>
            <a:pPr>
              <a:lnSpc>
                <a:spcPct val="90000"/>
              </a:lnSpc>
            </a:pPr>
            <a:r>
              <a:rPr lang="en-GB" sz="2400"/>
              <a:t>For example: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A requirement for a certain level of performance may be contradicted by reliability and security requirements which use processor capacity to carry out dynamic system checking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A requirement on the space utilisation of the system may be contradicted by another requirement which specifies that a standard compiler which does not generate compact code must be used</a:t>
            </a:r>
          </a:p>
          <a:p>
            <a:pPr>
              <a:lnSpc>
                <a:spcPct val="90000"/>
              </a:lnSpc>
            </a:pPr>
            <a:r>
              <a:rPr lang="en-GB" sz="2400"/>
              <a:t>The process of arriving at a trade-off in these conflicts depends on: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The level importance attached to the requirement 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The consequence of the change on the other requirements and,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The wider business goals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0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0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0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04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04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04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requirements</a:t>
            </a:r>
          </a:p>
        </p:txBody>
      </p:sp>
      <p:sp>
        <p:nvSpPr>
          <p:cNvPr id="61447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en-GB" sz="2800"/>
              <a:t>Process requirements are constraints placed upon the development process of the system</a:t>
            </a:r>
          </a:p>
          <a:p>
            <a:pPr>
              <a:lnSpc>
                <a:spcPct val="80000"/>
              </a:lnSpc>
            </a:pPr>
            <a:r>
              <a:rPr lang="en-GB" sz="2800"/>
              <a:t>Process requirements include: 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Requirements on development standards and methods which must be followed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CASE tools which should be used 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The management reports which must be provided</a:t>
            </a:r>
          </a:p>
          <a:p>
            <a:pPr>
              <a:lnSpc>
                <a:spcPct val="80000"/>
              </a:lnSpc>
            </a:pPr>
            <a:r>
              <a:rPr lang="en-US" sz="2800"/>
              <a:t>Examples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The system must be developed using the XYZ suite of CASE tools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A disaster recovery plan for the system development must be specified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1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1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14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14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14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14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4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14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14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14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14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14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14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14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requirements</a:t>
            </a:r>
          </a:p>
        </p:txBody>
      </p:sp>
      <p:sp>
        <p:nvSpPr>
          <p:cNvPr id="6349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GB" sz="2400"/>
              <a:t>May be placed on both the product and the process  </a:t>
            </a:r>
          </a:p>
          <a:p>
            <a:pPr>
              <a:lnSpc>
                <a:spcPct val="90000"/>
              </a:lnSpc>
            </a:pPr>
            <a:r>
              <a:rPr lang="en-GB" sz="2400"/>
              <a:t>Derived from the environment in which the system is developed </a:t>
            </a:r>
          </a:p>
          <a:p>
            <a:pPr>
              <a:lnSpc>
                <a:spcPct val="90000"/>
              </a:lnSpc>
            </a:pPr>
            <a:r>
              <a:rPr lang="en-GB" sz="2400"/>
              <a:t>External requirements are based on: 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application domain information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organisational considerations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the need for the system to work with other systems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health and safety or data protection regulations 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or even basic natural laws such as the laws of physics</a:t>
            </a:r>
          </a:p>
          <a:p>
            <a:pPr>
              <a:lnSpc>
                <a:spcPct val="90000"/>
              </a:lnSpc>
            </a:pPr>
            <a:r>
              <a:rPr lang="en-GB" sz="2400"/>
              <a:t>Example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Medical data system The organisation’s data protection officer must certify that all data is maintained according to data protection legislation before the system is put into operation.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3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3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3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3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3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3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3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3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3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3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3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3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3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3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3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3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3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3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3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3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34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34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34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34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34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34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Deriving NFRs</a:t>
            </a:r>
          </a:p>
        </p:txBody>
      </p:sp>
      <p:sp>
        <p:nvSpPr>
          <p:cNvPr id="6861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400"/>
              <a:t>NFRs are difficult to express </a:t>
            </a:r>
            <a:endParaRPr lang="en-GB" sz="2400"/>
          </a:p>
          <a:p>
            <a:pPr>
              <a:lnSpc>
                <a:spcPct val="90000"/>
              </a:lnSpc>
            </a:pPr>
            <a:r>
              <a:rPr lang="en-GB" sz="2400"/>
              <a:t>A number of important issues contribute to the problem of expressing non-functional requirements: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Certain constraints are related to the design solution that is unknown at the requirements stage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Certain constraints, are highly subjective and can only be determined through complex empirical evaluations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Non-functional requirements tend to be related to one or more functional requirements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Non-functional requirements tend to conflict and contradict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There are no ‘universal’ rules and guidelines for determining when non-functional requirements are optimally met. 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Stakeholder concerns</a:t>
            </a:r>
          </a:p>
        </p:txBody>
      </p:sp>
      <p:sp>
        <p:nvSpPr>
          <p:cNvPr id="69637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/>
              <a:t>Stakeholders normally have a number of ‘concerns’</a:t>
            </a:r>
          </a:p>
          <a:p>
            <a:r>
              <a:rPr lang="en-US" sz="2800"/>
              <a:t> Concerns are typically non-functional</a:t>
            </a:r>
          </a:p>
          <a:p>
            <a:r>
              <a:rPr lang="en-US" sz="2800"/>
              <a:t>Examples include:</a:t>
            </a:r>
          </a:p>
          <a:p>
            <a:pPr lvl="1"/>
            <a:r>
              <a:rPr lang="en-US" sz="2400"/>
              <a:t>Critical business objectives</a:t>
            </a:r>
          </a:p>
          <a:p>
            <a:pPr lvl="1"/>
            <a:r>
              <a:rPr lang="en-US" sz="2400"/>
              <a:t>Essential system characteristics (e.g. security)</a:t>
            </a:r>
          </a:p>
          <a:p>
            <a:pPr lvl="1"/>
            <a:r>
              <a:rPr lang="en-US" sz="2400"/>
              <a:t>Safety, performance, functionality and maintainability</a:t>
            </a:r>
          </a:p>
          <a:p>
            <a:r>
              <a:rPr lang="en-US" sz="2800"/>
              <a:t>Vaguely defined user concerns may be related to NFRs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96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96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96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96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96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96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96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96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96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Relationships between user needs, concerns and NFRs</a:t>
            </a: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381000" y="1752600"/>
          <a:ext cx="91440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Document" r:id="rId3" imgW="5786640" imgH="2148840" progId="Word.Document.8">
                  <p:embed/>
                </p:oleObj>
              </mc:Choice>
              <mc:Fallback>
                <p:oleObj name="Document" r:id="rId3" imgW="5786640" imgH="214884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752600"/>
                        <a:ext cx="914400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Concerns</a:t>
            </a:r>
          </a:p>
        </p:txBody>
      </p:sp>
      <p:sp>
        <p:nvSpPr>
          <p:cNvPr id="7168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 way of expressing critical ‘holistic’ requirements </a:t>
            </a:r>
          </a:p>
          <a:p>
            <a:r>
              <a:rPr lang="en-GB"/>
              <a:t>Concerns may be broken down into sub-concerns and finally into specific questions </a:t>
            </a:r>
          </a:p>
          <a:p>
            <a:r>
              <a:rPr lang="en-GB"/>
              <a:t>Questions act as a check list to ensure that specific requirements do not conflict with global priorities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Goal-based derivation</a:t>
            </a:r>
          </a:p>
        </p:txBody>
      </p:sp>
      <p:sp>
        <p:nvSpPr>
          <p:cNvPr id="7373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Relates non-functional requirements to the goals of the enterprise </a:t>
            </a:r>
          </a:p>
          <a:p>
            <a:r>
              <a:rPr lang="en-GB"/>
              <a:t>Goal-based NFR derivation is a 3 step approach:</a:t>
            </a:r>
          </a:p>
          <a:p>
            <a:pPr lvl="1"/>
            <a:r>
              <a:rPr lang="en-GB"/>
              <a:t>Identify the enterprise goal </a:t>
            </a:r>
          </a:p>
          <a:p>
            <a:pPr lvl="1"/>
            <a:r>
              <a:rPr lang="en-GB"/>
              <a:t>Decompose of the goal into sub-goals </a:t>
            </a:r>
          </a:p>
          <a:p>
            <a:pPr lvl="1"/>
            <a:r>
              <a:rPr lang="en-GB"/>
              <a:t>Identify non-functional requirements.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3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3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3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3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3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3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3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3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3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en-US" sz="2400"/>
              <a:t>The NFRs must be represented as goals to be satisficed.</a:t>
            </a:r>
          </a:p>
          <a:p>
            <a:pPr>
              <a:lnSpc>
                <a:spcPct val="80000"/>
              </a:lnSpc>
            </a:pPr>
            <a:r>
              <a:rPr lang="en-US" sz="2400"/>
              <a:t>Each goal will be decomposed into satisficing goals represented by a graph structure inspired by the And/Or trees used in problem solving.</a:t>
            </a:r>
          </a:p>
          <a:p>
            <a:pPr>
              <a:lnSpc>
                <a:spcPct val="80000"/>
              </a:lnSpc>
            </a:pPr>
            <a:r>
              <a:rPr lang="en-US" sz="2400"/>
              <a:t>This satisficing goal may also be decomposed using other satisficing goals or argumentation goals. This process continues until the requirements engineer considers the goal satisficed.</a:t>
            </a:r>
          </a:p>
          <a:p>
            <a:pPr>
              <a:lnSpc>
                <a:spcPct val="80000"/>
              </a:lnSpc>
            </a:pPr>
            <a:r>
              <a:rPr lang="en-US" sz="2400"/>
              <a:t>The sub-goals that decompose a goal will be represented by the goal data class followed by its subgoals.</a:t>
            </a:r>
          </a:p>
          <a:p>
            <a:pPr>
              <a:lnSpc>
                <a:spcPct val="80000"/>
              </a:lnSpc>
            </a:pPr>
            <a:r>
              <a:rPr lang="en-US" sz="2400"/>
              <a:t>A dot will be used as separator between the elements.</a:t>
            </a:r>
          </a:p>
          <a:p>
            <a:pPr>
              <a:lnSpc>
                <a:spcPct val="80000"/>
              </a:lnSpc>
            </a:pPr>
            <a:r>
              <a:rPr lang="en-US" sz="2400"/>
              <a:t>The sub-goals on the leaf of the tree will be understood as attributes that must be present to satisfice the NFR.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sz="2000"/>
              <a:t>Quality of a patient’s report</a:t>
            </a:r>
          </a:p>
          <a:p>
            <a:pPr>
              <a:lnSpc>
                <a:spcPct val="80000"/>
              </a:lnSpc>
            </a:pPr>
            <a:r>
              <a:rPr lang="en-US" sz="2000"/>
              <a:t>The actor views Quality of a patient’s report as : “The patient’s report must be printed by a laser printer and the tests performed must appear in a specific order”.</a:t>
            </a:r>
          </a:p>
          <a:p>
            <a:pPr>
              <a:lnSpc>
                <a:spcPct val="80000"/>
              </a:lnSpc>
            </a:pPr>
            <a:r>
              <a:rPr lang="en-US" sz="2000"/>
              <a:t>Decomposing the NFR </a:t>
            </a:r>
            <a:r>
              <a:rPr lang="en-US" sz="2000" b="1"/>
              <a:t>Quality[Patient’s Report], </a:t>
            </a:r>
            <a:r>
              <a:rPr lang="en-US" sz="2000"/>
              <a:t>we found that what This should be represented by the sub-goals </a:t>
            </a:r>
            <a:r>
              <a:rPr lang="en-US" sz="2000" b="1"/>
              <a:t>Quality[Patient’s Report.Test Order] </a:t>
            </a:r>
            <a:r>
              <a:rPr lang="en-US" sz="2000"/>
              <a:t>and </a:t>
            </a:r>
            <a:r>
              <a:rPr lang="en-US" sz="2000" b="1"/>
              <a:t>Quality[Patient’s Report.Laser Printing].</a:t>
            </a:r>
          </a:p>
          <a:p>
            <a:pPr>
              <a:lnSpc>
                <a:spcPct val="80000"/>
              </a:lnSpc>
            </a:pPr>
            <a:r>
              <a:rPr lang="en-US" sz="2000"/>
              <a:t>What specific Order?</a:t>
            </a:r>
          </a:p>
          <a:p>
            <a:pPr>
              <a:lnSpc>
                <a:spcPct val="80000"/>
              </a:lnSpc>
            </a:pPr>
            <a:r>
              <a:rPr lang="en-US" sz="2000"/>
              <a:t>Refining this, we understand that to satisfy this NFR, the patient’s report should be printed following a specific order of sectors and also following a specific order of tests.</a:t>
            </a:r>
          </a:p>
          <a:p>
            <a:pPr>
              <a:lnSpc>
                <a:spcPct val="80000"/>
              </a:lnSpc>
            </a:pPr>
            <a:r>
              <a:rPr lang="en-US" sz="2000"/>
              <a:t>Should be represented by the satisficing goals of Quality[Patient’s Report.Test Order.Sector Order] and Quality[Patient’s Report.Test Order.Specific Order].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NFR Description Language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b="1"/>
              <a:t>NFR Name : </a:t>
            </a:r>
            <a:r>
              <a:rPr lang="en-US" sz="2800"/>
              <a:t>contains the NFR name</a:t>
            </a:r>
          </a:p>
          <a:p>
            <a:pPr>
              <a:lnSpc>
                <a:spcPct val="90000"/>
              </a:lnSpc>
            </a:pPr>
            <a:r>
              <a:rPr lang="en-US" sz="2800" b="1"/>
              <a:t>Description : </a:t>
            </a:r>
            <a:r>
              <a:rPr lang="en-US" sz="2800"/>
              <a:t>a brief description of this NFR</a:t>
            </a:r>
          </a:p>
          <a:p>
            <a:pPr>
              <a:lnSpc>
                <a:spcPct val="90000"/>
              </a:lnSpc>
            </a:pPr>
            <a:r>
              <a:rPr lang="en-US" sz="2800" b="1"/>
              <a:t>Design Decisions : </a:t>
            </a:r>
            <a:r>
              <a:rPr lang="en-US" sz="2800"/>
              <a:t>design decisions related to the satisfaction of this NFR.</a:t>
            </a:r>
          </a:p>
          <a:p>
            <a:pPr>
              <a:lnSpc>
                <a:spcPct val="90000"/>
              </a:lnSpc>
            </a:pPr>
            <a:r>
              <a:rPr lang="en-US" sz="2800" b="1"/>
              <a:t>Level of Priority : </a:t>
            </a:r>
            <a:r>
              <a:rPr lang="en-US" sz="2800"/>
              <a:t>contains a number from 0 to 10 indicating how important this NFR is.</a:t>
            </a:r>
          </a:p>
          <a:p>
            <a:pPr>
              <a:lnSpc>
                <a:spcPct val="90000"/>
              </a:lnSpc>
            </a:pPr>
            <a:r>
              <a:rPr lang="en-US" sz="2800" b="1"/>
              <a:t>General attributes : </a:t>
            </a:r>
            <a:r>
              <a:rPr lang="en-US" sz="2800"/>
              <a:t>express time constraints and specific behaviors</a:t>
            </a:r>
          </a:p>
          <a:p>
            <a:pPr>
              <a:lnSpc>
                <a:spcPct val="90000"/>
              </a:lnSpc>
            </a:pPr>
            <a:r>
              <a:rPr lang="en-US" sz="2800" b="1"/>
              <a:t>Data Attributes : </a:t>
            </a:r>
            <a:r>
              <a:rPr lang="en-US" sz="2800"/>
              <a:t>list the attributes necessary to satisfy this NFR.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81925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</a:pPr>
            <a:r>
              <a:rPr lang="en-US" sz="2000"/>
              <a:t>NFR Name : Quality of Patient’s Report</a:t>
            </a:r>
          </a:p>
          <a:p>
            <a:pPr>
              <a:lnSpc>
                <a:spcPct val="80000"/>
              </a:lnSpc>
            </a:pPr>
            <a:r>
              <a:rPr lang="en-US" sz="2000"/>
              <a:t>Alias :</a:t>
            </a:r>
          </a:p>
          <a:p>
            <a:pPr>
              <a:lnSpc>
                <a:spcPct val="80000"/>
              </a:lnSpc>
            </a:pPr>
            <a:r>
              <a:rPr lang="en-US" sz="2000"/>
              <a:t>Description :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Describes what the manager of Patient's Report Bureau thinks is important to the quality of the report.</a:t>
            </a:r>
          </a:p>
          <a:p>
            <a:pPr>
              <a:lnSpc>
                <a:spcPct val="80000"/>
              </a:lnSpc>
            </a:pPr>
            <a:r>
              <a:rPr lang="en-US" sz="2000"/>
              <a:t>Design Decisions :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Possible need of new entities to represent the orders of sectors and tests.</a:t>
            </a:r>
          </a:p>
          <a:p>
            <a:pPr>
              <a:lnSpc>
                <a:spcPct val="80000"/>
              </a:lnSpc>
            </a:pPr>
            <a:r>
              <a:rPr lang="en-US" sz="2000"/>
              <a:t>Level of Priority: 10</a:t>
            </a:r>
          </a:p>
          <a:p>
            <a:pPr>
              <a:lnSpc>
                <a:spcPct val="80000"/>
              </a:lnSpc>
            </a:pPr>
            <a:r>
              <a:rPr lang="en-US" sz="2000"/>
              <a:t>General attributes :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Laser_printing : Manager of medical bureau claims that all reports must be printed on a laser printer.</a:t>
            </a:r>
          </a:p>
          <a:p>
            <a:pPr>
              <a:lnSpc>
                <a:spcPct val="80000"/>
              </a:lnSpc>
            </a:pPr>
            <a:r>
              <a:rPr lang="en-US" sz="2000"/>
              <a:t>Data Attributes :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Sector_order : Needs to print the tests that belong to sector X before the tests that belong to sector Y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Same_sector : Inside sector X needs to print test A before test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1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1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1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1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1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1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1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1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19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19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19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19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19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19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19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19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19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19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19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19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19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19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19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19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19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19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Testable NFRs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GB" sz="2400"/>
              <a:t>Stakeholders may have vague goals which cannot be expressed precisely </a:t>
            </a:r>
          </a:p>
          <a:p>
            <a:pPr>
              <a:lnSpc>
                <a:spcPct val="90000"/>
              </a:lnSpc>
            </a:pPr>
            <a:r>
              <a:rPr lang="en-GB" sz="2400"/>
              <a:t>Vague and imprecise ‘requirements’ are problematic</a:t>
            </a:r>
          </a:p>
          <a:p>
            <a:pPr>
              <a:lnSpc>
                <a:spcPct val="90000"/>
              </a:lnSpc>
            </a:pPr>
            <a:r>
              <a:rPr lang="en-GB" sz="2400"/>
              <a:t>NFRs should satisfy two attributes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Must be objective 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Must be testable (Use measurable metrics)</a:t>
            </a:r>
          </a:p>
          <a:p>
            <a:pPr>
              <a:lnSpc>
                <a:spcPct val="90000"/>
              </a:lnSpc>
            </a:pPr>
            <a:r>
              <a:rPr lang="en-GB" sz="2400"/>
              <a:t>Product shall be easy to learn</a:t>
            </a:r>
          </a:p>
          <a:p>
            <a:pPr>
              <a:lnSpc>
                <a:spcPct val="90000"/>
              </a:lnSpc>
            </a:pPr>
            <a:r>
              <a:rPr lang="en-GB" sz="2400"/>
              <a:t>The product shall be able to be used by a member of the public without training</a:t>
            </a:r>
          </a:p>
          <a:p>
            <a:pPr>
              <a:lnSpc>
                <a:spcPct val="90000"/>
              </a:lnSpc>
            </a:pPr>
            <a:r>
              <a:rPr lang="en-GB" sz="2400"/>
              <a:t>90% of a panel representative of the general public shall successfully purchase a ticket from the product on their first encounter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Examples of measurable metrics for NFRs</a:t>
            </a:r>
          </a:p>
        </p:txBody>
      </p:sp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228600" y="1600200"/>
          <a:ext cx="94488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Document" r:id="rId3" imgW="5673960" imgH="2048400" progId="Word.Document.8">
                  <p:embed/>
                </p:oleObj>
              </mc:Choice>
              <mc:Fallback>
                <p:oleObj name="Document" r:id="rId3" imgW="5673960" imgH="204840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00200"/>
                        <a:ext cx="94488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dirty="0"/>
              <a:t>Q</a:t>
            </a:r>
            <a:r>
              <a:rPr lang="en-US" sz="8000" dirty="0"/>
              <a:t>&amp;</a:t>
            </a:r>
            <a:r>
              <a:rPr lang="en-US" sz="9600" dirty="0"/>
              <a:t>A</a:t>
            </a:r>
          </a:p>
        </p:txBody>
      </p:sp>
      <p:sp>
        <p:nvSpPr>
          <p:cNvPr id="55398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1574</TotalTime>
  <Words>1693</Words>
  <Application>Microsoft Office PowerPoint</Application>
  <PresentationFormat>On-screen Show (4:3)</PresentationFormat>
  <Paragraphs>220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Times New Roman</vt:lpstr>
      <vt:lpstr>Trebuchet MS</vt:lpstr>
      <vt:lpstr>Wingdings 3</vt:lpstr>
      <vt:lpstr>Facet</vt:lpstr>
      <vt:lpstr>Document</vt:lpstr>
      <vt:lpstr>Requirements Engineering</vt:lpstr>
      <vt:lpstr>Non Functional Requirements</vt:lpstr>
      <vt:lpstr>Non-functional requirements (NFR)</vt:lpstr>
      <vt:lpstr>Functional and Non-functional requirements</vt:lpstr>
      <vt:lpstr>Example</vt:lpstr>
      <vt:lpstr>Types of Non-functional requirements</vt:lpstr>
      <vt:lpstr>ISO 9126 quality attributes refinement</vt:lpstr>
      <vt:lpstr>ISO 9126 quality attributes refinement</vt:lpstr>
      <vt:lpstr>Classification of NFRs</vt:lpstr>
      <vt:lpstr>Classification of NFRs (contd.)</vt:lpstr>
      <vt:lpstr>Product requirements</vt:lpstr>
      <vt:lpstr>Examples of product requirements</vt:lpstr>
      <vt:lpstr>Conflicts in product requirements</vt:lpstr>
      <vt:lpstr>Process requirements</vt:lpstr>
      <vt:lpstr>External requirements</vt:lpstr>
      <vt:lpstr>Deriving NFRs</vt:lpstr>
      <vt:lpstr>Stakeholder concerns</vt:lpstr>
      <vt:lpstr>Relationships between user needs, concerns and NFRs</vt:lpstr>
      <vt:lpstr>Concerns</vt:lpstr>
      <vt:lpstr>Goal-based derivation</vt:lpstr>
      <vt:lpstr>PowerPoint Presentation</vt:lpstr>
      <vt:lpstr>Example</vt:lpstr>
      <vt:lpstr>NFR Description Language</vt:lpstr>
      <vt:lpstr>Example</vt:lpstr>
      <vt:lpstr>Testable NFRs</vt:lpstr>
      <vt:lpstr>Examples of measurable metrics for NFRs</vt:lpstr>
      <vt:lpstr>Q&amp;A</vt:lpstr>
    </vt:vector>
  </TitlesOfParts>
  <Company>Private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Ammad</dc:creator>
  <cp:lastModifiedBy>Pc Planet</cp:lastModifiedBy>
  <cp:revision>322</cp:revision>
  <dcterms:created xsi:type="dcterms:W3CDTF">2001-01-05T12:38:16Z</dcterms:created>
  <dcterms:modified xsi:type="dcterms:W3CDTF">2023-03-30T08:31:36Z</dcterms:modified>
</cp:coreProperties>
</file>