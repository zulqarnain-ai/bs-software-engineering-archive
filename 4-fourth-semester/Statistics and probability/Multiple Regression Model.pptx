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714" r:id="rId2"/>
  </p:sldMasterIdLst>
  <p:notesMasterIdLst>
    <p:notesMasterId r:id="rId9"/>
  </p:notesMasterIdLst>
  <p:sldIdLst>
    <p:sldId id="368" r:id="rId3"/>
    <p:sldId id="369" r:id="rId4"/>
    <p:sldId id="426" r:id="rId5"/>
    <p:sldId id="427" r:id="rId6"/>
    <p:sldId id="428" r:id="rId7"/>
    <p:sldId id="37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14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9194E4-79C8-41B0-9AF4-53058728BAB5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BFD4BB-E70E-4D5C-83E2-D95045F6F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67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63FB-4DD9-4903-83FE-F80270576417}" type="datetime1">
              <a:rPr lang="en-US" smtClean="0"/>
              <a:pPr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980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DFA81-FF35-40E2-AA6F-C4E4697E2C73}" type="datetime1">
              <a:rPr lang="en-US" smtClean="0"/>
              <a:pPr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50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8B4E-9E6D-47DB-A8C9-443A66B04FA1}" type="datetime1">
              <a:rPr lang="en-US" smtClean="0"/>
              <a:pPr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942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AD187-3CAF-4EEB-B511-D277A7E40C82}" type="datetime1">
              <a:rPr lang="en-US" smtClean="0"/>
              <a:pPr/>
              <a:t>5/24/2024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662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FEB82-3297-42CA-9AC7-D3ECF198E013}" type="datetime1">
              <a:rPr lang="en-US" smtClean="0"/>
              <a:pPr/>
              <a:t>5/24/2024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286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48733-E273-4EF3-8143-57B6AA49A592}" type="datetime1">
              <a:rPr lang="en-US" smtClean="0"/>
              <a:pPr/>
              <a:t>5/24/2024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93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16BD8-1159-4CEE-BF69-08E8DE6F04D4}" type="datetime1">
              <a:rPr lang="en-US" smtClean="0"/>
              <a:pPr/>
              <a:t>5/24/2024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5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5B0FE-4AC0-4D7B-83B1-A18CD9CB8AEE}" type="datetime1">
              <a:rPr lang="en-US" smtClean="0"/>
              <a:pPr/>
              <a:t>5/24/2024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261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2F497-D16F-472A-8AB2-6923D245D09D}" type="datetime1">
              <a:rPr lang="en-US" smtClean="0"/>
              <a:pPr/>
              <a:t>5/24/2024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74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E3EED-3DA2-4ED4-9C83-CEA1A9E43AAB}" type="datetime1">
              <a:rPr lang="en-US" smtClean="0"/>
              <a:pPr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173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ADCE-E054-4FA0-B715-AC4537BA8B51}" type="datetime1">
              <a:rPr lang="en-US" smtClean="0"/>
              <a:pPr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704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27188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8C20E4EF-B5E4-4C0A-9787-C4B535462EF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0446708-658B-4B12-8D2A-9E703D701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42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0E4EF-B5E4-4C0A-9787-C4B535462EF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46708-658B-4B12-8D2A-9E703D701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52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6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25880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C20E4EF-B5E4-4C0A-9787-C4B535462EF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/>
          <a:p>
            <a:fld id="{50446708-658B-4B12-8D2A-9E703D701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9531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0E4EF-B5E4-4C0A-9787-C4B535462EF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46708-658B-4B12-8D2A-9E703D701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0560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0E4EF-B5E4-4C0A-9787-C4B535462EF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46708-658B-4B12-8D2A-9E703D701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494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0E4EF-B5E4-4C0A-9787-C4B535462EF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46708-658B-4B12-8D2A-9E703D701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4892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0E4EF-B5E4-4C0A-9787-C4B535462EF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46708-658B-4B12-8D2A-9E703D701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0180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3736"/>
            <a:ext cx="6398514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0E4EF-B5E4-4C0A-9787-C4B535462EF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6310086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0446708-658B-4B12-8D2A-9E703D7019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615809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8C20E4EF-B5E4-4C0A-9787-C4B535462EF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0446708-658B-4B12-8D2A-9E703D7019B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7626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0E4EF-B5E4-4C0A-9787-C4B535462EF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46708-658B-4B12-8D2A-9E703D701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431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0E4EF-B5E4-4C0A-9787-C4B535462EFA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46708-658B-4B12-8D2A-9E703D701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27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E9BFFB69-46B3-4750-912C-E29F4B8DA29C}" type="datetime1">
              <a:rPr lang="en-US" smtClean="0"/>
              <a:pPr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446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9BFFB69-46B3-4750-912C-E29F4B8DA29C}" type="datetime1">
              <a:rPr lang="en-US" smtClean="0"/>
              <a:pPr/>
              <a:t>5/24/2024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966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C545C-EAC2-4814-AE8B-2D0C943C30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11BDA-D7DF-4130-A3B3-EE0167636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237" y="4391464"/>
            <a:ext cx="6400800" cy="2206283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3900" b="1" dirty="0"/>
              <a:t>Probability and Statistics</a:t>
            </a:r>
          </a:p>
          <a:p>
            <a:pPr algn="ctr"/>
            <a:r>
              <a:rPr lang="en-US" sz="2800" b="1" dirty="0">
                <a:solidFill>
                  <a:srgbClr val="000000">
                    <a:lumMod val="75000"/>
                    <a:lumOff val="25000"/>
                  </a:srgbClr>
                </a:solidFill>
              </a:rPr>
              <a:t>(Software Engineering)</a:t>
            </a:r>
            <a:endParaRPr lang="en-US" sz="3200" b="1" dirty="0"/>
          </a:p>
          <a:p>
            <a:pPr algn="ctr"/>
            <a:r>
              <a:rPr lang="en-US" sz="2600" dirty="0"/>
              <a:t>Instructor </a:t>
            </a:r>
            <a:endParaRPr lang="en-US" dirty="0"/>
          </a:p>
          <a:p>
            <a:pPr algn="ctr"/>
            <a:r>
              <a:rPr lang="en-US" sz="3000" b="1" dirty="0"/>
              <a:t>Dr. Bakhtawar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7F458A-708A-4E75-9D30-9C4DBEA48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600"/>
            <a:ext cx="9144000" cy="2661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315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96D137-6784-4848-B933-E62473AB8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924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D2FD78-2C23-4238-8765-D90B3FEDA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063294"/>
            <a:ext cx="8778240" cy="458606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B51A91A-38E5-49FE-B225-BDF272C0C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208637"/>
            <a:ext cx="8778240" cy="185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796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4A267C-E055-4EC4-B430-AA1D8DC5D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81" y="3165231"/>
            <a:ext cx="8750105" cy="35257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F77AFD8-95CC-47B2-85FE-CF80DD6DB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4" y="167004"/>
            <a:ext cx="8806372" cy="299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470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F69502-BE97-46AC-A945-1CD8D8CF4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48" y="181866"/>
            <a:ext cx="8764171" cy="257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171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92DC8-6100-4113-B55B-C0FFE292B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ctr">
              <a:spcBef>
                <a:spcPts val="0"/>
              </a:spcBef>
              <a:buClrTx/>
              <a:buSzTx/>
              <a:buNone/>
            </a:pPr>
            <a:endParaRPr lang="en-GB" sz="54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ctr">
              <a:spcBef>
                <a:spcPts val="0"/>
              </a:spcBef>
              <a:buClrTx/>
              <a:buSzTx/>
              <a:buNone/>
            </a:pPr>
            <a:endParaRPr lang="en-GB" sz="54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ctr">
              <a:spcBef>
                <a:spcPts val="0"/>
              </a:spcBef>
              <a:buClrTx/>
              <a:buSzTx/>
              <a:buNone/>
            </a:pPr>
            <a:r>
              <a:rPr lang="en-GB" sz="5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  <a:endParaRPr lang="en-GB" sz="4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145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larity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1493</TotalTime>
  <Words>14</Words>
  <Application>Microsoft Office PowerPoint</Application>
  <PresentationFormat>On-screen Show (4:3)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Century Gothic</vt:lpstr>
      <vt:lpstr>Garamond</vt:lpstr>
      <vt:lpstr>Clarity</vt:lpstr>
      <vt:lpstr>Savon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123</cp:revision>
  <dcterms:created xsi:type="dcterms:W3CDTF">2022-09-10T13:48:09Z</dcterms:created>
  <dcterms:modified xsi:type="dcterms:W3CDTF">2024-05-24T06:42:03Z</dcterms:modified>
</cp:coreProperties>
</file>