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84" r:id="rId1"/>
  </p:sldMasterIdLst>
  <p:notesMasterIdLst>
    <p:notesMasterId r:id="rId34"/>
  </p:notesMasterIdLst>
  <p:sldIdLst>
    <p:sldId id="256" r:id="rId2"/>
    <p:sldId id="489" r:id="rId3"/>
    <p:sldId id="487" r:id="rId4"/>
    <p:sldId id="483" r:id="rId5"/>
    <p:sldId id="484" r:id="rId6"/>
    <p:sldId id="485" r:id="rId7"/>
    <p:sldId id="258" r:id="rId8"/>
    <p:sldId id="259" r:id="rId9"/>
    <p:sldId id="493" r:id="rId10"/>
    <p:sldId id="260" r:id="rId11"/>
    <p:sldId id="263" r:id="rId12"/>
    <p:sldId id="488" r:id="rId13"/>
    <p:sldId id="261" r:id="rId14"/>
    <p:sldId id="491" r:id="rId15"/>
    <p:sldId id="490" r:id="rId16"/>
    <p:sldId id="492" r:id="rId17"/>
    <p:sldId id="495" r:id="rId18"/>
    <p:sldId id="272" r:id="rId19"/>
    <p:sldId id="273" r:id="rId20"/>
    <p:sldId id="500" r:id="rId21"/>
    <p:sldId id="505" r:id="rId22"/>
    <p:sldId id="502" r:id="rId23"/>
    <p:sldId id="268" r:id="rId24"/>
    <p:sldId id="269" r:id="rId25"/>
    <p:sldId id="494" r:id="rId26"/>
    <p:sldId id="262" r:id="rId27"/>
    <p:sldId id="497" r:id="rId28"/>
    <p:sldId id="503" r:id="rId29"/>
    <p:sldId id="499" r:id="rId30"/>
    <p:sldId id="504" r:id="rId31"/>
    <p:sldId id="287" r:id="rId32"/>
    <p:sldId id="26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HMea4WZ65Ys5ZkXdG+Ccw==" hashData="REJwh4ygBzbPHHJtiskYGHdnnN//5WcwPQx6JOQWfPKVQltENDepnO7WgpwX0/683mGMA8ra6sW68d5VRDt2I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3A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8E7DB9-E702-4F26-B6CD-CF82A492FF9F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033C175D-A4B2-4EEA-8ADD-69C1B020D312}">
      <dgm:prSet/>
      <dgm:spPr/>
      <dgm:t>
        <a:bodyPr/>
        <a:lstStyle/>
        <a:p>
          <a:r>
            <a:rPr lang="en-US" dirty="0"/>
            <a:t>Course Break Down</a:t>
          </a:r>
          <a:endParaRPr lang="en-MY" dirty="0"/>
        </a:p>
      </dgm:t>
    </dgm:pt>
    <dgm:pt modelId="{9A9288E8-CAD5-46D4-97BC-8AB3F3641EF0}" type="parTrans" cxnId="{1DBB695B-891B-43E0-8E65-6C2AF3266953}">
      <dgm:prSet/>
      <dgm:spPr/>
      <dgm:t>
        <a:bodyPr/>
        <a:lstStyle/>
        <a:p>
          <a:endParaRPr lang="en-MY"/>
        </a:p>
      </dgm:t>
    </dgm:pt>
    <dgm:pt modelId="{5701D430-0225-44AB-9031-38673759A34F}" type="sibTrans" cxnId="{1DBB695B-891B-43E0-8E65-6C2AF3266953}">
      <dgm:prSet/>
      <dgm:spPr/>
      <dgm:t>
        <a:bodyPr/>
        <a:lstStyle/>
        <a:p>
          <a:endParaRPr lang="en-MY"/>
        </a:p>
      </dgm:t>
    </dgm:pt>
    <dgm:pt modelId="{E18226B2-43FF-40DE-9DBF-E3C3097EED31}">
      <dgm:prSet/>
      <dgm:spPr/>
      <dgm:t>
        <a:bodyPr/>
        <a:lstStyle/>
        <a:p>
          <a:r>
            <a:rPr lang="en-US"/>
            <a:t>Course Learning Outcome</a:t>
          </a:r>
          <a:endParaRPr lang="en-MY"/>
        </a:p>
      </dgm:t>
    </dgm:pt>
    <dgm:pt modelId="{26A298E9-4A9A-4ECD-BDF4-2C86927FA15F}" type="parTrans" cxnId="{D3DE4B17-8AB7-45B7-8134-8938EC616761}">
      <dgm:prSet/>
      <dgm:spPr/>
      <dgm:t>
        <a:bodyPr/>
        <a:lstStyle/>
        <a:p>
          <a:endParaRPr lang="en-MY"/>
        </a:p>
      </dgm:t>
    </dgm:pt>
    <dgm:pt modelId="{8306523C-6279-444F-B378-16D534E611D7}" type="sibTrans" cxnId="{D3DE4B17-8AB7-45B7-8134-8938EC616761}">
      <dgm:prSet/>
      <dgm:spPr/>
      <dgm:t>
        <a:bodyPr/>
        <a:lstStyle/>
        <a:p>
          <a:endParaRPr lang="en-MY"/>
        </a:p>
      </dgm:t>
    </dgm:pt>
    <dgm:pt modelId="{EA452C5C-693D-4FDD-B408-DCBC97BB1340}">
      <dgm:prSet/>
      <dgm:spPr/>
      <dgm:t>
        <a:bodyPr/>
        <a:lstStyle/>
        <a:p>
          <a:r>
            <a:rPr lang="en-US"/>
            <a:t>Course Assessment</a:t>
          </a:r>
          <a:endParaRPr lang="en-MY"/>
        </a:p>
      </dgm:t>
    </dgm:pt>
    <dgm:pt modelId="{286E6117-9ACD-4DE4-A50A-E9AB838C90C9}" type="parTrans" cxnId="{06FACD1E-5EEE-4A62-B963-7EE34499D020}">
      <dgm:prSet/>
      <dgm:spPr/>
      <dgm:t>
        <a:bodyPr/>
        <a:lstStyle/>
        <a:p>
          <a:endParaRPr lang="en-MY"/>
        </a:p>
      </dgm:t>
    </dgm:pt>
    <dgm:pt modelId="{F4424A8E-3544-4BE0-93BE-495E6A85D23A}" type="sibTrans" cxnId="{06FACD1E-5EEE-4A62-B963-7EE34499D020}">
      <dgm:prSet/>
      <dgm:spPr/>
      <dgm:t>
        <a:bodyPr/>
        <a:lstStyle/>
        <a:p>
          <a:endParaRPr lang="en-MY"/>
        </a:p>
      </dgm:t>
    </dgm:pt>
    <dgm:pt modelId="{03C1F756-51F9-461D-912A-06B2AE5BA007}">
      <dgm:prSet/>
      <dgm:spPr/>
      <dgm:t>
        <a:bodyPr/>
        <a:lstStyle/>
        <a:p>
          <a:r>
            <a:rPr lang="en-US"/>
            <a:t>Course Content</a:t>
          </a:r>
          <a:endParaRPr lang="en-MY"/>
        </a:p>
      </dgm:t>
    </dgm:pt>
    <dgm:pt modelId="{B7CB0303-ACFD-40AD-A764-CEDBE89309A6}" type="parTrans" cxnId="{D9C3A775-7147-41CA-B95E-C1D9DD51CD11}">
      <dgm:prSet/>
      <dgm:spPr/>
      <dgm:t>
        <a:bodyPr/>
        <a:lstStyle/>
        <a:p>
          <a:endParaRPr lang="en-MY"/>
        </a:p>
      </dgm:t>
    </dgm:pt>
    <dgm:pt modelId="{B349E6D0-26BC-4531-B762-DB046020487F}" type="sibTrans" cxnId="{D9C3A775-7147-41CA-B95E-C1D9DD51CD11}">
      <dgm:prSet/>
      <dgm:spPr/>
      <dgm:t>
        <a:bodyPr/>
        <a:lstStyle/>
        <a:p>
          <a:endParaRPr lang="en-MY"/>
        </a:p>
      </dgm:t>
    </dgm:pt>
    <dgm:pt modelId="{A221AC26-1DBD-41EF-B688-38D12B855730}" type="pres">
      <dgm:prSet presAssocID="{9C8E7DB9-E702-4F26-B6CD-CF82A492FF9F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8DF58584-5E5B-4C02-B783-E66FCB1BFD3B}" type="pres">
      <dgm:prSet presAssocID="{9C8E7DB9-E702-4F26-B6CD-CF82A492FF9F}" presName="cycle" presStyleCnt="0"/>
      <dgm:spPr/>
    </dgm:pt>
    <dgm:pt modelId="{3053B7A0-D912-48F0-ACFC-E5BF9163C5D4}" type="pres">
      <dgm:prSet presAssocID="{9C8E7DB9-E702-4F26-B6CD-CF82A492FF9F}" presName="centerShape" presStyleCnt="0"/>
      <dgm:spPr/>
    </dgm:pt>
    <dgm:pt modelId="{457C4EC9-BA13-4AD8-8A04-B87D4AFF090E}" type="pres">
      <dgm:prSet presAssocID="{9C8E7DB9-E702-4F26-B6CD-CF82A492FF9F}" presName="connSite" presStyleLbl="node1" presStyleIdx="0" presStyleCnt="2"/>
      <dgm:spPr/>
    </dgm:pt>
    <dgm:pt modelId="{7F288646-299C-4276-A3E1-D9F3CCD31DFF}" type="pres">
      <dgm:prSet presAssocID="{9C8E7DB9-E702-4F26-B6CD-CF82A492FF9F}" presName="visible" presStyleLbl="node1" presStyleIdx="0" presStyleCnt="2"/>
      <dgm:spPr/>
    </dgm:pt>
    <dgm:pt modelId="{09B073FE-ECB0-4B7A-874A-606595D600F6}" type="pres">
      <dgm:prSet presAssocID="{9A9288E8-CAD5-46D4-97BC-8AB3F3641EF0}" presName="Name25" presStyleLbl="parChTrans1D1" presStyleIdx="0" presStyleCnt="1"/>
      <dgm:spPr/>
    </dgm:pt>
    <dgm:pt modelId="{73FA4646-7F3A-4287-9C31-91CEDD76C2D7}" type="pres">
      <dgm:prSet presAssocID="{033C175D-A4B2-4EEA-8ADD-69C1B020D312}" presName="node" presStyleCnt="0"/>
      <dgm:spPr/>
    </dgm:pt>
    <dgm:pt modelId="{5505E260-C70F-495F-B980-CD5DD357E904}" type="pres">
      <dgm:prSet presAssocID="{033C175D-A4B2-4EEA-8ADD-69C1B020D312}" presName="parentNode" presStyleLbl="node1" presStyleIdx="1" presStyleCnt="2">
        <dgm:presLayoutVars>
          <dgm:chMax val="1"/>
          <dgm:bulletEnabled val="1"/>
        </dgm:presLayoutVars>
      </dgm:prSet>
      <dgm:spPr/>
    </dgm:pt>
    <dgm:pt modelId="{8202D27A-7F65-49F4-96CC-0481051F00DA}" type="pres">
      <dgm:prSet presAssocID="{033C175D-A4B2-4EEA-8ADD-69C1B020D312}" presName="childNode" presStyleLbl="revTx" presStyleIdx="0" presStyleCnt="1">
        <dgm:presLayoutVars>
          <dgm:bulletEnabled val="1"/>
        </dgm:presLayoutVars>
      </dgm:prSet>
      <dgm:spPr/>
    </dgm:pt>
  </dgm:ptLst>
  <dgm:cxnLst>
    <dgm:cxn modelId="{D3DE4B17-8AB7-45B7-8134-8938EC616761}" srcId="{033C175D-A4B2-4EEA-8ADD-69C1B020D312}" destId="{E18226B2-43FF-40DE-9DBF-E3C3097EED31}" srcOrd="0" destOrd="0" parTransId="{26A298E9-4A9A-4ECD-BDF4-2C86927FA15F}" sibTransId="{8306523C-6279-444F-B378-16D534E611D7}"/>
    <dgm:cxn modelId="{06FACD1E-5EEE-4A62-B963-7EE34499D020}" srcId="{033C175D-A4B2-4EEA-8ADD-69C1B020D312}" destId="{EA452C5C-693D-4FDD-B408-DCBC97BB1340}" srcOrd="1" destOrd="0" parTransId="{286E6117-9ACD-4DE4-A50A-E9AB838C90C9}" sibTransId="{F4424A8E-3544-4BE0-93BE-495E6A85D23A}"/>
    <dgm:cxn modelId="{0C7FBD31-03C4-490B-A7B7-F14FAFCADEA4}" type="presOf" srcId="{E18226B2-43FF-40DE-9DBF-E3C3097EED31}" destId="{8202D27A-7F65-49F4-96CC-0481051F00DA}" srcOrd="0" destOrd="0" presId="urn:microsoft.com/office/officeart/2005/8/layout/radial2"/>
    <dgm:cxn modelId="{1DBB695B-891B-43E0-8E65-6C2AF3266953}" srcId="{9C8E7DB9-E702-4F26-B6CD-CF82A492FF9F}" destId="{033C175D-A4B2-4EEA-8ADD-69C1B020D312}" srcOrd="0" destOrd="0" parTransId="{9A9288E8-CAD5-46D4-97BC-8AB3F3641EF0}" sibTransId="{5701D430-0225-44AB-9031-38673759A34F}"/>
    <dgm:cxn modelId="{1467CC5E-41D8-4484-81FF-A6CA91EC09DD}" type="presOf" srcId="{033C175D-A4B2-4EEA-8ADD-69C1B020D312}" destId="{5505E260-C70F-495F-B980-CD5DD357E904}" srcOrd="0" destOrd="0" presId="urn:microsoft.com/office/officeart/2005/8/layout/radial2"/>
    <dgm:cxn modelId="{6D6DCE50-6FAF-4F0C-B713-B23AB596F397}" type="presOf" srcId="{9A9288E8-CAD5-46D4-97BC-8AB3F3641EF0}" destId="{09B073FE-ECB0-4B7A-874A-606595D600F6}" srcOrd="0" destOrd="0" presId="urn:microsoft.com/office/officeart/2005/8/layout/radial2"/>
    <dgm:cxn modelId="{D9C3A775-7147-41CA-B95E-C1D9DD51CD11}" srcId="{033C175D-A4B2-4EEA-8ADD-69C1B020D312}" destId="{03C1F756-51F9-461D-912A-06B2AE5BA007}" srcOrd="2" destOrd="0" parTransId="{B7CB0303-ACFD-40AD-A764-CEDBE89309A6}" sibTransId="{B349E6D0-26BC-4531-B762-DB046020487F}"/>
    <dgm:cxn modelId="{CFC32C56-A059-4BF7-8078-CD6C030FC715}" type="presOf" srcId="{03C1F756-51F9-461D-912A-06B2AE5BA007}" destId="{8202D27A-7F65-49F4-96CC-0481051F00DA}" srcOrd="0" destOrd="2" presId="urn:microsoft.com/office/officeart/2005/8/layout/radial2"/>
    <dgm:cxn modelId="{DCD00181-4B7B-4E9D-B2CB-1430700D8A09}" type="presOf" srcId="{EA452C5C-693D-4FDD-B408-DCBC97BB1340}" destId="{8202D27A-7F65-49F4-96CC-0481051F00DA}" srcOrd="0" destOrd="1" presId="urn:microsoft.com/office/officeart/2005/8/layout/radial2"/>
    <dgm:cxn modelId="{C4771CC6-1C00-49F0-B23E-1E291A7A13FD}" type="presOf" srcId="{9C8E7DB9-E702-4F26-B6CD-CF82A492FF9F}" destId="{A221AC26-1DBD-41EF-B688-38D12B855730}" srcOrd="0" destOrd="0" presId="urn:microsoft.com/office/officeart/2005/8/layout/radial2"/>
    <dgm:cxn modelId="{5F808A3F-5DFC-41CA-8E90-67C533A16E16}" type="presParOf" srcId="{A221AC26-1DBD-41EF-B688-38D12B855730}" destId="{8DF58584-5E5B-4C02-B783-E66FCB1BFD3B}" srcOrd="0" destOrd="0" presId="urn:microsoft.com/office/officeart/2005/8/layout/radial2"/>
    <dgm:cxn modelId="{7408757F-6E9B-4DC2-A20C-A63881FD128D}" type="presParOf" srcId="{8DF58584-5E5B-4C02-B783-E66FCB1BFD3B}" destId="{3053B7A0-D912-48F0-ACFC-E5BF9163C5D4}" srcOrd="0" destOrd="0" presId="urn:microsoft.com/office/officeart/2005/8/layout/radial2"/>
    <dgm:cxn modelId="{1AEB441B-C266-4FC6-8D29-B5060468B982}" type="presParOf" srcId="{3053B7A0-D912-48F0-ACFC-E5BF9163C5D4}" destId="{457C4EC9-BA13-4AD8-8A04-B87D4AFF090E}" srcOrd="0" destOrd="0" presId="urn:microsoft.com/office/officeart/2005/8/layout/radial2"/>
    <dgm:cxn modelId="{106DCE4A-7791-449A-8F31-4B1D0A74742E}" type="presParOf" srcId="{3053B7A0-D912-48F0-ACFC-E5BF9163C5D4}" destId="{7F288646-299C-4276-A3E1-D9F3CCD31DFF}" srcOrd="1" destOrd="0" presId="urn:microsoft.com/office/officeart/2005/8/layout/radial2"/>
    <dgm:cxn modelId="{BEC11345-FBED-42C1-AE85-0B8A8EC0ECBD}" type="presParOf" srcId="{8DF58584-5E5B-4C02-B783-E66FCB1BFD3B}" destId="{09B073FE-ECB0-4B7A-874A-606595D600F6}" srcOrd="1" destOrd="0" presId="urn:microsoft.com/office/officeart/2005/8/layout/radial2"/>
    <dgm:cxn modelId="{666CD749-72C3-4D93-9F3E-ECF44C2B578E}" type="presParOf" srcId="{8DF58584-5E5B-4C02-B783-E66FCB1BFD3B}" destId="{73FA4646-7F3A-4287-9C31-91CEDD76C2D7}" srcOrd="2" destOrd="0" presId="urn:microsoft.com/office/officeart/2005/8/layout/radial2"/>
    <dgm:cxn modelId="{A3D64D4B-C9CC-47B8-882C-AE59D2859D19}" type="presParOf" srcId="{73FA4646-7F3A-4287-9C31-91CEDD76C2D7}" destId="{5505E260-C70F-495F-B980-CD5DD357E904}" srcOrd="0" destOrd="0" presId="urn:microsoft.com/office/officeart/2005/8/layout/radial2"/>
    <dgm:cxn modelId="{315CA61D-FC97-4BE0-A9F5-2BCEDBD458CA}" type="presParOf" srcId="{73FA4646-7F3A-4287-9C31-91CEDD76C2D7}" destId="{8202D27A-7F65-49F4-96CC-0481051F00DA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F56ACD-9F45-4DCF-81C3-3C70C6453B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FD7DED31-FBF5-4814-8393-A8EE5B7E890E}">
      <dgm:prSet/>
      <dgm:spPr/>
      <dgm:t>
        <a:bodyPr/>
        <a:lstStyle/>
        <a:p>
          <a:pPr algn="just"/>
          <a:r>
            <a:rPr lang="en-US" dirty="0"/>
            <a:t>A software development process is the process used by software engineers to design and develop computer software.</a:t>
          </a:r>
          <a:endParaRPr lang="en-MY" dirty="0"/>
        </a:p>
      </dgm:t>
    </dgm:pt>
    <dgm:pt modelId="{104F6237-9671-4A81-BB6C-CC788F5D8C18}" type="parTrans" cxnId="{98AD057D-E75F-4221-9143-80A5BBE8ED0F}">
      <dgm:prSet/>
      <dgm:spPr/>
      <dgm:t>
        <a:bodyPr/>
        <a:lstStyle/>
        <a:p>
          <a:endParaRPr lang="en-MY"/>
        </a:p>
      </dgm:t>
    </dgm:pt>
    <dgm:pt modelId="{AC95E951-4CE6-4735-B31D-79C131607B29}" type="sibTrans" cxnId="{98AD057D-E75F-4221-9143-80A5BBE8ED0F}">
      <dgm:prSet/>
      <dgm:spPr/>
      <dgm:t>
        <a:bodyPr/>
        <a:lstStyle/>
        <a:p>
          <a:endParaRPr lang="en-MY"/>
        </a:p>
      </dgm:t>
    </dgm:pt>
    <dgm:pt modelId="{11107B4E-73FC-4E3A-8FEA-6E08C92B5EF0}">
      <dgm:prSet/>
      <dgm:spPr/>
      <dgm:t>
        <a:bodyPr/>
        <a:lstStyle/>
        <a:p>
          <a:pPr algn="just"/>
          <a:r>
            <a:rPr lang="en-US" dirty="0"/>
            <a:t>It may be an undocumented ad hoc process  or it may be a standardized and documented process used by various teams on similar projects.</a:t>
          </a:r>
          <a:endParaRPr lang="en-MY" dirty="0"/>
        </a:p>
      </dgm:t>
    </dgm:pt>
    <dgm:pt modelId="{9625E5A7-E5A2-4BCD-88D7-2216799F8492}" type="parTrans" cxnId="{01F52CE3-E4CC-4D7F-8B3F-0EE8FD939DC5}">
      <dgm:prSet/>
      <dgm:spPr/>
      <dgm:t>
        <a:bodyPr/>
        <a:lstStyle/>
        <a:p>
          <a:endParaRPr lang="en-MY"/>
        </a:p>
      </dgm:t>
    </dgm:pt>
    <dgm:pt modelId="{C5C0DEF4-8378-40CD-ADFD-94EE957874C2}" type="sibTrans" cxnId="{01F52CE3-E4CC-4D7F-8B3F-0EE8FD939DC5}">
      <dgm:prSet/>
      <dgm:spPr/>
      <dgm:t>
        <a:bodyPr/>
        <a:lstStyle/>
        <a:p>
          <a:endParaRPr lang="en-MY"/>
        </a:p>
      </dgm:t>
    </dgm:pt>
    <dgm:pt modelId="{C1B2EB8A-7B27-421D-9537-CA18D948FE9C}">
      <dgm:prSet/>
      <dgm:spPr/>
      <dgm:t>
        <a:bodyPr/>
        <a:lstStyle/>
        <a:p>
          <a:pPr algn="just"/>
          <a:r>
            <a:rPr lang="en-US" dirty="0"/>
            <a:t>It acts  as the glue that ties people, technology, and procedures coherently together</a:t>
          </a:r>
          <a:endParaRPr lang="en-MY" dirty="0"/>
        </a:p>
      </dgm:t>
    </dgm:pt>
    <dgm:pt modelId="{B2E0C154-3A8B-46DE-89A2-2C93A301114B}" type="parTrans" cxnId="{B051814F-577B-4416-B6C8-C2A55113AD98}">
      <dgm:prSet/>
      <dgm:spPr/>
      <dgm:t>
        <a:bodyPr/>
        <a:lstStyle/>
        <a:p>
          <a:endParaRPr lang="en-MY"/>
        </a:p>
      </dgm:t>
    </dgm:pt>
    <dgm:pt modelId="{63354339-3318-445E-9B49-868CA9D6EE1D}" type="sibTrans" cxnId="{B051814F-577B-4416-B6C8-C2A55113AD98}">
      <dgm:prSet/>
      <dgm:spPr/>
      <dgm:t>
        <a:bodyPr/>
        <a:lstStyle/>
        <a:p>
          <a:endParaRPr lang="en-MY"/>
        </a:p>
      </dgm:t>
    </dgm:pt>
    <dgm:pt modelId="{7CC92AD0-9E9B-439F-B36C-94DCDC8F7919}" type="pres">
      <dgm:prSet presAssocID="{7FF56ACD-9F45-4DCF-81C3-3C70C6453B44}" presName="linear" presStyleCnt="0">
        <dgm:presLayoutVars>
          <dgm:animLvl val="lvl"/>
          <dgm:resizeHandles val="exact"/>
        </dgm:presLayoutVars>
      </dgm:prSet>
      <dgm:spPr/>
    </dgm:pt>
    <dgm:pt modelId="{1576F643-0D99-48DC-9759-DE4970C235D3}" type="pres">
      <dgm:prSet presAssocID="{FD7DED31-FBF5-4814-8393-A8EE5B7E890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58A55A-0F30-4D1D-972E-1C79FE0081BB}" type="pres">
      <dgm:prSet presAssocID="{AC95E951-4CE6-4735-B31D-79C131607B29}" presName="spacer" presStyleCnt="0"/>
      <dgm:spPr/>
    </dgm:pt>
    <dgm:pt modelId="{DAFE06E2-78D3-40BF-80A9-2A1046BCB5FF}" type="pres">
      <dgm:prSet presAssocID="{11107B4E-73FC-4E3A-8FEA-6E08C92B5E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8BE5A59-DB17-459C-AF94-008A6C609F37}" type="pres">
      <dgm:prSet presAssocID="{C5C0DEF4-8378-40CD-ADFD-94EE957874C2}" presName="spacer" presStyleCnt="0"/>
      <dgm:spPr/>
    </dgm:pt>
    <dgm:pt modelId="{FD19C0C0-AEF6-4562-A8F5-9C55FB3D5A2E}" type="pres">
      <dgm:prSet presAssocID="{C1B2EB8A-7B27-421D-9537-CA18D948FE9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15BAC0A-B854-4688-9469-7677E3E4D304}" type="presOf" srcId="{7FF56ACD-9F45-4DCF-81C3-3C70C6453B44}" destId="{7CC92AD0-9E9B-439F-B36C-94DCDC8F7919}" srcOrd="0" destOrd="0" presId="urn:microsoft.com/office/officeart/2005/8/layout/vList2"/>
    <dgm:cxn modelId="{0BCDB10C-5BB2-4F12-A589-F49F3B6DEA37}" type="presOf" srcId="{11107B4E-73FC-4E3A-8FEA-6E08C92B5EF0}" destId="{DAFE06E2-78D3-40BF-80A9-2A1046BCB5FF}" srcOrd="0" destOrd="0" presId="urn:microsoft.com/office/officeart/2005/8/layout/vList2"/>
    <dgm:cxn modelId="{C7D3F90F-3619-425C-B838-C97B8D3098C8}" type="presOf" srcId="{FD7DED31-FBF5-4814-8393-A8EE5B7E890E}" destId="{1576F643-0D99-48DC-9759-DE4970C235D3}" srcOrd="0" destOrd="0" presId="urn:microsoft.com/office/officeart/2005/8/layout/vList2"/>
    <dgm:cxn modelId="{963D2362-909D-4F7E-B7EE-35BAE6CB99D0}" type="presOf" srcId="{C1B2EB8A-7B27-421D-9537-CA18D948FE9C}" destId="{FD19C0C0-AEF6-4562-A8F5-9C55FB3D5A2E}" srcOrd="0" destOrd="0" presId="urn:microsoft.com/office/officeart/2005/8/layout/vList2"/>
    <dgm:cxn modelId="{B051814F-577B-4416-B6C8-C2A55113AD98}" srcId="{7FF56ACD-9F45-4DCF-81C3-3C70C6453B44}" destId="{C1B2EB8A-7B27-421D-9537-CA18D948FE9C}" srcOrd="2" destOrd="0" parTransId="{B2E0C154-3A8B-46DE-89A2-2C93A301114B}" sibTransId="{63354339-3318-445E-9B49-868CA9D6EE1D}"/>
    <dgm:cxn modelId="{98AD057D-E75F-4221-9143-80A5BBE8ED0F}" srcId="{7FF56ACD-9F45-4DCF-81C3-3C70C6453B44}" destId="{FD7DED31-FBF5-4814-8393-A8EE5B7E890E}" srcOrd="0" destOrd="0" parTransId="{104F6237-9671-4A81-BB6C-CC788F5D8C18}" sibTransId="{AC95E951-4CE6-4735-B31D-79C131607B29}"/>
    <dgm:cxn modelId="{01F52CE3-E4CC-4D7F-8B3F-0EE8FD939DC5}" srcId="{7FF56ACD-9F45-4DCF-81C3-3C70C6453B44}" destId="{11107B4E-73FC-4E3A-8FEA-6E08C92B5EF0}" srcOrd="1" destOrd="0" parTransId="{9625E5A7-E5A2-4BCD-88D7-2216799F8492}" sibTransId="{C5C0DEF4-8378-40CD-ADFD-94EE957874C2}"/>
    <dgm:cxn modelId="{29B6AF0F-B807-4676-80B1-EA3613C9C963}" type="presParOf" srcId="{7CC92AD0-9E9B-439F-B36C-94DCDC8F7919}" destId="{1576F643-0D99-48DC-9759-DE4970C235D3}" srcOrd="0" destOrd="0" presId="urn:microsoft.com/office/officeart/2005/8/layout/vList2"/>
    <dgm:cxn modelId="{C99B208E-0ADE-4D3A-B619-8BDD1399087B}" type="presParOf" srcId="{7CC92AD0-9E9B-439F-B36C-94DCDC8F7919}" destId="{BB58A55A-0F30-4D1D-972E-1C79FE0081BB}" srcOrd="1" destOrd="0" presId="urn:microsoft.com/office/officeart/2005/8/layout/vList2"/>
    <dgm:cxn modelId="{CB96F236-4276-4D57-A5FB-842FDF3E171D}" type="presParOf" srcId="{7CC92AD0-9E9B-439F-B36C-94DCDC8F7919}" destId="{DAFE06E2-78D3-40BF-80A9-2A1046BCB5FF}" srcOrd="2" destOrd="0" presId="urn:microsoft.com/office/officeart/2005/8/layout/vList2"/>
    <dgm:cxn modelId="{5779BF52-3089-47B3-A38C-CAA7E23312A8}" type="presParOf" srcId="{7CC92AD0-9E9B-439F-B36C-94DCDC8F7919}" destId="{28BE5A59-DB17-459C-AF94-008A6C609F37}" srcOrd="3" destOrd="0" presId="urn:microsoft.com/office/officeart/2005/8/layout/vList2"/>
    <dgm:cxn modelId="{5409E57E-5371-4DDA-994D-9C56382F315D}" type="presParOf" srcId="{7CC92AD0-9E9B-439F-B36C-94DCDC8F7919}" destId="{FD19C0C0-AEF6-4562-A8F5-9C55FB3D5A2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02A4BF-E98E-4844-8386-0E27D1BEDF76}" type="doc">
      <dgm:prSet loTypeId="urn:microsoft.com/office/officeart/2005/8/layout/architecture" loCatId="relationship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22E7E9AD-727E-4E37-95A1-51A6F575AAC9}">
      <dgm:prSet/>
      <dgm:spPr/>
      <dgm:t>
        <a:bodyPr/>
        <a:lstStyle/>
        <a:p>
          <a:r>
            <a:rPr lang="en-US"/>
            <a:t>The software development  processes includes a set of  processes to determine </a:t>
          </a:r>
          <a:endParaRPr lang="en-MY"/>
        </a:p>
      </dgm:t>
    </dgm:pt>
    <dgm:pt modelId="{34DA2C51-F20F-4B11-A212-44E57A4470D0}" type="parTrans" cxnId="{ABA1EB8B-E7F4-4BDB-A67A-8815BC7639D1}">
      <dgm:prSet/>
      <dgm:spPr/>
      <dgm:t>
        <a:bodyPr/>
        <a:lstStyle/>
        <a:p>
          <a:endParaRPr lang="en-MY"/>
        </a:p>
      </dgm:t>
    </dgm:pt>
    <dgm:pt modelId="{0517FD46-7259-47A3-9618-36590F864067}" type="sibTrans" cxnId="{ABA1EB8B-E7F4-4BDB-A67A-8815BC7639D1}">
      <dgm:prSet/>
      <dgm:spPr/>
      <dgm:t>
        <a:bodyPr/>
        <a:lstStyle/>
        <a:p>
          <a:endParaRPr lang="en-MY"/>
        </a:p>
      </dgm:t>
    </dgm:pt>
    <dgm:pt modelId="{1E70E8E2-CA18-42E7-9EC6-8435419000A3}">
      <dgm:prSet/>
      <dgm:spPr/>
      <dgm:t>
        <a:bodyPr/>
        <a:lstStyle/>
        <a:p>
          <a:r>
            <a:rPr lang="en-US"/>
            <a:t>Requirements</a:t>
          </a:r>
          <a:endParaRPr lang="en-MY"/>
        </a:p>
      </dgm:t>
    </dgm:pt>
    <dgm:pt modelId="{3C863CE9-F5C5-4BA6-9713-5D51872C9618}" type="parTrans" cxnId="{2A090BC9-23CB-4E62-88EA-D8E886BBCCD4}">
      <dgm:prSet/>
      <dgm:spPr/>
      <dgm:t>
        <a:bodyPr/>
        <a:lstStyle/>
        <a:p>
          <a:endParaRPr lang="en-MY"/>
        </a:p>
      </dgm:t>
    </dgm:pt>
    <dgm:pt modelId="{DAD770A4-8A79-4919-8697-D7871A742D50}" type="sibTrans" cxnId="{2A090BC9-23CB-4E62-88EA-D8E886BBCCD4}">
      <dgm:prSet/>
      <dgm:spPr/>
      <dgm:t>
        <a:bodyPr/>
        <a:lstStyle/>
        <a:p>
          <a:endParaRPr lang="en-MY"/>
        </a:p>
      </dgm:t>
    </dgm:pt>
    <dgm:pt modelId="{F6B4BEBD-98F9-4923-BF7F-D5767AFDDA51}">
      <dgm:prSet/>
      <dgm:spPr/>
      <dgm:t>
        <a:bodyPr/>
        <a:lstStyle/>
        <a:p>
          <a:r>
            <a:rPr lang="en-US"/>
            <a:t>Design</a:t>
          </a:r>
          <a:endParaRPr lang="en-MY"/>
        </a:p>
      </dgm:t>
    </dgm:pt>
    <dgm:pt modelId="{56F2AFEC-980F-48CB-8A6C-FD229A9EC130}" type="parTrans" cxnId="{8D77C432-7FD0-4FE3-A6C8-7D22DFBD70CA}">
      <dgm:prSet/>
      <dgm:spPr/>
      <dgm:t>
        <a:bodyPr/>
        <a:lstStyle/>
        <a:p>
          <a:endParaRPr lang="en-MY"/>
        </a:p>
      </dgm:t>
    </dgm:pt>
    <dgm:pt modelId="{24583AF4-AFAA-476E-AB4A-10ED23E6BC1B}" type="sibTrans" cxnId="{8D77C432-7FD0-4FE3-A6C8-7D22DFBD70CA}">
      <dgm:prSet/>
      <dgm:spPr/>
      <dgm:t>
        <a:bodyPr/>
        <a:lstStyle/>
        <a:p>
          <a:endParaRPr lang="en-MY"/>
        </a:p>
      </dgm:t>
    </dgm:pt>
    <dgm:pt modelId="{107D8BA9-2FEF-4AFC-BE7D-4CAC60ACB57E}">
      <dgm:prSet/>
      <dgm:spPr/>
      <dgm:t>
        <a:bodyPr/>
        <a:lstStyle/>
        <a:p>
          <a:r>
            <a:rPr lang="en-US"/>
            <a:t>Development </a:t>
          </a:r>
          <a:endParaRPr lang="en-MY"/>
        </a:p>
      </dgm:t>
    </dgm:pt>
    <dgm:pt modelId="{53D758EA-DD2A-4CF4-A075-54678DEF8951}" type="parTrans" cxnId="{A9A74D9F-A739-4EC8-96F1-A72AD06A443C}">
      <dgm:prSet/>
      <dgm:spPr/>
      <dgm:t>
        <a:bodyPr/>
        <a:lstStyle/>
        <a:p>
          <a:endParaRPr lang="en-MY"/>
        </a:p>
      </dgm:t>
    </dgm:pt>
    <dgm:pt modelId="{6F350FB2-DE10-4888-B3B0-ABAFF4FF8877}" type="sibTrans" cxnId="{A9A74D9F-A739-4EC8-96F1-A72AD06A443C}">
      <dgm:prSet/>
      <dgm:spPr/>
      <dgm:t>
        <a:bodyPr/>
        <a:lstStyle/>
        <a:p>
          <a:endParaRPr lang="en-MY"/>
        </a:p>
      </dgm:t>
    </dgm:pt>
    <dgm:pt modelId="{7CC9F351-27DF-416B-919A-ECD12902CFE2}">
      <dgm:prSet/>
      <dgm:spPr/>
      <dgm:t>
        <a:bodyPr/>
        <a:lstStyle/>
        <a:p>
          <a:r>
            <a:rPr lang="en-US"/>
            <a:t>Verification</a:t>
          </a:r>
          <a:endParaRPr lang="en-MY"/>
        </a:p>
      </dgm:t>
    </dgm:pt>
    <dgm:pt modelId="{9EC1A01E-8C96-4FDC-A0A3-14D86B8385FE}" type="parTrans" cxnId="{7B352FA9-5309-4FCB-9E8F-8EB838BCDE6F}">
      <dgm:prSet/>
      <dgm:spPr/>
      <dgm:t>
        <a:bodyPr/>
        <a:lstStyle/>
        <a:p>
          <a:endParaRPr lang="en-MY"/>
        </a:p>
      </dgm:t>
    </dgm:pt>
    <dgm:pt modelId="{F1FAC6D6-49D5-497E-8A6C-8533D2C55E94}" type="sibTrans" cxnId="{7B352FA9-5309-4FCB-9E8F-8EB838BCDE6F}">
      <dgm:prSet/>
      <dgm:spPr/>
      <dgm:t>
        <a:bodyPr/>
        <a:lstStyle/>
        <a:p>
          <a:endParaRPr lang="en-MY"/>
        </a:p>
      </dgm:t>
    </dgm:pt>
    <dgm:pt modelId="{FA0EDD5C-7719-4CC2-BF39-64B4439CCEA2}">
      <dgm:prSet/>
      <dgm:spPr/>
      <dgm:t>
        <a:bodyPr/>
        <a:lstStyle/>
        <a:p>
          <a:r>
            <a:rPr lang="en-US"/>
            <a:t>Maintenance </a:t>
          </a:r>
          <a:endParaRPr lang="en-MY"/>
        </a:p>
      </dgm:t>
    </dgm:pt>
    <dgm:pt modelId="{ED9CB13F-D05E-4256-BBFF-C583762D83E3}" type="parTrans" cxnId="{38F76E09-B47C-45CC-BEFD-56E9D1EC6A1E}">
      <dgm:prSet/>
      <dgm:spPr/>
      <dgm:t>
        <a:bodyPr/>
        <a:lstStyle/>
        <a:p>
          <a:endParaRPr lang="en-MY"/>
        </a:p>
      </dgm:t>
    </dgm:pt>
    <dgm:pt modelId="{15773838-06D2-4093-9ABC-3957D6FE1434}" type="sibTrans" cxnId="{38F76E09-B47C-45CC-BEFD-56E9D1EC6A1E}">
      <dgm:prSet/>
      <dgm:spPr/>
      <dgm:t>
        <a:bodyPr/>
        <a:lstStyle/>
        <a:p>
          <a:endParaRPr lang="en-MY"/>
        </a:p>
      </dgm:t>
    </dgm:pt>
    <dgm:pt modelId="{726CD4EC-31AD-4955-B412-F6764BC1A40E}" type="pres">
      <dgm:prSet presAssocID="{B302A4BF-E98E-4844-8386-0E27D1BEDF7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1020EC-2DEA-42E8-AD76-703577E77A33}" type="pres">
      <dgm:prSet presAssocID="{22E7E9AD-727E-4E37-95A1-51A6F575AAC9}" presName="vertOne" presStyleCnt="0"/>
      <dgm:spPr/>
    </dgm:pt>
    <dgm:pt modelId="{B0C2D799-3E6C-452B-A846-291FF2216226}" type="pres">
      <dgm:prSet presAssocID="{22E7E9AD-727E-4E37-95A1-51A6F575AAC9}" presName="txOne" presStyleLbl="node0" presStyleIdx="0" presStyleCnt="1">
        <dgm:presLayoutVars>
          <dgm:chPref val="3"/>
        </dgm:presLayoutVars>
      </dgm:prSet>
      <dgm:spPr/>
    </dgm:pt>
    <dgm:pt modelId="{D92221EB-55B2-4C71-A0C4-0DCD23A30112}" type="pres">
      <dgm:prSet presAssocID="{22E7E9AD-727E-4E37-95A1-51A6F575AAC9}" presName="parTransOne" presStyleCnt="0"/>
      <dgm:spPr/>
    </dgm:pt>
    <dgm:pt modelId="{216AD143-0BEC-415D-B83C-8705FB3541CD}" type="pres">
      <dgm:prSet presAssocID="{22E7E9AD-727E-4E37-95A1-51A6F575AAC9}" presName="horzOne" presStyleCnt="0"/>
      <dgm:spPr/>
    </dgm:pt>
    <dgm:pt modelId="{50ED9DF9-170C-457C-9BFC-1E2B3AA5A74F}" type="pres">
      <dgm:prSet presAssocID="{1E70E8E2-CA18-42E7-9EC6-8435419000A3}" presName="vertTwo" presStyleCnt="0"/>
      <dgm:spPr/>
    </dgm:pt>
    <dgm:pt modelId="{36774910-B18F-4D43-955A-33A7878D14C5}" type="pres">
      <dgm:prSet presAssocID="{1E70E8E2-CA18-42E7-9EC6-8435419000A3}" presName="txTwo" presStyleLbl="node2" presStyleIdx="0" presStyleCnt="5">
        <dgm:presLayoutVars>
          <dgm:chPref val="3"/>
        </dgm:presLayoutVars>
      </dgm:prSet>
      <dgm:spPr/>
    </dgm:pt>
    <dgm:pt modelId="{7699A3C5-BC30-4D0E-A43A-6157EA508CED}" type="pres">
      <dgm:prSet presAssocID="{1E70E8E2-CA18-42E7-9EC6-8435419000A3}" presName="horzTwo" presStyleCnt="0"/>
      <dgm:spPr/>
    </dgm:pt>
    <dgm:pt modelId="{CF0FCFD8-E779-4A34-8153-9A2644D098A5}" type="pres">
      <dgm:prSet presAssocID="{DAD770A4-8A79-4919-8697-D7871A742D50}" presName="sibSpaceTwo" presStyleCnt="0"/>
      <dgm:spPr/>
    </dgm:pt>
    <dgm:pt modelId="{CC2FBA8B-D250-45BD-AD6B-51FD21852707}" type="pres">
      <dgm:prSet presAssocID="{F6B4BEBD-98F9-4923-BF7F-D5767AFDDA51}" presName="vertTwo" presStyleCnt="0"/>
      <dgm:spPr/>
    </dgm:pt>
    <dgm:pt modelId="{2E6A39C2-253E-412B-909E-09AD7A09D1C9}" type="pres">
      <dgm:prSet presAssocID="{F6B4BEBD-98F9-4923-BF7F-D5767AFDDA51}" presName="txTwo" presStyleLbl="node2" presStyleIdx="1" presStyleCnt="5">
        <dgm:presLayoutVars>
          <dgm:chPref val="3"/>
        </dgm:presLayoutVars>
      </dgm:prSet>
      <dgm:spPr/>
    </dgm:pt>
    <dgm:pt modelId="{F26ED61B-3262-449A-8A94-B7048DE01C3A}" type="pres">
      <dgm:prSet presAssocID="{F6B4BEBD-98F9-4923-BF7F-D5767AFDDA51}" presName="horzTwo" presStyleCnt="0"/>
      <dgm:spPr/>
    </dgm:pt>
    <dgm:pt modelId="{1437009C-63CB-495A-9267-1227200CAFC6}" type="pres">
      <dgm:prSet presAssocID="{24583AF4-AFAA-476E-AB4A-10ED23E6BC1B}" presName="sibSpaceTwo" presStyleCnt="0"/>
      <dgm:spPr/>
    </dgm:pt>
    <dgm:pt modelId="{28FE0D8B-F0F9-472B-8849-5F36CDF94ABC}" type="pres">
      <dgm:prSet presAssocID="{107D8BA9-2FEF-4AFC-BE7D-4CAC60ACB57E}" presName="vertTwo" presStyleCnt="0"/>
      <dgm:spPr/>
    </dgm:pt>
    <dgm:pt modelId="{9A28BA7A-C008-4A4C-B367-807EA7F56D47}" type="pres">
      <dgm:prSet presAssocID="{107D8BA9-2FEF-4AFC-BE7D-4CAC60ACB57E}" presName="txTwo" presStyleLbl="node2" presStyleIdx="2" presStyleCnt="5">
        <dgm:presLayoutVars>
          <dgm:chPref val="3"/>
        </dgm:presLayoutVars>
      </dgm:prSet>
      <dgm:spPr/>
    </dgm:pt>
    <dgm:pt modelId="{A1B72FDD-DE1C-4620-982B-E8CF78A3EBD5}" type="pres">
      <dgm:prSet presAssocID="{107D8BA9-2FEF-4AFC-BE7D-4CAC60ACB57E}" presName="horzTwo" presStyleCnt="0"/>
      <dgm:spPr/>
    </dgm:pt>
    <dgm:pt modelId="{BF9E7EAB-E0CE-430C-A850-64F370714103}" type="pres">
      <dgm:prSet presAssocID="{6F350FB2-DE10-4888-B3B0-ABAFF4FF8877}" presName="sibSpaceTwo" presStyleCnt="0"/>
      <dgm:spPr/>
    </dgm:pt>
    <dgm:pt modelId="{C48C5349-6A82-4E16-BAD8-01F31CE1C1DC}" type="pres">
      <dgm:prSet presAssocID="{7CC9F351-27DF-416B-919A-ECD12902CFE2}" presName="vertTwo" presStyleCnt="0"/>
      <dgm:spPr/>
    </dgm:pt>
    <dgm:pt modelId="{CC1ADD35-2428-4B16-B7D4-F823E8BE5906}" type="pres">
      <dgm:prSet presAssocID="{7CC9F351-27DF-416B-919A-ECD12902CFE2}" presName="txTwo" presStyleLbl="node2" presStyleIdx="3" presStyleCnt="5">
        <dgm:presLayoutVars>
          <dgm:chPref val="3"/>
        </dgm:presLayoutVars>
      </dgm:prSet>
      <dgm:spPr/>
    </dgm:pt>
    <dgm:pt modelId="{F9C453C0-8D41-4C82-A41A-16E90574A066}" type="pres">
      <dgm:prSet presAssocID="{7CC9F351-27DF-416B-919A-ECD12902CFE2}" presName="horzTwo" presStyleCnt="0"/>
      <dgm:spPr/>
    </dgm:pt>
    <dgm:pt modelId="{38B1BF3B-CB37-4C3A-9790-F5D6A885271D}" type="pres">
      <dgm:prSet presAssocID="{F1FAC6D6-49D5-497E-8A6C-8533D2C55E94}" presName="sibSpaceTwo" presStyleCnt="0"/>
      <dgm:spPr/>
    </dgm:pt>
    <dgm:pt modelId="{2B42859A-A955-46A3-9D7A-B8D7FD942984}" type="pres">
      <dgm:prSet presAssocID="{FA0EDD5C-7719-4CC2-BF39-64B4439CCEA2}" presName="vertTwo" presStyleCnt="0"/>
      <dgm:spPr/>
    </dgm:pt>
    <dgm:pt modelId="{F3BF62E2-7E14-4D46-96F5-A346BAF8FC11}" type="pres">
      <dgm:prSet presAssocID="{FA0EDD5C-7719-4CC2-BF39-64B4439CCEA2}" presName="txTwo" presStyleLbl="node2" presStyleIdx="4" presStyleCnt="5">
        <dgm:presLayoutVars>
          <dgm:chPref val="3"/>
        </dgm:presLayoutVars>
      </dgm:prSet>
      <dgm:spPr/>
    </dgm:pt>
    <dgm:pt modelId="{966DEE50-9A02-4566-B01C-E397D155C333}" type="pres">
      <dgm:prSet presAssocID="{FA0EDD5C-7719-4CC2-BF39-64B4439CCEA2}" presName="horzTwo" presStyleCnt="0"/>
      <dgm:spPr/>
    </dgm:pt>
  </dgm:ptLst>
  <dgm:cxnLst>
    <dgm:cxn modelId="{9D2BC907-5BB3-41DD-AE89-5BABF9F18692}" type="presOf" srcId="{107D8BA9-2FEF-4AFC-BE7D-4CAC60ACB57E}" destId="{9A28BA7A-C008-4A4C-B367-807EA7F56D47}" srcOrd="0" destOrd="0" presId="urn:microsoft.com/office/officeart/2005/8/layout/architecture"/>
    <dgm:cxn modelId="{38F76E09-B47C-45CC-BEFD-56E9D1EC6A1E}" srcId="{22E7E9AD-727E-4E37-95A1-51A6F575AAC9}" destId="{FA0EDD5C-7719-4CC2-BF39-64B4439CCEA2}" srcOrd="4" destOrd="0" parTransId="{ED9CB13F-D05E-4256-BBFF-C583762D83E3}" sibTransId="{15773838-06D2-4093-9ABC-3957D6FE1434}"/>
    <dgm:cxn modelId="{2924200C-51DC-4E83-BEF6-DDBB1B716EB1}" type="presOf" srcId="{1E70E8E2-CA18-42E7-9EC6-8435419000A3}" destId="{36774910-B18F-4D43-955A-33A7878D14C5}" srcOrd="0" destOrd="0" presId="urn:microsoft.com/office/officeart/2005/8/layout/architecture"/>
    <dgm:cxn modelId="{8D77C432-7FD0-4FE3-A6C8-7D22DFBD70CA}" srcId="{22E7E9AD-727E-4E37-95A1-51A6F575AAC9}" destId="{F6B4BEBD-98F9-4923-BF7F-D5767AFDDA51}" srcOrd="1" destOrd="0" parTransId="{56F2AFEC-980F-48CB-8A6C-FD229A9EC130}" sibTransId="{24583AF4-AFAA-476E-AB4A-10ED23E6BC1B}"/>
    <dgm:cxn modelId="{7EFAD671-60E7-4018-B1A2-37A567348326}" type="presOf" srcId="{22E7E9AD-727E-4E37-95A1-51A6F575AAC9}" destId="{B0C2D799-3E6C-452B-A846-291FF2216226}" srcOrd="0" destOrd="0" presId="urn:microsoft.com/office/officeart/2005/8/layout/architecture"/>
    <dgm:cxn modelId="{05945481-3AEE-4F3F-BD77-4994B1934C38}" type="presOf" srcId="{F6B4BEBD-98F9-4923-BF7F-D5767AFDDA51}" destId="{2E6A39C2-253E-412B-909E-09AD7A09D1C9}" srcOrd="0" destOrd="0" presId="urn:microsoft.com/office/officeart/2005/8/layout/architecture"/>
    <dgm:cxn modelId="{ABA1EB8B-E7F4-4BDB-A67A-8815BC7639D1}" srcId="{B302A4BF-E98E-4844-8386-0E27D1BEDF76}" destId="{22E7E9AD-727E-4E37-95A1-51A6F575AAC9}" srcOrd="0" destOrd="0" parTransId="{34DA2C51-F20F-4B11-A212-44E57A4470D0}" sibTransId="{0517FD46-7259-47A3-9618-36590F864067}"/>
    <dgm:cxn modelId="{A9A74D9F-A739-4EC8-96F1-A72AD06A443C}" srcId="{22E7E9AD-727E-4E37-95A1-51A6F575AAC9}" destId="{107D8BA9-2FEF-4AFC-BE7D-4CAC60ACB57E}" srcOrd="2" destOrd="0" parTransId="{53D758EA-DD2A-4CF4-A075-54678DEF8951}" sibTransId="{6F350FB2-DE10-4888-B3B0-ABAFF4FF8877}"/>
    <dgm:cxn modelId="{7B352FA9-5309-4FCB-9E8F-8EB838BCDE6F}" srcId="{22E7E9AD-727E-4E37-95A1-51A6F575AAC9}" destId="{7CC9F351-27DF-416B-919A-ECD12902CFE2}" srcOrd="3" destOrd="0" parTransId="{9EC1A01E-8C96-4FDC-A0A3-14D86B8385FE}" sibTransId="{F1FAC6D6-49D5-497E-8A6C-8533D2C55E94}"/>
    <dgm:cxn modelId="{41C0EEBF-7830-47AD-AB66-1202C667074F}" type="presOf" srcId="{FA0EDD5C-7719-4CC2-BF39-64B4439CCEA2}" destId="{F3BF62E2-7E14-4D46-96F5-A346BAF8FC11}" srcOrd="0" destOrd="0" presId="urn:microsoft.com/office/officeart/2005/8/layout/architecture"/>
    <dgm:cxn modelId="{2A090BC9-23CB-4E62-88EA-D8E886BBCCD4}" srcId="{22E7E9AD-727E-4E37-95A1-51A6F575AAC9}" destId="{1E70E8E2-CA18-42E7-9EC6-8435419000A3}" srcOrd="0" destOrd="0" parTransId="{3C863CE9-F5C5-4BA6-9713-5D51872C9618}" sibTransId="{DAD770A4-8A79-4919-8697-D7871A742D50}"/>
    <dgm:cxn modelId="{3B9B25F6-5E10-46BD-80D9-3F68C74E83ED}" type="presOf" srcId="{B302A4BF-E98E-4844-8386-0E27D1BEDF76}" destId="{726CD4EC-31AD-4955-B412-F6764BC1A40E}" srcOrd="0" destOrd="0" presId="urn:microsoft.com/office/officeart/2005/8/layout/architecture"/>
    <dgm:cxn modelId="{DD4976FF-5EB7-40AE-AE4C-F8DF53AF9B0C}" type="presOf" srcId="{7CC9F351-27DF-416B-919A-ECD12902CFE2}" destId="{CC1ADD35-2428-4B16-B7D4-F823E8BE5906}" srcOrd="0" destOrd="0" presId="urn:microsoft.com/office/officeart/2005/8/layout/architecture"/>
    <dgm:cxn modelId="{C7B60597-D694-4AA9-9B6A-CB9F8461F818}" type="presParOf" srcId="{726CD4EC-31AD-4955-B412-F6764BC1A40E}" destId="{671020EC-2DEA-42E8-AD76-703577E77A33}" srcOrd="0" destOrd="0" presId="urn:microsoft.com/office/officeart/2005/8/layout/architecture"/>
    <dgm:cxn modelId="{4396AD55-8B0D-4CBA-BC5E-ACA6A82B9E16}" type="presParOf" srcId="{671020EC-2DEA-42E8-AD76-703577E77A33}" destId="{B0C2D799-3E6C-452B-A846-291FF2216226}" srcOrd="0" destOrd="0" presId="urn:microsoft.com/office/officeart/2005/8/layout/architecture"/>
    <dgm:cxn modelId="{7E69B120-3CD7-4BCB-801B-1A33D6F29806}" type="presParOf" srcId="{671020EC-2DEA-42E8-AD76-703577E77A33}" destId="{D92221EB-55B2-4C71-A0C4-0DCD23A30112}" srcOrd="1" destOrd="0" presId="urn:microsoft.com/office/officeart/2005/8/layout/architecture"/>
    <dgm:cxn modelId="{3DA39D2E-3E73-4195-B537-FFC948E767CC}" type="presParOf" srcId="{671020EC-2DEA-42E8-AD76-703577E77A33}" destId="{216AD143-0BEC-415D-B83C-8705FB3541CD}" srcOrd="2" destOrd="0" presId="urn:microsoft.com/office/officeart/2005/8/layout/architecture"/>
    <dgm:cxn modelId="{0D89ACA9-5917-4198-9570-1D052A2D7560}" type="presParOf" srcId="{216AD143-0BEC-415D-B83C-8705FB3541CD}" destId="{50ED9DF9-170C-457C-9BFC-1E2B3AA5A74F}" srcOrd="0" destOrd="0" presId="urn:microsoft.com/office/officeart/2005/8/layout/architecture"/>
    <dgm:cxn modelId="{7D987A0D-A6DD-4612-8219-ED1ABF684768}" type="presParOf" srcId="{50ED9DF9-170C-457C-9BFC-1E2B3AA5A74F}" destId="{36774910-B18F-4D43-955A-33A7878D14C5}" srcOrd="0" destOrd="0" presId="urn:microsoft.com/office/officeart/2005/8/layout/architecture"/>
    <dgm:cxn modelId="{5BC369D4-A7AE-4301-91A5-7672D492D15E}" type="presParOf" srcId="{50ED9DF9-170C-457C-9BFC-1E2B3AA5A74F}" destId="{7699A3C5-BC30-4D0E-A43A-6157EA508CED}" srcOrd="1" destOrd="0" presId="urn:microsoft.com/office/officeart/2005/8/layout/architecture"/>
    <dgm:cxn modelId="{ECD1D503-96EE-4FB2-A9CF-8C1BEBEE6DCC}" type="presParOf" srcId="{216AD143-0BEC-415D-B83C-8705FB3541CD}" destId="{CF0FCFD8-E779-4A34-8153-9A2644D098A5}" srcOrd="1" destOrd="0" presId="urn:microsoft.com/office/officeart/2005/8/layout/architecture"/>
    <dgm:cxn modelId="{2E39BCD0-5471-4EFE-82DF-E4D3FEDBCBDC}" type="presParOf" srcId="{216AD143-0BEC-415D-B83C-8705FB3541CD}" destId="{CC2FBA8B-D250-45BD-AD6B-51FD21852707}" srcOrd="2" destOrd="0" presId="urn:microsoft.com/office/officeart/2005/8/layout/architecture"/>
    <dgm:cxn modelId="{17D8C006-0DB4-4487-BB6C-1B2D8673EC2E}" type="presParOf" srcId="{CC2FBA8B-D250-45BD-AD6B-51FD21852707}" destId="{2E6A39C2-253E-412B-909E-09AD7A09D1C9}" srcOrd="0" destOrd="0" presId="urn:microsoft.com/office/officeart/2005/8/layout/architecture"/>
    <dgm:cxn modelId="{FB31C451-C123-444E-B442-339C5A7E2606}" type="presParOf" srcId="{CC2FBA8B-D250-45BD-AD6B-51FD21852707}" destId="{F26ED61B-3262-449A-8A94-B7048DE01C3A}" srcOrd="1" destOrd="0" presId="urn:microsoft.com/office/officeart/2005/8/layout/architecture"/>
    <dgm:cxn modelId="{F2614B19-49C7-49AF-945C-DFF0D760FEFE}" type="presParOf" srcId="{216AD143-0BEC-415D-B83C-8705FB3541CD}" destId="{1437009C-63CB-495A-9267-1227200CAFC6}" srcOrd="3" destOrd="0" presId="urn:microsoft.com/office/officeart/2005/8/layout/architecture"/>
    <dgm:cxn modelId="{DD858D3F-5B79-49CA-AF88-C8F266F6644A}" type="presParOf" srcId="{216AD143-0BEC-415D-B83C-8705FB3541CD}" destId="{28FE0D8B-F0F9-472B-8849-5F36CDF94ABC}" srcOrd="4" destOrd="0" presId="urn:microsoft.com/office/officeart/2005/8/layout/architecture"/>
    <dgm:cxn modelId="{7AA117B0-D575-4C6D-90F3-1950770440E4}" type="presParOf" srcId="{28FE0D8B-F0F9-472B-8849-5F36CDF94ABC}" destId="{9A28BA7A-C008-4A4C-B367-807EA7F56D47}" srcOrd="0" destOrd="0" presId="urn:microsoft.com/office/officeart/2005/8/layout/architecture"/>
    <dgm:cxn modelId="{0B841CCF-CE0B-43D9-BEEA-1A7B892589FA}" type="presParOf" srcId="{28FE0D8B-F0F9-472B-8849-5F36CDF94ABC}" destId="{A1B72FDD-DE1C-4620-982B-E8CF78A3EBD5}" srcOrd="1" destOrd="0" presId="urn:microsoft.com/office/officeart/2005/8/layout/architecture"/>
    <dgm:cxn modelId="{FEF8DA9D-C89D-429B-A010-3B860CEB3C30}" type="presParOf" srcId="{216AD143-0BEC-415D-B83C-8705FB3541CD}" destId="{BF9E7EAB-E0CE-430C-A850-64F370714103}" srcOrd="5" destOrd="0" presId="urn:microsoft.com/office/officeart/2005/8/layout/architecture"/>
    <dgm:cxn modelId="{BDA5C208-5331-4792-96E2-5D1A7D2685F0}" type="presParOf" srcId="{216AD143-0BEC-415D-B83C-8705FB3541CD}" destId="{C48C5349-6A82-4E16-BAD8-01F31CE1C1DC}" srcOrd="6" destOrd="0" presId="urn:microsoft.com/office/officeart/2005/8/layout/architecture"/>
    <dgm:cxn modelId="{5C45E98C-9B14-4B7F-8CF3-47EB1F771761}" type="presParOf" srcId="{C48C5349-6A82-4E16-BAD8-01F31CE1C1DC}" destId="{CC1ADD35-2428-4B16-B7D4-F823E8BE5906}" srcOrd="0" destOrd="0" presId="urn:microsoft.com/office/officeart/2005/8/layout/architecture"/>
    <dgm:cxn modelId="{3AC8C84E-4956-4E49-9A14-96C81F3A94DB}" type="presParOf" srcId="{C48C5349-6A82-4E16-BAD8-01F31CE1C1DC}" destId="{F9C453C0-8D41-4C82-A41A-16E90574A066}" srcOrd="1" destOrd="0" presId="urn:microsoft.com/office/officeart/2005/8/layout/architecture"/>
    <dgm:cxn modelId="{D2B7AB47-908B-432D-AE08-DE165EC2409E}" type="presParOf" srcId="{216AD143-0BEC-415D-B83C-8705FB3541CD}" destId="{38B1BF3B-CB37-4C3A-9790-F5D6A885271D}" srcOrd="7" destOrd="0" presId="urn:microsoft.com/office/officeart/2005/8/layout/architecture"/>
    <dgm:cxn modelId="{AF78C0AA-6852-48B5-850C-11583A182537}" type="presParOf" srcId="{216AD143-0BEC-415D-B83C-8705FB3541CD}" destId="{2B42859A-A955-46A3-9D7A-B8D7FD942984}" srcOrd="8" destOrd="0" presId="urn:microsoft.com/office/officeart/2005/8/layout/architecture"/>
    <dgm:cxn modelId="{505B24E3-2B98-4ABC-BF39-3AA6FA58FF81}" type="presParOf" srcId="{2B42859A-A955-46A3-9D7A-B8D7FD942984}" destId="{F3BF62E2-7E14-4D46-96F5-A346BAF8FC11}" srcOrd="0" destOrd="0" presId="urn:microsoft.com/office/officeart/2005/8/layout/architecture"/>
    <dgm:cxn modelId="{8E650B10-A016-4189-BCC9-1DA3C4E37B2D}" type="presParOf" srcId="{2B42859A-A955-46A3-9D7A-B8D7FD942984}" destId="{966DEE50-9A02-4566-B01C-E397D155C333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D0CD83-F855-4965-B4E1-17D6E2CCE4E9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B453B6F7-FCD9-4CC1-B1CD-FC4A63606FFE}">
      <dgm:prSet/>
      <dgm:spPr/>
      <dgm:t>
        <a:bodyPr/>
        <a:lstStyle/>
        <a:p>
          <a:r>
            <a:rPr lang="en-US"/>
            <a:t>A software process is a set of </a:t>
          </a:r>
          <a:endParaRPr lang="en-MY"/>
        </a:p>
      </dgm:t>
    </dgm:pt>
    <dgm:pt modelId="{5478CE9D-DAA5-401A-9D38-AD9DA939D377}" type="parTrans" cxnId="{A72C9CD3-CD9F-41CC-967E-25627F28F1F6}">
      <dgm:prSet/>
      <dgm:spPr/>
      <dgm:t>
        <a:bodyPr/>
        <a:lstStyle/>
        <a:p>
          <a:endParaRPr lang="en-MY"/>
        </a:p>
      </dgm:t>
    </dgm:pt>
    <dgm:pt modelId="{3606DAC2-B5E0-4A14-AA4B-4B4C51F59556}" type="sibTrans" cxnId="{A72C9CD3-CD9F-41CC-967E-25627F28F1F6}">
      <dgm:prSet/>
      <dgm:spPr/>
      <dgm:t>
        <a:bodyPr/>
        <a:lstStyle/>
        <a:p>
          <a:endParaRPr lang="en-MY"/>
        </a:p>
      </dgm:t>
    </dgm:pt>
    <dgm:pt modelId="{6B337D9B-FDE4-4DEC-9017-D6237780B211}">
      <dgm:prSet/>
      <dgm:spPr/>
      <dgm:t>
        <a:bodyPr/>
        <a:lstStyle/>
        <a:p>
          <a:r>
            <a:rPr lang="en-US"/>
            <a:t>Activities</a:t>
          </a:r>
          <a:endParaRPr lang="en-MY"/>
        </a:p>
      </dgm:t>
    </dgm:pt>
    <dgm:pt modelId="{5B9F7EF8-45EB-4565-92E7-264F5CDC2878}" type="parTrans" cxnId="{2AB730B4-26D7-495D-A31A-0921ED0B9EE7}">
      <dgm:prSet/>
      <dgm:spPr/>
      <dgm:t>
        <a:bodyPr/>
        <a:lstStyle/>
        <a:p>
          <a:endParaRPr lang="en-MY"/>
        </a:p>
      </dgm:t>
    </dgm:pt>
    <dgm:pt modelId="{93B9DBE2-5A1D-469D-BA5B-FBD88194B4F3}" type="sibTrans" cxnId="{2AB730B4-26D7-495D-A31A-0921ED0B9EE7}">
      <dgm:prSet/>
      <dgm:spPr/>
      <dgm:t>
        <a:bodyPr/>
        <a:lstStyle/>
        <a:p>
          <a:endParaRPr lang="en-MY"/>
        </a:p>
      </dgm:t>
    </dgm:pt>
    <dgm:pt modelId="{C962C2F2-F332-4F0E-9EEA-C97A76A47A5C}">
      <dgm:prSet/>
      <dgm:spPr/>
      <dgm:t>
        <a:bodyPr/>
        <a:lstStyle/>
        <a:p>
          <a:r>
            <a:rPr lang="en-US"/>
            <a:t>Methods</a:t>
          </a:r>
          <a:endParaRPr lang="en-MY"/>
        </a:p>
      </dgm:t>
    </dgm:pt>
    <dgm:pt modelId="{8332A80D-BFBA-4691-A6E1-17FA95954875}" type="parTrans" cxnId="{5E0A9E4D-5F72-430C-AD20-72C824B62EBA}">
      <dgm:prSet/>
      <dgm:spPr/>
      <dgm:t>
        <a:bodyPr/>
        <a:lstStyle/>
        <a:p>
          <a:endParaRPr lang="en-MY"/>
        </a:p>
      </dgm:t>
    </dgm:pt>
    <dgm:pt modelId="{3D5E0AF0-4223-49B4-B571-2CF5FE381C43}" type="sibTrans" cxnId="{5E0A9E4D-5F72-430C-AD20-72C824B62EBA}">
      <dgm:prSet/>
      <dgm:spPr/>
      <dgm:t>
        <a:bodyPr/>
        <a:lstStyle/>
        <a:p>
          <a:endParaRPr lang="en-MY"/>
        </a:p>
      </dgm:t>
    </dgm:pt>
    <dgm:pt modelId="{AAA9D884-6998-4D8F-BF4A-1BE8995E39D8}">
      <dgm:prSet/>
      <dgm:spPr/>
      <dgm:t>
        <a:bodyPr/>
        <a:lstStyle/>
        <a:p>
          <a:r>
            <a:rPr lang="en-US"/>
            <a:t>Practices</a:t>
          </a:r>
          <a:endParaRPr lang="en-MY"/>
        </a:p>
      </dgm:t>
    </dgm:pt>
    <dgm:pt modelId="{0F50536F-35D6-4872-B354-C904FE374B29}" type="parTrans" cxnId="{59873CD8-E3EB-49B3-8EE8-9C909CD48461}">
      <dgm:prSet/>
      <dgm:spPr/>
      <dgm:t>
        <a:bodyPr/>
        <a:lstStyle/>
        <a:p>
          <a:endParaRPr lang="en-MY"/>
        </a:p>
      </dgm:t>
    </dgm:pt>
    <dgm:pt modelId="{1488A6D5-ABB3-47C8-B261-72B7943C5B08}" type="sibTrans" cxnId="{59873CD8-E3EB-49B3-8EE8-9C909CD48461}">
      <dgm:prSet/>
      <dgm:spPr/>
      <dgm:t>
        <a:bodyPr/>
        <a:lstStyle/>
        <a:p>
          <a:endParaRPr lang="en-MY"/>
        </a:p>
      </dgm:t>
    </dgm:pt>
    <dgm:pt modelId="{8A4B88A3-CCA2-4F50-B379-A5BBA3E30065}">
      <dgm:prSet/>
      <dgm:spPr/>
      <dgm:t>
        <a:bodyPr/>
        <a:lstStyle/>
        <a:p>
          <a:r>
            <a:rPr lang="en-US"/>
            <a:t>to develop and maintain software as well as  the associated work products.</a:t>
          </a:r>
          <a:endParaRPr lang="en-MY"/>
        </a:p>
      </dgm:t>
    </dgm:pt>
    <dgm:pt modelId="{88ED6403-AABF-493D-BE5F-BF5831FEA918}" type="parTrans" cxnId="{24AE6D4F-39FB-40FC-B208-7766A0E5CED2}">
      <dgm:prSet/>
      <dgm:spPr/>
      <dgm:t>
        <a:bodyPr/>
        <a:lstStyle/>
        <a:p>
          <a:endParaRPr lang="en-MY"/>
        </a:p>
      </dgm:t>
    </dgm:pt>
    <dgm:pt modelId="{2BE9EFB0-A5EC-4145-8193-14FE58BC8FBA}" type="sibTrans" cxnId="{24AE6D4F-39FB-40FC-B208-7766A0E5CED2}">
      <dgm:prSet/>
      <dgm:spPr/>
      <dgm:t>
        <a:bodyPr/>
        <a:lstStyle/>
        <a:p>
          <a:endParaRPr lang="en-MY"/>
        </a:p>
      </dgm:t>
    </dgm:pt>
    <dgm:pt modelId="{92504610-D4EB-4FC4-9663-E7CA082362D0}" type="pres">
      <dgm:prSet presAssocID="{1CD0CD83-F855-4965-B4E1-17D6E2CCE4E9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7EF28D9-4476-4D44-86C5-0276B6C61488}" type="pres">
      <dgm:prSet presAssocID="{B453B6F7-FCD9-4CC1-B1CD-FC4A63606FFE}" presName="circle1" presStyleLbl="node1" presStyleIdx="0" presStyleCnt="2"/>
      <dgm:spPr/>
    </dgm:pt>
    <dgm:pt modelId="{F5149FC2-FD44-4D0C-A455-F68F45C7C864}" type="pres">
      <dgm:prSet presAssocID="{B453B6F7-FCD9-4CC1-B1CD-FC4A63606FFE}" presName="space" presStyleCnt="0"/>
      <dgm:spPr/>
    </dgm:pt>
    <dgm:pt modelId="{9DF562B2-106F-4664-82BE-07EFCB93AAB4}" type="pres">
      <dgm:prSet presAssocID="{B453B6F7-FCD9-4CC1-B1CD-FC4A63606FFE}" presName="rect1" presStyleLbl="alignAcc1" presStyleIdx="0" presStyleCnt="2"/>
      <dgm:spPr/>
    </dgm:pt>
    <dgm:pt modelId="{7310F20D-233E-40C8-921B-71028727A147}" type="pres">
      <dgm:prSet presAssocID="{8A4B88A3-CCA2-4F50-B379-A5BBA3E30065}" presName="vertSpace2" presStyleLbl="node1" presStyleIdx="0" presStyleCnt="2"/>
      <dgm:spPr/>
    </dgm:pt>
    <dgm:pt modelId="{A8226878-3E82-4185-8E50-60A885A0FAAF}" type="pres">
      <dgm:prSet presAssocID="{8A4B88A3-CCA2-4F50-B379-A5BBA3E30065}" presName="circle2" presStyleLbl="node1" presStyleIdx="1" presStyleCnt="2"/>
      <dgm:spPr/>
    </dgm:pt>
    <dgm:pt modelId="{06B4A34C-354E-43D4-899E-D6FF8122D035}" type="pres">
      <dgm:prSet presAssocID="{8A4B88A3-CCA2-4F50-B379-A5BBA3E30065}" presName="rect2" presStyleLbl="alignAcc1" presStyleIdx="1" presStyleCnt="2"/>
      <dgm:spPr/>
    </dgm:pt>
    <dgm:pt modelId="{7F5EACBB-D5B6-4D53-8D98-C8E4341FEE73}" type="pres">
      <dgm:prSet presAssocID="{B453B6F7-FCD9-4CC1-B1CD-FC4A63606FFE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5DFF3DE0-D894-43D0-A405-D1E2B12597DE}" type="pres">
      <dgm:prSet presAssocID="{B453B6F7-FCD9-4CC1-B1CD-FC4A63606FFE}" presName="rect1ChTx" presStyleLbl="alignAcc1" presStyleIdx="1" presStyleCnt="2">
        <dgm:presLayoutVars>
          <dgm:bulletEnabled val="1"/>
        </dgm:presLayoutVars>
      </dgm:prSet>
      <dgm:spPr/>
    </dgm:pt>
    <dgm:pt modelId="{3FBD4339-A1CA-45BF-ACAB-C45E78FDC3A3}" type="pres">
      <dgm:prSet presAssocID="{8A4B88A3-CCA2-4F50-B379-A5BBA3E30065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26CBDC28-DEE2-4C29-8815-D8A310AFB058}" type="pres">
      <dgm:prSet presAssocID="{8A4B88A3-CCA2-4F50-B379-A5BBA3E30065}" presName="rect2ChTx" presStyleLbl="alignAcc1" presStyleIdx="1" presStyleCnt="2">
        <dgm:presLayoutVars>
          <dgm:bulletEnabled val="1"/>
        </dgm:presLayoutVars>
      </dgm:prSet>
      <dgm:spPr/>
    </dgm:pt>
  </dgm:ptLst>
  <dgm:cxnLst>
    <dgm:cxn modelId="{F596935D-A04D-4912-A147-AE932FAA4232}" type="presOf" srcId="{8A4B88A3-CCA2-4F50-B379-A5BBA3E30065}" destId="{3FBD4339-A1CA-45BF-ACAB-C45E78FDC3A3}" srcOrd="1" destOrd="0" presId="urn:microsoft.com/office/officeart/2005/8/layout/target3"/>
    <dgm:cxn modelId="{1C001049-9B80-47BA-839B-419556F48590}" type="presOf" srcId="{C962C2F2-F332-4F0E-9EEA-C97A76A47A5C}" destId="{5DFF3DE0-D894-43D0-A405-D1E2B12597DE}" srcOrd="0" destOrd="1" presId="urn:microsoft.com/office/officeart/2005/8/layout/target3"/>
    <dgm:cxn modelId="{5E0A9E4D-5F72-430C-AD20-72C824B62EBA}" srcId="{B453B6F7-FCD9-4CC1-B1CD-FC4A63606FFE}" destId="{C962C2F2-F332-4F0E-9EEA-C97A76A47A5C}" srcOrd="1" destOrd="0" parTransId="{8332A80D-BFBA-4691-A6E1-17FA95954875}" sibTransId="{3D5E0AF0-4223-49B4-B571-2CF5FE381C43}"/>
    <dgm:cxn modelId="{24AE6D4F-39FB-40FC-B208-7766A0E5CED2}" srcId="{1CD0CD83-F855-4965-B4E1-17D6E2CCE4E9}" destId="{8A4B88A3-CCA2-4F50-B379-A5BBA3E30065}" srcOrd="1" destOrd="0" parTransId="{88ED6403-AABF-493D-BE5F-BF5831FEA918}" sibTransId="{2BE9EFB0-A5EC-4145-8193-14FE58BC8FBA}"/>
    <dgm:cxn modelId="{727B4191-CDDC-49DA-8EDC-76570721C713}" type="presOf" srcId="{6B337D9B-FDE4-4DEC-9017-D6237780B211}" destId="{5DFF3DE0-D894-43D0-A405-D1E2B12597DE}" srcOrd="0" destOrd="0" presId="urn:microsoft.com/office/officeart/2005/8/layout/target3"/>
    <dgm:cxn modelId="{1B9383A3-C573-444C-BDF0-5AEB5B8FC0DF}" type="presOf" srcId="{8A4B88A3-CCA2-4F50-B379-A5BBA3E30065}" destId="{06B4A34C-354E-43D4-899E-D6FF8122D035}" srcOrd="0" destOrd="0" presId="urn:microsoft.com/office/officeart/2005/8/layout/target3"/>
    <dgm:cxn modelId="{23859BA8-CCB5-478A-87F6-D0FF78B27254}" type="presOf" srcId="{1CD0CD83-F855-4965-B4E1-17D6E2CCE4E9}" destId="{92504610-D4EB-4FC4-9663-E7CA082362D0}" srcOrd="0" destOrd="0" presId="urn:microsoft.com/office/officeart/2005/8/layout/target3"/>
    <dgm:cxn modelId="{2AB730B4-26D7-495D-A31A-0921ED0B9EE7}" srcId="{B453B6F7-FCD9-4CC1-B1CD-FC4A63606FFE}" destId="{6B337D9B-FDE4-4DEC-9017-D6237780B211}" srcOrd="0" destOrd="0" parTransId="{5B9F7EF8-45EB-4565-92E7-264F5CDC2878}" sibTransId="{93B9DBE2-5A1D-469D-BA5B-FBD88194B4F3}"/>
    <dgm:cxn modelId="{59C3BBB6-3DCA-461E-9AA1-CADD7E057282}" type="presOf" srcId="{B453B6F7-FCD9-4CC1-B1CD-FC4A63606FFE}" destId="{7F5EACBB-D5B6-4D53-8D98-C8E4341FEE73}" srcOrd="1" destOrd="0" presId="urn:microsoft.com/office/officeart/2005/8/layout/target3"/>
    <dgm:cxn modelId="{A72C9CD3-CD9F-41CC-967E-25627F28F1F6}" srcId="{1CD0CD83-F855-4965-B4E1-17D6E2CCE4E9}" destId="{B453B6F7-FCD9-4CC1-B1CD-FC4A63606FFE}" srcOrd="0" destOrd="0" parTransId="{5478CE9D-DAA5-401A-9D38-AD9DA939D377}" sibTransId="{3606DAC2-B5E0-4A14-AA4B-4B4C51F59556}"/>
    <dgm:cxn modelId="{59873CD8-E3EB-49B3-8EE8-9C909CD48461}" srcId="{B453B6F7-FCD9-4CC1-B1CD-FC4A63606FFE}" destId="{AAA9D884-6998-4D8F-BF4A-1BE8995E39D8}" srcOrd="2" destOrd="0" parTransId="{0F50536F-35D6-4872-B354-C904FE374B29}" sibTransId="{1488A6D5-ABB3-47C8-B261-72B7943C5B08}"/>
    <dgm:cxn modelId="{ACB40EDB-48F1-4253-9C1C-B756321A2245}" type="presOf" srcId="{B453B6F7-FCD9-4CC1-B1CD-FC4A63606FFE}" destId="{9DF562B2-106F-4664-82BE-07EFCB93AAB4}" srcOrd="0" destOrd="0" presId="urn:microsoft.com/office/officeart/2005/8/layout/target3"/>
    <dgm:cxn modelId="{5A449ADC-9CAD-434B-8A9D-2066A642B2D5}" type="presOf" srcId="{AAA9D884-6998-4D8F-BF4A-1BE8995E39D8}" destId="{5DFF3DE0-D894-43D0-A405-D1E2B12597DE}" srcOrd="0" destOrd="2" presId="urn:microsoft.com/office/officeart/2005/8/layout/target3"/>
    <dgm:cxn modelId="{204DB566-AA60-432B-9AF7-EBA4C39F5068}" type="presParOf" srcId="{92504610-D4EB-4FC4-9663-E7CA082362D0}" destId="{07EF28D9-4476-4D44-86C5-0276B6C61488}" srcOrd="0" destOrd="0" presId="urn:microsoft.com/office/officeart/2005/8/layout/target3"/>
    <dgm:cxn modelId="{47AC49EC-32ED-4A36-9F3A-1085EB8DEFA3}" type="presParOf" srcId="{92504610-D4EB-4FC4-9663-E7CA082362D0}" destId="{F5149FC2-FD44-4D0C-A455-F68F45C7C864}" srcOrd="1" destOrd="0" presId="urn:microsoft.com/office/officeart/2005/8/layout/target3"/>
    <dgm:cxn modelId="{C644FEBE-FBE6-459B-BECF-7374DCB62EF8}" type="presParOf" srcId="{92504610-D4EB-4FC4-9663-E7CA082362D0}" destId="{9DF562B2-106F-4664-82BE-07EFCB93AAB4}" srcOrd="2" destOrd="0" presId="urn:microsoft.com/office/officeart/2005/8/layout/target3"/>
    <dgm:cxn modelId="{2F9A4D68-2702-4FBC-BC83-AF9BE027E314}" type="presParOf" srcId="{92504610-D4EB-4FC4-9663-E7CA082362D0}" destId="{7310F20D-233E-40C8-921B-71028727A147}" srcOrd="3" destOrd="0" presId="urn:microsoft.com/office/officeart/2005/8/layout/target3"/>
    <dgm:cxn modelId="{A3E48F20-828B-4A5F-A20A-21B79AE249CB}" type="presParOf" srcId="{92504610-D4EB-4FC4-9663-E7CA082362D0}" destId="{A8226878-3E82-4185-8E50-60A885A0FAAF}" srcOrd="4" destOrd="0" presId="urn:microsoft.com/office/officeart/2005/8/layout/target3"/>
    <dgm:cxn modelId="{95297D1B-AA7A-4E57-95B8-DA1D94B0ABA7}" type="presParOf" srcId="{92504610-D4EB-4FC4-9663-E7CA082362D0}" destId="{06B4A34C-354E-43D4-899E-D6FF8122D035}" srcOrd="5" destOrd="0" presId="urn:microsoft.com/office/officeart/2005/8/layout/target3"/>
    <dgm:cxn modelId="{391CAA03-F6FC-4135-9725-9DFDF8F601CC}" type="presParOf" srcId="{92504610-D4EB-4FC4-9663-E7CA082362D0}" destId="{7F5EACBB-D5B6-4D53-8D98-C8E4341FEE73}" srcOrd="6" destOrd="0" presId="urn:microsoft.com/office/officeart/2005/8/layout/target3"/>
    <dgm:cxn modelId="{F3F30FF2-6894-4E58-BA64-F453C4606255}" type="presParOf" srcId="{92504610-D4EB-4FC4-9663-E7CA082362D0}" destId="{5DFF3DE0-D894-43D0-A405-D1E2B12597DE}" srcOrd="7" destOrd="0" presId="urn:microsoft.com/office/officeart/2005/8/layout/target3"/>
    <dgm:cxn modelId="{6056E40F-2A11-4F88-AA5E-FCC1CE1F2D67}" type="presParOf" srcId="{92504610-D4EB-4FC4-9663-E7CA082362D0}" destId="{3FBD4339-A1CA-45BF-ACAB-C45E78FDC3A3}" srcOrd="8" destOrd="0" presId="urn:microsoft.com/office/officeart/2005/8/layout/target3"/>
    <dgm:cxn modelId="{2991D7F8-5217-4281-A83E-334BC20E0506}" type="presParOf" srcId="{92504610-D4EB-4FC4-9663-E7CA082362D0}" destId="{26CBDC28-DEE2-4C29-8815-D8A310AFB058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C434D3-6020-4762-AD6F-D93F1A18E51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CACF0635-61AF-45D4-8CBA-51B18C321528}">
      <dgm:prSet/>
      <dgm:spPr/>
      <dgm:t>
        <a:bodyPr/>
        <a:lstStyle/>
        <a:p>
          <a:r>
            <a:rPr lang="en-US" dirty="0"/>
            <a:t>Software Process</a:t>
          </a:r>
          <a:endParaRPr lang="en-MY" dirty="0"/>
        </a:p>
      </dgm:t>
    </dgm:pt>
    <dgm:pt modelId="{9D43CEAD-CF6E-493D-A003-3F190A4A1D1D}" type="parTrans" cxnId="{A6CE6421-B35C-4240-A852-4E8516D38CD8}">
      <dgm:prSet/>
      <dgm:spPr/>
      <dgm:t>
        <a:bodyPr/>
        <a:lstStyle/>
        <a:p>
          <a:endParaRPr lang="en-MY"/>
        </a:p>
      </dgm:t>
    </dgm:pt>
    <dgm:pt modelId="{03740F3F-7EF4-4E26-8A6C-FDEDCBAF07C6}" type="sibTrans" cxnId="{A6CE6421-B35C-4240-A852-4E8516D38CD8}">
      <dgm:prSet/>
      <dgm:spPr/>
      <dgm:t>
        <a:bodyPr/>
        <a:lstStyle/>
        <a:p>
          <a:endParaRPr lang="en-MY"/>
        </a:p>
      </dgm:t>
    </dgm:pt>
    <dgm:pt modelId="{EDC56B80-7AF8-40F8-BE14-9D3B810003D1}">
      <dgm:prSet custT="1"/>
      <dgm:spPr/>
      <dgm:t>
        <a:bodyPr/>
        <a:lstStyle/>
        <a:p>
          <a:pPr algn="just"/>
          <a:r>
            <a:rPr lang="en-US" sz="2800" b="0" i="0" dirty="0">
              <a:solidFill>
                <a:schemeClr val="tx1"/>
              </a:solidFill>
              <a:effectLst/>
              <a:latin typeface="+mn-lt"/>
            </a:rPr>
            <a:t>A software process is the set of activities and associated outcome that produce a software product.</a:t>
          </a:r>
          <a:endParaRPr lang="en-MY" sz="2800" b="0" dirty="0">
            <a:solidFill>
              <a:schemeClr val="tx1"/>
            </a:solidFill>
            <a:latin typeface="+mn-lt"/>
          </a:endParaRPr>
        </a:p>
      </dgm:t>
    </dgm:pt>
    <dgm:pt modelId="{BB79EEEC-7417-467B-ABB6-7DEA99527053}" type="parTrans" cxnId="{CFC03D10-50B4-4538-8EB8-6D67089A0B26}">
      <dgm:prSet/>
      <dgm:spPr/>
      <dgm:t>
        <a:bodyPr/>
        <a:lstStyle/>
        <a:p>
          <a:endParaRPr lang="en-MY"/>
        </a:p>
      </dgm:t>
    </dgm:pt>
    <dgm:pt modelId="{44FEB12B-2EC7-4DF4-920C-8B98B5F949D5}" type="sibTrans" cxnId="{CFC03D10-50B4-4538-8EB8-6D67089A0B26}">
      <dgm:prSet/>
      <dgm:spPr/>
      <dgm:t>
        <a:bodyPr/>
        <a:lstStyle/>
        <a:p>
          <a:endParaRPr lang="en-MY"/>
        </a:p>
      </dgm:t>
    </dgm:pt>
    <dgm:pt modelId="{E72E4B97-BE4A-4F55-A093-500B33E77046}">
      <dgm:prSet/>
      <dgm:spPr/>
      <dgm:t>
        <a:bodyPr/>
        <a:lstStyle/>
        <a:p>
          <a:r>
            <a:rPr lang="en-US" b="0" i="0"/>
            <a:t>Improvement</a:t>
          </a:r>
          <a:endParaRPr lang="en-MY"/>
        </a:p>
      </dgm:t>
    </dgm:pt>
    <dgm:pt modelId="{87B39906-60AE-416B-87E5-7853C97E6A5A}" type="parTrans" cxnId="{54D0ACD1-249B-428D-89A0-0C51908FCFB2}">
      <dgm:prSet/>
      <dgm:spPr/>
      <dgm:t>
        <a:bodyPr/>
        <a:lstStyle/>
        <a:p>
          <a:endParaRPr lang="en-MY"/>
        </a:p>
      </dgm:t>
    </dgm:pt>
    <dgm:pt modelId="{9DFC9AAC-B4A2-4E48-8AAF-E024A150AD27}" type="sibTrans" cxnId="{54D0ACD1-249B-428D-89A0-0C51908FCFB2}">
      <dgm:prSet/>
      <dgm:spPr/>
      <dgm:t>
        <a:bodyPr/>
        <a:lstStyle/>
        <a:p>
          <a:endParaRPr lang="en-MY"/>
        </a:p>
      </dgm:t>
    </dgm:pt>
    <dgm:pt modelId="{3ECD46E4-6450-4573-A851-DF382FBC86AD}">
      <dgm:prSet custT="1"/>
      <dgm:spPr/>
      <dgm:t>
        <a:bodyPr/>
        <a:lstStyle/>
        <a:p>
          <a:r>
            <a:rPr lang="en-US" sz="2800" dirty="0"/>
            <a:t>To make something better</a:t>
          </a:r>
          <a:r>
            <a:rPr lang="en-US" sz="2800" b="0" i="0" dirty="0"/>
            <a:t>.</a:t>
          </a:r>
          <a:endParaRPr lang="en-MY" sz="2800" dirty="0"/>
        </a:p>
      </dgm:t>
    </dgm:pt>
    <dgm:pt modelId="{2BAD03B4-2310-4FE2-9B67-873C8875F087}" type="parTrans" cxnId="{1C77EC79-1227-429C-9E65-45CD32865F24}">
      <dgm:prSet/>
      <dgm:spPr/>
      <dgm:t>
        <a:bodyPr/>
        <a:lstStyle/>
        <a:p>
          <a:endParaRPr lang="en-MY"/>
        </a:p>
      </dgm:t>
    </dgm:pt>
    <dgm:pt modelId="{483F0AA4-32CD-47D7-BD86-C9145C9642E5}" type="sibTrans" cxnId="{1C77EC79-1227-429C-9E65-45CD32865F24}">
      <dgm:prSet/>
      <dgm:spPr/>
      <dgm:t>
        <a:bodyPr/>
        <a:lstStyle/>
        <a:p>
          <a:endParaRPr lang="en-MY"/>
        </a:p>
      </dgm:t>
    </dgm:pt>
    <dgm:pt modelId="{6E381B7C-54FE-4535-A00E-CDABDE41EBF6}" type="pres">
      <dgm:prSet presAssocID="{C2C434D3-6020-4762-AD6F-D93F1A18E51F}" presName="Name0" presStyleCnt="0">
        <dgm:presLayoutVars>
          <dgm:dir/>
          <dgm:animLvl val="lvl"/>
          <dgm:resizeHandles val="exact"/>
        </dgm:presLayoutVars>
      </dgm:prSet>
      <dgm:spPr/>
    </dgm:pt>
    <dgm:pt modelId="{D720302F-FA5D-47C7-B5B5-A82C75293CC8}" type="pres">
      <dgm:prSet presAssocID="{CACF0635-61AF-45D4-8CBA-51B18C321528}" presName="linNode" presStyleCnt="0"/>
      <dgm:spPr/>
    </dgm:pt>
    <dgm:pt modelId="{270DC0E4-DE1A-4942-8F48-B17B9F94C8AA}" type="pres">
      <dgm:prSet presAssocID="{CACF0635-61AF-45D4-8CBA-51B18C321528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2318FDA-8CFC-4D95-9782-1649719545CE}" type="pres">
      <dgm:prSet presAssocID="{CACF0635-61AF-45D4-8CBA-51B18C321528}" presName="descendantText" presStyleLbl="alignAccFollowNode1" presStyleIdx="0" presStyleCnt="2">
        <dgm:presLayoutVars>
          <dgm:bulletEnabled val="1"/>
        </dgm:presLayoutVars>
      </dgm:prSet>
      <dgm:spPr/>
    </dgm:pt>
    <dgm:pt modelId="{98DF4AD5-FA6B-451E-994E-27D4203B53BD}" type="pres">
      <dgm:prSet presAssocID="{03740F3F-7EF4-4E26-8A6C-FDEDCBAF07C6}" presName="sp" presStyleCnt="0"/>
      <dgm:spPr/>
    </dgm:pt>
    <dgm:pt modelId="{97BF33BB-655D-4D3E-8B33-4C09BB600F4F}" type="pres">
      <dgm:prSet presAssocID="{E72E4B97-BE4A-4F55-A093-500B33E77046}" presName="linNode" presStyleCnt="0"/>
      <dgm:spPr/>
    </dgm:pt>
    <dgm:pt modelId="{73874DDF-46FD-4456-92A4-81BA5D1B2CF0}" type="pres">
      <dgm:prSet presAssocID="{E72E4B97-BE4A-4F55-A093-500B33E7704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FAD8B38-8D8A-48DD-B6FA-1A8BFB6BD00F}" type="pres">
      <dgm:prSet presAssocID="{E72E4B97-BE4A-4F55-A093-500B33E7704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FC03D10-50B4-4538-8EB8-6D67089A0B26}" srcId="{CACF0635-61AF-45D4-8CBA-51B18C321528}" destId="{EDC56B80-7AF8-40F8-BE14-9D3B810003D1}" srcOrd="0" destOrd="0" parTransId="{BB79EEEC-7417-467B-ABB6-7DEA99527053}" sibTransId="{44FEB12B-2EC7-4DF4-920C-8B98B5F949D5}"/>
    <dgm:cxn modelId="{A6CE6421-B35C-4240-A852-4E8516D38CD8}" srcId="{C2C434D3-6020-4762-AD6F-D93F1A18E51F}" destId="{CACF0635-61AF-45D4-8CBA-51B18C321528}" srcOrd="0" destOrd="0" parTransId="{9D43CEAD-CF6E-493D-A003-3F190A4A1D1D}" sibTransId="{03740F3F-7EF4-4E26-8A6C-FDEDCBAF07C6}"/>
    <dgm:cxn modelId="{B485DE21-DEBF-459F-8D3B-824C87B06EFF}" type="presOf" srcId="{E72E4B97-BE4A-4F55-A093-500B33E77046}" destId="{73874DDF-46FD-4456-92A4-81BA5D1B2CF0}" srcOrd="0" destOrd="0" presId="urn:microsoft.com/office/officeart/2005/8/layout/vList5"/>
    <dgm:cxn modelId="{22682D29-7A7A-49EA-B776-2173105F86AF}" type="presOf" srcId="{CACF0635-61AF-45D4-8CBA-51B18C321528}" destId="{270DC0E4-DE1A-4942-8F48-B17B9F94C8AA}" srcOrd="0" destOrd="0" presId="urn:microsoft.com/office/officeart/2005/8/layout/vList5"/>
    <dgm:cxn modelId="{FEA37274-8E0C-4AD4-A6E9-BAFAFF46861B}" type="presOf" srcId="{C2C434D3-6020-4762-AD6F-D93F1A18E51F}" destId="{6E381B7C-54FE-4535-A00E-CDABDE41EBF6}" srcOrd="0" destOrd="0" presId="urn:microsoft.com/office/officeart/2005/8/layout/vList5"/>
    <dgm:cxn modelId="{F8DEEF56-4666-4495-97B9-0865EEE0374C}" type="presOf" srcId="{EDC56B80-7AF8-40F8-BE14-9D3B810003D1}" destId="{D2318FDA-8CFC-4D95-9782-1649719545CE}" srcOrd="0" destOrd="0" presId="urn:microsoft.com/office/officeart/2005/8/layout/vList5"/>
    <dgm:cxn modelId="{1C77EC79-1227-429C-9E65-45CD32865F24}" srcId="{E72E4B97-BE4A-4F55-A093-500B33E77046}" destId="{3ECD46E4-6450-4573-A851-DF382FBC86AD}" srcOrd="0" destOrd="0" parTransId="{2BAD03B4-2310-4FE2-9B67-873C8875F087}" sibTransId="{483F0AA4-32CD-47D7-BD86-C9145C9642E5}"/>
    <dgm:cxn modelId="{54D0ACD1-249B-428D-89A0-0C51908FCFB2}" srcId="{C2C434D3-6020-4762-AD6F-D93F1A18E51F}" destId="{E72E4B97-BE4A-4F55-A093-500B33E77046}" srcOrd="1" destOrd="0" parTransId="{87B39906-60AE-416B-87E5-7853C97E6A5A}" sibTransId="{9DFC9AAC-B4A2-4E48-8AAF-E024A150AD27}"/>
    <dgm:cxn modelId="{96E5C1FC-9BF9-4EB8-A629-C97475E31D56}" type="presOf" srcId="{3ECD46E4-6450-4573-A851-DF382FBC86AD}" destId="{2FAD8B38-8D8A-48DD-B6FA-1A8BFB6BD00F}" srcOrd="0" destOrd="0" presId="urn:microsoft.com/office/officeart/2005/8/layout/vList5"/>
    <dgm:cxn modelId="{9B2D7C33-5AA6-4ED7-ACC3-D0740552E6FF}" type="presParOf" srcId="{6E381B7C-54FE-4535-A00E-CDABDE41EBF6}" destId="{D720302F-FA5D-47C7-B5B5-A82C75293CC8}" srcOrd="0" destOrd="0" presId="urn:microsoft.com/office/officeart/2005/8/layout/vList5"/>
    <dgm:cxn modelId="{F6BE6CDA-AE3D-4647-9E65-F25B893B152F}" type="presParOf" srcId="{D720302F-FA5D-47C7-B5B5-A82C75293CC8}" destId="{270DC0E4-DE1A-4942-8F48-B17B9F94C8AA}" srcOrd="0" destOrd="0" presId="urn:microsoft.com/office/officeart/2005/8/layout/vList5"/>
    <dgm:cxn modelId="{0ED32BAB-A62E-472E-961D-5093135791FD}" type="presParOf" srcId="{D720302F-FA5D-47C7-B5B5-A82C75293CC8}" destId="{D2318FDA-8CFC-4D95-9782-1649719545CE}" srcOrd="1" destOrd="0" presId="urn:microsoft.com/office/officeart/2005/8/layout/vList5"/>
    <dgm:cxn modelId="{48D1483D-F1DD-4C7E-B845-ED1767445FDF}" type="presParOf" srcId="{6E381B7C-54FE-4535-A00E-CDABDE41EBF6}" destId="{98DF4AD5-FA6B-451E-994E-27D4203B53BD}" srcOrd="1" destOrd="0" presId="urn:microsoft.com/office/officeart/2005/8/layout/vList5"/>
    <dgm:cxn modelId="{A1ADC1EE-5EBA-492F-A913-C821E97DFCEB}" type="presParOf" srcId="{6E381B7C-54FE-4535-A00E-CDABDE41EBF6}" destId="{97BF33BB-655D-4D3E-8B33-4C09BB600F4F}" srcOrd="2" destOrd="0" presId="urn:microsoft.com/office/officeart/2005/8/layout/vList5"/>
    <dgm:cxn modelId="{61CED70F-3810-443E-902E-CB40936916B7}" type="presParOf" srcId="{97BF33BB-655D-4D3E-8B33-4C09BB600F4F}" destId="{73874DDF-46FD-4456-92A4-81BA5D1B2CF0}" srcOrd="0" destOrd="0" presId="urn:microsoft.com/office/officeart/2005/8/layout/vList5"/>
    <dgm:cxn modelId="{112BA1CD-31FA-471A-8F21-F09B39C3C007}" type="presParOf" srcId="{97BF33BB-655D-4D3E-8B33-4C09BB600F4F}" destId="{2FAD8B38-8D8A-48DD-B6FA-1A8BFB6BD00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3F6E28-B5E4-4E54-9274-559FA79C1B5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5E9280B1-8D5E-4032-95F4-8668B6C6FBDD}">
      <dgm:prSet/>
      <dgm:spPr/>
      <dgm:t>
        <a:bodyPr/>
        <a:lstStyle/>
        <a:p>
          <a:r>
            <a:rPr lang="en-US"/>
            <a:t>An organization consists of a set of various processes for doing its work, and process improvement is  used to improve these processes to effectively meet business goals</a:t>
          </a:r>
          <a:endParaRPr lang="en-MY"/>
        </a:p>
      </dgm:t>
    </dgm:pt>
    <dgm:pt modelId="{B4CF04E6-C03E-4B13-8CF7-35BF09C51757}" type="parTrans" cxnId="{A3DD8928-0AAF-4EC2-BE62-B8ECC81115FF}">
      <dgm:prSet/>
      <dgm:spPr/>
      <dgm:t>
        <a:bodyPr/>
        <a:lstStyle/>
        <a:p>
          <a:endParaRPr lang="en-MY"/>
        </a:p>
      </dgm:t>
    </dgm:pt>
    <dgm:pt modelId="{2A98C01F-3D41-473C-80A4-D635AE867F38}" type="sibTrans" cxnId="{A3DD8928-0AAF-4EC2-BE62-B8ECC81115FF}">
      <dgm:prSet/>
      <dgm:spPr/>
      <dgm:t>
        <a:bodyPr/>
        <a:lstStyle/>
        <a:p>
          <a:endParaRPr lang="en-MY"/>
        </a:p>
      </dgm:t>
    </dgm:pt>
    <dgm:pt modelId="{F96220F7-DA33-4FB7-8C24-094F6E89ED13}" type="pres">
      <dgm:prSet presAssocID="{0C3F6E28-B5E4-4E54-9274-559FA79C1B5C}" presName="CompostProcess" presStyleCnt="0">
        <dgm:presLayoutVars>
          <dgm:dir/>
          <dgm:resizeHandles val="exact"/>
        </dgm:presLayoutVars>
      </dgm:prSet>
      <dgm:spPr/>
    </dgm:pt>
    <dgm:pt modelId="{869AB3DE-F853-4B7B-B203-482CF72E32E5}" type="pres">
      <dgm:prSet presAssocID="{0C3F6E28-B5E4-4E54-9274-559FA79C1B5C}" presName="arrow" presStyleLbl="bgShp" presStyleIdx="0" presStyleCnt="1"/>
      <dgm:spPr/>
    </dgm:pt>
    <dgm:pt modelId="{D4AF9058-9CA6-4A3C-B51F-85C30F6C3CC1}" type="pres">
      <dgm:prSet presAssocID="{0C3F6E28-B5E4-4E54-9274-559FA79C1B5C}" presName="linearProcess" presStyleCnt="0"/>
      <dgm:spPr/>
    </dgm:pt>
    <dgm:pt modelId="{5F993B4D-9E77-4D2C-8915-EED4160B14B0}" type="pres">
      <dgm:prSet presAssocID="{5E9280B1-8D5E-4032-95F4-8668B6C6FBDD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C009FD0D-E08B-46AC-9F77-92C0A2F0D036}" type="presOf" srcId="{5E9280B1-8D5E-4032-95F4-8668B6C6FBDD}" destId="{5F993B4D-9E77-4D2C-8915-EED4160B14B0}" srcOrd="0" destOrd="0" presId="urn:microsoft.com/office/officeart/2005/8/layout/hProcess9"/>
    <dgm:cxn modelId="{19BC3716-009B-40AF-B9E8-D52FDF365BC3}" type="presOf" srcId="{0C3F6E28-B5E4-4E54-9274-559FA79C1B5C}" destId="{F96220F7-DA33-4FB7-8C24-094F6E89ED13}" srcOrd="0" destOrd="0" presId="urn:microsoft.com/office/officeart/2005/8/layout/hProcess9"/>
    <dgm:cxn modelId="{A3DD8928-0AAF-4EC2-BE62-B8ECC81115FF}" srcId="{0C3F6E28-B5E4-4E54-9274-559FA79C1B5C}" destId="{5E9280B1-8D5E-4032-95F4-8668B6C6FBDD}" srcOrd="0" destOrd="0" parTransId="{B4CF04E6-C03E-4B13-8CF7-35BF09C51757}" sibTransId="{2A98C01F-3D41-473C-80A4-D635AE867F38}"/>
    <dgm:cxn modelId="{7C8E78FA-D793-4BFA-96B7-99F55C80A369}" type="presParOf" srcId="{F96220F7-DA33-4FB7-8C24-094F6E89ED13}" destId="{869AB3DE-F853-4B7B-B203-482CF72E32E5}" srcOrd="0" destOrd="0" presId="urn:microsoft.com/office/officeart/2005/8/layout/hProcess9"/>
    <dgm:cxn modelId="{339C5B34-EAB6-480C-96BB-E691D6E3C359}" type="presParOf" srcId="{F96220F7-DA33-4FB7-8C24-094F6E89ED13}" destId="{D4AF9058-9CA6-4A3C-B51F-85C30F6C3CC1}" srcOrd="1" destOrd="0" presId="urn:microsoft.com/office/officeart/2005/8/layout/hProcess9"/>
    <dgm:cxn modelId="{7226E48C-0F9D-4E2E-9ADA-53F3D1601F60}" type="presParOf" srcId="{D4AF9058-9CA6-4A3C-B51F-85C30F6C3CC1}" destId="{5F993B4D-9E77-4D2C-8915-EED4160B14B0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B14DF56-DC25-4122-86CE-A3BF430427D1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B72DC4CA-883F-41B7-B475-87FE70391C26}">
      <dgm:prSet/>
      <dgm:spPr/>
      <dgm:t>
        <a:bodyPr/>
        <a:lstStyle/>
        <a:p>
          <a:r>
            <a:rPr lang="en-US" dirty="0"/>
            <a:t>Process improvement </a:t>
          </a:r>
        </a:p>
        <a:p>
          <a:r>
            <a:rPr lang="en-US" dirty="0"/>
            <a:t>“a proactive task”</a:t>
          </a:r>
          <a:endParaRPr lang="en-MY" dirty="0"/>
        </a:p>
      </dgm:t>
    </dgm:pt>
    <dgm:pt modelId="{82D77233-8348-4086-9F35-31FF653F363D}" type="parTrans" cxnId="{A085D08A-D273-4FF5-8437-D4ECD32AA812}">
      <dgm:prSet/>
      <dgm:spPr/>
      <dgm:t>
        <a:bodyPr/>
        <a:lstStyle/>
        <a:p>
          <a:endParaRPr lang="en-MY"/>
        </a:p>
      </dgm:t>
    </dgm:pt>
    <dgm:pt modelId="{CBD3CF2C-FB51-40AC-9D92-4C5154E4C7D1}" type="sibTrans" cxnId="{A085D08A-D273-4FF5-8437-D4ECD32AA812}">
      <dgm:prSet/>
      <dgm:spPr/>
      <dgm:t>
        <a:bodyPr/>
        <a:lstStyle/>
        <a:p>
          <a:endParaRPr lang="en-MY"/>
        </a:p>
      </dgm:t>
    </dgm:pt>
    <dgm:pt modelId="{904C00BA-8D6C-4939-B856-DCAD59A06411}">
      <dgm:prSet/>
      <dgm:spPr/>
      <dgm:t>
        <a:bodyPr/>
        <a:lstStyle/>
        <a:p>
          <a:r>
            <a:rPr lang="en-US" dirty="0"/>
            <a:t>Identifying a process is in need of reform or improvement.</a:t>
          </a:r>
          <a:endParaRPr lang="en-MY" dirty="0"/>
        </a:p>
      </dgm:t>
    </dgm:pt>
    <dgm:pt modelId="{2CCD77E5-6A83-469D-897F-772CEA7ECEB2}" type="parTrans" cxnId="{569D8202-9751-4B23-BA4E-22BE9F8AAA3F}">
      <dgm:prSet/>
      <dgm:spPr/>
      <dgm:t>
        <a:bodyPr/>
        <a:lstStyle/>
        <a:p>
          <a:endParaRPr lang="en-MY"/>
        </a:p>
      </dgm:t>
    </dgm:pt>
    <dgm:pt modelId="{E2C1EFAE-1B52-4CB8-97F2-D9A0CA2F8C78}" type="sibTrans" cxnId="{569D8202-9751-4B23-BA4E-22BE9F8AAA3F}">
      <dgm:prSet/>
      <dgm:spPr/>
      <dgm:t>
        <a:bodyPr/>
        <a:lstStyle/>
        <a:p>
          <a:endParaRPr lang="en-MY"/>
        </a:p>
      </dgm:t>
    </dgm:pt>
    <dgm:pt modelId="{D36991D7-0F4D-4759-B779-3A345E770BA4}">
      <dgm:prSet/>
      <dgm:spPr/>
      <dgm:t>
        <a:bodyPr/>
        <a:lstStyle/>
        <a:p>
          <a:r>
            <a:rPr lang="en-US" dirty="0"/>
            <a:t>Analyzing this process to see what issue needs addressing</a:t>
          </a:r>
          <a:endParaRPr lang="en-MY" dirty="0"/>
        </a:p>
      </dgm:t>
    </dgm:pt>
    <dgm:pt modelId="{E4171F01-F15B-45A4-AA47-4580A98B192F}" type="parTrans" cxnId="{577758A6-5326-492D-B7B9-16BEC0215512}">
      <dgm:prSet/>
      <dgm:spPr/>
      <dgm:t>
        <a:bodyPr/>
        <a:lstStyle/>
        <a:p>
          <a:endParaRPr lang="en-MY"/>
        </a:p>
      </dgm:t>
    </dgm:pt>
    <dgm:pt modelId="{EA593B92-5D8F-4192-AE5F-AA55D7CF0E00}" type="sibTrans" cxnId="{577758A6-5326-492D-B7B9-16BEC0215512}">
      <dgm:prSet/>
      <dgm:spPr/>
      <dgm:t>
        <a:bodyPr/>
        <a:lstStyle/>
        <a:p>
          <a:endParaRPr lang="en-MY"/>
        </a:p>
      </dgm:t>
    </dgm:pt>
    <dgm:pt modelId="{EDEA9912-F6EE-4F3B-9287-6B705E1CBAF4}">
      <dgm:prSet/>
      <dgm:spPr/>
      <dgm:t>
        <a:bodyPr/>
        <a:lstStyle/>
        <a:p>
          <a:r>
            <a:rPr lang="en-US" dirty="0"/>
            <a:t>Changing key aspects, steps or tasks in a process to improve its overall performance.</a:t>
          </a:r>
          <a:endParaRPr lang="en-MY" dirty="0"/>
        </a:p>
      </dgm:t>
    </dgm:pt>
    <dgm:pt modelId="{CD4F70F6-8CC3-4CB6-8B52-B3D773791071}" type="parTrans" cxnId="{97848A9D-E211-45AC-80E5-482A24803DCF}">
      <dgm:prSet/>
      <dgm:spPr/>
      <dgm:t>
        <a:bodyPr/>
        <a:lstStyle/>
        <a:p>
          <a:endParaRPr lang="en-MY"/>
        </a:p>
      </dgm:t>
    </dgm:pt>
    <dgm:pt modelId="{474F865A-3E5C-4941-BE9C-3C7FA6351655}" type="sibTrans" cxnId="{97848A9D-E211-45AC-80E5-482A24803DCF}">
      <dgm:prSet/>
      <dgm:spPr/>
      <dgm:t>
        <a:bodyPr/>
        <a:lstStyle/>
        <a:p>
          <a:endParaRPr lang="en-MY"/>
        </a:p>
      </dgm:t>
    </dgm:pt>
    <dgm:pt modelId="{4008735E-7A4D-4D61-8C7B-4BB7823811E7}" type="pres">
      <dgm:prSet presAssocID="{DB14DF56-DC25-4122-86CE-A3BF430427D1}" presName="Name0" presStyleCnt="0">
        <dgm:presLayoutVars>
          <dgm:dir/>
          <dgm:animLvl val="lvl"/>
          <dgm:resizeHandles val="exact"/>
        </dgm:presLayoutVars>
      </dgm:prSet>
      <dgm:spPr/>
    </dgm:pt>
    <dgm:pt modelId="{D8F7C0F2-2BB9-4E51-A554-4BC5EAAB4BC3}" type="pres">
      <dgm:prSet presAssocID="{B72DC4CA-883F-41B7-B475-87FE70391C26}" presName="linNode" presStyleCnt="0"/>
      <dgm:spPr/>
    </dgm:pt>
    <dgm:pt modelId="{117788A9-ECC1-4C97-AA1A-19353A587FC1}" type="pres">
      <dgm:prSet presAssocID="{B72DC4CA-883F-41B7-B475-87FE70391C26}" presName="parTx" presStyleLbl="revTx" presStyleIdx="0" presStyleCnt="1">
        <dgm:presLayoutVars>
          <dgm:chMax val="1"/>
          <dgm:bulletEnabled val="1"/>
        </dgm:presLayoutVars>
      </dgm:prSet>
      <dgm:spPr/>
    </dgm:pt>
    <dgm:pt modelId="{AC682C3E-8FDC-46EB-A4A7-1C382171F35E}" type="pres">
      <dgm:prSet presAssocID="{B72DC4CA-883F-41B7-B475-87FE70391C26}" presName="bracket" presStyleLbl="parChTrans1D1" presStyleIdx="0" presStyleCnt="1"/>
      <dgm:spPr/>
    </dgm:pt>
    <dgm:pt modelId="{4AD1C98D-5233-45EC-A23D-8ED986FB2AD9}" type="pres">
      <dgm:prSet presAssocID="{B72DC4CA-883F-41B7-B475-87FE70391C26}" presName="spH" presStyleCnt="0"/>
      <dgm:spPr/>
    </dgm:pt>
    <dgm:pt modelId="{899912B6-35C9-408D-B16F-DA16530B8067}" type="pres">
      <dgm:prSet presAssocID="{B72DC4CA-883F-41B7-B475-87FE70391C26}" presName="desTx" presStyleLbl="node1" presStyleIdx="0" presStyleCnt="1">
        <dgm:presLayoutVars>
          <dgm:bulletEnabled val="1"/>
        </dgm:presLayoutVars>
      </dgm:prSet>
      <dgm:spPr/>
    </dgm:pt>
  </dgm:ptLst>
  <dgm:cxnLst>
    <dgm:cxn modelId="{569D8202-9751-4B23-BA4E-22BE9F8AAA3F}" srcId="{B72DC4CA-883F-41B7-B475-87FE70391C26}" destId="{904C00BA-8D6C-4939-B856-DCAD59A06411}" srcOrd="0" destOrd="0" parTransId="{2CCD77E5-6A83-469D-897F-772CEA7ECEB2}" sibTransId="{E2C1EFAE-1B52-4CB8-97F2-D9A0CA2F8C78}"/>
    <dgm:cxn modelId="{9FE6DC1B-BA75-47FA-B4A0-0FA0972C3C76}" type="presOf" srcId="{D36991D7-0F4D-4759-B779-3A345E770BA4}" destId="{899912B6-35C9-408D-B16F-DA16530B8067}" srcOrd="0" destOrd="1" presId="urn:diagrams.loki3.com/BracketList"/>
    <dgm:cxn modelId="{814E5441-8045-4F94-BD3F-48B983F3C2B7}" type="presOf" srcId="{904C00BA-8D6C-4939-B856-DCAD59A06411}" destId="{899912B6-35C9-408D-B16F-DA16530B8067}" srcOrd="0" destOrd="0" presId="urn:diagrams.loki3.com/BracketList"/>
    <dgm:cxn modelId="{5F63EE53-5B06-42DE-B01F-15A1E7648BFE}" type="presOf" srcId="{EDEA9912-F6EE-4F3B-9287-6B705E1CBAF4}" destId="{899912B6-35C9-408D-B16F-DA16530B8067}" srcOrd="0" destOrd="2" presId="urn:diagrams.loki3.com/BracketList"/>
    <dgm:cxn modelId="{A085D08A-D273-4FF5-8437-D4ECD32AA812}" srcId="{DB14DF56-DC25-4122-86CE-A3BF430427D1}" destId="{B72DC4CA-883F-41B7-B475-87FE70391C26}" srcOrd="0" destOrd="0" parTransId="{82D77233-8348-4086-9F35-31FF653F363D}" sibTransId="{CBD3CF2C-FB51-40AC-9D92-4C5154E4C7D1}"/>
    <dgm:cxn modelId="{DBE18E95-0BF2-428B-AA6E-75621A3E87E8}" type="presOf" srcId="{B72DC4CA-883F-41B7-B475-87FE70391C26}" destId="{117788A9-ECC1-4C97-AA1A-19353A587FC1}" srcOrd="0" destOrd="0" presId="urn:diagrams.loki3.com/BracketList"/>
    <dgm:cxn modelId="{97848A9D-E211-45AC-80E5-482A24803DCF}" srcId="{B72DC4CA-883F-41B7-B475-87FE70391C26}" destId="{EDEA9912-F6EE-4F3B-9287-6B705E1CBAF4}" srcOrd="2" destOrd="0" parTransId="{CD4F70F6-8CC3-4CB6-8B52-B3D773791071}" sibTransId="{474F865A-3E5C-4941-BE9C-3C7FA6351655}"/>
    <dgm:cxn modelId="{577758A6-5326-492D-B7B9-16BEC0215512}" srcId="{B72DC4CA-883F-41B7-B475-87FE70391C26}" destId="{D36991D7-0F4D-4759-B779-3A345E770BA4}" srcOrd="1" destOrd="0" parTransId="{E4171F01-F15B-45A4-AA47-4580A98B192F}" sibTransId="{EA593B92-5D8F-4192-AE5F-AA55D7CF0E00}"/>
    <dgm:cxn modelId="{3EF90CAA-8BDE-4226-8F1B-5CE66270BC92}" type="presOf" srcId="{DB14DF56-DC25-4122-86CE-A3BF430427D1}" destId="{4008735E-7A4D-4D61-8C7B-4BB7823811E7}" srcOrd="0" destOrd="0" presId="urn:diagrams.loki3.com/BracketList"/>
    <dgm:cxn modelId="{FE446C66-AE70-4C25-AE5F-D42FCBA97E1B}" type="presParOf" srcId="{4008735E-7A4D-4D61-8C7B-4BB7823811E7}" destId="{D8F7C0F2-2BB9-4E51-A554-4BC5EAAB4BC3}" srcOrd="0" destOrd="0" presId="urn:diagrams.loki3.com/BracketList"/>
    <dgm:cxn modelId="{E28187AA-A60C-4EBA-A897-C6E80D42FB13}" type="presParOf" srcId="{D8F7C0F2-2BB9-4E51-A554-4BC5EAAB4BC3}" destId="{117788A9-ECC1-4C97-AA1A-19353A587FC1}" srcOrd="0" destOrd="0" presId="urn:diagrams.loki3.com/BracketList"/>
    <dgm:cxn modelId="{FDF7FF06-810C-4BCA-82A7-A53C67AF0FAB}" type="presParOf" srcId="{D8F7C0F2-2BB9-4E51-A554-4BC5EAAB4BC3}" destId="{AC682C3E-8FDC-46EB-A4A7-1C382171F35E}" srcOrd="1" destOrd="0" presId="urn:diagrams.loki3.com/BracketList"/>
    <dgm:cxn modelId="{3EE05F30-5935-493E-B8E3-25767FAF3ABA}" type="presParOf" srcId="{D8F7C0F2-2BB9-4E51-A554-4BC5EAAB4BC3}" destId="{4AD1C98D-5233-45EC-A23D-8ED986FB2AD9}" srcOrd="2" destOrd="0" presId="urn:diagrams.loki3.com/BracketList"/>
    <dgm:cxn modelId="{3CE9B6A9-6A59-4FD0-A34F-D46E0ED590C0}" type="presParOf" srcId="{D8F7C0F2-2BB9-4E51-A554-4BC5EAAB4BC3}" destId="{899912B6-35C9-408D-B16F-DA16530B806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19ECC09-E477-4330-B759-DE9907FA70C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652421B5-D4F0-46D1-8DF1-97F88F464618}">
      <dgm:prSet/>
      <dgm:spPr/>
      <dgm:t>
        <a:bodyPr/>
        <a:lstStyle/>
        <a:p>
          <a:r>
            <a:rPr lang="en-US" dirty="0"/>
            <a:t>Process improvement is all about </a:t>
          </a:r>
          <a:endParaRPr lang="en-MY" dirty="0"/>
        </a:p>
      </dgm:t>
    </dgm:pt>
    <dgm:pt modelId="{2D65DAE6-5B72-489F-A6C9-845C1B7A9B5B}" type="parTrans" cxnId="{ACBB08F0-D795-44E4-BC6A-4A86AF8AE75B}">
      <dgm:prSet/>
      <dgm:spPr/>
      <dgm:t>
        <a:bodyPr/>
        <a:lstStyle/>
        <a:p>
          <a:endParaRPr lang="en-MY"/>
        </a:p>
      </dgm:t>
    </dgm:pt>
    <dgm:pt modelId="{C0F6C8FD-4D39-4A4F-8A39-BC2A65E84B18}" type="sibTrans" cxnId="{ACBB08F0-D795-44E4-BC6A-4A86AF8AE75B}">
      <dgm:prSet/>
      <dgm:spPr/>
      <dgm:t>
        <a:bodyPr/>
        <a:lstStyle/>
        <a:p>
          <a:endParaRPr lang="en-MY"/>
        </a:p>
      </dgm:t>
    </dgm:pt>
    <dgm:pt modelId="{9B016CA0-6131-4A27-82A3-571B1955D151}">
      <dgm:prSet/>
      <dgm:spPr/>
      <dgm:t>
        <a:bodyPr/>
        <a:lstStyle/>
        <a:p>
          <a:r>
            <a:rPr lang="en-US" dirty="0"/>
            <a:t>moving something from one state to another, with that shift taking it from a state that is not operating as effectively as it could to one that is.</a:t>
          </a:r>
          <a:endParaRPr lang="en-MY" dirty="0"/>
        </a:p>
      </dgm:t>
    </dgm:pt>
    <dgm:pt modelId="{04B4689C-BAEB-4A4D-8A8C-304A644E7BC8}" type="parTrans" cxnId="{2C3BC81E-A597-435F-8077-C136FBE99C46}">
      <dgm:prSet/>
      <dgm:spPr/>
      <dgm:t>
        <a:bodyPr/>
        <a:lstStyle/>
        <a:p>
          <a:endParaRPr lang="en-MY"/>
        </a:p>
      </dgm:t>
    </dgm:pt>
    <dgm:pt modelId="{838358EE-B4EC-455D-B599-D485C78D7CAE}" type="sibTrans" cxnId="{2C3BC81E-A597-435F-8077-C136FBE99C46}">
      <dgm:prSet/>
      <dgm:spPr/>
      <dgm:t>
        <a:bodyPr/>
        <a:lstStyle/>
        <a:p>
          <a:endParaRPr lang="en-MY"/>
        </a:p>
      </dgm:t>
    </dgm:pt>
    <dgm:pt modelId="{3889F237-EB83-4D39-B8AD-882D5F54A29D}">
      <dgm:prSet/>
      <dgm:spPr/>
      <dgm:t>
        <a:bodyPr/>
        <a:lstStyle/>
        <a:p>
          <a:r>
            <a:rPr lang="en-US" dirty="0"/>
            <a:t>removing waste, making processes and the people who work within them more productive and efficient. </a:t>
          </a:r>
          <a:endParaRPr lang="en-MY" dirty="0"/>
        </a:p>
      </dgm:t>
    </dgm:pt>
    <dgm:pt modelId="{80F4F10D-81C1-45CF-87CA-C3667C81093A}" type="parTrans" cxnId="{55C87277-5605-4048-90A0-6DACA6A114D3}">
      <dgm:prSet/>
      <dgm:spPr/>
      <dgm:t>
        <a:bodyPr/>
        <a:lstStyle/>
        <a:p>
          <a:endParaRPr lang="en-MY"/>
        </a:p>
      </dgm:t>
    </dgm:pt>
    <dgm:pt modelId="{2448C42D-DA58-4BB1-905D-63AFB4CBCDCF}" type="sibTrans" cxnId="{55C87277-5605-4048-90A0-6DACA6A114D3}">
      <dgm:prSet/>
      <dgm:spPr/>
      <dgm:t>
        <a:bodyPr/>
        <a:lstStyle/>
        <a:p>
          <a:endParaRPr lang="en-MY"/>
        </a:p>
      </dgm:t>
    </dgm:pt>
    <dgm:pt modelId="{C4E1270E-A20D-4B43-BDA1-398A48332E50}" type="pres">
      <dgm:prSet presAssocID="{619ECC09-E477-4330-B759-DE9907FA70C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AEA18D-4A89-4BA1-A058-3D6F786B3F96}" type="pres">
      <dgm:prSet presAssocID="{652421B5-D4F0-46D1-8DF1-97F88F464618}" presName="root" presStyleCnt="0"/>
      <dgm:spPr/>
    </dgm:pt>
    <dgm:pt modelId="{4245AA85-7BF5-47B5-9273-6577F6100DEC}" type="pres">
      <dgm:prSet presAssocID="{652421B5-D4F0-46D1-8DF1-97F88F464618}" presName="rootComposite" presStyleCnt="0"/>
      <dgm:spPr/>
    </dgm:pt>
    <dgm:pt modelId="{84FBE353-9FDA-419F-A9C8-073EC5527C56}" type="pres">
      <dgm:prSet presAssocID="{652421B5-D4F0-46D1-8DF1-97F88F464618}" presName="rootText" presStyleLbl="node1" presStyleIdx="0" presStyleCnt="1"/>
      <dgm:spPr/>
    </dgm:pt>
    <dgm:pt modelId="{56243BE7-6E9A-40A3-BDC4-E861996E2E2E}" type="pres">
      <dgm:prSet presAssocID="{652421B5-D4F0-46D1-8DF1-97F88F464618}" presName="rootConnector" presStyleLbl="node1" presStyleIdx="0" presStyleCnt="1"/>
      <dgm:spPr/>
    </dgm:pt>
    <dgm:pt modelId="{C8FA699F-ECE7-4591-9956-8F0964253CAE}" type="pres">
      <dgm:prSet presAssocID="{652421B5-D4F0-46D1-8DF1-97F88F464618}" presName="childShape" presStyleCnt="0"/>
      <dgm:spPr/>
    </dgm:pt>
    <dgm:pt modelId="{A00C16E2-59E8-42D1-BDA2-4B15B0527620}" type="pres">
      <dgm:prSet presAssocID="{04B4689C-BAEB-4A4D-8A8C-304A644E7BC8}" presName="Name13" presStyleLbl="parChTrans1D2" presStyleIdx="0" presStyleCnt="2"/>
      <dgm:spPr/>
    </dgm:pt>
    <dgm:pt modelId="{904E78D7-21EF-46DB-B701-54E0C3ABAF62}" type="pres">
      <dgm:prSet presAssocID="{9B016CA0-6131-4A27-82A3-571B1955D151}" presName="childText" presStyleLbl="bgAcc1" presStyleIdx="0" presStyleCnt="2" custScaleX="557936">
        <dgm:presLayoutVars>
          <dgm:bulletEnabled val="1"/>
        </dgm:presLayoutVars>
      </dgm:prSet>
      <dgm:spPr/>
    </dgm:pt>
    <dgm:pt modelId="{5C858E3C-2637-46AE-AB46-0CFE436C5647}" type="pres">
      <dgm:prSet presAssocID="{80F4F10D-81C1-45CF-87CA-C3667C81093A}" presName="Name13" presStyleLbl="parChTrans1D2" presStyleIdx="1" presStyleCnt="2"/>
      <dgm:spPr/>
    </dgm:pt>
    <dgm:pt modelId="{50433DCE-FC95-4DBD-A5D1-24D0EF3B1753}" type="pres">
      <dgm:prSet presAssocID="{3889F237-EB83-4D39-B8AD-882D5F54A29D}" presName="childText" presStyleLbl="bgAcc1" presStyleIdx="1" presStyleCnt="2" custScaleX="583144">
        <dgm:presLayoutVars>
          <dgm:bulletEnabled val="1"/>
        </dgm:presLayoutVars>
      </dgm:prSet>
      <dgm:spPr/>
    </dgm:pt>
  </dgm:ptLst>
  <dgm:cxnLst>
    <dgm:cxn modelId="{CFCC2F05-123A-4DE3-A3E9-9D4AC4EC669D}" type="presOf" srcId="{619ECC09-E477-4330-B759-DE9907FA70C2}" destId="{C4E1270E-A20D-4B43-BDA1-398A48332E50}" srcOrd="0" destOrd="0" presId="urn:microsoft.com/office/officeart/2005/8/layout/hierarchy3"/>
    <dgm:cxn modelId="{2C3BC81E-A597-435F-8077-C136FBE99C46}" srcId="{652421B5-D4F0-46D1-8DF1-97F88F464618}" destId="{9B016CA0-6131-4A27-82A3-571B1955D151}" srcOrd="0" destOrd="0" parTransId="{04B4689C-BAEB-4A4D-8A8C-304A644E7BC8}" sibTransId="{838358EE-B4EC-455D-B599-D485C78D7CAE}"/>
    <dgm:cxn modelId="{62564634-608D-47CE-B5F2-6CC29BD18196}" type="presOf" srcId="{652421B5-D4F0-46D1-8DF1-97F88F464618}" destId="{56243BE7-6E9A-40A3-BDC4-E861996E2E2E}" srcOrd="1" destOrd="0" presId="urn:microsoft.com/office/officeart/2005/8/layout/hierarchy3"/>
    <dgm:cxn modelId="{C2D4624E-1D86-423E-BB4E-5AF7487D0361}" type="presOf" srcId="{04B4689C-BAEB-4A4D-8A8C-304A644E7BC8}" destId="{A00C16E2-59E8-42D1-BDA2-4B15B0527620}" srcOrd="0" destOrd="0" presId="urn:microsoft.com/office/officeart/2005/8/layout/hierarchy3"/>
    <dgm:cxn modelId="{55C87277-5605-4048-90A0-6DACA6A114D3}" srcId="{652421B5-D4F0-46D1-8DF1-97F88F464618}" destId="{3889F237-EB83-4D39-B8AD-882D5F54A29D}" srcOrd="1" destOrd="0" parTransId="{80F4F10D-81C1-45CF-87CA-C3667C81093A}" sibTransId="{2448C42D-DA58-4BB1-905D-63AFB4CBCDCF}"/>
    <dgm:cxn modelId="{CC28945A-6FBB-4A7E-8AF6-CF916A6969E2}" type="presOf" srcId="{9B016CA0-6131-4A27-82A3-571B1955D151}" destId="{904E78D7-21EF-46DB-B701-54E0C3ABAF62}" srcOrd="0" destOrd="0" presId="urn:microsoft.com/office/officeart/2005/8/layout/hierarchy3"/>
    <dgm:cxn modelId="{344A21AA-6A05-47CC-9E65-1885DD7C63BE}" type="presOf" srcId="{652421B5-D4F0-46D1-8DF1-97F88F464618}" destId="{84FBE353-9FDA-419F-A9C8-073EC5527C56}" srcOrd="0" destOrd="0" presId="urn:microsoft.com/office/officeart/2005/8/layout/hierarchy3"/>
    <dgm:cxn modelId="{ACBB08F0-D795-44E4-BC6A-4A86AF8AE75B}" srcId="{619ECC09-E477-4330-B759-DE9907FA70C2}" destId="{652421B5-D4F0-46D1-8DF1-97F88F464618}" srcOrd="0" destOrd="0" parTransId="{2D65DAE6-5B72-489F-A6C9-845C1B7A9B5B}" sibTransId="{C0F6C8FD-4D39-4A4F-8A39-BC2A65E84B18}"/>
    <dgm:cxn modelId="{633393FC-BD4F-4CC6-8B8C-7D2DCB373DED}" type="presOf" srcId="{80F4F10D-81C1-45CF-87CA-C3667C81093A}" destId="{5C858E3C-2637-46AE-AB46-0CFE436C5647}" srcOrd="0" destOrd="0" presId="urn:microsoft.com/office/officeart/2005/8/layout/hierarchy3"/>
    <dgm:cxn modelId="{4C5A94FD-70B5-40AA-8769-875F090F2243}" type="presOf" srcId="{3889F237-EB83-4D39-B8AD-882D5F54A29D}" destId="{50433DCE-FC95-4DBD-A5D1-24D0EF3B1753}" srcOrd="0" destOrd="0" presId="urn:microsoft.com/office/officeart/2005/8/layout/hierarchy3"/>
    <dgm:cxn modelId="{82E28D7E-91CE-4D50-884E-79E70E04190F}" type="presParOf" srcId="{C4E1270E-A20D-4B43-BDA1-398A48332E50}" destId="{6CAEA18D-4A89-4BA1-A058-3D6F786B3F96}" srcOrd="0" destOrd="0" presId="urn:microsoft.com/office/officeart/2005/8/layout/hierarchy3"/>
    <dgm:cxn modelId="{55AD9591-A51C-4D68-B73E-6D9028EFAC34}" type="presParOf" srcId="{6CAEA18D-4A89-4BA1-A058-3D6F786B3F96}" destId="{4245AA85-7BF5-47B5-9273-6577F6100DEC}" srcOrd="0" destOrd="0" presId="urn:microsoft.com/office/officeart/2005/8/layout/hierarchy3"/>
    <dgm:cxn modelId="{EDB56F1D-76F0-4E65-B4A2-AED5B7F1317F}" type="presParOf" srcId="{4245AA85-7BF5-47B5-9273-6577F6100DEC}" destId="{84FBE353-9FDA-419F-A9C8-073EC5527C56}" srcOrd="0" destOrd="0" presId="urn:microsoft.com/office/officeart/2005/8/layout/hierarchy3"/>
    <dgm:cxn modelId="{FAD8A260-7E6B-49E5-8DD8-EA07DB395267}" type="presParOf" srcId="{4245AA85-7BF5-47B5-9273-6577F6100DEC}" destId="{56243BE7-6E9A-40A3-BDC4-E861996E2E2E}" srcOrd="1" destOrd="0" presId="urn:microsoft.com/office/officeart/2005/8/layout/hierarchy3"/>
    <dgm:cxn modelId="{36F47EF5-B33B-4830-8638-1459A4055003}" type="presParOf" srcId="{6CAEA18D-4A89-4BA1-A058-3D6F786B3F96}" destId="{C8FA699F-ECE7-4591-9956-8F0964253CAE}" srcOrd="1" destOrd="0" presId="urn:microsoft.com/office/officeart/2005/8/layout/hierarchy3"/>
    <dgm:cxn modelId="{699E8825-34C2-4D05-9342-5EE11A090A29}" type="presParOf" srcId="{C8FA699F-ECE7-4591-9956-8F0964253CAE}" destId="{A00C16E2-59E8-42D1-BDA2-4B15B0527620}" srcOrd="0" destOrd="0" presId="urn:microsoft.com/office/officeart/2005/8/layout/hierarchy3"/>
    <dgm:cxn modelId="{595A6A18-EC48-4F4C-AEF2-2C5C158AA772}" type="presParOf" srcId="{C8FA699F-ECE7-4591-9956-8F0964253CAE}" destId="{904E78D7-21EF-46DB-B701-54E0C3ABAF62}" srcOrd="1" destOrd="0" presId="urn:microsoft.com/office/officeart/2005/8/layout/hierarchy3"/>
    <dgm:cxn modelId="{26E8D0CA-3E97-4688-BA44-8AB6C93E6E28}" type="presParOf" srcId="{C8FA699F-ECE7-4591-9956-8F0964253CAE}" destId="{5C858E3C-2637-46AE-AB46-0CFE436C5647}" srcOrd="2" destOrd="0" presId="urn:microsoft.com/office/officeart/2005/8/layout/hierarchy3"/>
    <dgm:cxn modelId="{FC1BE4E7-27F7-45D1-AC0F-17E287B4E1F8}" type="presParOf" srcId="{C8FA699F-ECE7-4591-9956-8F0964253CAE}" destId="{50433DCE-FC95-4DBD-A5D1-24D0EF3B175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A88EDE4-B136-455C-82D9-34AF5859A101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1DBC90FC-4A56-4011-8158-46A774316DA7}">
      <dgm:prSet/>
      <dgm:spPr/>
      <dgm:t>
        <a:bodyPr/>
        <a:lstStyle/>
        <a:p>
          <a:r>
            <a:rPr lang="en-US" dirty="0"/>
            <a:t>It can be both a </a:t>
          </a:r>
          <a:r>
            <a:rPr lang="en-US" dirty="0">
              <a:solidFill>
                <a:srgbClr val="FF0000"/>
              </a:solidFill>
            </a:rPr>
            <a:t>continual effort,</a:t>
          </a:r>
          <a:r>
            <a:rPr lang="en-US" dirty="0"/>
            <a:t> something where you make amendments and </a:t>
          </a:r>
          <a:r>
            <a:rPr lang="en-US" dirty="0">
              <a:solidFill>
                <a:srgbClr val="FF0000"/>
              </a:solidFill>
            </a:rPr>
            <a:t>improvements regularly. </a:t>
          </a:r>
          <a:endParaRPr lang="en-MY" dirty="0">
            <a:solidFill>
              <a:srgbClr val="FF0000"/>
            </a:solidFill>
          </a:endParaRPr>
        </a:p>
      </dgm:t>
    </dgm:pt>
    <dgm:pt modelId="{C9967FCB-459C-43F2-A1E3-BBEDF0A5951A}" type="parTrans" cxnId="{9B3DA151-61C5-4272-BEC9-8F5F2BB3A359}">
      <dgm:prSet/>
      <dgm:spPr/>
      <dgm:t>
        <a:bodyPr/>
        <a:lstStyle/>
        <a:p>
          <a:endParaRPr lang="en-MY"/>
        </a:p>
      </dgm:t>
    </dgm:pt>
    <dgm:pt modelId="{9F82042A-7869-494E-8551-264422E7C6AB}" type="sibTrans" cxnId="{9B3DA151-61C5-4272-BEC9-8F5F2BB3A359}">
      <dgm:prSet/>
      <dgm:spPr/>
      <dgm:t>
        <a:bodyPr/>
        <a:lstStyle/>
        <a:p>
          <a:endParaRPr lang="en-MY"/>
        </a:p>
      </dgm:t>
    </dgm:pt>
    <dgm:pt modelId="{DF506C4A-005E-4FC8-AF07-4DB90ACD28A3}">
      <dgm:prSet/>
      <dgm:spPr/>
      <dgm:t>
        <a:bodyPr/>
        <a:lstStyle/>
        <a:p>
          <a:r>
            <a:rPr lang="en-US" dirty="0"/>
            <a:t>It can also be a </a:t>
          </a:r>
          <a:r>
            <a:rPr lang="en-US" dirty="0">
              <a:solidFill>
                <a:srgbClr val="FF0000"/>
              </a:solidFill>
            </a:rPr>
            <a:t>one off exercise,</a:t>
          </a:r>
          <a:r>
            <a:rPr lang="en-US" dirty="0"/>
            <a:t> where you </a:t>
          </a:r>
          <a:r>
            <a:rPr lang="en-US" dirty="0">
              <a:solidFill>
                <a:srgbClr val="FF0000"/>
              </a:solidFill>
            </a:rPr>
            <a:t>conduct a review, deliver recommendations</a:t>
          </a:r>
          <a:r>
            <a:rPr lang="en-US" dirty="0"/>
            <a:t> and work on them.</a:t>
          </a:r>
          <a:endParaRPr lang="en-MY" dirty="0"/>
        </a:p>
      </dgm:t>
    </dgm:pt>
    <dgm:pt modelId="{7573FEF2-165D-44F3-935E-0BDDAA3096BA}" type="parTrans" cxnId="{0DD20823-C5CE-4DD4-AC93-0895117C9851}">
      <dgm:prSet/>
      <dgm:spPr/>
      <dgm:t>
        <a:bodyPr/>
        <a:lstStyle/>
        <a:p>
          <a:endParaRPr lang="en-MY"/>
        </a:p>
      </dgm:t>
    </dgm:pt>
    <dgm:pt modelId="{CFC9C2C7-2CEA-4AA1-A10B-5BDFEB0EA191}" type="sibTrans" cxnId="{0DD20823-C5CE-4DD4-AC93-0895117C9851}">
      <dgm:prSet/>
      <dgm:spPr/>
      <dgm:t>
        <a:bodyPr/>
        <a:lstStyle/>
        <a:p>
          <a:endParaRPr lang="en-MY"/>
        </a:p>
      </dgm:t>
    </dgm:pt>
    <dgm:pt modelId="{D22EEC50-9C88-4C79-992D-F325B1A64E5D}" type="pres">
      <dgm:prSet presAssocID="{1A88EDE4-B136-455C-82D9-34AF5859A101}" presName="compositeShape" presStyleCnt="0">
        <dgm:presLayoutVars>
          <dgm:chMax val="7"/>
          <dgm:dir/>
          <dgm:resizeHandles val="exact"/>
        </dgm:presLayoutVars>
      </dgm:prSet>
      <dgm:spPr/>
    </dgm:pt>
    <dgm:pt modelId="{51CACBF0-A402-4D64-95A5-CFC3178E716F}" type="pres">
      <dgm:prSet presAssocID="{1DBC90FC-4A56-4011-8158-46A774316DA7}" presName="circ1" presStyleLbl="vennNode1" presStyleIdx="0" presStyleCnt="2"/>
      <dgm:spPr/>
    </dgm:pt>
    <dgm:pt modelId="{E56816A1-B8E4-4B3B-8CB5-EB15A99EE24F}" type="pres">
      <dgm:prSet presAssocID="{1DBC90FC-4A56-4011-8158-46A774316DA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03BE975-BBA6-4406-BC5A-0ABDE8B33229}" type="pres">
      <dgm:prSet presAssocID="{DF506C4A-005E-4FC8-AF07-4DB90ACD28A3}" presName="circ2" presStyleLbl="vennNode1" presStyleIdx="1" presStyleCnt="2" custLinFactNeighborX="469" custLinFactNeighborY="-743"/>
      <dgm:spPr/>
    </dgm:pt>
    <dgm:pt modelId="{E2569F37-93E0-4A71-9F84-E13579C3C111}" type="pres">
      <dgm:prSet presAssocID="{DF506C4A-005E-4FC8-AF07-4DB90ACD28A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F86ED17-7649-4FA9-8689-943E5D6BD81D}" type="presOf" srcId="{1DBC90FC-4A56-4011-8158-46A774316DA7}" destId="{51CACBF0-A402-4D64-95A5-CFC3178E716F}" srcOrd="0" destOrd="0" presId="urn:microsoft.com/office/officeart/2005/8/layout/venn1"/>
    <dgm:cxn modelId="{2F3AA01C-557C-4192-AF8E-53B6FF5B4971}" type="presOf" srcId="{1DBC90FC-4A56-4011-8158-46A774316DA7}" destId="{E56816A1-B8E4-4B3B-8CB5-EB15A99EE24F}" srcOrd="1" destOrd="0" presId="urn:microsoft.com/office/officeart/2005/8/layout/venn1"/>
    <dgm:cxn modelId="{0DD20823-C5CE-4DD4-AC93-0895117C9851}" srcId="{1A88EDE4-B136-455C-82D9-34AF5859A101}" destId="{DF506C4A-005E-4FC8-AF07-4DB90ACD28A3}" srcOrd="1" destOrd="0" parTransId="{7573FEF2-165D-44F3-935E-0BDDAA3096BA}" sibTransId="{CFC9C2C7-2CEA-4AA1-A10B-5BDFEB0EA191}"/>
    <dgm:cxn modelId="{9B3DA151-61C5-4272-BEC9-8F5F2BB3A359}" srcId="{1A88EDE4-B136-455C-82D9-34AF5859A101}" destId="{1DBC90FC-4A56-4011-8158-46A774316DA7}" srcOrd="0" destOrd="0" parTransId="{C9967FCB-459C-43F2-A1E3-BBEDF0A5951A}" sibTransId="{9F82042A-7869-494E-8551-264422E7C6AB}"/>
    <dgm:cxn modelId="{E7CFC07E-90C3-4D04-9E6A-B08DD3DA8E0C}" type="presOf" srcId="{1A88EDE4-B136-455C-82D9-34AF5859A101}" destId="{D22EEC50-9C88-4C79-992D-F325B1A64E5D}" srcOrd="0" destOrd="0" presId="urn:microsoft.com/office/officeart/2005/8/layout/venn1"/>
    <dgm:cxn modelId="{4200859C-5F68-48ED-8CB5-4BF37231789C}" type="presOf" srcId="{DF506C4A-005E-4FC8-AF07-4DB90ACD28A3}" destId="{203BE975-BBA6-4406-BC5A-0ABDE8B33229}" srcOrd="0" destOrd="0" presId="urn:microsoft.com/office/officeart/2005/8/layout/venn1"/>
    <dgm:cxn modelId="{FB3E8BE9-5F10-4E93-B968-5760BB448910}" type="presOf" srcId="{DF506C4A-005E-4FC8-AF07-4DB90ACD28A3}" destId="{E2569F37-93E0-4A71-9F84-E13579C3C111}" srcOrd="1" destOrd="0" presId="urn:microsoft.com/office/officeart/2005/8/layout/venn1"/>
    <dgm:cxn modelId="{29EC7EDE-7578-41DE-8F87-F64334B2DD99}" type="presParOf" srcId="{D22EEC50-9C88-4C79-992D-F325B1A64E5D}" destId="{51CACBF0-A402-4D64-95A5-CFC3178E716F}" srcOrd="0" destOrd="0" presId="urn:microsoft.com/office/officeart/2005/8/layout/venn1"/>
    <dgm:cxn modelId="{F90C4774-0C48-4EA3-B547-0093B3FBA97F}" type="presParOf" srcId="{D22EEC50-9C88-4C79-992D-F325B1A64E5D}" destId="{E56816A1-B8E4-4B3B-8CB5-EB15A99EE24F}" srcOrd="1" destOrd="0" presId="urn:microsoft.com/office/officeart/2005/8/layout/venn1"/>
    <dgm:cxn modelId="{BC3CCD03-F143-4D03-B48E-1A547BFA3BCD}" type="presParOf" srcId="{D22EEC50-9C88-4C79-992D-F325B1A64E5D}" destId="{203BE975-BBA6-4406-BC5A-0ABDE8B33229}" srcOrd="2" destOrd="0" presId="urn:microsoft.com/office/officeart/2005/8/layout/venn1"/>
    <dgm:cxn modelId="{258556C5-6C26-42FA-BF71-DC8279EAFD2D}" type="presParOf" srcId="{D22EEC50-9C88-4C79-992D-F325B1A64E5D}" destId="{E2569F37-93E0-4A71-9F84-E13579C3C111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B29B65E-E196-4063-BD01-16DBB6438B8E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6315EEE-2B39-41DB-A43D-55DCB73C26A5}">
      <dgm:prSet/>
      <dgm:spPr/>
      <dgm:t>
        <a:bodyPr/>
        <a:lstStyle/>
        <a:p>
          <a:r>
            <a:rPr lang="en-US"/>
            <a:t>Software process improvement is concerned </a:t>
          </a:r>
          <a:endParaRPr lang="en-MY"/>
        </a:p>
      </dgm:t>
    </dgm:pt>
    <dgm:pt modelId="{427EDDBE-93D9-4342-9ED5-8DB35C0310AF}" type="parTrans" cxnId="{539F76BD-7CDA-4D5A-AFB1-E10B9EDC69CE}">
      <dgm:prSet/>
      <dgm:spPr/>
      <dgm:t>
        <a:bodyPr/>
        <a:lstStyle/>
        <a:p>
          <a:endParaRPr lang="en-MY"/>
        </a:p>
      </dgm:t>
    </dgm:pt>
    <dgm:pt modelId="{9E59401F-873A-4AD0-9752-DAF25D69BA20}" type="sibTrans" cxnId="{539F76BD-7CDA-4D5A-AFB1-E10B9EDC69CE}">
      <dgm:prSet/>
      <dgm:spPr/>
      <dgm:t>
        <a:bodyPr/>
        <a:lstStyle/>
        <a:p>
          <a:endParaRPr lang="en-MY"/>
        </a:p>
      </dgm:t>
    </dgm:pt>
    <dgm:pt modelId="{AD5713DC-4FE2-4D19-801E-EA4B9DC0BB81}">
      <dgm:prSet/>
      <dgm:spPr/>
      <dgm:t>
        <a:bodyPr/>
        <a:lstStyle/>
        <a:p>
          <a:pPr algn="just"/>
          <a:r>
            <a:rPr lang="en-US" dirty="0"/>
            <a:t>-to improve the processes within the organization</a:t>
          </a:r>
        </a:p>
        <a:p>
          <a:pPr algn="just"/>
          <a:r>
            <a:rPr lang="en-US" dirty="0"/>
            <a:t>-to ensure that they meet business goals more effectively </a:t>
          </a:r>
          <a:endParaRPr lang="en-MY" dirty="0"/>
        </a:p>
      </dgm:t>
    </dgm:pt>
    <dgm:pt modelId="{A0985037-2AB7-4A8B-A9B5-D38D3A5628C6}" type="parTrans" cxnId="{12B779B0-D9F2-4B3B-9CD7-89B9D80F7609}">
      <dgm:prSet/>
      <dgm:spPr/>
      <dgm:t>
        <a:bodyPr/>
        <a:lstStyle/>
        <a:p>
          <a:endParaRPr lang="en-MY"/>
        </a:p>
      </dgm:t>
    </dgm:pt>
    <dgm:pt modelId="{3BF161D9-0FA7-4AA8-B4DE-4A1CD2B9FCF0}" type="sibTrans" cxnId="{12B779B0-D9F2-4B3B-9CD7-89B9D80F7609}">
      <dgm:prSet/>
      <dgm:spPr/>
      <dgm:t>
        <a:bodyPr/>
        <a:lstStyle/>
        <a:p>
          <a:endParaRPr lang="en-MY"/>
        </a:p>
      </dgm:t>
    </dgm:pt>
    <dgm:pt modelId="{81424A57-D919-48D2-AF81-3D5B758E845E}">
      <dgm:prSet/>
      <dgm:spPr/>
      <dgm:t>
        <a:bodyPr/>
        <a:lstStyle/>
        <a:p>
          <a:pPr algn="l"/>
          <a:endParaRPr lang="en-MY" sz="2000" dirty="0"/>
        </a:p>
      </dgm:t>
    </dgm:pt>
    <dgm:pt modelId="{E1035F34-512D-48E7-A8AE-BDF04F30CAE5}" type="parTrans" cxnId="{379E2F2E-1C62-42EB-B099-C522A8945B2E}">
      <dgm:prSet/>
      <dgm:spPr/>
      <dgm:t>
        <a:bodyPr/>
        <a:lstStyle/>
        <a:p>
          <a:endParaRPr lang="en-MY"/>
        </a:p>
      </dgm:t>
    </dgm:pt>
    <dgm:pt modelId="{0DB97999-A0C9-40F6-BD39-5891AC7F2297}" type="sibTrans" cxnId="{379E2F2E-1C62-42EB-B099-C522A8945B2E}">
      <dgm:prSet/>
      <dgm:spPr/>
      <dgm:t>
        <a:bodyPr/>
        <a:lstStyle/>
        <a:p>
          <a:endParaRPr lang="en-MY"/>
        </a:p>
      </dgm:t>
    </dgm:pt>
    <dgm:pt modelId="{BD7302F4-B99E-40CF-BC36-3D798393FEBC}">
      <dgm:prSet custT="1"/>
      <dgm:spPr/>
      <dgm:t>
        <a:bodyPr/>
        <a:lstStyle/>
        <a:p>
          <a:pPr algn="just"/>
          <a:r>
            <a:rPr lang="en-US" sz="3200" dirty="0"/>
            <a:t>For example, </a:t>
          </a:r>
          <a:r>
            <a:rPr lang="en-US" sz="3200" i="1" dirty="0">
              <a:solidFill>
                <a:srgbClr val="FF0000"/>
              </a:solidFill>
            </a:rPr>
            <a:t>the goal may be to improve process performance to allow projects to be delivered faster and with higher quality</a:t>
          </a:r>
          <a:endParaRPr lang="en-MY" sz="3200" i="1" dirty="0">
            <a:solidFill>
              <a:srgbClr val="FF0000"/>
            </a:solidFill>
          </a:endParaRPr>
        </a:p>
      </dgm:t>
    </dgm:pt>
    <dgm:pt modelId="{AC9867D9-356D-48B5-84DA-CB23BB1661F8}" type="parTrans" cxnId="{3794C08C-19D2-4528-A580-2D2D6F68764B}">
      <dgm:prSet/>
      <dgm:spPr/>
      <dgm:t>
        <a:bodyPr/>
        <a:lstStyle/>
        <a:p>
          <a:endParaRPr lang="en-MY"/>
        </a:p>
      </dgm:t>
    </dgm:pt>
    <dgm:pt modelId="{679237C2-AAE5-4A4D-9848-C9C4C14066ED}" type="sibTrans" cxnId="{3794C08C-19D2-4528-A580-2D2D6F68764B}">
      <dgm:prSet/>
      <dgm:spPr/>
      <dgm:t>
        <a:bodyPr/>
        <a:lstStyle/>
        <a:p>
          <a:endParaRPr lang="en-MY"/>
        </a:p>
      </dgm:t>
    </dgm:pt>
    <dgm:pt modelId="{A96EC9BC-5590-4295-AB30-2F5587C71CAD}" type="pres">
      <dgm:prSet presAssocID="{FB29B65E-E196-4063-BD01-16DBB6438B8E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7DBDC9C7-EBE5-41FC-9B88-17B00EDDB4B0}" type="pres">
      <dgm:prSet presAssocID="{26315EEE-2B39-41DB-A43D-55DCB73C26A5}" presName="composite" presStyleCnt="0"/>
      <dgm:spPr/>
    </dgm:pt>
    <dgm:pt modelId="{8ED122D2-D119-4FF1-91C3-BF04D3ABC4CC}" type="pres">
      <dgm:prSet presAssocID="{26315EEE-2B39-41DB-A43D-55DCB73C26A5}" presName="FirstChild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FE6174AF-7A46-4AC6-BFE7-082EBEEB15DB}" type="pres">
      <dgm:prSet presAssocID="{26315EEE-2B39-41DB-A43D-55DCB73C26A5}" presName="Parent" presStyleLbl="alignNode1" presStyleIdx="0" presStyleCnt="1">
        <dgm:presLayoutVars>
          <dgm:chMax val="3"/>
          <dgm:chPref val="3"/>
          <dgm:bulletEnabled val="1"/>
        </dgm:presLayoutVars>
      </dgm:prSet>
      <dgm:spPr/>
    </dgm:pt>
    <dgm:pt modelId="{09424178-872C-42C5-9B51-392911DDBE23}" type="pres">
      <dgm:prSet presAssocID="{26315EEE-2B39-41DB-A43D-55DCB73C26A5}" presName="Accent" presStyleLbl="parChTrans1D1" presStyleIdx="0" presStyleCnt="1"/>
      <dgm:spPr/>
    </dgm:pt>
    <dgm:pt modelId="{EBC3D1A1-0315-4F6C-9B42-4FA13B449308}" type="pres">
      <dgm:prSet presAssocID="{26315EEE-2B39-41DB-A43D-55DCB73C26A5}" presName="Child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379E2F2E-1C62-42EB-B099-C522A8945B2E}" srcId="{26315EEE-2B39-41DB-A43D-55DCB73C26A5}" destId="{81424A57-D919-48D2-AF81-3D5B758E845E}" srcOrd="1" destOrd="0" parTransId="{E1035F34-512D-48E7-A8AE-BDF04F30CAE5}" sibTransId="{0DB97999-A0C9-40F6-BD39-5891AC7F2297}"/>
    <dgm:cxn modelId="{2EAAC440-94EE-4EAF-87F0-A5A53B7B208E}" type="presOf" srcId="{AD5713DC-4FE2-4D19-801E-EA4B9DC0BB81}" destId="{8ED122D2-D119-4FF1-91C3-BF04D3ABC4CC}" srcOrd="0" destOrd="0" presId="urn:microsoft.com/office/officeart/2011/layout/TabList"/>
    <dgm:cxn modelId="{4F174E5D-4D2A-4EB8-B1F8-796D7121AEE7}" type="presOf" srcId="{81424A57-D919-48D2-AF81-3D5B758E845E}" destId="{EBC3D1A1-0315-4F6C-9B42-4FA13B449308}" srcOrd="0" destOrd="0" presId="urn:microsoft.com/office/officeart/2011/layout/TabList"/>
    <dgm:cxn modelId="{D1741642-190A-433E-B8A1-0F7C67447E29}" type="presOf" srcId="{FB29B65E-E196-4063-BD01-16DBB6438B8E}" destId="{A96EC9BC-5590-4295-AB30-2F5587C71CAD}" srcOrd="0" destOrd="0" presId="urn:microsoft.com/office/officeart/2011/layout/TabList"/>
    <dgm:cxn modelId="{083B256F-BE1A-4AF9-8502-2C99005A7330}" type="presOf" srcId="{26315EEE-2B39-41DB-A43D-55DCB73C26A5}" destId="{FE6174AF-7A46-4AC6-BFE7-082EBEEB15DB}" srcOrd="0" destOrd="0" presId="urn:microsoft.com/office/officeart/2011/layout/TabList"/>
    <dgm:cxn modelId="{3794C08C-19D2-4528-A580-2D2D6F68764B}" srcId="{81424A57-D919-48D2-AF81-3D5B758E845E}" destId="{BD7302F4-B99E-40CF-BC36-3D798393FEBC}" srcOrd="0" destOrd="0" parTransId="{AC9867D9-356D-48B5-84DA-CB23BB1661F8}" sibTransId="{679237C2-AAE5-4A4D-9848-C9C4C14066ED}"/>
    <dgm:cxn modelId="{12B779B0-D9F2-4B3B-9CD7-89B9D80F7609}" srcId="{26315EEE-2B39-41DB-A43D-55DCB73C26A5}" destId="{AD5713DC-4FE2-4D19-801E-EA4B9DC0BB81}" srcOrd="0" destOrd="0" parTransId="{A0985037-2AB7-4A8B-A9B5-D38D3A5628C6}" sibTransId="{3BF161D9-0FA7-4AA8-B4DE-4A1CD2B9FCF0}"/>
    <dgm:cxn modelId="{177323BB-1835-4EAE-9575-6575AC53D4B9}" type="presOf" srcId="{BD7302F4-B99E-40CF-BC36-3D798393FEBC}" destId="{EBC3D1A1-0315-4F6C-9B42-4FA13B449308}" srcOrd="0" destOrd="1" presId="urn:microsoft.com/office/officeart/2011/layout/TabList"/>
    <dgm:cxn modelId="{539F76BD-7CDA-4D5A-AFB1-E10B9EDC69CE}" srcId="{FB29B65E-E196-4063-BD01-16DBB6438B8E}" destId="{26315EEE-2B39-41DB-A43D-55DCB73C26A5}" srcOrd="0" destOrd="0" parTransId="{427EDDBE-93D9-4342-9ED5-8DB35C0310AF}" sibTransId="{9E59401F-873A-4AD0-9752-DAF25D69BA20}"/>
    <dgm:cxn modelId="{DCE0EDB9-6C33-4327-8316-AF31BB70DA9D}" type="presParOf" srcId="{A96EC9BC-5590-4295-AB30-2F5587C71CAD}" destId="{7DBDC9C7-EBE5-41FC-9B88-17B00EDDB4B0}" srcOrd="0" destOrd="0" presId="urn:microsoft.com/office/officeart/2011/layout/TabList"/>
    <dgm:cxn modelId="{1CF89EF6-9D5E-43C5-8D40-D34FC212A3F8}" type="presParOf" srcId="{7DBDC9C7-EBE5-41FC-9B88-17B00EDDB4B0}" destId="{8ED122D2-D119-4FF1-91C3-BF04D3ABC4CC}" srcOrd="0" destOrd="0" presId="urn:microsoft.com/office/officeart/2011/layout/TabList"/>
    <dgm:cxn modelId="{4F3EFDF4-68DF-406B-B729-3586F4B60C96}" type="presParOf" srcId="{7DBDC9C7-EBE5-41FC-9B88-17B00EDDB4B0}" destId="{FE6174AF-7A46-4AC6-BFE7-082EBEEB15DB}" srcOrd="1" destOrd="0" presId="urn:microsoft.com/office/officeart/2011/layout/TabList"/>
    <dgm:cxn modelId="{FC7984C2-4D80-4FB8-9EB8-986DC3A69299}" type="presParOf" srcId="{7DBDC9C7-EBE5-41FC-9B88-17B00EDDB4B0}" destId="{09424178-872C-42C5-9B51-392911DDBE23}" srcOrd="2" destOrd="0" presId="urn:microsoft.com/office/officeart/2011/layout/TabList"/>
    <dgm:cxn modelId="{4305F18B-E341-4CFB-A163-64CCD0E33C2A}" type="presParOf" srcId="{A96EC9BC-5590-4295-AB30-2F5587C71CAD}" destId="{EBC3D1A1-0315-4F6C-9B42-4FA13B449308}" srcOrd="1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A2B1567-2123-4E4D-A18E-5655C021DF99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39DDF57C-B65E-4F0B-B21E-8436F35D1D63}">
      <dgm:prSet/>
      <dgm:spPr/>
      <dgm:t>
        <a:bodyPr/>
        <a:lstStyle/>
        <a:p>
          <a:r>
            <a:rPr lang="en-US" dirty="0"/>
            <a:t>Software process improvement is concerned with defining the </a:t>
          </a:r>
          <a:r>
            <a:rPr lang="en-US" dirty="0">
              <a:solidFill>
                <a:srgbClr val="FF0000"/>
              </a:solidFill>
            </a:rPr>
            <a:t>right processes and following them consistently.</a:t>
          </a:r>
          <a:endParaRPr lang="en-MY" dirty="0">
            <a:solidFill>
              <a:srgbClr val="FF0000"/>
            </a:solidFill>
          </a:endParaRPr>
        </a:p>
      </dgm:t>
    </dgm:pt>
    <dgm:pt modelId="{C15AB0C0-BE0E-4D99-8F40-CE0F3C0E8784}" type="parTrans" cxnId="{A243AC10-8CA7-4886-862C-4755D98AB2BF}">
      <dgm:prSet/>
      <dgm:spPr/>
      <dgm:t>
        <a:bodyPr/>
        <a:lstStyle/>
        <a:p>
          <a:endParaRPr lang="en-MY"/>
        </a:p>
      </dgm:t>
    </dgm:pt>
    <dgm:pt modelId="{C4C6F7E6-4671-4BF6-8B4C-FABE481405F6}" type="sibTrans" cxnId="{A243AC10-8CA7-4886-862C-4755D98AB2BF}">
      <dgm:prSet/>
      <dgm:spPr/>
      <dgm:t>
        <a:bodyPr/>
        <a:lstStyle/>
        <a:p>
          <a:endParaRPr lang="en-MY"/>
        </a:p>
      </dgm:t>
    </dgm:pt>
    <dgm:pt modelId="{C1AF6104-89D0-4E60-B98B-741587592EEE}">
      <dgm:prSet/>
      <dgm:spPr/>
      <dgm:t>
        <a:bodyPr/>
        <a:lstStyle/>
        <a:p>
          <a:r>
            <a:rPr lang="en-US" dirty="0"/>
            <a:t>It involves</a:t>
          </a:r>
          <a:r>
            <a:rPr lang="en-US" dirty="0">
              <a:solidFill>
                <a:srgbClr val="FF0000"/>
              </a:solidFill>
            </a:rPr>
            <a:t> training all staff on the new processes</a:t>
          </a:r>
          <a:r>
            <a:rPr lang="en-US" dirty="0"/>
            <a:t>, refining the processes, and continuously improving the processes</a:t>
          </a:r>
          <a:endParaRPr lang="en-MY" dirty="0"/>
        </a:p>
      </dgm:t>
    </dgm:pt>
    <dgm:pt modelId="{62AC3762-32E5-4C62-A407-93EE0C1397C7}" type="parTrans" cxnId="{D28BC8A0-795A-4C4E-8958-2DDEEA82F173}">
      <dgm:prSet/>
      <dgm:spPr/>
      <dgm:t>
        <a:bodyPr/>
        <a:lstStyle/>
        <a:p>
          <a:endParaRPr lang="en-MY"/>
        </a:p>
      </dgm:t>
    </dgm:pt>
    <dgm:pt modelId="{07D7D018-906A-4FF4-B485-CB0B0A9BC399}" type="sibTrans" cxnId="{D28BC8A0-795A-4C4E-8958-2DDEEA82F173}">
      <dgm:prSet/>
      <dgm:spPr/>
      <dgm:t>
        <a:bodyPr/>
        <a:lstStyle/>
        <a:p>
          <a:endParaRPr lang="en-MY"/>
        </a:p>
      </dgm:t>
    </dgm:pt>
    <dgm:pt modelId="{AF51F851-5804-404E-9996-447A2F8B93F9}" type="pres">
      <dgm:prSet presAssocID="{7A2B1567-2123-4E4D-A18E-5655C021DF99}" presName="CompostProcess" presStyleCnt="0">
        <dgm:presLayoutVars>
          <dgm:dir/>
          <dgm:resizeHandles val="exact"/>
        </dgm:presLayoutVars>
      </dgm:prSet>
      <dgm:spPr/>
    </dgm:pt>
    <dgm:pt modelId="{B874F983-F32F-427D-890E-8776CAE6A2A9}" type="pres">
      <dgm:prSet presAssocID="{7A2B1567-2123-4E4D-A18E-5655C021DF99}" presName="arrow" presStyleLbl="bgShp" presStyleIdx="0" presStyleCnt="1"/>
      <dgm:spPr/>
    </dgm:pt>
    <dgm:pt modelId="{0506E8E2-A3AB-4E2F-BC68-99A6CABB59D2}" type="pres">
      <dgm:prSet presAssocID="{7A2B1567-2123-4E4D-A18E-5655C021DF99}" presName="linearProcess" presStyleCnt="0"/>
      <dgm:spPr/>
    </dgm:pt>
    <dgm:pt modelId="{777EBF1E-FB46-4B30-BE03-00CE1F5BC635}" type="pres">
      <dgm:prSet presAssocID="{39DDF57C-B65E-4F0B-B21E-8436F35D1D63}" presName="textNode" presStyleLbl="node1" presStyleIdx="0" presStyleCnt="2">
        <dgm:presLayoutVars>
          <dgm:bulletEnabled val="1"/>
        </dgm:presLayoutVars>
      </dgm:prSet>
      <dgm:spPr/>
    </dgm:pt>
    <dgm:pt modelId="{83EC677E-05F8-4F21-9B30-4F6CC832EF47}" type="pres">
      <dgm:prSet presAssocID="{C4C6F7E6-4671-4BF6-8B4C-FABE481405F6}" presName="sibTrans" presStyleCnt="0"/>
      <dgm:spPr/>
    </dgm:pt>
    <dgm:pt modelId="{1260015C-FB1E-45E2-A722-3C114C9A6CBD}" type="pres">
      <dgm:prSet presAssocID="{C1AF6104-89D0-4E60-B98B-741587592EEE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A243AC10-8CA7-4886-862C-4755D98AB2BF}" srcId="{7A2B1567-2123-4E4D-A18E-5655C021DF99}" destId="{39DDF57C-B65E-4F0B-B21E-8436F35D1D63}" srcOrd="0" destOrd="0" parTransId="{C15AB0C0-BE0E-4D99-8F40-CE0F3C0E8784}" sibTransId="{C4C6F7E6-4671-4BF6-8B4C-FABE481405F6}"/>
    <dgm:cxn modelId="{A5F0E14A-B6B1-4DEC-A1C1-F96AFB3ABD3F}" type="presOf" srcId="{C1AF6104-89D0-4E60-B98B-741587592EEE}" destId="{1260015C-FB1E-45E2-A722-3C114C9A6CBD}" srcOrd="0" destOrd="0" presId="urn:microsoft.com/office/officeart/2005/8/layout/hProcess9"/>
    <dgm:cxn modelId="{88E5918B-D4BF-4675-8181-EF9E87C3B28D}" type="presOf" srcId="{7A2B1567-2123-4E4D-A18E-5655C021DF99}" destId="{AF51F851-5804-404E-9996-447A2F8B93F9}" srcOrd="0" destOrd="0" presId="urn:microsoft.com/office/officeart/2005/8/layout/hProcess9"/>
    <dgm:cxn modelId="{D28BC8A0-795A-4C4E-8958-2DDEEA82F173}" srcId="{7A2B1567-2123-4E4D-A18E-5655C021DF99}" destId="{C1AF6104-89D0-4E60-B98B-741587592EEE}" srcOrd="1" destOrd="0" parTransId="{62AC3762-32E5-4C62-A407-93EE0C1397C7}" sibTransId="{07D7D018-906A-4FF4-B485-CB0B0A9BC399}"/>
    <dgm:cxn modelId="{E70D01E1-94C0-4AB7-9335-8427F3F1F80B}" type="presOf" srcId="{39DDF57C-B65E-4F0B-B21E-8436F35D1D63}" destId="{777EBF1E-FB46-4B30-BE03-00CE1F5BC635}" srcOrd="0" destOrd="0" presId="urn:microsoft.com/office/officeart/2005/8/layout/hProcess9"/>
    <dgm:cxn modelId="{5B3F7346-1C06-492F-9C0D-49DD611C0953}" type="presParOf" srcId="{AF51F851-5804-404E-9996-447A2F8B93F9}" destId="{B874F983-F32F-427D-890E-8776CAE6A2A9}" srcOrd="0" destOrd="0" presId="urn:microsoft.com/office/officeart/2005/8/layout/hProcess9"/>
    <dgm:cxn modelId="{3E106991-6DBE-425C-B702-F17CB5E3C8F9}" type="presParOf" srcId="{AF51F851-5804-404E-9996-447A2F8B93F9}" destId="{0506E8E2-A3AB-4E2F-BC68-99A6CABB59D2}" srcOrd="1" destOrd="0" presId="urn:microsoft.com/office/officeart/2005/8/layout/hProcess9"/>
    <dgm:cxn modelId="{1E8CDE2D-B074-4BE1-8A64-FF6A19FB9455}" type="presParOf" srcId="{0506E8E2-A3AB-4E2F-BC68-99A6CABB59D2}" destId="{777EBF1E-FB46-4B30-BE03-00CE1F5BC635}" srcOrd="0" destOrd="0" presId="urn:microsoft.com/office/officeart/2005/8/layout/hProcess9"/>
    <dgm:cxn modelId="{F2B94957-2F43-4B66-8544-CD5A1C2CD950}" type="presParOf" srcId="{0506E8E2-A3AB-4E2F-BC68-99A6CABB59D2}" destId="{83EC677E-05F8-4F21-9B30-4F6CC832EF47}" srcOrd="1" destOrd="0" presId="urn:microsoft.com/office/officeart/2005/8/layout/hProcess9"/>
    <dgm:cxn modelId="{DD940F4E-1114-4BCB-8BD8-C0D9B2076FE6}" type="presParOf" srcId="{0506E8E2-A3AB-4E2F-BC68-99A6CABB59D2}" destId="{1260015C-FB1E-45E2-A722-3C114C9A6CBD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F927682-07F4-41BE-97DB-204C71ACA5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MY"/>
        </a:p>
      </dgm:t>
    </dgm:pt>
    <dgm:pt modelId="{07B277AB-3223-4CAC-B91A-202A8C13334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dirty="0"/>
            <a:t>The origin of the software process improvement field go back to the </a:t>
          </a:r>
          <a:r>
            <a:rPr lang="en-US" sz="1800" dirty="0">
              <a:solidFill>
                <a:srgbClr val="FF0000"/>
              </a:solidFill>
            </a:rPr>
            <a:t>manufacturing sector </a:t>
          </a:r>
          <a:r>
            <a:rPr lang="en-US" sz="1800" dirty="0"/>
            <a:t>and to  Shewhart’s work in the 1930s on statistical process control. (PDCA)</a:t>
          </a:r>
          <a:endParaRPr lang="en-MY" sz="1800" dirty="0"/>
        </a:p>
      </dgm:t>
    </dgm:pt>
    <dgm:pt modelId="{9DE55096-6089-41B0-8A6E-B224649BCD1A}" type="parTrans" cxnId="{208801F2-59D5-49FF-A552-B6B0F79F986A}">
      <dgm:prSet/>
      <dgm:spPr/>
      <dgm:t>
        <a:bodyPr/>
        <a:lstStyle/>
        <a:p>
          <a:pPr algn="just"/>
          <a:endParaRPr lang="en-MY" sz="2000"/>
        </a:p>
      </dgm:t>
    </dgm:pt>
    <dgm:pt modelId="{E3297B2F-DF09-4E54-A028-47A4015FC74E}" type="sibTrans" cxnId="{208801F2-59D5-49FF-A552-B6B0F79F986A}">
      <dgm:prSet/>
      <dgm:spPr/>
      <dgm:t>
        <a:bodyPr/>
        <a:lstStyle/>
        <a:p>
          <a:endParaRPr lang="en-MY"/>
        </a:p>
      </dgm:t>
    </dgm:pt>
    <dgm:pt modelId="{C58E2D6B-0179-4F13-B5A2-420156EA667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dirty="0"/>
            <a:t>It was later refined by </a:t>
          </a:r>
          <a:r>
            <a:rPr lang="en-US" sz="1800" dirty="0">
              <a:solidFill>
                <a:srgbClr val="FF0000"/>
              </a:solidFill>
            </a:rPr>
            <a:t>Deming and </a:t>
          </a:r>
          <a:r>
            <a:rPr lang="en-US" sz="1800" dirty="0" err="1">
              <a:solidFill>
                <a:srgbClr val="FF0000"/>
              </a:solidFill>
            </a:rPr>
            <a:t>Juran</a:t>
          </a:r>
          <a:r>
            <a:rPr lang="en-US" sz="1800" dirty="0">
              <a:solidFill>
                <a:srgbClr val="FF0000"/>
              </a:solidFill>
            </a:rPr>
            <a:t> whose focus was  that high-quality processes are essential for the delivery of a high-quality product</a:t>
          </a:r>
          <a:r>
            <a:rPr lang="en-US" sz="1800" dirty="0"/>
            <a:t>. </a:t>
          </a:r>
          <a:endParaRPr lang="en-MY" sz="1800" dirty="0"/>
        </a:p>
      </dgm:t>
    </dgm:pt>
    <dgm:pt modelId="{61F78734-13DD-4FE8-9C11-8D1570885142}" type="parTrans" cxnId="{9089F8EA-584F-4DD5-AFBE-2AA895672178}">
      <dgm:prSet/>
      <dgm:spPr/>
      <dgm:t>
        <a:bodyPr/>
        <a:lstStyle/>
        <a:p>
          <a:pPr algn="just"/>
          <a:endParaRPr lang="en-MY" sz="2000"/>
        </a:p>
      </dgm:t>
    </dgm:pt>
    <dgm:pt modelId="{096B35ED-0421-4E9C-BD61-3FC0B24ED541}" type="sibTrans" cxnId="{9089F8EA-584F-4DD5-AFBE-2AA895672178}">
      <dgm:prSet/>
      <dgm:spPr/>
      <dgm:t>
        <a:bodyPr/>
        <a:lstStyle/>
        <a:p>
          <a:endParaRPr lang="en-MY"/>
        </a:p>
      </dgm:t>
    </dgm:pt>
    <dgm:pt modelId="{36D57AE6-BC12-4939-86C3-6C62BBAEAF47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dirty="0"/>
            <a:t>An argument was laid by quality gurus that the </a:t>
          </a:r>
          <a:r>
            <a:rPr lang="en-US" sz="1800" dirty="0">
              <a:solidFill>
                <a:srgbClr val="FF0000"/>
              </a:solidFill>
            </a:rPr>
            <a:t>quality of the end product is determined by the processes</a:t>
          </a:r>
          <a:r>
            <a:rPr lang="en-US" sz="1800" dirty="0"/>
            <a:t> used and there needs to be an emphasis on the process as well as the product.</a:t>
          </a:r>
        </a:p>
        <a:p>
          <a:pPr algn="l"/>
          <a:endParaRPr lang="en-MY" sz="1400" dirty="0"/>
        </a:p>
      </dgm:t>
    </dgm:pt>
    <dgm:pt modelId="{5298F0CA-9521-4F69-991B-D22AF218A5CF}" type="parTrans" cxnId="{2D255949-A73C-4605-99B8-A6B8DAB564DD}">
      <dgm:prSet/>
      <dgm:spPr/>
      <dgm:t>
        <a:bodyPr/>
        <a:lstStyle/>
        <a:p>
          <a:pPr algn="just"/>
          <a:endParaRPr lang="en-MY" sz="2000"/>
        </a:p>
      </dgm:t>
    </dgm:pt>
    <dgm:pt modelId="{E57F2A6D-8B31-49DE-909C-72D68CC4C61B}" type="sibTrans" cxnId="{2D255949-A73C-4605-99B8-A6B8DAB564DD}">
      <dgm:prSet/>
      <dgm:spPr/>
      <dgm:t>
        <a:bodyPr/>
        <a:lstStyle/>
        <a:p>
          <a:endParaRPr lang="en-MY"/>
        </a:p>
      </dgm:t>
    </dgm:pt>
    <dgm:pt modelId="{388642F8-1E36-4649-A84D-DA386A2754A4}" type="pres">
      <dgm:prSet presAssocID="{DF927682-07F4-41BE-97DB-204C71ACA5E3}" presName="root" presStyleCnt="0">
        <dgm:presLayoutVars>
          <dgm:dir/>
          <dgm:resizeHandles val="exact"/>
        </dgm:presLayoutVars>
      </dgm:prSet>
      <dgm:spPr/>
    </dgm:pt>
    <dgm:pt modelId="{DF4F1953-F531-444F-A408-E88ACB311445}" type="pres">
      <dgm:prSet presAssocID="{07B277AB-3223-4CAC-B91A-202A8C133344}" presName="compNode" presStyleCnt="0"/>
      <dgm:spPr/>
    </dgm:pt>
    <dgm:pt modelId="{30486176-18E4-4D0B-AA64-1F569A29E0D9}" type="pres">
      <dgm:prSet presAssocID="{07B277AB-3223-4CAC-B91A-202A8C133344}" presName="bgRect" presStyleLbl="bgShp" presStyleIdx="0" presStyleCnt="3"/>
      <dgm:spPr/>
    </dgm:pt>
    <dgm:pt modelId="{9CFB0136-FEFB-4DC0-A8F4-B8754024DB5B}" type="pres">
      <dgm:prSet presAssocID="{07B277AB-3223-4CAC-B91A-202A8C1333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7C2E2F0-B38C-4734-A6FC-EDB392B7CFF8}" type="pres">
      <dgm:prSet presAssocID="{07B277AB-3223-4CAC-B91A-202A8C133344}" presName="spaceRect" presStyleCnt="0"/>
      <dgm:spPr/>
    </dgm:pt>
    <dgm:pt modelId="{BECA6E99-F337-42C7-BABA-27077C53B0EE}" type="pres">
      <dgm:prSet presAssocID="{07B277AB-3223-4CAC-B91A-202A8C133344}" presName="parTx" presStyleLbl="revTx" presStyleIdx="0" presStyleCnt="3">
        <dgm:presLayoutVars>
          <dgm:chMax val="0"/>
          <dgm:chPref val="0"/>
        </dgm:presLayoutVars>
      </dgm:prSet>
      <dgm:spPr/>
    </dgm:pt>
    <dgm:pt modelId="{9F8208F3-93D5-4D66-BFFD-10B07E9D4327}" type="pres">
      <dgm:prSet presAssocID="{E3297B2F-DF09-4E54-A028-47A4015FC74E}" presName="sibTrans" presStyleCnt="0"/>
      <dgm:spPr/>
    </dgm:pt>
    <dgm:pt modelId="{00F4FFFD-F376-4001-B60F-4217664F0BBE}" type="pres">
      <dgm:prSet presAssocID="{C58E2D6B-0179-4F13-B5A2-420156EA6675}" presName="compNode" presStyleCnt="0"/>
      <dgm:spPr/>
    </dgm:pt>
    <dgm:pt modelId="{AA96798F-505B-4C37-A438-7D1C4D2E70CF}" type="pres">
      <dgm:prSet presAssocID="{C58E2D6B-0179-4F13-B5A2-420156EA6675}" presName="bgRect" presStyleLbl="bgShp" presStyleIdx="1" presStyleCnt="3"/>
      <dgm:spPr/>
    </dgm:pt>
    <dgm:pt modelId="{A0B3A264-1702-4A6D-AC98-37E364FDA4AE}" type="pres">
      <dgm:prSet presAssocID="{C58E2D6B-0179-4F13-B5A2-420156EA667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72EBEF0-E6A7-4A03-8081-4772EF97E72B}" type="pres">
      <dgm:prSet presAssocID="{C58E2D6B-0179-4F13-B5A2-420156EA6675}" presName="spaceRect" presStyleCnt="0"/>
      <dgm:spPr/>
    </dgm:pt>
    <dgm:pt modelId="{D2D33276-9E42-4A3C-9234-E1DC93477551}" type="pres">
      <dgm:prSet presAssocID="{C58E2D6B-0179-4F13-B5A2-420156EA6675}" presName="parTx" presStyleLbl="revTx" presStyleIdx="1" presStyleCnt="3">
        <dgm:presLayoutVars>
          <dgm:chMax val="0"/>
          <dgm:chPref val="0"/>
        </dgm:presLayoutVars>
      </dgm:prSet>
      <dgm:spPr/>
    </dgm:pt>
    <dgm:pt modelId="{F5E60960-C789-4893-BF8D-310C78279698}" type="pres">
      <dgm:prSet presAssocID="{096B35ED-0421-4E9C-BD61-3FC0B24ED541}" presName="sibTrans" presStyleCnt="0"/>
      <dgm:spPr/>
    </dgm:pt>
    <dgm:pt modelId="{3949406E-30EE-4870-B802-0F77559FB1F1}" type="pres">
      <dgm:prSet presAssocID="{36D57AE6-BC12-4939-86C3-6C62BBAEAF47}" presName="compNode" presStyleCnt="0"/>
      <dgm:spPr/>
    </dgm:pt>
    <dgm:pt modelId="{7B812F3D-6FE4-4C15-9CBE-01B68316140F}" type="pres">
      <dgm:prSet presAssocID="{36D57AE6-BC12-4939-86C3-6C62BBAEAF47}" presName="bgRect" presStyleLbl="bgShp" presStyleIdx="2" presStyleCnt="3"/>
      <dgm:spPr/>
    </dgm:pt>
    <dgm:pt modelId="{DF92062D-0FA1-4320-8125-08EE7D4C4022}" type="pres">
      <dgm:prSet presAssocID="{36D57AE6-BC12-4939-86C3-6C62BBAEAF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7795F381-1511-4689-BC33-56AF50BD1228}" type="pres">
      <dgm:prSet presAssocID="{36D57AE6-BC12-4939-86C3-6C62BBAEAF47}" presName="spaceRect" presStyleCnt="0"/>
      <dgm:spPr/>
    </dgm:pt>
    <dgm:pt modelId="{FB73A993-CBCF-4853-8872-1758D53F78E9}" type="pres">
      <dgm:prSet presAssocID="{36D57AE6-BC12-4939-86C3-6C62BBAEAF4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D90BE05-39F2-4821-B265-3AAD5F3037D5}" type="presOf" srcId="{36D57AE6-BC12-4939-86C3-6C62BBAEAF47}" destId="{FB73A993-CBCF-4853-8872-1758D53F78E9}" srcOrd="0" destOrd="0" presId="urn:microsoft.com/office/officeart/2018/2/layout/IconVerticalSolidList"/>
    <dgm:cxn modelId="{2D255949-A73C-4605-99B8-A6B8DAB564DD}" srcId="{DF927682-07F4-41BE-97DB-204C71ACA5E3}" destId="{36D57AE6-BC12-4939-86C3-6C62BBAEAF47}" srcOrd="2" destOrd="0" parTransId="{5298F0CA-9521-4F69-991B-D22AF218A5CF}" sibTransId="{E57F2A6D-8B31-49DE-909C-72D68CC4C61B}"/>
    <dgm:cxn modelId="{B3CB157B-85F6-4054-8DC4-76CC52B50F3E}" type="presOf" srcId="{07B277AB-3223-4CAC-B91A-202A8C133344}" destId="{BECA6E99-F337-42C7-BABA-27077C53B0EE}" srcOrd="0" destOrd="0" presId="urn:microsoft.com/office/officeart/2018/2/layout/IconVerticalSolidList"/>
    <dgm:cxn modelId="{67C3488F-30CF-470A-AF8E-9008A62EEBAC}" type="presOf" srcId="{C58E2D6B-0179-4F13-B5A2-420156EA6675}" destId="{D2D33276-9E42-4A3C-9234-E1DC93477551}" srcOrd="0" destOrd="0" presId="urn:microsoft.com/office/officeart/2018/2/layout/IconVerticalSolidList"/>
    <dgm:cxn modelId="{EC37BADD-523A-4B81-8311-3247C5DD049E}" type="presOf" srcId="{DF927682-07F4-41BE-97DB-204C71ACA5E3}" destId="{388642F8-1E36-4649-A84D-DA386A2754A4}" srcOrd="0" destOrd="0" presId="urn:microsoft.com/office/officeart/2018/2/layout/IconVerticalSolidList"/>
    <dgm:cxn modelId="{9089F8EA-584F-4DD5-AFBE-2AA895672178}" srcId="{DF927682-07F4-41BE-97DB-204C71ACA5E3}" destId="{C58E2D6B-0179-4F13-B5A2-420156EA6675}" srcOrd="1" destOrd="0" parTransId="{61F78734-13DD-4FE8-9C11-8D1570885142}" sibTransId="{096B35ED-0421-4E9C-BD61-3FC0B24ED541}"/>
    <dgm:cxn modelId="{208801F2-59D5-49FF-A552-B6B0F79F986A}" srcId="{DF927682-07F4-41BE-97DB-204C71ACA5E3}" destId="{07B277AB-3223-4CAC-B91A-202A8C133344}" srcOrd="0" destOrd="0" parTransId="{9DE55096-6089-41B0-8A6E-B224649BCD1A}" sibTransId="{E3297B2F-DF09-4E54-A028-47A4015FC74E}"/>
    <dgm:cxn modelId="{B3DD477E-F6CB-411F-9421-82216124CABE}" type="presParOf" srcId="{388642F8-1E36-4649-A84D-DA386A2754A4}" destId="{DF4F1953-F531-444F-A408-E88ACB311445}" srcOrd="0" destOrd="0" presId="urn:microsoft.com/office/officeart/2018/2/layout/IconVerticalSolidList"/>
    <dgm:cxn modelId="{1102FDC9-4848-4F89-9FA9-D3E840954A70}" type="presParOf" srcId="{DF4F1953-F531-444F-A408-E88ACB311445}" destId="{30486176-18E4-4D0B-AA64-1F569A29E0D9}" srcOrd="0" destOrd="0" presId="urn:microsoft.com/office/officeart/2018/2/layout/IconVerticalSolidList"/>
    <dgm:cxn modelId="{81CA6673-8094-4C3A-A8EC-DFB0CAA3E929}" type="presParOf" srcId="{DF4F1953-F531-444F-A408-E88ACB311445}" destId="{9CFB0136-FEFB-4DC0-A8F4-B8754024DB5B}" srcOrd="1" destOrd="0" presId="urn:microsoft.com/office/officeart/2018/2/layout/IconVerticalSolidList"/>
    <dgm:cxn modelId="{297A0701-E972-4560-9C5C-8EB1B0B6C274}" type="presParOf" srcId="{DF4F1953-F531-444F-A408-E88ACB311445}" destId="{47C2E2F0-B38C-4734-A6FC-EDB392B7CFF8}" srcOrd="2" destOrd="0" presId="urn:microsoft.com/office/officeart/2018/2/layout/IconVerticalSolidList"/>
    <dgm:cxn modelId="{3F5F9E66-C260-4D20-911A-8A0424CC6EE4}" type="presParOf" srcId="{DF4F1953-F531-444F-A408-E88ACB311445}" destId="{BECA6E99-F337-42C7-BABA-27077C53B0EE}" srcOrd="3" destOrd="0" presId="urn:microsoft.com/office/officeart/2018/2/layout/IconVerticalSolidList"/>
    <dgm:cxn modelId="{3641D9C7-7145-4F29-9BD5-5EC88C9CC1AB}" type="presParOf" srcId="{388642F8-1E36-4649-A84D-DA386A2754A4}" destId="{9F8208F3-93D5-4D66-BFFD-10B07E9D4327}" srcOrd="1" destOrd="0" presId="urn:microsoft.com/office/officeart/2018/2/layout/IconVerticalSolidList"/>
    <dgm:cxn modelId="{710C26C2-6BB3-4BEA-984F-2224C8C75CFB}" type="presParOf" srcId="{388642F8-1E36-4649-A84D-DA386A2754A4}" destId="{00F4FFFD-F376-4001-B60F-4217664F0BBE}" srcOrd="2" destOrd="0" presId="urn:microsoft.com/office/officeart/2018/2/layout/IconVerticalSolidList"/>
    <dgm:cxn modelId="{B56E9B9B-7BF7-4370-BB04-B6C9735CA165}" type="presParOf" srcId="{00F4FFFD-F376-4001-B60F-4217664F0BBE}" destId="{AA96798F-505B-4C37-A438-7D1C4D2E70CF}" srcOrd="0" destOrd="0" presId="urn:microsoft.com/office/officeart/2018/2/layout/IconVerticalSolidList"/>
    <dgm:cxn modelId="{7A4357B5-EAAA-4B6C-847F-120A9B016493}" type="presParOf" srcId="{00F4FFFD-F376-4001-B60F-4217664F0BBE}" destId="{A0B3A264-1702-4A6D-AC98-37E364FDA4AE}" srcOrd="1" destOrd="0" presId="urn:microsoft.com/office/officeart/2018/2/layout/IconVerticalSolidList"/>
    <dgm:cxn modelId="{86E8A6CC-1938-4D6E-8F70-E1CDA47D30F8}" type="presParOf" srcId="{00F4FFFD-F376-4001-B60F-4217664F0BBE}" destId="{A72EBEF0-E6A7-4A03-8081-4772EF97E72B}" srcOrd="2" destOrd="0" presId="urn:microsoft.com/office/officeart/2018/2/layout/IconVerticalSolidList"/>
    <dgm:cxn modelId="{B9E5985E-F59F-4127-8918-10EB45F8BFD4}" type="presParOf" srcId="{00F4FFFD-F376-4001-B60F-4217664F0BBE}" destId="{D2D33276-9E42-4A3C-9234-E1DC93477551}" srcOrd="3" destOrd="0" presId="urn:microsoft.com/office/officeart/2018/2/layout/IconVerticalSolidList"/>
    <dgm:cxn modelId="{F0E9D1CB-E205-4ACF-BA64-00AE1C5E982F}" type="presParOf" srcId="{388642F8-1E36-4649-A84D-DA386A2754A4}" destId="{F5E60960-C789-4893-BF8D-310C78279698}" srcOrd="3" destOrd="0" presId="urn:microsoft.com/office/officeart/2018/2/layout/IconVerticalSolidList"/>
    <dgm:cxn modelId="{9AAD59D0-23C9-4AB1-B78A-CA08A3134930}" type="presParOf" srcId="{388642F8-1E36-4649-A84D-DA386A2754A4}" destId="{3949406E-30EE-4870-B802-0F77559FB1F1}" srcOrd="4" destOrd="0" presId="urn:microsoft.com/office/officeart/2018/2/layout/IconVerticalSolidList"/>
    <dgm:cxn modelId="{9E4D2789-9D50-4B66-B4F8-46B731561E41}" type="presParOf" srcId="{3949406E-30EE-4870-B802-0F77559FB1F1}" destId="{7B812F3D-6FE4-4C15-9CBE-01B68316140F}" srcOrd="0" destOrd="0" presId="urn:microsoft.com/office/officeart/2018/2/layout/IconVerticalSolidList"/>
    <dgm:cxn modelId="{659C111D-C1CD-43A3-A373-332D374FFABD}" type="presParOf" srcId="{3949406E-30EE-4870-B802-0F77559FB1F1}" destId="{DF92062D-0FA1-4320-8125-08EE7D4C4022}" srcOrd="1" destOrd="0" presId="urn:microsoft.com/office/officeart/2018/2/layout/IconVerticalSolidList"/>
    <dgm:cxn modelId="{B4A34ECF-47A3-4FA8-B8C6-C6D92FB33BB2}" type="presParOf" srcId="{3949406E-30EE-4870-B802-0F77559FB1F1}" destId="{7795F381-1511-4689-BC33-56AF50BD1228}" srcOrd="2" destOrd="0" presId="urn:microsoft.com/office/officeart/2018/2/layout/IconVerticalSolidList"/>
    <dgm:cxn modelId="{511302FD-DE89-47ED-8175-C0B40E82A234}" type="presParOf" srcId="{3949406E-30EE-4870-B802-0F77559FB1F1}" destId="{FB73A993-CBCF-4853-8872-1758D53F78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B0C3CB0-4F28-4162-BF72-9FCC011E61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MY"/>
        </a:p>
      </dgm:t>
    </dgm:pt>
    <dgm:pt modelId="{6F83D229-2733-417A-9FBE-2CD40AED050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These quality gurus argued that </a:t>
          </a:r>
          <a:r>
            <a:rPr lang="en-US" sz="1800" dirty="0">
              <a:solidFill>
                <a:srgbClr val="FF0000"/>
              </a:solidFill>
            </a:rPr>
            <a:t>product quality will improve as variability in process performance is reduced.*</a:t>
          </a:r>
        </a:p>
        <a:p>
          <a:pPr>
            <a:lnSpc>
              <a:spcPct val="100000"/>
            </a:lnSpc>
          </a:pPr>
          <a:r>
            <a:rPr lang="en-US" sz="1800" dirty="0">
              <a:solidFill>
                <a:srgbClr val="FF0000"/>
              </a:solidFill>
            </a:rPr>
            <a:t>Factors cause process variability? Discussion/Research</a:t>
          </a:r>
          <a:endParaRPr lang="en-MY" sz="1800" dirty="0">
            <a:solidFill>
              <a:srgbClr val="FF0000"/>
            </a:solidFill>
          </a:endParaRPr>
        </a:p>
      </dgm:t>
    </dgm:pt>
    <dgm:pt modelId="{69FCEBE1-7881-481C-9C05-E2EA2C115A50}" type="parTrans" cxnId="{9F19F315-61AF-4DD0-94A1-E3BD38EB5F41}">
      <dgm:prSet/>
      <dgm:spPr/>
      <dgm:t>
        <a:bodyPr/>
        <a:lstStyle/>
        <a:p>
          <a:pPr algn="just"/>
          <a:endParaRPr lang="en-MY"/>
        </a:p>
      </dgm:t>
    </dgm:pt>
    <dgm:pt modelId="{B539E8B6-3358-4EE2-9E01-7EFC662D5731}" type="sibTrans" cxnId="{9F19F315-61AF-4DD0-94A1-E3BD38EB5F41}">
      <dgm:prSet/>
      <dgm:spPr/>
      <dgm:t>
        <a:bodyPr/>
        <a:lstStyle/>
        <a:p>
          <a:endParaRPr lang="en-MY"/>
        </a:p>
      </dgm:t>
    </dgm:pt>
    <dgm:pt modelId="{7D7557DE-EA9B-4B18-A310-54CDF5A655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Their approach was effective in transforming manufacturing companies with quality problems to companies that could consistently deliver high-quality products. </a:t>
          </a:r>
          <a:endParaRPr lang="en-MY" dirty="0"/>
        </a:p>
      </dgm:t>
    </dgm:pt>
    <dgm:pt modelId="{A1831F6B-CA93-40FD-986D-7B6712F20B2A}" type="parTrans" cxnId="{C8CE99A9-9E7B-4E61-8198-7F9A4C799E3F}">
      <dgm:prSet/>
      <dgm:spPr/>
      <dgm:t>
        <a:bodyPr/>
        <a:lstStyle/>
        <a:p>
          <a:pPr algn="just"/>
          <a:endParaRPr lang="en-MY"/>
        </a:p>
      </dgm:t>
    </dgm:pt>
    <dgm:pt modelId="{78D228A3-0A64-4236-8AF2-37DD9AE465EE}" type="sibTrans" cxnId="{C8CE99A9-9E7B-4E61-8198-7F9A4C799E3F}">
      <dgm:prSet/>
      <dgm:spPr/>
      <dgm:t>
        <a:bodyPr/>
        <a:lstStyle/>
        <a:p>
          <a:endParaRPr lang="en-MY"/>
        </a:p>
      </dgm:t>
    </dgm:pt>
    <dgm:pt modelId="{A170A7E1-3D8F-4595-8905-A9950A8F75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Further, </a:t>
          </a:r>
          <a:r>
            <a:rPr lang="en-US" dirty="0">
              <a:solidFill>
                <a:srgbClr val="FF0000"/>
              </a:solidFill>
            </a:rPr>
            <a:t>improvements to quality led to cost reductions and higher productivity</a:t>
          </a:r>
          <a:r>
            <a:rPr lang="en-US" dirty="0"/>
            <a:t> as less time was spent in re-working defective products.</a:t>
          </a:r>
          <a:endParaRPr lang="en-MY" dirty="0"/>
        </a:p>
      </dgm:t>
    </dgm:pt>
    <dgm:pt modelId="{1DE5F23D-2E67-4D4F-8348-8695641B102F}" type="parTrans" cxnId="{0505E694-75D0-4BE6-8879-42B78E5ABFC0}">
      <dgm:prSet/>
      <dgm:spPr/>
      <dgm:t>
        <a:bodyPr/>
        <a:lstStyle/>
        <a:p>
          <a:pPr algn="just"/>
          <a:endParaRPr lang="en-MY"/>
        </a:p>
      </dgm:t>
    </dgm:pt>
    <dgm:pt modelId="{B2189C74-3E47-49FA-9AA7-CCFA11794693}" type="sibTrans" cxnId="{0505E694-75D0-4BE6-8879-42B78E5ABFC0}">
      <dgm:prSet/>
      <dgm:spPr/>
      <dgm:t>
        <a:bodyPr/>
        <a:lstStyle/>
        <a:p>
          <a:endParaRPr lang="en-MY"/>
        </a:p>
      </dgm:t>
    </dgm:pt>
    <dgm:pt modelId="{4FAE7E4E-19F1-4069-A265-808818EF9B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work of </a:t>
          </a:r>
          <a:r>
            <a:rPr lang="en-US" dirty="0">
              <a:solidFill>
                <a:srgbClr val="FF0000"/>
              </a:solidFill>
            </a:rPr>
            <a:t>Deming and </a:t>
          </a:r>
          <a:r>
            <a:rPr lang="en-US" dirty="0" err="1">
              <a:solidFill>
                <a:srgbClr val="FF0000"/>
              </a:solidFill>
            </a:rPr>
            <a:t>Juran</a:t>
          </a:r>
          <a:r>
            <a:rPr lang="en-US" dirty="0">
              <a:solidFill>
                <a:srgbClr val="FF0000"/>
              </a:solidFill>
            </a:rPr>
            <a:t> was later applied to the software quality field by Watt Humphri</a:t>
          </a:r>
          <a:r>
            <a:rPr lang="en-US" dirty="0"/>
            <a:t>es and others at the SEI leading to the birth of the software process improvement field</a:t>
          </a:r>
          <a:endParaRPr lang="en-MY" dirty="0"/>
        </a:p>
      </dgm:t>
    </dgm:pt>
    <dgm:pt modelId="{7984E176-1CFF-4DA9-877D-E753CAED811F}" type="parTrans" cxnId="{4E79A9E9-22C7-4DD1-B162-10D5FC520564}">
      <dgm:prSet/>
      <dgm:spPr/>
      <dgm:t>
        <a:bodyPr/>
        <a:lstStyle/>
        <a:p>
          <a:pPr algn="just"/>
          <a:endParaRPr lang="en-MY"/>
        </a:p>
      </dgm:t>
    </dgm:pt>
    <dgm:pt modelId="{0364EC0C-1931-4241-8868-AC03D0CC23C8}" type="sibTrans" cxnId="{4E79A9E9-22C7-4DD1-B162-10D5FC520564}">
      <dgm:prSet/>
      <dgm:spPr/>
      <dgm:t>
        <a:bodyPr/>
        <a:lstStyle/>
        <a:p>
          <a:endParaRPr lang="en-MY"/>
        </a:p>
      </dgm:t>
    </dgm:pt>
    <dgm:pt modelId="{69474E76-89F6-452A-AFF6-B505425CF658}" type="pres">
      <dgm:prSet presAssocID="{EB0C3CB0-4F28-4162-BF72-9FCC011E61A5}" presName="root" presStyleCnt="0">
        <dgm:presLayoutVars>
          <dgm:dir/>
          <dgm:resizeHandles val="exact"/>
        </dgm:presLayoutVars>
      </dgm:prSet>
      <dgm:spPr/>
    </dgm:pt>
    <dgm:pt modelId="{EA2DA2D0-CFB3-4852-BA93-3386F1F7E08D}" type="pres">
      <dgm:prSet presAssocID="{6F83D229-2733-417A-9FBE-2CD40AED050F}" presName="compNode" presStyleCnt="0"/>
      <dgm:spPr/>
    </dgm:pt>
    <dgm:pt modelId="{B374853E-2A3D-4644-B089-E43387259CD6}" type="pres">
      <dgm:prSet presAssocID="{6F83D229-2733-417A-9FBE-2CD40AED050F}" presName="bgRect" presStyleLbl="bgShp" presStyleIdx="0" presStyleCnt="4"/>
      <dgm:spPr/>
    </dgm:pt>
    <dgm:pt modelId="{ABA2316E-D46F-4387-9AF6-3F67EFD0E12F}" type="pres">
      <dgm:prSet presAssocID="{6F83D229-2733-417A-9FBE-2CD40AED050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4BF5558-7460-4C00-B3CC-D37A46523082}" type="pres">
      <dgm:prSet presAssocID="{6F83D229-2733-417A-9FBE-2CD40AED050F}" presName="spaceRect" presStyleCnt="0"/>
      <dgm:spPr/>
    </dgm:pt>
    <dgm:pt modelId="{506B42FC-CFFE-47A0-870A-C001DDD4AABB}" type="pres">
      <dgm:prSet presAssocID="{6F83D229-2733-417A-9FBE-2CD40AED050F}" presName="parTx" presStyleLbl="revTx" presStyleIdx="0" presStyleCnt="4">
        <dgm:presLayoutVars>
          <dgm:chMax val="0"/>
          <dgm:chPref val="0"/>
        </dgm:presLayoutVars>
      </dgm:prSet>
      <dgm:spPr/>
    </dgm:pt>
    <dgm:pt modelId="{82CF2550-E40D-4C7C-9A1A-5986020CA2F6}" type="pres">
      <dgm:prSet presAssocID="{B539E8B6-3358-4EE2-9E01-7EFC662D5731}" presName="sibTrans" presStyleCnt="0"/>
      <dgm:spPr/>
    </dgm:pt>
    <dgm:pt modelId="{270A2BD7-E19D-473F-BEB3-D601227C3F22}" type="pres">
      <dgm:prSet presAssocID="{7D7557DE-EA9B-4B18-A310-54CDF5A65564}" presName="compNode" presStyleCnt="0"/>
      <dgm:spPr/>
    </dgm:pt>
    <dgm:pt modelId="{0B09B6F4-4582-4CFD-AB13-BC2B04FAAF4F}" type="pres">
      <dgm:prSet presAssocID="{7D7557DE-EA9B-4B18-A310-54CDF5A65564}" presName="bgRect" presStyleLbl="bgShp" presStyleIdx="1" presStyleCnt="4"/>
      <dgm:spPr/>
    </dgm:pt>
    <dgm:pt modelId="{1857397E-C6B0-467E-A34E-3F1EBFD1D701}" type="pres">
      <dgm:prSet presAssocID="{7D7557DE-EA9B-4B18-A310-54CDF5A655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AA6C6836-EF73-4343-834F-76F18510C12C}" type="pres">
      <dgm:prSet presAssocID="{7D7557DE-EA9B-4B18-A310-54CDF5A65564}" presName="spaceRect" presStyleCnt="0"/>
      <dgm:spPr/>
    </dgm:pt>
    <dgm:pt modelId="{D3ACCF7B-1A5D-450B-9D8F-D370DA1A273E}" type="pres">
      <dgm:prSet presAssocID="{7D7557DE-EA9B-4B18-A310-54CDF5A65564}" presName="parTx" presStyleLbl="revTx" presStyleIdx="1" presStyleCnt="4">
        <dgm:presLayoutVars>
          <dgm:chMax val="0"/>
          <dgm:chPref val="0"/>
        </dgm:presLayoutVars>
      </dgm:prSet>
      <dgm:spPr/>
    </dgm:pt>
    <dgm:pt modelId="{1AD66125-B267-4B82-B294-E2FA16A56ECC}" type="pres">
      <dgm:prSet presAssocID="{78D228A3-0A64-4236-8AF2-37DD9AE465EE}" presName="sibTrans" presStyleCnt="0"/>
      <dgm:spPr/>
    </dgm:pt>
    <dgm:pt modelId="{9C8C47D7-AB4E-4015-AE45-716E0346EE1E}" type="pres">
      <dgm:prSet presAssocID="{A170A7E1-3D8F-4595-8905-A9950A8F750B}" presName="compNode" presStyleCnt="0"/>
      <dgm:spPr/>
    </dgm:pt>
    <dgm:pt modelId="{F148349E-8DB9-4845-80A3-CCC0441C7B57}" type="pres">
      <dgm:prSet presAssocID="{A170A7E1-3D8F-4595-8905-A9950A8F750B}" presName="bgRect" presStyleLbl="bgShp" presStyleIdx="2" presStyleCnt="4"/>
      <dgm:spPr/>
    </dgm:pt>
    <dgm:pt modelId="{EBEE5FBC-D6FA-4151-BE75-4D106B468312}" type="pres">
      <dgm:prSet presAssocID="{A170A7E1-3D8F-4595-8905-A9950A8F750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CFC872EF-692D-4480-9AEA-A0C6A5420136}" type="pres">
      <dgm:prSet presAssocID="{A170A7E1-3D8F-4595-8905-A9950A8F750B}" presName="spaceRect" presStyleCnt="0"/>
      <dgm:spPr/>
    </dgm:pt>
    <dgm:pt modelId="{F8315A8C-291C-4568-AE07-CBF522C50E2F}" type="pres">
      <dgm:prSet presAssocID="{A170A7E1-3D8F-4595-8905-A9950A8F750B}" presName="parTx" presStyleLbl="revTx" presStyleIdx="2" presStyleCnt="4">
        <dgm:presLayoutVars>
          <dgm:chMax val="0"/>
          <dgm:chPref val="0"/>
        </dgm:presLayoutVars>
      </dgm:prSet>
      <dgm:spPr/>
    </dgm:pt>
    <dgm:pt modelId="{22B1B145-1FF2-42D9-9464-F868908DE94C}" type="pres">
      <dgm:prSet presAssocID="{B2189C74-3E47-49FA-9AA7-CCFA11794693}" presName="sibTrans" presStyleCnt="0"/>
      <dgm:spPr/>
    </dgm:pt>
    <dgm:pt modelId="{36B4DE16-E49E-4E06-A67D-B1E58341FECD}" type="pres">
      <dgm:prSet presAssocID="{4FAE7E4E-19F1-4069-A265-808818EF9BC9}" presName="compNode" presStyleCnt="0"/>
      <dgm:spPr/>
    </dgm:pt>
    <dgm:pt modelId="{AFACA820-7FCF-44F7-98F5-27C6CB366219}" type="pres">
      <dgm:prSet presAssocID="{4FAE7E4E-19F1-4069-A265-808818EF9BC9}" presName="bgRect" presStyleLbl="bgShp" presStyleIdx="3" presStyleCnt="4"/>
      <dgm:spPr/>
    </dgm:pt>
    <dgm:pt modelId="{F8725AB0-67BB-407C-AA09-BCE0738B1628}" type="pres">
      <dgm:prSet presAssocID="{4FAE7E4E-19F1-4069-A265-808818EF9BC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7E82517-6162-4807-9651-021F98A62814}" type="pres">
      <dgm:prSet presAssocID="{4FAE7E4E-19F1-4069-A265-808818EF9BC9}" presName="spaceRect" presStyleCnt="0"/>
      <dgm:spPr/>
    </dgm:pt>
    <dgm:pt modelId="{6997E6C2-BB45-4530-AAAC-F90CA93F9E0B}" type="pres">
      <dgm:prSet presAssocID="{4FAE7E4E-19F1-4069-A265-808818EF9BC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F19F315-61AF-4DD0-94A1-E3BD38EB5F41}" srcId="{EB0C3CB0-4F28-4162-BF72-9FCC011E61A5}" destId="{6F83D229-2733-417A-9FBE-2CD40AED050F}" srcOrd="0" destOrd="0" parTransId="{69FCEBE1-7881-481C-9C05-E2EA2C115A50}" sibTransId="{B539E8B6-3358-4EE2-9E01-7EFC662D5731}"/>
    <dgm:cxn modelId="{D710542D-888B-4748-8CB1-103F5FF5341C}" type="presOf" srcId="{4FAE7E4E-19F1-4069-A265-808818EF9BC9}" destId="{6997E6C2-BB45-4530-AAAC-F90CA93F9E0B}" srcOrd="0" destOrd="0" presId="urn:microsoft.com/office/officeart/2018/2/layout/IconVerticalSolidList"/>
    <dgm:cxn modelId="{EFAA0394-EA34-4E97-B5F1-B3CFEE53C7FB}" type="presOf" srcId="{A170A7E1-3D8F-4595-8905-A9950A8F750B}" destId="{F8315A8C-291C-4568-AE07-CBF522C50E2F}" srcOrd="0" destOrd="0" presId="urn:microsoft.com/office/officeart/2018/2/layout/IconVerticalSolidList"/>
    <dgm:cxn modelId="{0505E694-75D0-4BE6-8879-42B78E5ABFC0}" srcId="{EB0C3CB0-4F28-4162-BF72-9FCC011E61A5}" destId="{A170A7E1-3D8F-4595-8905-A9950A8F750B}" srcOrd="2" destOrd="0" parTransId="{1DE5F23D-2E67-4D4F-8348-8695641B102F}" sibTransId="{B2189C74-3E47-49FA-9AA7-CCFA11794693}"/>
    <dgm:cxn modelId="{C8CE99A9-9E7B-4E61-8198-7F9A4C799E3F}" srcId="{EB0C3CB0-4F28-4162-BF72-9FCC011E61A5}" destId="{7D7557DE-EA9B-4B18-A310-54CDF5A65564}" srcOrd="1" destOrd="0" parTransId="{A1831F6B-CA93-40FD-986D-7B6712F20B2A}" sibTransId="{78D228A3-0A64-4236-8AF2-37DD9AE465EE}"/>
    <dgm:cxn modelId="{D48D53C8-D6E5-4D92-8A5B-BBBC0E5D8D85}" type="presOf" srcId="{EB0C3CB0-4F28-4162-BF72-9FCC011E61A5}" destId="{69474E76-89F6-452A-AFF6-B505425CF658}" srcOrd="0" destOrd="0" presId="urn:microsoft.com/office/officeart/2018/2/layout/IconVerticalSolidList"/>
    <dgm:cxn modelId="{4E79A9E9-22C7-4DD1-B162-10D5FC520564}" srcId="{EB0C3CB0-4F28-4162-BF72-9FCC011E61A5}" destId="{4FAE7E4E-19F1-4069-A265-808818EF9BC9}" srcOrd="3" destOrd="0" parTransId="{7984E176-1CFF-4DA9-877D-E753CAED811F}" sibTransId="{0364EC0C-1931-4241-8868-AC03D0CC23C8}"/>
    <dgm:cxn modelId="{6AE00FF3-8257-47BB-8CAE-3FDE62553A4B}" type="presOf" srcId="{7D7557DE-EA9B-4B18-A310-54CDF5A65564}" destId="{D3ACCF7B-1A5D-450B-9D8F-D370DA1A273E}" srcOrd="0" destOrd="0" presId="urn:microsoft.com/office/officeart/2018/2/layout/IconVerticalSolidList"/>
    <dgm:cxn modelId="{9521A9FF-AE87-4947-9E32-201D3BA7FEDF}" type="presOf" srcId="{6F83D229-2733-417A-9FBE-2CD40AED050F}" destId="{506B42FC-CFFE-47A0-870A-C001DDD4AABB}" srcOrd="0" destOrd="0" presId="urn:microsoft.com/office/officeart/2018/2/layout/IconVerticalSolidList"/>
    <dgm:cxn modelId="{4E0D1352-1538-45DB-801F-C52294B7CEEB}" type="presParOf" srcId="{69474E76-89F6-452A-AFF6-B505425CF658}" destId="{EA2DA2D0-CFB3-4852-BA93-3386F1F7E08D}" srcOrd="0" destOrd="0" presId="urn:microsoft.com/office/officeart/2018/2/layout/IconVerticalSolidList"/>
    <dgm:cxn modelId="{E67A4F8E-4031-4C41-9099-4923FD402961}" type="presParOf" srcId="{EA2DA2D0-CFB3-4852-BA93-3386F1F7E08D}" destId="{B374853E-2A3D-4644-B089-E43387259CD6}" srcOrd="0" destOrd="0" presId="urn:microsoft.com/office/officeart/2018/2/layout/IconVerticalSolidList"/>
    <dgm:cxn modelId="{F60A5EE9-FC44-4330-AE7B-4E68A7BC06C8}" type="presParOf" srcId="{EA2DA2D0-CFB3-4852-BA93-3386F1F7E08D}" destId="{ABA2316E-D46F-4387-9AF6-3F67EFD0E12F}" srcOrd="1" destOrd="0" presId="urn:microsoft.com/office/officeart/2018/2/layout/IconVerticalSolidList"/>
    <dgm:cxn modelId="{1C1EE005-C39D-4C51-BD9B-2C79D6608C92}" type="presParOf" srcId="{EA2DA2D0-CFB3-4852-BA93-3386F1F7E08D}" destId="{F4BF5558-7460-4C00-B3CC-D37A46523082}" srcOrd="2" destOrd="0" presId="urn:microsoft.com/office/officeart/2018/2/layout/IconVerticalSolidList"/>
    <dgm:cxn modelId="{00C3BA14-2C16-43BB-AA95-03DC147BDF18}" type="presParOf" srcId="{EA2DA2D0-CFB3-4852-BA93-3386F1F7E08D}" destId="{506B42FC-CFFE-47A0-870A-C001DDD4AABB}" srcOrd="3" destOrd="0" presId="urn:microsoft.com/office/officeart/2018/2/layout/IconVerticalSolidList"/>
    <dgm:cxn modelId="{850DB0B9-71B7-4185-8DA0-29A919F43E3D}" type="presParOf" srcId="{69474E76-89F6-452A-AFF6-B505425CF658}" destId="{82CF2550-E40D-4C7C-9A1A-5986020CA2F6}" srcOrd="1" destOrd="0" presId="urn:microsoft.com/office/officeart/2018/2/layout/IconVerticalSolidList"/>
    <dgm:cxn modelId="{839F5E43-7CDD-4D0C-9A0F-616FB4375F2A}" type="presParOf" srcId="{69474E76-89F6-452A-AFF6-B505425CF658}" destId="{270A2BD7-E19D-473F-BEB3-D601227C3F22}" srcOrd="2" destOrd="0" presId="urn:microsoft.com/office/officeart/2018/2/layout/IconVerticalSolidList"/>
    <dgm:cxn modelId="{4195E2A6-1775-4FED-B7FE-421A466A4DBF}" type="presParOf" srcId="{270A2BD7-E19D-473F-BEB3-D601227C3F22}" destId="{0B09B6F4-4582-4CFD-AB13-BC2B04FAAF4F}" srcOrd="0" destOrd="0" presId="urn:microsoft.com/office/officeart/2018/2/layout/IconVerticalSolidList"/>
    <dgm:cxn modelId="{88721419-E2B8-4EC8-ADB4-91F59024874C}" type="presParOf" srcId="{270A2BD7-E19D-473F-BEB3-D601227C3F22}" destId="{1857397E-C6B0-467E-A34E-3F1EBFD1D701}" srcOrd="1" destOrd="0" presId="urn:microsoft.com/office/officeart/2018/2/layout/IconVerticalSolidList"/>
    <dgm:cxn modelId="{61681115-249E-4697-B81B-D1BEBD216CE0}" type="presParOf" srcId="{270A2BD7-E19D-473F-BEB3-D601227C3F22}" destId="{AA6C6836-EF73-4343-834F-76F18510C12C}" srcOrd="2" destOrd="0" presId="urn:microsoft.com/office/officeart/2018/2/layout/IconVerticalSolidList"/>
    <dgm:cxn modelId="{69BBC764-DD9D-4B59-B9B6-3CF5D509B870}" type="presParOf" srcId="{270A2BD7-E19D-473F-BEB3-D601227C3F22}" destId="{D3ACCF7B-1A5D-450B-9D8F-D370DA1A273E}" srcOrd="3" destOrd="0" presId="urn:microsoft.com/office/officeart/2018/2/layout/IconVerticalSolidList"/>
    <dgm:cxn modelId="{F0A35838-4072-49C8-849E-07EC462B53EC}" type="presParOf" srcId="{69474E76-89F6-452A-AFF6-B505425CF658}" destId="{1AD66125-B267-4B82-B294-E2FA16A56ECC}" srcOrd="3" destOrd="0" presId="urn:microsoft.com/office/officeart/2018/2/layout/IconVerticalSolidList"/>
    <dgm:cxn modelId="{D7C5027A-D532-4F4B-8761-D928C562B0E8}" type="presParOf" srcId="{69474E76-89F6-452A-AFF6-B505425CF658}" destId="{9C8C47D7-AB4E-4015-AE45-716E0346EE1E}" srcOrd="4" destOrd="0" presId="urn:microsoft.com/office/officeart/2018/2/layout/IconVerticalSolidList"/>
    <dgm:cxn modelId="{96987270-5739-47F8-86B7-F4C5EBD26249}" type="presParOf" srcId="{9C8C47D7-AB4E-4015-AE45-716E0346EE1E}" destId="{F148349E-8DB9-4845-80A3-CCC0441C7B57}" srcOrd="0" destOrd="0" presId="urn:microsoft.com/office/officeart/2018/2/layout/IconVerticalSolidList"/>
    <dgm:cxn modelId="{F4381BA1-9650-4DAD-8C9E-1447C328A489}" type="presParOf" srcId="{9C8C47D7-AB4E-4015-AE45-716E0346EE1E}" destId="{EBEE5FBC-D6FA-4151-BE75-4D106B468312}" srcOrd="1" destOrd="0" presId="urn:microsoft.com/office/officeart/2018/2/layout/IconVerticalSolidList"/>
    <dgm:cxn modelId="{6203FCF2-A958-4266-B627-BE571C52BEB8}" type="presParOf" srcId="{9C8C47D7-AB4E-4015-AE45-716E0346EE1E}" destId="{CFC872EF-692D-4480-9AEA-A0C6A5420136}" srcOrd="2" destOrd="0" presId="urn:microsoft.com/office/officeart/2018/2/layout/IconVerticalSolidList"/>
    <dgm:cxn modelId="{06D08BF0-6237-4540-AABB-D852DA782761}" type="presParOf" srcId="{9C8C47D7-AB4E-4015-AE45-716E0346EE1E}" destId="{F8315A8C-291C-4568-AE07-CBF522C50E2F}" srcOrd="3" destOrd="0" presId="urn:microsoft.com/office/officeart/2018/2/layout/IconVerticalSolidList"/>
    <dgm:cxn modelId="{0B5B6856-7133-4DF5-9344-27500F535009}" type="presParOf" srcId="{69474E76-89F6-452A-AFF6-B505425CF658}" destId="{22B1B145-1FF2-42D9-9464-F868908DE94C}" srcOrd="5" destOrd="0" presId="urn:microsoft.com/office/officeart/2018/2/layout/IconVerticalSolidList"/>
    <dgm:cxn modelId="{F3309DC5-357B-4F4F-B872-310E61864D94}" type="presParOf" srcId="{69474E76-89F6-452A-AFF6-B505425CF658}" destId="{36B4DE16-E49E-4E06-A67D-B1E58341FECD}" srcOrd="6" destOrd="0" presId="urn:microsoft.com/office/officeart/2018/2/layout/IconVerticalSolidList"/>
    <dgm:cxn modelId="{CC6EFFA5-CBE1-480D-9CBF-41571059DC60}" type="presParOf" srcId="{36B4DE16-E49E-4E06-A67D-B1E58341FECD}" destId="{AFACA820-7FCF-44F7-98F5-27C6CB366219}" srcOrd="0" destOrd="0" presId="urn:microsoft.com/office/officeart/2018/2/layout/IconVerticalSolidList"/>
    <dgm:cxn modelId="{C435EA66-7D4A-4EA0-A32A-585CB02F9E07}" type="presParOf" srcId="{36B4DE16-E49E-4E06-A67D-B1E58341FECD}" destId="{F8725AB0-67BB-407C-AA09-BCE0738B1628}" srcOrd="1" destOrd="0" presId="urn:microsoft.com/office/officeart/2018/2/layout/IconVerticalSolidList"/>
    <dgm:cxn modelId="{EFB50F6F-0778-4E7B-AAEF-C6FF605D7AEE}" type="presParOf" srcId="{36B4DE16-E49E-4E06-A67D-B1E58341FECD}" destId="{97E82517-6162-4807-9651-021F98A62814}" srcOrd="2" destOrd="0" presId="urn:microsoft.com/office/officeart/2018/2/layout/IconVerticalSolidList"/>
    <dgm:cxn modelId="{0E904254-1CAC-4CAC-9C2C-EB68C6C11488}" type="presParOf" srcId="{36B4DE16-E49E-4E06-A67D-B1E58341FECD}" destId="{6997E6C2-BB45-4530-AAAC-F90CA93F9E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C3F6E28-B5E4-4E54-9274-559FA79C1B5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1150051-EDE0-4448-A8EC-66FBC40B18D1}">
      <dgm:prSet/>
      <dgm:spPr/>
      <dgm:t>
        <a:bodyPr/>
        <a:lstStyle/>
        <a:p>
          <a:r>
            <a:rPr lang="en-US" dirty="0"/>
            <a:t>According to  </a:t>
          </a:r>
          <a:r>
            <a:rPr lang="en-US" dirty="0">
              <a:solidFill>
                <a:srgbClr val="FF0000"/>
              </a:solidFill>
            </a:rPr>
            <a:t>Software Engineering Institute (SEI),</a:t>
          </a:r>
          <a:r>
            <a:rPr lang="en-US" dirty="0"/>
            <a:t> there is a close relationship between the quality of the delivered software and  the maturity or quality of the underlying processes employed to create software</a:t>
          </a:r>
          <a:endParaRPr lang="en-MY" dirty="0"/>
        </a:p>
      </dgm:t>
    </dgm:pt>
    <dgm:pt modelId="{69C400C9-465E-43D0-877C-1B0BEA1514E0}" type="parTrans" cxnId="{81C2B9A8-3480-44B0-B46C-9CADD45C9327}">
      <dgm:prSet/>
      <dgm:spPr/>
      <dgm:t>
        <a:bodyPr/>
        <a:lstStyle/>
        <a:p>
          <a:endParaRPr lang="en-MY"/>
        </a:p>
      </dgm:t>
    </dgm:pt>
    <dgm:pt modelId="{2D0E70C0-FA53-48AC-9F81-BA209B8340DA}" type="sibTrans" cxnId="{81C2B9A8-3480-44B0-B46C-9CADD45C9327}">
      <dgm:prSet/>
      <dgm:spPr/>
      <dgm:t>
        <a:bodyPr/>
        <a:lstStyle/>
        <a:p>
          <a:endParaRPr lang="en-MY"/>
        </a:p>
      </dgm:t>
    </dgm:pt>
    <dgm:pt modelId="{F96220F7-DA33-4FB7-8C24-094F6E89ED13}" type="pres">
      <dgm:prSet presAssocID="{0C3F6E28-B5E4-4E54-9274-559FA79C1B5C}" presName="CompostProcess" presStyleCnt="0">
        <dgm:presLayoutVars>
          <dgm:dir/>
          <dgm:resizeHandles val="exact"/>
        </dgm:presLayoutVars>
      </dgm:prSet>
      <dgm:spPr/>
    </dgm:pt>
    <dgm:pt modelId="{869AB3DE-F853-4B7B-B203-482CF72E32E5}" type="pres">
      <dgm:prSet presAssocID="{0C3F6E28-B5E4-4E54-9274-559FA79C1B5C}" presName="arrow" presStyleLbl="bgShp" presStyleIdx="0" presStyleCnt="1"/>
      <dgm:spPr/>
    </dgm:pt>
    <dgm:pt modelId="{D4AF9058-9CA6-4A3C-B51F-85C30F6C3CC1}" type="pres">
      <dgm:prSet presAssocID="{0C3F6E28-B5E4-4E54-9274-559FA79C1B5C}" presName="linearProcess" presStyleCnt="0"/>
      <dgm:spPr/>
    </dgm:pt>
    <dgm:pt modelId="{25A6CA2C-A685-435E-8D77-1168711E46BC}" type="pres">
      <dgm:prSet presAssocID="{E1150051-EDE0-4448-A8EC-66FBC40B18D1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19BC3716-009B-40AF-B9E8-D52FDF365BC3}" type="presOf" srcId="{0C3F6E28-B5E4-4E54-9274-559FA79C1B5C}" destId="{F96220F7-DA33-4FB7-8C24-094F6E89ED13}" srcOrd="0" destOrd="0" presId="urn:microsoft.com/office/officeart/2005/8/layout/hProcess9"/>
    <dgm:cxn modelId="{29A70F9A-EC2E-4591-8A87-FE3AA2849AAC}" type="presOf" srcId="{E1150051-EDE0-4448-A8EC-66FBC40B18D1}" destId="{25A6CA2C-A685-435E-8D77-1168711E46BC}" srcOrd="0" destOrd="0" presId="urn:microsoft.com/office/officeart/2005/8/layout/hProcess9"/>
    <dgm:cxn modelId="{81C2B9A8-3480-44B0-B46C-9CADD45C9327}" srcId="{0C3F6E28-B5E4-4E54-9274-559FA79C1B5C}" destId="{E1150051-EDE0-4448-A8EC-66FBC40B18D1}" srcOrd="0" destOrd="0" parTransId="{69C400C9-465E-43D0-877C-1B0BEA1514E0}" sibTransId="{2D0E70C0-FA53-48AC-9F81-BA209B8340DA}"/>
    <dgm:cxn modelId="{7C8E78FA-D793-4BFA-96B7-99F55C80A369}" type="presParOf" srcId="{F96220F7-DA33-4FB7-8C24-094F6E89ED13}" destId="{869AB3DE-F853-4B7B-B203-482CF72E32E5}" srcOrd="0" destOrd="0" presId="urn:microsoft.com/office/officeart/2005/8/layout/hProcess9"/>
    <dgm:cxn modelId="{339C5B34-EAB6-480C-96BB-E691D6E3C359}" type="presParOf" srcId="{F96220F7-DA33-4FB7-8C24-094F6E89ED13}" destId="{D4AF9058-9CA6-4A3C-B51F-85C30F6C3CC1}" srcOrd="1" destOrd="0" presId="urn:microsoft.com/office/officeart/2005/8/layout/hProcess9"/>
    <dgm:cxn modelId="{A9669B3F-F21A-4437-8654-7920983E8DA0}" type="presParOf" srcId="{D4AF9058-9CA6-4A3C-B51F-85C30F6C3CC1}" destId="{25A6CA2C-A685-435E-8D77-1168711E46B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7E330A5-A121-4BF8-996F-C7109EE32252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DE55E05F-C15D-464E-9332-88B39CF3A535}">
      <dgm:prSet/>
      <dgm:spPr/>
      <dgm:t>
        <a:bodyPr/>
        <a:lstStyle/>
        <a:p>
          <a:r>
            <a:rPr lang="en-US" dirty="0"/>
            <a:t>The SEI applied process improvement principles employed in  the manufacturing field to develop </a:t>
          </a:r>
          <a:r>
            <a:rPr lang="en-US" dirty="0">
              <a:solidFill>
                <a:srgbClr val="FF0000"/>
              </a:solidFill>
            </a:rPr>
            <a:t>process maturity models such as the CMM and CMMI. </a:t>
          </a:r>
          <a:endParaRPr lang="en-MY" dirty="0">
            <a:solidFill>
              <a:srgbClr val="FF0000"/>
            </a:solidFill>
          </a:endParaRPr>
        </a:p>
      </dgm:t>
    </dgm:pt>
    <dgm:pt modelId="{CB75ADF5-4439-4BC3-92C2-7E4357F4994A}" type="parTrans" cxnId="{B89B4ED6-E068-42FF-B669-83DE57F30DD5}">
      <dgm:prSet/>
      <dgm:spPr/>
      <dgm:t>
        <a:bodyPr/>
        <a:lstStyle/>
        <a:p>
          <a:endParaRPr lang="en-MY"/>
        </a:p>
      </dgm:t>
    </dgm:pt>
    <dgm:pt modelId="{F931D192-D266-45D2-B2A6-E25BBF92DEEC}" type="sibTrans" cxnId="{B89B4ED6-E068-42FF-B669-83DE57F30DD5}">
      <dgm:prSet/>
      <dgm:spPr/>
      <dgm:t>
        <a:bodyPr/>
        <a:lstStyle/>
        <a:p>
          <a:endParaRPr lang="en-MY"/>
        </a:p>
      </dgm:t>
    </dgm:pt>
    <dgm:pt modelId="{6BFD0830-46BB-4D22-980D-7110411C927A}">
      <dgm:prSet/>
      <dgm:spPr/>
      <dgm:t>
        <a:bodyPr/>
        <a:lstStyle/>
        <a:p>
          <a:r>
            <a:rPr lang="en-US" dirty="0"/>
            <a:t>These maturity models are invaluable in </a:t>
          </a:r>
          <a:r>
            <a:rPr lang="en-US" dirty="0">
              <a:solidFill>
                <a:srgbClr val="FF0000"/>
              </a:solidFill>
            </a:rPr>
            <a:t>maturing software processes in software intensive organizations</a:t>
          </a:r>
          <a:r>
            <a:rPr lang="en-US" dirty="0"/>
            <a:t>.</a:t>
          </a:r>
          <a:endParaRPr lang="en-MY" dirty="0"/>
        </a:p>
      </dgm:t>
    </dgm:pt>
    <dgm:pt modelId="{B91932CB-95D6-4010-9751-7C291418EBA7}" type="parTrans" cxnId="{39BAB027-47EF-4B06-A34E-CDEC471E094D}">
      <dgm:prSet/>
      <dgm:spPr/>
      <dgm:t>
        <a:bodyPr/>
        <a:lstStyle/>
        <a:p>
          <a:endParaRPr lang="en-MY"/>
        </a:p>
      </dgm:t>
    </dgm:pt>
    <dgm:pt modelId="{094ADAE9-0AF3-4A7F-B251-95F1180E409C}" type="sibTrans" cxnId="{39BAB027-47EF-4B06-A34E-CDEC471E094D}">
      <dgm:prSet/>
      <dgm:spPr/>
      <dgm:t>
        <a:bodyPr/>
        <a:lstStyle/>
        <a:p>
          <a:endParaRPr lang="en-MY"/>
        </a:p>
      </dgm:t>
    </dgm:pt>
    <dgm:pt modelId="{F9C90682-F6AD-418E-8157-F6B4D863C3E8}" type="pres">
      <dgm:prSet presAssocID="{F7E330A5-A121-4BF8-996F-C7109EE32252}" presName="cycle" presStyleCnt="0">
        <dgm:presLayoutVars>
          <dgm:dir/>
          <dgm:resizeHandles val="exact"/>
        </dgm:presLayoutVars>
      </dgm:prSet>
      <dgm:spPr/>
    </dgm:pt>
    <dgm:pt modelId="{A4EF7868-F804-4FDA-9843-8F4583957070}" type="pres">
      <dgm:prSet presAssocID="{DE55E05F-C15D-464E-9332-88B39CF3A535}" presName="node" presStyleLbl="node1" presStyleIdx="0" presStyleCnt="2">
        <dgm:presLayoutVars>
          <dgm:bulletEnabled val="1"/>
        </dgm:presLayoutVars>
      </dgm:prSet>
      <dgm:spPr/>
    </dgm:pt>
    <dgm:pt modelId="{36F9FC00-E6EA-4301-82D0-A5D938888180}" type="pres">
      <dgm:prSet presAssocID="{F931D192-D266-45D2-B2A6-E25BBF92DEEC}" presName="sibTrans" presStyleLbl="sibTrans2D1" presStyleIdx="0" presStyleCnt="2"/>
      <dgm:spPr/>
    </dgm:pt>
    <dgm:pt modelId="{706A8FD7-D3EB-459D-BEFB-2588EBB71DD8}" type="pres">
      <dgm:prSet presAssocID="{F931D192-D266-45D2-B2A6-E25BBF92DEEC}" presName="connectorText" presStyleLbl="sibTrans2D1" presStyleIdx="0" presStyleCnt="2"/>
      <dgm:spPr/>
    </dgm:pt>
    <dgm:pt modelId="{D09E3F02-A476-4308-9D2E-F9AFCFDF7883}" type="pres">
      <dgm:prSet presAssocID="{6BFD0830-46BB-4D22-980D-7110411C927A}" presName="node" presStyleLbl="node1" presStyleIdx="1" presStyleCnt="2">
        <dgm:presLayoutVars>
          <dgm:bulletEnabled val="1"/>
        </dgm:presLayoutVars>
      </dgm:prSet>
      <dgm:spPr/>
    </dgm:pt>
    <dgm:pt modelId="{F0BDD05C-C7E8-4F23-89B0-97FEC36A49B2}" type="pres">
      <dgm:prSet presAssocID="{094ADAE9-0AF3-4A7F-B251-95F1180E409C}" presName="sibTrans" presStyleLbl="sibTrans2D1" presStyleIdx="1" presStyleCnt="2"/>
      <dgm:spPr/>
    </dgm:pt>
    <dgm:pt modelId="{EE37BBB1-1EA1-4960-AFBA-3070779EB0D1}" type="pres">
      <dgm:prSet presAssocID="{094ADAE9-0AF3-4A7F-B251-95F1180E409C}" presName="connectorText" presStyleLbl="sibTrans2D1" presStyleIdx="1" presStyleCnt="2"/>
      <dgm:spPr/>
    </dgm:pt>
  </dgm:ptLst>
  <dgm:cxnLst>
    <dgm:cxn modelId="{E8C1B014-90E0-4635-9C36-92EE905099CF}" type="presOf" srcId="{F7E330A5-A121-4BF8-996F-C7109EE32252}" destId="{F9C90682-F6AD-418E-8157-F6B4D863C3E8}" srcOrd="0" destOrd="0" presId="urn:microsoft.com/office/officeart/2005/8/layout/cycle2"/>
    <dgm:cxn modelId="{597E201D-73AF-4243-BC4C-7DCEC3BF23E8}" type="presOf" srcId="{DE55E05F-C15D-464E-9332-88B39CF3A535}" destId="{A4EF7868-F804-4FDA-9843-8F4583957070}" srcOrd="0" destOrd="0" presId="urn:microsoft.com/office/officeart/2005/8/layout/cycle2"/>
    <dgm:cxn modelId="{6669F71F-AF37-4D5F-8713-37224A155585}" type="presOf" srcId="{F931D192-D266-45D2-B2A6-E25BBF92DEEC}" destId="{36F9FC00-E6EA-4301-82D0-A5D938888180}" srcOrd="0" destOrd="0" presId="urn:microsoft.com/office/officeart/2005/8/layout/cycle2"/>
    <dgm:cxn modelId="{39BAB027-47EF-4B06-A34E-CDEC471E094D}" srcId="{F7E330A5-A121-4BF8-996F-C7109EE32252}" destId="{6BFD0830-46BB-4D22-980D-7110411C927A}" srcOrd="1" destOrd="0" parTransId="{B91932CB-95D6-4010-9751-7C291418EBA7}" sibTransId="{094ADAE9-0AF3-4A7F-B251-95F1180E409C}"/>
    <dgm:cxn modelId="{63C1A43C-8D0E-4240-B1CD-D555A549F279}" type="presOf" srcId="{6BFD0830-46BB-4D22-980D-7110411C927A}" destId="{D09E3F02-A476-4308-9D2E-F9AFCFDF7883}" srcOrd="0" destOrd="0" presId="urn:microsoft.com/office/officeart/2005/8/layout/cycle2"/>
    <dgm:cxn modelId="{259F0391-A5ED-4A21-89DC-8DB7CF9702F4}" type="presOf" srcId="{F931D192-D266-45D2-B2A6-E25BBF92DEEC}" destId="{706A8FD7-D3EB-459D-BEFB-2588EBB71DD8}" srcOrd="1" destOrd="0" presId="urn:microsoft.com/office/officeart/2005/8/layout/cycle2"/>
    <dgm:cxn modelId="{2521DF9F-DFB1-40F8-BDF6-7901D3208F68}" type="presOf" srcId="{094ADAE9-0AF3-4A7F-B251-95F1180E409C}" destId="{F0BDD05C-C7E8-4F23-89B0-97FEC36A49B2}" srcOrd="0" destOrd="0" presId="urn:microsoft.com/office/officeart/2005/8/layout/cycle2"/>
    <dgm:cxn modelId="{B89B4ED6-E068-42FF-B669-83DE57F30DD5}" srcId="{F7E330A5-A121-4BF8-996F-C7109EE32252}" destId="{DE55E05F-C15D-464E-9332-88B39CF3A535}" srcOrd="0" destOrd="0" parTransId="{CB75ADF5-4439-4BC3-92C2-7E4357F4994A}" sibTransId="{F931D192-D266-45D2-B2A6-E25BBF92DEEC}"/>
    <dgm:cxn modelId="{2028C8F1-4489-416C-BF29-FD943575D14B}" type="presOf" srcId="{094ADAE9-0AF3-4A7F-B251-95F1180E409C}" destId="{EE37BBB1-1EA1-4960-AFBA-3070779EB0D1}" srcOrd="1" destOrd="0" presId="urn:microsoft.com/office/officeart/2005/8/layout/cycle2"/>
    <dgm:cxn modelId="{38BCC499-F29B-4563-8318-72B77DE0AB12}" type="presParOf" srcId="{F9C90682-F6AD-418E-8157-F6B4D863C3E8}" destId="{A4EF7868-F804-4FDA-9843-8F4583957070}" srcOrd="0" destOrd="0" presId="urn:microsoft.com/office/officeart/2005/8/layout/cycle2"/>
    <dgm:cxn modelId="{1F50F69B-70B1-4174-8D53-5AC7D4D37BD6}" type="presParOf" srcId="{F9C90682-F6AD-418E-8157-F6B4D863C3E8}" destId="{36F9FC00-E6EA-4301-82D0-A5D938888180}" srcOrd="1" destOrd="0" presId="urn:microsoft.com/office/officeart/2005/8/layout/cycle2"/>
    <dgm:cxn modelId="{F621E191-ACD4-416B-B4E5-8DE4CC3988F6}" type="presParOf" srcId="{36F9FC00-E6EA-4301-82D0-A5D938888180}" destId="{706A8FD7-D3EB-459D-BEFB-2588EBB71DD8}" srcOrd="0" destOrd="0" presId="urn:microsoft.com/office/officeart/2005/8/layout/cycle2"/>
    <dgm:cxn modelId="{5B7545E7-B0A6-4270-A367-CF3B2840D268}" type="presParOf" srcId="{F9C90682-F6AD-418E-8157-F6B4D863C3E8}" destId="{D09E3F02-A476-4308-9D2E-F9AFCFDF7883}" srcOrd="2" destOrd="0" presId="urn:microsoft.com/office/officeart/2005/8/layout/cycle2"/>
    <dgm:cxn modelId="{FED32EB5-7CA9-4BB0-BBBF-64759F4431C9}" type="presParOf" srcId="{F9C90682-F6AD-418E-8157-F6B4D863C3E8}" destId="{F0BDD05C-C7E8-4F23-89B0-97FEC36A49B2}" srcOrd="3" destOrd="0" presId="urn:microsoft.com/office/officeart/2005/8/layout/cycle2"/>
    <dgm:cxn modelId="{2B2238F7-E3BB-496D-95EB-F7A3D8A900D6}" type="presParOf" srcId="{F0BDD05C-C7E8-4F23-89B0-97FEC36A49B2}" destId="{EE37BBB1-1EA1-4960-AFBA-3070779EB0D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6EA4E4B-CA85-4CB9-8295-2ECFF9FC232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36FB87-246F-4738-B17D-0A29D46DA8FD}">
      <dgm:prSet/>
      <dgm:spPr/>
      <dgm:t>
        <a:bodyPr/>
        <a:lstStyle/>
        <a:p>
          <a:r>
            <a:rPr lang="en-GB" dirty="0"/>
            <a:t>For example, </a:t>
          </a:r>
          <a:r>
            <a:rPr lang="en-GB" i="1" dirty="0"/>
            <a:t>Lockheed Martin </a:t>
          </a:r>
          <a:r>
            <a:rPr lang="en-GB" dirty="0"/>
            <a:t>reported an </a:t>
          </a:r>
          <a:r>
            <a:rPr lang="en-GB" dirty="0">
              <a:solidFill>
                <a:srgbClr val="FF0000"/>
              </a:solidFill>
            </a:rPr>
            <a:t>80% increase in software productivity over a 5-year period when it achieved CMM level 5 and obtained further increases in productivity as it moved to CMMI level 5</a:t>
          </a:r>
          <a:r>
            <a:rPr lang="en-GB" dirty="0"/>
            <a:t>. </a:t>
          </a:r>
          <a:endParaRPr lang="en-US" dirty="0"/>
        </a:p>
      </dgm:t>
    </dgm:pt>
    <dgm:pt modelId="{1126604C-93B1-4B8C-BE8B-71C8236F6D28}" type="parTrans" cxnId="{D5EFFF8F-8620-466E-9F9A-BB55BAC1746A}">
      <dgm:prSet/>
      <dgm:spPr/>
      <dgm:t>
        <a:bodyPr/>
        <a:lstStyle/>
        <a:p>
          <a:endParaRPr lang="en-US"/>
        </a:p>
      </dgm:t>
    </dgm:pt>
    <dgm:pt modelId="{1B158A85-B232-4A98-9393-37D141FDFCCC}" type="sibTrans" cxnId="{D5EFFF8F-8620-466E-9F9A-BB55BAC1746A}">
      <dgm:prSet/>
      <dgm:spPr/>
      <dgm:t>
        <a:bodyPr/>
        <a:lstStyle/>
        <a:p>
          <a:endParaRPr lang="en-US"/>
        </a:p>
      </dgm:t>
    </dgm:pt>
    <dgm:pt modelId="{D4A02C25-7407-4A14-BB39-B54FD7C998E0}">
      <dgm:prSet/>
      <dgm:spPr/>
      <dgm:t>
        <a:bodyPr/>
        <a:lstStyle/>
        <a:p>
          <a:r>
            <a:rPr lang="en-GB" i="1" dirty="0"/>
            <a:t>Siemens </a:t>
          </a:r>
          <a:r>
            <a:rPr lang="en-GB" dirty="0"/>
            <a:t>(</a:t>
          </a:r>
          <a:r>
            <a:rPr lang="en-GB" i="1" dirty="0"/>
            <a:t>India</a:t>
          </a:r>
          <a:r>
            <a:rPr lang="en-GB" dirty="0"/>
            <a:t>) reported an improved defect removal rate from over 50% before testing to over 70%  and a post-release defect rate of 0.35 defects per KLOC. </a:t>
          </a:r>
          <a:endParaRPr lang="en-US" dirty="0"/>
        </a:p>
      </dgm:t>
    </dgm:pt>
    <dgm:pt modelId="{2B747DAF-3F2D-419A-9B93-86F8D5F02460}" type="parTrans" cxnId="{E08F7407-31DC-47F0-88E3-3028DBBC66FE}">
      <dgm:prSet/>
      <dgm:spPr/>
      <dgm:t>
        <a:bodyPr/>
        <a:lstStyle/>
        <a:p>
          <a:endParaRPr lang="en-US"/>
        </a:p>
      </dgm:t>
    </dgm:pt>
    <dgm:pt modelId="{3328A4F9-CAA2-4A31-A7FD-1EFF54171BCE}" type="sibTrans" cxnId="{E08F7407-31DC-47F0-88E3-3028DBBC66FE}">
      <dgm:prSet/>
      <dgm:spPr/>
      <dgm:t>
        <a:bodyPr/>
        <a:lstStyle/>
        <a:p>
          <a:endParaRPr lang="en-US"/>
        </a:p>
      </dgm:t>
    </dgm:pt>
    <dgm:pt modelId="{8B35585D-2A13-4C0B-83A8-F8A34B2EDCE4}" type="pres">
      <dgm:prSet presAssocID="{A6EA4E4B-CA85-4CB9-8295-2ECFF9FC23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0E941A-AF16-4EF1-8BB6-F5309DE819A1}" type="pres">
      <dgm:prSet presAssocID="{3236FB87-246F-4738-B17D-0A29D46DA8FD}" presName="hierRoot1" presStyleCnt="0"/>
      <dgm:spPr/>
    </dgm:pt>
    <dgm:pt modelId="{779FE7B9-5E38-4B4B-A185-42DBE7B75F91}" type="pres">
      <dgm:prSet presAssocID="{3236FB87-246F-4738-B17D-0A29D46DA8FD}" presName="composite" presStyleCnt="0"/>
      <dgm:spPr/>
    </dgm:pt>
    <dgm:pt modelId="{077115CF-EBFF-4750-B262-C79B15312D8B}" type="pres">
      <dgm:prSet presAssocID="{3236FB87-246F-4738-B17D-0A29D46DA8FD}" presName="background" presStyleLbl="node0" presStyleIdx="0" presStyleCnt="2"/>
      <dgm:spPr/>
    </dgm:pt>
    <dgm:pt modelId="{8A7214BC-79F8-4516-896E-64760AC280DA}" type="pres">
      <dgm:prSet presAssocID="{3236FB87-246F-4738-B17D-0A29D46DA8FD}" presName="text" presStyleLbl="fgAcc0" presStyleIdx="0" presStyleCnt="2">
        <dgm:presLayoutVars>
          <dgm:chPref val="3"/>
        </dgm:presLayoutVars>
      </dgm:prSet>
      <dgm:spPr/>
    </dgm:pt>
    <dgm:pt modelId="{BF6D8A08-9512-4FC8-AEF2-85D4E4ADAB89}" type="pres">
      <dgm:prSet presAssocID="{3236FB87-246F-4738-B17D-0A29D46DA8FD}" presName="hierChild2" presStyleCnt="0"/>
      <dgm:spPr/>
    </dgm:pt>
    <dgm:pt modelId="{01EC1FE2-698D-471C-9845-A505120E8B52}" type="pres">
      <dgm:prSet presAssocID="{D4A02C25-7407-4A14-BB39-B54FD7C998E0}" presName="hierRoot1" presStyleCnt="0"/>
      <dgm:spPr/>
    </dgm:pt>
    <dgm:pt modelId="{85CFA64C-2F2A-4120-B707-8DE98E0690EE}" type="pres">
      <dgm:prSet presAssocID="{D4A02C25-7407-4A14-BB39-B54FD7C998E0}" presName="composite" presStyleCnt="0"/>
      <dgm:spPr/>
    </dgm:pt>
    <dgm:pt modelId="{EA428997-2805-44AC-ABA6-D36FEFE7A435}" type="pres">
      <dgm:prSet presAssocID="{D4A02C25-7407-4A14-BB39-B54FD7C998E0}" presName="background" presStyleLbl="node0" presStyleIdx="1" presStyleCnt="2"/>
      <dgm:spPr/>
    </dgm:pt>
    <dgm:pt modelId="{30858313-E106-49DA-BCD8-67A9F9D971ED}" type="pres">
      <dgm:prSet presAssocID="{D4A02C25-7407-4A14-BB39-B54FD7C998E0}" presName="text" presStyleLbl="fgAcc0" presStyleIdx="1" presStyleCnt="2">
        <dgm:presLayoutVars>
          <dgm:chPref val="3"/>
        </dgm:presLayoutVars>
      </dgm:prSet>
      <dgm:spPr/>
    </dgm:pt>
    <dgm:pt modelId="{2BE862AC-57A1-4718-BA63-FD4805055689}" type="pres">
      <dgm:prSet presAssocID="{D4A02C25-7407-4A14-BB39-B54FD7C998E0}" presName="hierChild2" presStyleCnt="0"/>
      <dgm:spPr/>
    </dgm:pt>
  </dgm:ptLst>
  <dgm:cxnLst>
    <dgm:cxn modelId="{E08F7407-31DC-47F0-88E3-3028DBBC66FE}" srcId="{A6EA4E4B-CA85-4CB9-8295-2ECFF9FC2325}" destId="{D4A02C25-7407-4A14-BB39-B54FD7C998E0}" srcOrd="1" destOrd="0" parTransId="{2B747DAF-3F2D-419A-9B93-86F8D5F02460}" sibTransId="{3328A4F9-CAA2-4A31-A7FD-1EFF54171BCE}"/>
    <dgm:cxn modelId="{A7EF953D-0019-4EDD-AF24-C21A5C86BD61}" type="presOf" srcId="{A6EA4E4B-CA85-4CB9-8295-2ECFF9FC2325}" destId="{8B35585D-2A13-4C0B-83A8-F8A34B2EDCE4}" srcOrd="0" destOrd="0" presId="urn:microsoft.com/office/officeart/2005/8/layout/hierarchy1"/>
    <dgm:cxn modelId="{D5EFFF8F-8620-466E-9F9A-BB55BAC1746A}" srcId="{A6EA4E4B-CA85-4CB9-8295-2ECFF9FC2325}" destId="{3236FB87-246F-4738-B17D-0A29D46DA8FD}" srcOrd="0" destOrd="0" parTransId="{1126604C-93B1-4B8C-BE8B-71C8236F6D28}" sibTransId="{1B158A85-B232-4A98-9393-37D141FDFCCC}"/>
    <dgm:cxn modelId="{83C9A2A3-7D9A-4F31-B39E-E8B364334B5F}" type="presOf" srcId="{D4A02C25-7407-4A14-BB39-B54FD7C998E0}" destId="{30858313-E106-49DA-BCD8-67A9F9D971ED}" srcOrd="0" destOrd="0" presId="urn:microsoft.com/office/officeart/2005/8/layout/hierarchy1"/>
    <dgm:cxn modelId="{6E6E83E7-BC7E-4C78-9012-9F783F528DDC}" type="presOf" srcId="{3236FB87-246F-4738-B17D-0A29D46DA8FD}" destId="{8A7214BC-79F8-4516-896E-64760AC280DA}" srcOrd="0" destOrd="0" presId="urn:microsoft.com/office/officeart/2005/8/layout/hierarchy1"/>
    <dgm:cxn modelId="{BEDF9BFE-CF69-45E9-B391-D937BFC9E0D2}" type="presParOf" srcId="{8B35585D-2A13-4C0B-83A8-F8A34B2EDCE4}" destId="{630E941A-AF16-4EF1-8BB6-F5309DE819A1}" srcOrd="0" destOrd="0" presId="urn:microsoft.com/office/officeart/2005/8/layout/hierarchy1"/>
    <dgm:cxn modelId="{952BA1F5-2E37-4F9C-97A8-06DCF54282C4}" type="presParOf" srcId="{630E941A-AF16-4EF1-8BB6-F5309DE819A1}" destId="{779FE7B9-5E38-4B4B-A185-42DBE7B75F91}" srcOrd="0" destOrd="0" presId="urn:microsoft.com/office/officeart/2005/8/layout/hierarchy1"/>
    <dgm:cxn modelId="{B7ED28B6-2001-45F7-AA7D-396B683E2C06}" type="presParOf" srcId="{779FE7B9-5E38-4B4B-A185-42DBE7B75F91}" destId="{077115CF-EBFF-4750-B262-C79B15312D8B}" srcOrd="0" destOrd="0" presId="urn:microsoft.com/office/officeart/2005/8/layout/hierarchy1"/>
    <dgm:cxn modelId="{AB637075-022B-405A-B274-2E6D1B920460}" type="presParOf" srcId="{779FE7B9-5E38-4B4B-A185-42DBE7B75F91}" destId="{8A7214BC-79F8-4516-896E-64760AC280DA}" srcOrd="1" destOrd="0" presId="urn:microsoft.com/office/officeart/2005/8/layout/hierarchy1"/>
    <dgm:cxn modelId="{634D8BD3-0612-4E7B-B275-88876F1BC791}" type="presParOf" srcId="{630E941A-AF16-4EF1-8BB6-F5309DE819A1}" destId="{BF6D8A08-9512-4FC8-AEF2-85D4E4ADAB89}" srcOrd="1" destOrd="0" presId="urn:microsoft.com/office/officeart/2005/8/layout/hierarchy1"/>
    <dgm:cxn modelId="{68E8ED44-3F13-4B71-894A-8E44484C1CA1}" type="presParOf" srcId="{8B35585D-2A13-4C0B-83A8-F8A34B2EDCE4}" destId="{01EC1FE2-698D-471C-9845-A505120E8B52}" srcOrd="1" destOrd="0" presId="urn:microsoft.com/office/officeart/2005/8/layout/hierarchy1"/>
    <dgm:cxn modelId="{BB6AD9A7-C68C-4463-B984-11EF51DFB06D}" type="presParOf" srcId="{01EC1FE2-698D-471C-9845-A505120E8B52}" destId="{85CFA64C-2F2A-4120-B707-8DE98E0690EE}" srcOrd="0" destOrd="0" presId="urn:microsoft.com/office/officeart/2005/8/layout/hierarchy1"/>
    <dgm:cxn modelId="{97D4E46E-B35B-4797-8E74-947766AA0A17}" type="presParOf" srcId="{85CFA64C-2F2A-4120-B707-8DE98E0690EE}" destId="{EA428997-2805-44AC-ABA6-D36FEFE7A435}" srcOrd="0" destOrd="0" presId="urn:microsoft.com/office/officeart/2005/8/layout/hierarchy1"/>
    <dgm:cxn modelId="{AD372BB6-151B-4BAE-96ED-11F2CC5CE37D}" type="presParOf" srcId="{85CFA64C-2F2A-4120-B707-8DE98E0690EE}" destId="{30858313-E106-49DA-BCD8-67A9F9D971ED}" srcOrd="1" destOrd="0" presId="urn:microsoft.com/office/officeart/2005/8/layout/hierarchy1"/>
    <dgm:cxn modelId="{6F46AA17-59F8-4603-9734-847108D14753}" type="presParOf" srcId="{01EC1FE2-698D-471C-9845-A505120E8B52}" destId="{2BE862AC-57A1-4718-BA63-FD480505568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073FE-ECB0-4B7A-874A-606595D600F6}">
      <dsp:nvSpPr>
        <dsp:cNvPr id="0" name=""/>
        <dsp:cNvSpPr/>
      </dsp:nvSpPr>
      <dsp:spPr>
        <a:xfrm>
          <a:off x="3249149" y="1977490"/>
          <a:ext cx="847181" cy="68378"/>
        </a:xfrm>
        <a:custGeom>
          <a:avLst/>
          <a:gdLst/>
          <a:ahLst/>
          <a:cxnLst/>
          <a:rect l="0" t="0" r="0" b="0"/>
          <a:pathLst>
            <a:path>
              <a:moveTo>
                <a:pt x="0" y="34189"/>
              </a:moveTo>
              <a:lnTo>
                <a:pt x="847181" y="34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288646-299C-4276-A3E1-D9F3CCD31DFF}">
      <dsp:nvSpPr>
        <dsp:cNvPr id="0" name=""/>
        <dsp:cNvSpPr/>
      </dsp:nvSpPr>
      <dsp:spPr>
        <a:xfrm>
          <a:off x="1288" y="101173"/>
          <a:ext cx="3821013" cy="3821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5E260-C70F-495F-B980-CD5DD357E904}">
      <dsp:nvSpPr>
        <dsp:cNvPr id="0" name=""/>
        <dsp:cNvSpPr/>
      </dsp:nvSpPr>
      <dsp:spPr>
        <a:xfrm>
          <a:off x="4096330" y="865376"/>
          <a:ext cx="2292607" cy="22926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Course Break Down</a:t>
          </a:r>
          <a:endParaRPr lang="en-MY" sz="3700" kern="1200" dirty="0"/>
        </a:p>
      </dsp:txBody>
      <dsp:txXfrm>
        <a:off x="4432075" y="1201121"/>
        <a:ext cx="1621117" cy="1621117"/>
      </dsp:txXfrm>
    </dsp:sp>
    <dsp:sp modelId="{8202D27A-7F65-49F4-96CC-0481051F00DA}">
      <dsp:nvSpPr>
        <dsp:cNvPr id="0" name=""/>
        <dsp:cNvSpPr/>
      </dsp:nvSpPr>
      <dsp:spPr>
        <a:xfrm>
          <a:off x="6618199" y="865376"/>
          <a:ext cx="3438911" cy="2292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Course Learning Outcome</a:t>
          </a:r>
          <a:endParaRPr lang="en-MY" sz="31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Course Assessment</a:t>
          </a:r>
          <a:endParaRPr lang="en-MY" sz="31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Course Content</a:t>
          </a:r>
          <a:endParaRPr lang="en-MY" sz="3100" kern="1200"/>
        </a:p>
      </dsp:txBody>
      <dsp:txXfrm>
        <a:off x="6618199" y="865376"/>
        <a:ext cx="3438911" cy="22926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6F643-0D99-48DC-9759-DE4970C235D3}">
      <dsp:nvSpPr>
        <dsp:cNvPr id="0" name=""/>
        <dsp:cNvSpPr/>
      </dsp:nvSpPr>
      <dsp:spPr>
        <a:xfrm>
          <a:off x="0" y="6417"/>
          <a:ext cx="9716942" cy="14544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 software development process is the process used by software engineers to design and develop computer software.</a:t>
          </a:r>
          <a:endParaRPr lang="en-MY" sz="2600" kern="1200" dirty="0"/>
        </a:p>
      </dsp:txBody>
      <dsp:txXfrm>
        <a:off x="71001" y="77418"/>
        <a:ext cx="9574940" cy="1312454"/>
      </dsp:txXfrm>
    </dsp:sp>
    <dsp:sp modelId="{DAFE06E2-78D3-40BF-80A9-2A1046BCB5FF}">
      <dsp:nvSpPr>
        <dsp:cNvPr id="0" name=""/>
        <dsp:cNvSpPr/>
      </dsp:nvSpPr>
      <dsp:spPr>
        <a:xfrm>
          <a:off x="0" y="1535753"/>
          <a:ext cx="9716942" cy="14544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It may be an undocumented ad hoc process  or it may be a standardized and documented process used by various teams on similar projects.</a:t>
          </a:r>
          <a:endParaRPr lang="en-MY" sz="2600" kern="1200" dirty="0"/>
        </a:p>
      </dsp:txBody>
      <dsp:txXfrm>
        <a:off x="71001" y="1606754"/>
        <a:ext cx="9574940" cy="1312454"/>
      </dsp:txXfrm>
    </dsp:sp>
    <dsp:sp modelId="{FD19C0C0-AEF6-4562-A8F5-9C55FB3D5A2E}">
      <dsp:nvSpPr>
        <dsp:cNvPr id="0" name=""/>
        <dsp:cNvSpPr/>
      </dsp:nvSpPr>
      <dsp:spPr>
        <a:xfrm>
          <a:off x="0" y="3065089"/>
          <a:ext cx="9716942" cy="14544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It acts  as the glue that ties people, technology, and procedures coherently together</a:t>
          </a:r>
          <a:endParaRPr lang="en-MY" sz="2600" kern="1200" dirty="0"/>
        </a:p>
      </dsp:txBody>
      <dsp:txXfrm>
        <a:off x="71001" y="3136090"/>
        <a:ext cx="9574940" cy="13124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2D799-3E6C-452B-A846-291FF2216226}">
      <dsp:nvSpPr>
        <dsp:cNvPr id="0" name=""/>
        <dsp:cNvSpPr/>
      </dsp:nvSpPr>
      <dsp:spPr>
        <a:xfrm>
          <a:off x="4037" y="2143283"/>
          <a:ext cx="10050325" cy="18800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The software development  processes includes a set of  processes to determine </a:t>
          </a:r>
          <a:endParaRPr lang="en-MY" sz="4500" kern="1200"/>
        </a:p>
      </dsp:txBody>
      <dsp:txXfrm>
        <a:off x="59102" y="2198348"/>
        <a:ext cx="9940195" cy="1769926"/>
      </dsp:txXfrm>
    </dsp:sp>
    <dsp:sp modelId="{36774910-B18F-4D43-955A-33A7878D14C5}">
      <dsp:nvSpPr>
        <dsp:cNvPr id="0" name=""/>
        <dsp:cNvSpPr/>
      </dsp:nvSpPr>
      <dsp:spPr>
        <a:xfrm>
          <a:off x="4037" y="19"/>
          <a:ext cx="1883494" cy="18800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Requirements</a:t>
          </a:r>
          <a:endParaRPr lang="en-MY" sz="2200" kern="1200"/>
        </a:p>
      </dsp:txBody>
      <dsp:txXfrm>
        <a:off x="59102" y="55084"/>
        <a:ext cx="1773364" cy="1769926"/>
      </dsp:txXfrm>
    </dsp:sp>
    <dsp:sp modelId="{2E6A39C2-253E-412B-909E-09AD7A09D1C9}">
      <dsp:nvSpPr>
        <dsp:cNvPr id="0" name=""/>
        <dsp:cNvSpPr/>
      </dsp:nvSpPr>
      <dsp:spPr>
        <a:xfrm>
          <a:off x="2045744" y="19"/>
          <a:ext cx="1883494" cy="18800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Design</a:t>
          </a:r>
          <a:endParaRPr lang="en-MY" sz="2200" kern="1200"/>
        </a:p>
      </dsp:txBody>
      <dsp:txXfrm>
        <a:off x="2100809" y="55084"/>
        <a:ext cx="1773364" cy="1769926"/>
      </dsp:txXfrm>
    </dsp:sp>
    <dsp:sp modelId="{9A28BA7A-C008-4A4C-B367-807EA7F56D47}">
      <dsp:nvSpPr>
        <dsp:cNvPr id="0" name=""/>
        <dsp:cNvSpPr/>
      </dsp:nvSpPr>
      <dsp:spPr>
        <a:xfrm>
          <a:off x="4087452" y="19"/>
          <a:ext cx="1883494" cy="18800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Development </a:t>
          </a:r>
          <a:endParaRPr lang="en-MY" sz="2200" kern="1200"/>
        </a:p>
      </dsp:txBody>
      <dsp:txXfrm>
        <a:off x="4142517" y="55084"/>
        <a:ext cx="1773364" cy="1769926"/>
      </dsp:txXfrm>
    </dsp:sp>
    <dsp:sp modelId="{CC1ADD35-2428-4B16-B7D4-F823E8BE5906}">
      <dsp:nvSpPr>
        <dsp:cNvPr id="0" name=""/>
        <dsp:cNvSpPr/>
      </dsp:nvSpPr>
      <dsp:spPr>
        <a:xfrm>
          <a:off x="6129160" y="19"/>
          <a:ext cx="1883494" cy="18800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Verification</a:t>
          </a:r>
          <a:endParaRPr lang="en-MY" sz="2200" kern="1200"/>
        </a:p>
      </dsp:txBody>
      <dsp:txXfrm>
        <a:off x="6184225" y="55084"/>
        <a:ext cx="1773364" cy="1769926"/>
      </dsp:txXfrm>
    </dsp:sp>
    <dsp:sp modelId="{F3BF62E2-7E14-4D46-96F5-A346BAF8FC11}">
      <dsp:nvSpPr>
        <dsp:cNvPr id="0" name=""/>
        <dsp:cNvSpPr/>
      </dsp:nvSpPr>
      <dsp:spPr>
        <a:xfrm>
          <a:off x="8170868" y="19"/>
          <a:ext cx="1883494" cy="18800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Maintenance </a:t>
          </a:r>
          <a:endParaRPr lang="en-MY" sz="2200" kern="1200"/>
        </a:p>
      </dsp:txBody>
      <dsp:txXfrm>
        <a:off x="8225933" y="55084"/>
        <a:ext cx="1773364" cy="17699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EF28D9-4476-4D44-86C5-0276B6C61488}">
      <dsp:nvSpPr>
        <dsp:cNvPr id="0" name=""/>
        <dsp:cNvSpPr/>
      </dsp:nvSpPr>
      <dsp:spPr>
        <a:xfrm>
          <a:off x="0" y="0"/>
          <a:ext cx="4023360" cy="402336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562B2-106F-4664-82BE-07EFCB93AAB4}">
      <dsp:nvSpPr>
        <dsp:cNvPr id="0" name=""/>
        <dsp:cNvSpPr/>
      </dsp:nvSpPr>
      <dsp:spPr>
        <a:xfrm>
          <a:off x="2011680" y="0"/>
          <a:ext cx="8046720" cy="40233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 software process is a set of </a:t>
          </a:r>
          <a:endParaRPr lang="en-MY" sz="3000" kern="1200"/>
        </a:p>
      </dsp:txBody>
      <dsp:txXfrm>
        <a:off x="2011680" y="0"/>
        <a:ext cx="4023360" cy="1911096"/>
      </dsp:txXfrm>
    </dsp:sp>
    <dsp:sp modelId="{A8226878-3E82-4185-8E50-60A885A0FAAF}">
      <dsp:nvSpPr>
        <dsp:cNvPr id="0" name=""/>
        <dsp:cNvSpPr/>
      </dsp:nvSpPr>
      <dsp:spPr>
        <a:xfrm>
          <a:off x="1056132" y="1911096"/>
          <a:ext cx="1911096" cy="191109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B4A34C-354E-43D4-899E-D6FF8122D035}">
      <dsp:nvSpPr>
        <dsp:cNvPr id="0" name=""/>
        <dsp:cNvSpPr/>
      </dsp:nvSpPr>
      <dsp:spPr>
        <a:xfrm>
          <a:off x="2011680" y="1911096"/>
          <a:ext cx="8046720" cy="191109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to develop and maintain software as well as  the associated work products.</a:t>
          </a:r>
          <a:endParaRPr lang="en-MY" sz="3000" kern="1200"/>
        </a:p>
      </dsp:txBody>
      <dsp:txXfrm>
        <a:off x="2011680" y="1911096"/>
        <a:ext cx="4023360" cy="1911096"/>
      </dsp:txXfrm>
    </dsp:sp>
    <dsp:sp modelId="{5DFF3DE0-D894-43D0-A405-D1E2B12597DE}">
      <dsp:nvSpPr>
        <dsp:cNvPr id="0" name=""/>
        <dsp:cNvSpPr/>
      </dsp:nvSpPr>
      <dsp:spPr>
        <a:xfrm>
          <a:off x="6035039" y="0"/>
          <a:ext cx="4023360" cy="1911096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Activities</a:t>
          </a:r>
          <a:endParaRPr lang="en-MY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Methods</a:t>
          </a:r>
          <a:endParaRPr lang="en-MY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Practices</a:t>
          </a:r>
          <a:endParaRPr lang="en-MY" sz="3500" kern="1200"/>
        </a:p>
      </dsp:txBody>
      <dsp:txXfrm>
        <a:off x="6035039" y="0"/>
        <a:ext cx="4023360" cy="19110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318FDA-8CFC-4D95-9782-1649719545CE}">
      <dsp:nvSpPr>
        <dsp:cNvPr id="0" name=""/>
        <dsp:cNvSpPr/>
      </dsp:nvSpPr>
      <dsp:spPr>
        <a:xfrm rot="5400000">
          <a:off x="6352481" y="-2525990"/>
          <a:ext cx="1189039" cy="65383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chemeClr val="tx1"/>
              </a:solidFill>
              <a:effectLst/>
              <a:latin typeface="+mn-lt"/>
            </a:rPr>
            <a:t>A software process is the set of activities and associated outcome that produce a software product.</a:t>
          </a:r>
          <a:endParaRPr lang="en-MY" sz="2800" b="0" kern="1200" dirty="0">
            <a:solidFill>
              <a:schemeClr val="tx1"/>
            </a:solidFill>
            <a:latin typeface="+mn-lt"/>
          </a:endParaRPr>
        </a:p>
      </dsp:txBody>
      <dsp:txXfrm rot="-5400000">
        <a:off x="3677824" y="206711"/>
        <a:ext cx="6480310" cy="1072951"/>
      </dsp:txXfrm>
    </dsp:sp>
    <dsp:sp modelId="{270DC0E4-DE1A-4942-8F48-B17B9F94C8AA}">
      <dsp:nvSpPr>
        <dsp:cNvPr id="0" name=""/>
        <dsp:cNvSpPr/>
      </dsp:nvSpPr>
      <dsp:spPr>
        <a:xfrm>
          <a:off x="0" y="37"/>
          <a:ext cx="3677824" cy="1486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Software Process</a:t>
          </a:r>
          <a:endParaRPr lang="en-MY" sz="4200" kern="1200" dirty="0"/>
        </a:p>
      </dsp:txBody>
      <dsp:txXfrm>
        <a:off x="72555" y="72592"/>
        <a:ext cx="3532714" cy="1341189"/>
      </dsp:txXfrm>
    </dsp:sp>
    <dsp:sp modelId="{2FAD8B38-8D8A-48DD-B6FA-1A8BFB6BD00F}">
      <dsp:nvSpPr>
        <dsp:cNvPr id="0" name=""/>
        <dsp:cNvSpPr/>
      </dsp:nvSpPr>
      <dsp:spPr>
        <a:xfrm rot="5400000">
          <a:off x="6352481" y="-965376"/>
          <a:ext cx="1189039" cy="65383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To make something better</a:t>
          </a:r>
          <a:r>
            <a:rPr lang="en-US" sz="2800" b="0" i="0" kern="1200" dirty="0"/>
            <a:t>.</a:t>
          </a:r>
          <a:endParaRPr lang="en-MY" sz="2800" kern="1200" dirty="0"/>
        </a:p>
      </dsp:txBody>
      <dsp:txXfrm rot="-5400000">
        <a:off x="3677824" y="1767325"/>
        <a:ext cx="6480310" cy="1072951"/>
      </dsp:txXfrm>
    </dsp:sp>
    <dsp:sp modelId="{73874DDF-46FD-4456-92A4-81BA5D1B2CF0}">
      <dsp:nvSpPr>
        <dsp:cNvPr id="0" name=""/>
        <dsp:cNvSpPr/>
      </dsp:nvSpPr>
      <dsp:spPr>
        <a:xfrm>
          <a:off x="0" y="1560651"/>
          <a:ext cx="3677824" cy="1486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/>
            <a:t>Improvement</a:t>
          </a:r>
          <a:endParaRPr lang="en-MY" sz="4200" kern="1200"/>
        </a:p>
      </dsp:txBody>
      <dsp:txXfrm>
        <a:off x="72555" y="1633206"/>
        <a:ext cx="3532714" cy="13411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AB3DE-F853-4B7B-B203-482CF72E32E5}">
      <dsp:nvSpPr>
        <dsp:cNvPr id="0" name=""/>
        <dsp:cNvSpPr/>
      </dsp:nvSpPr>
      <dsp:spPr>
        <a:xfrm>
          <a:off x="754379" y="0"/>
          <a:ext cx="8549640" cy="402336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93B4D-9E77-4D2C-8915-EED4160B14B0}">
      <dsp:nvSpPr>
        <dsp:cNvPr id="0" name=""/>
        <dsp:cNvSpPr/>
      </dsp:nvSpPr>
      <dsp:spPr>
        <a:xfrm>
          <a:off x="440054" y="1207008"/>
          <a:ext cx="9178290" cy="1609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An organization consists of a set of various processes for doing its work, and process improvement is  used to improve these processes to effectively meet business goals</a:t>
          </a:r>
          <a:endParaRPr lang="en-MY" sz="2900" kern="1200"/>
        </a:p>
      </dsp:txBody>
      <dsp:txXfrm>
        <a:off x="518616" y="1285570"/>
        <a:ext cx="9021166" cy="14522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7788A9-ECC1-4C97-AA1A-19353A587FC1}">
      <dsp:nvSpPr>
        <dsp:cNvPr id="0" name=""/>
        <dsp:cNvSpPr/>
      </dsp:nvSpPr>
      <dsp:spPr>
        <a:xfrm>
          <a:off x="4911" y="771109"/>
          <a:ext cx="2512144" cy="1937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73660" rIns="206248" bIns="73660" numCol="1" spcCol="1270" anchor="ctr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Process improvement </a:t>
          </a:r>
        </a:p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“a proactive task”</a:t>
          </a:r>
          <a:endParaRPr lang="en-MY" sz="2900" kern="1200" dirty="0"/>
        </a:p>
      </dsp:txBody>
      <dsp:txXfrm>
        <a:off x="4911" y="771109"/>
        <a:ext cx="2512144" cy="1937925"/>
      </dsp:txXfrm>
    </dsp:sp>
    <dsp:sp modelId="{AC682C3E-8FDC-46EB-A4A7-1C382171F35E}">
      <dsp:nvSpPr>
        <dsp:cNvPr id="0" name=""/>
        <dsp:cNvSpPr/>
      </dsp:nvSpPr>
      <dsp:spPr>
        <a:xfrm>
          <a:off x="2517055" y="135228"/>
          <a:ext cx="502428" cy="3209688"/>
        </a:xfrm>
        <a:prstGeom prst="leftBrace">
          <a:avLst>
            <a:gd name="adj1" fmla="val 35000"/>
            <a:gd name="adj2" fmla="val 5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9912B6-35C9-408D-B16F-DA16530B8067}">
      <dsp:nvSpPr>
        <dsp:cNvPr id="0" name=""/>
        <dsp:cNvSpPr/>
      </dsp:nvSpPr>
      <dsp:spPr>
        <a:xfrm>
          <a:off x="3220456" y="135228"/>
          <a:ext cx="6833032" cy="32096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Identifying a process is in need of reform or improvement.</a:t>
          </a:r>
          <a:endParaRPr lang="en-MY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Analyzing this process to see what issue needs addressing</a:t>
          </a:r>
          <a:endParaRPr lang="en-MY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Changing key aspects, steps or tasks in a process to improve its overall performance.</a:t>
          </a:r>
          <a:endParaRPr lang="en-MY" sz="2900" kern="1200" dirty="0"/>
        </a:p>
      </dsp:txBody>
      <dsp:txXfrm>
        <a:off x="3220456" y="135228"/>
        <a:ext cx="6833032" cy="32096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BE353-9FDA-419F-A9C8-073EC5527C56}">
      <dsp:nvSpPr>
        <dsp:cNvPr id="0" name=""/>
        <dsp:cNvSpPr/>
      </dsp:nvSpPr>
      <dsp:spPr>
        <a:xfrm>
          <a:off x="4654" y="530016"/>
          <a:ext cx="1776230" cy="8881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Process improvement is all about </a:t>
          </a:r>
          <a:endParaRPr lang="en-MY" sz="1800" kern="1200" dirty="0"/>
        </a:p>
      </dsp:txBody>
      <dsp:txXfrm>
        <a:off x="30666" y="556028"/>
        <a:ext cx="1724206" cy="836091"/>
      </dsp:txXfrm>
    </dsp:sp>
    <dsp:sp modelId="{A00C16E2-59E8-42D1-BDA2-4B15B0527620}">
      <dsp:nvSpPr>
        <dsp:cNvPr id="0" name=""/>
        <dsp:cNvSpPr/>
      </dsp:nvSpPr>
      <dsp:spPr>
        <a:xfrm>
          <a:off x="182277" y="1418131"/>
          <a:ext cx="177623" cy="666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6086"/>
              </a:lnTo>
              <a:lnTo>
                <a:pt x="177623" y="66608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4E78D7-21EF-46DB-B701-54E0C3ABAF62}">
      <dsp:nvSpPr>
        <dsp:cNvPr id="0" name=""/>
        <dsp:cNvSpPr/>
      </dsp:nvSpPr>
      <dsp:spPr>
        <a:xfrm>
          <a:off x="359900" y="1640160"/>
          <a:ext cx="7928184" cy="8881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moving something from one state to another, with that shift taking it from a state that is not operating as effectively as it could to one that is.</a:t>
          </a:r>
          <a:endParaRPr lang="en-MY" sz="2100" kern="1200" dirty="0"/>
        </a:p>
      </dsp:txBody>
      <dsp:txXfrm>
        <a:off x="385912" y="1666172"/>
        <a:ext cx="7876160" cy="836091"/>
      </dsp:txXfrm>
    </dsp:sp>
    <dsp:sp modelId="{5C858E3C-2637-46AE-AB46-0CFE436C5647}">
      <dsp:nvSpPr>
        <dsp:cNvPr id="0" name=""/>
        <dsp:cNvSpPr/>
      </dsp:nvSpPr>
      <dsp:spPr>
        <a:xfrm>
          <a:off x="182277" y="1418131"/>
          <a:ext cx="177623" cy="1776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6230"/>
              </a:lnTo>
              <a:lnTo>
                <a:pt x="177623" y="17762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433DCE-FC95-4DBD-A5D1-24D0EF3B1753}">
      <dsp:nvSpPr>
        <dsp:cNvPr id="0" name=""/>
        <dsp:cNvSpPr/>
      </dsp:nvSpPr>
      <dsp:spPr>
        <a:xfrm>
          <a:off x="359900" y="2750305"/>
          <a:ext cx="8286386" cy="8881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removing waste, making processes and the people who work within them more productive and efficient. </a:t>
          </a:r>
          <a:endParaRPr lang="en-MY" sz="2100" kern="1200" dirty="0"/>
        </a:p>
      </dsp:txBody>
      <dsp:txXfrm>
        <a:off x="385912" y="2776317"/>
        <a:ext cx="8234362" cy="83609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CACBF0-A402-4D64-95A5-CFC3178E716F}">
      <dsp:nvSpPr>
        <dsp:cNvPr id="0" name=""/>
        <dsp:cNvSpPr/>
      </dsp:nvSpPr>
      <dsp:spPr>
        <a:xfrm>
          <a:off x="3444897" y="10444"/>
          <a:ext cx="3819101" cy="381910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It can be both a </a:t>
          </a:r>
          <a:r>
            <a:rPr lang="en-US" sz="2200" kern="1200" dirty="0">
              <a:solidFill>
                <a:srgbClr val="FF0000"/>
              </a:solidFill>
            </a:rPr>
            <a:t>continual effort,</a:t>
          </a:r>
          <a:r>
            <a:rPr lang="en-US" sz="2200" kern="1200" dirty="0"/>
            <a:t> something where you make amendments and </a:t>
          </a:r>
          <a:r>
            <a:rPr lang="en-US" sz="2200" kern="1200" dirty="0">
              <a:solidFill>
                <a:srgbClr val="FF0000"/>
              </a:solidFill>
            </a:rPr>
            <a:t>improvements regularly. </a:t>
          </a:r>
          <a:endParaRPr lang="en-MY" sz="2200" kern="1200" dirty="0">
            <a:solidFill>
              <a:srgbClr val="FF0000"/>
            </a:solidFill>
          </a:endParaRPr>
        </a:p>
      </dsp:txBody>
      <dsp:txXfrm>
        <a:off x="3978195" y="460798"/>
        <a:ext cx="2202004" cy="2918393"/>
      </dsp:txXfrm>
    </dsp:sp>
    <dsp:sp modelId="{203BE975-BBA6-4406-BC5A-0ABDE8B33229}">
      <dsp:nvSpPr>
        <dsp:cNvPr id="0" name=""/>
        <dsp:cNvSpPr/>
      </dsp:nvSpPr>
      <dsp:spPr>
        <a:xfrm>
          <a:off x="6215314" y="0"/>
          <a:ext cx="3819101" cy="381910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It can also be a </a:t>
          </a:r>
          <a:r>
            <a:rPr lang="en-US" sz="2200" kern="1200" dirty="0">
              <a:solidFill>
                <a:srgbClr val="FF0000"/>
              </a:solidFill>
            </a:rPr>
            <a:t>one off exercise,</a:t>
          </a:r>
          <a:r>
            <a:rPr lang="en-US" sz="2200" kern="1200" dirty="0"/>
            <a:t> where you </a:t>
          </a:r>
          <a:r>
            <a:rPr lang="en-US" sz="2200" kern="1200" dirty="0">
              <a:solidFill>
                <a:srgbClr val="FF0000"/>
              </a:solidFill>
            </a:rPr>
            <a:t>conduct a review, deliver recommendations</a:t>
          </a:r>
          <a:r>
            <a:rPr lang="en-US" sz="2200" kern="1200" dirty="0"/>
            <a:t> and work on them.</a:t>
          </a:r>
          <a:endParaRPr lang="en-MY" sz="2200" kern="1200" dirty="0"/>
        </a:p>
      </dsp:txBody>
      <dsp:txXfrm>
        <a:off x="7299113" y="450354"/>
        <a:ext cx="2202004" cy="291839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424178-872C-42C5-9B51-392911DDBE23}">
      <dsp:nvSpPr>
        <dsp:cNvPr id="0" name=""/>
        <dsp:cNvSpPr/>
      </dsp:nvSpPr>
      <dsp:spPr>
        <a:xfrm>
          <a:off x="0" y="1340985"/>
          <a:ext cx="10058399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D122D2-D119-4FF1-91C3-BF04D3ABC4CC}">
      <dsp:nvSpPr>
        <dsp:cNvPr id="0" name=""/>
        <dsp:cNvSpPr/>
      </dsp:nvSpPr>
      <dsp:spPr>
        <a:xfrm>
          <a:off x="2615183" y="0"/>
          <a:ext cx="7443216" cy="1340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-to improve the processes within the organization</a:t>
          </a:r>
        </a:p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-to ensure that they meet business goals more effectively </a:t>
          </a:r>
          <a:endParaRPr lang="en-MY" sz="2600" kern="1200" dirty="0"/>
        </a:p>
      </dsp:txBody>
      <dsp:txXfrm>
        <a:off x="2615183" y="0"/>
        <a:ext cx="7443216" cy="1340985"/>
      </dsp:txXfrm>
    </dsp:sp>
    <dsp:sp modelId="{FE6174AF-7A46-4AC6-BFE7-082EBEEB15DB}">
      <dsp:nvSpPr>
        <dsp:cNvPr id="0" name=""/>
        <dsp:cNvSpPr/>
      </dsp:nvSpPr>
      <dsp:spPr>
        <a:xfrm>
          <a:off x="0" y="0"/>
          <a:ext cx="2615183" cy="134098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Software process improvement is concerned </a:t>
          </a:r>
          <a:endParaRPr lang="en-MY" sz="2600" kern="1200"/>
        </a:p>
      </dsp:txBody>
      <dsp:txXfrm>
        <a:off x="65473" y="65473"/>
        <a:ext cx="2484237" cy="1275512"/>
      </dsp:txXfrm>
    </dsp:sp>
    <dsp:sp modelId="{EBC3D1A1-0315-4F6C-9B42-4FA13B449308}">
      <dsp:nvSpPr>
        <dsp:cNvPr id="0" name=""/>
        <dsp:cNvSpPr/>
      </dsp:nvSpPr>
      <dsp:spPr>
        <a:xfrm>
          <a:off x="0" y="1340985"/>
          <a:ext cx="10058399" cy="268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MY" sz="2000" kern="1200" dirty="0"/>
        </a:p>
        <a:p>
          <a:pPr marL="571500" lvl="2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For example, </a:t>
          </a:r>
          <a:r>
            <a:rPr lang="en-US" sz="3200" i="1" kern="1200" dirty="0">
              <a:solidFill>
                <a:srgbClr val="FF0000"/>
              </a:solidFill>
            </a:rPr>
            <a:t>the goal may be to improve process performance to allow projects to be delivered faster and with higher quality</a:t>
          </a:r>
          <a:endParaRPr lang="en-MY" sz="3200" i="1" kern="1200" dirty="0">
            <a:solidFill>
              <a:srgbClr val="FF0000"/>
            </a:solidFill>
          </a:endParaRPr>
        </a:p>
      </dsp:txBody>
      <dsp:txXfrm>
        <a:off x="0" y="1340985"/>
        <a:ext cx="10058399" cy="26823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74F983-F32F-427D-890E-8776CAE6A2A9}">
      <dsp:nvSpPr>
        <dsp:cNvPr id="0" name=""/>
        <dsp:cNvSpPr/>
      </dsp:nvSpPr>
      <dsp:spPr>
        <a:xfrm>
          <a:off x="754379" y="0"/>
          <a:ext cx="8549640" cy="402336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EBF1E-FB46-4B30-BE03-00CE1F5BC635}">
      <dsp:nvSpPr>
        <dsp:cNvPr id="0" name=""/>
        <dsp:cNvSpPr/>
      </dsp:nvSpPr>
      <dsp:spPr>
        <a:xfrm>
          <a:off x="1008909" y="1207008"/>
          <a:ext cx="3897630" cy="1609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Software process improvement is concerned with defining the </a:t>
          </a:r>
          <a:r>
            <a:rPr lang="en-US" sz="2200" kern="1200" dirty="0">
              <a:solidFill>
                <a:srgbClr val="FF0000"/>
              </a:solidFill>
            </a:rPr>
            <a:t>right processes and following them consistently.</a:t>
          </a:r>
          <a:endParaRPr lang="en-MY" sz="2200" kern="1200" dirty="0">
            <a:solidFill>
              <a:srgbClr val="FF0000"/>
            </a:solidFill>
          </a:endParaRPr>
        </a:p>
      </dsp:txBody>
      <dsp:txXfrm>
        <a:off x="1087471" y="1285570"/>
        <a:ext cx="3740506" cy="1452220"/>
      </dsp:txXfrm>
    </dsp:sp>
    <dsp:sp modelId="{1260015C-FB1E-45E2-A722-3C114C9A6CBD}">
      <dsp:nvSpPr>
        <dsp:cNvPr id="0" name=""/>
        <dsp:cNvSpPr/>
      </dsp:nvSpPr>
      <dsp:spPr>
        <a:xfrm>
          <a:off x="5151860" y="1207008"/>
          <a:ext cx="3897630" cy="1609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It involves</a:t>
          </a:r>
          <a:r>
            <a:rPr lang="en-US" sz="2200" kern="1200" dirty="0">
              <a:solidFill>
                <a:srgbClr val="FF0000"/>
              </a:solidFill>
            </a:rPr>
            <a:t> training all staff on the new processes</a:t>
          </a:r>
          <a:r>
            <a:rPr lang="en-US" sz="2200" kern="1200" dirty="0"/>
            <a:t>, refining the processes, and continuously improving the processes</a:t>
          </a:r>
          <a:endParaRPr lang="en-MY" sz="2200" kern="1200" dirty="0"/>
        </a:p>
      </dsp:txBody>
      <dsp:txXfrm>
        <a:off x="5230422" y="1285570"/>
        <a:ext cx="3740506" cy="145222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486176-18E4-4D0B-AA64-1F569A29E0D9}">
      <dsp:nvSpPr>
        <dsp:cNvPr id="0" name=""/>
        <dsp:cNvSpPr/>
      </dsp:nvSpPr>
      <dsp:spPr>
        <a:xfrm>
          <a:off x="0" y="3244"/>
          <a:ext cx="6910387" cy="12457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B0136-FEFB-4DC0-A8F4-B8754024DB5B}">
      <dsp:nvSpPr>
        <dsp:cNvPr id="0" name=""/>
        <dsp:cNvSpPr/>
      </dsp:nvSpPr>
      <dsp:spPr>
        <a:xfrm>
          <a:off x="376842" y="283540"/>
          <a:ext cx="685838" cy="685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A6E99-F337-42C7-BABA-27077C53B0EE}">
      <dsp:nvSpPr>
        <dsp:cNvPr id="0" name=""/>
        <dsp:cNvSpPr/>
      </dsp:nvSpPr>
      <dsp:spPr>
        <a:xfrm>
          <a:off x="1439524" y="3244"/>
          <a:ext cx="5140154" cy="1479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564" tIns="156564" rIns="156564" bIns="156564" numCol="1" spcCol="1270" anchor="ctr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origin of the software process improvement field go back to the </a:t>
          </a:r>
          <a:r>
            <a:rPr lang="en-US" sz="1800" kern="1200" dirty="0">
              <a:solidFill>
                <a:srgbClr val="FF0000"/>
              </a:solidFill>
            </a:rPr>
            <a:t>manufacturing sector </a:t>
          </a:r>
          <a:r>
            <a:rPr lang="en-US" sz="1800" kern="1200" dirty="0"/>
            <a:t>and to  Shewhart’s work in the 1930s on statistical process control. (PDCA)</a:t>
          </a:r>
          <a:endParaRPr lang="en-MY" sz="1800" kern="1200" dirty="0"/>
        </a:p>
      </dsp:txBody>
      <dsp:txXfrm>
        <a:off x="1439524" y="3244"/>
        <a:ext cx="5140154" cy="1479342"/>
      </dsp:txXfrm>
    </dsp:sp>
    <dsp:sp modelId="{AA96798F-505B-4C37-A438-7D1C4D2E70CF}">
      <dsp:nvSpPr>
        <dsp:cNvPr id="0" name=""/>
        <dsp:cNvSpPr/>
      </dsp:nvSpPr>
      <dsp:spPr>
        <a:xfrm>
          <a:off x="0" y="1786041"/>
          <a:ext cx="6910387" cy="12457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3A264-1702-4A6D-AC98-37E364FDA4AE}">
      <dsp:nvSpPr>
        <dsp:cNvPr id="0" name=""/>
        <dsp:cNvSpPr/>
      </dsp:nvSpPr>
      <dsp:spPr>
        <a:xfrm>
          <a:off x="376842" y="2066337"/>
          <a:ext cx="685838" cy="685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33276-9E42-4A3C-9234-E1DC93477551}">
      <dsp:nvSpPr>
        <dsp:cNvPr id="0" name=""/>
        <dsp:cNvSpPr/>
      </dsp:nvSpPr>
      <dsp:spPr>
        <a:xfrm>
          <a:off x="1439524" y="1786041"/>
          <a:ext cx="5140154" cy="1479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564" tIns="156564" rIns="156564" bIns="156564" numCol="1" spcCol="1270" anchor="ctr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It was later refined by </a:t>
          </a:r>
          <a:r>
            <a:rPr lang="en-US" sz="1800" kern="1200" dirty="0">
              <a:solidFill>
                <a:srgbClr val="FF0000"/>
              </a:solidFill>
            </a:rPr>
            <a:t>Deming and </a:t>
          </a:r>
          <a:r>
            <a:rPr lang="en-US" sz="1800" kern="1200" dirty="0" err="1">
              <a:solidFill>
                <a:srgbClr val="FF0000"/>
              </a:solidFill>
            </a:rPr>
            <a:t>Juran</a:t>
          </a:r>
          <a:r>
            <a:rPr lang="en-US" sz="1800" kern="1200" dirty="0">
              <a:solidFill>
                <a:srgbClr val="FF0000"/>
              </a:solidFill>
            </a:rPr>
            <a:t> whose focus was  that high-quality processes are essential for the delivery of a high-quality product</a:t>
          </a:r>
          <a:r>
            <a:rPr lang="en-US" sz="1800" kern="1200" dirty="0"/>
            <a:t>. </a:t>
          </a:r>
          <a:endParaRPr lang="en-MY" sz="1800" kern="1200" dirty="0"/>
        </a:p>
      </dsp:txBody>
      <dsp:txXfrm>
        <a:off x="1439524" y="1786041"/>
        <a:ext cx="5140154" cy="1479342"/>
      </dsp:txXfrm>
    </dsp:sp>
    <dsp:sp modelId="{7B812F3D-6FE4-4C15-9CBE-01B68316140F}">
      <dsp:nvSpPr>
        <dsp:cNvPr id="0" name=""/>
        <dsp:cNvSpPr/>
      </dsp:nvSpPr>
      <dsp:spPr>
        <a:xfrm>
          <a:off x="0" y="3568838"/>
          <a:ext cx="6910387" cy="12457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2062D-0FA1-4320-8125-08EE7D4C4022}">
      <dsp:nvSpPr>
        <dsp:cNvPr id="0" name=""/>
        <dsp:cNvSpPr/>
      </dsp:nvSpPr>
      <dsp:spPr>
        <a:xfrm>
          <a:off x="377211" y="3849134"/>
          <a:ext cx="685838" cy="6851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3A993-CBCF-4853-8872-1758D53F78E9}">
      <dsp:nvSpPr>
        <dsp:cNvPr id="0" name=""/>
        <dsp:cNvSpPr/>
      </dsp:nvSpPr>
      <dsp:spPr>
        <a:xfrm>
          <a:off x="1440261" y="3568838"/>
          <a:ext cx="5140154" cy="1479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564" tIns="156564" rIns="156564" bIns="156564" numCol="1" spcCol="1270" anchor="ctr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An argument was laid by quality gurus that the </a:t>
          </a:r>
          <a:r>
            <a:rPr lang="en-US" sz="1800" kern="1200" dirty="0">
              <a:solidFill>
                <a:srgbClr val="FF0000"/>
              </a:solidFill>
            </a:rPr>
            <a:t>quality of the end product is determined by the processes</a:t>
          </a:r>
          <a:r>
            <a:rPr lang="en-US" sz="1800" kern="1200" dirty="0"/>
            <a:t> used and there needs to be an emphasis on the process as well as the product.</a:t>
          </a:r>
        </a:p>
        <a:p>
          <a:pPr marL="0" lvl="0" indent="0" algn="l" defTabSz="800100">
            <a:spcBef>
              <a:spcPct val="0"/>
            </a:spcBef>
            <a:spcAft>
              <a:spcPct val="35000"/>
            </a:spcAft>
            <a:buNone/>
          </a:pPr>
          <a:endParaRPr lang="en-MY" sz="1400" kern="1200" dirty="0"/>
        </a:p>
      </dsp:txBody>
      <dsp:txXfrm>
        <a:off x="1440261" y="3568838"/>
        <a:ext cx="5140154" cy="147934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4853E-2A3D-4644-B089-E43387259CD6}">
      <dsp:nvSpPr>
        <dsp:cNvPr id="0" name=""/>
        <dsp:cNvSpPr/>
      </dsp:nvSpPr>
      <dsp:spPr>
        <a:xfrm>
          <a:off x="0" y="5115"/>
          <a:ext cx="6910387" cy="1094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2316E-D46F-4387-9AF6-3F67EFD0E12F}">
      <dsp:nvSpPr>
        <dsp:cNvPr id="0" name=""/>
        <dsp:cNvSpPr/>
      </dsp:nvSpPr>
      <dsp:spPr>
        <a:xfrm>
          <a:off x="331189" y="251454"/>
          <a:ext cx="602751" cy="6021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B42FC-CFFE-47A0-870A-C001DDD4AABB}">
      <dsp:nvSpPr>
        <dsp:cNvPr id="0" name=""/>
        <dsp:cNvSpPr/>
      </dsp:nvSpPr>
      <dsp:spPr>
        <a:xfrm>
          <a:off x="1265130" y="5115"/>
          <a:ext cx="5204855" cy="1095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84" tIns="115984" rIns="115984" bIns="11598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These quality gurus argued that </a:t>
          </a:r>
          <a:r>
            <a:rPr lang="en-US" sz="1800" kern="1200" dirty="0">
              <a:solidFill>
                <a:srgbClr val="FF0000"/>
              </a:solidFill>
            </a:rPr>
            <a:t>product quality will improve as variability in process performance is reduced.*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0000"/>
              </a:solidFill>
            </a:rPr>
            <a:t>Factors cause process variability? Discussion/Research</a:t>
          </a:r>
          <a:endParaRPr lang="en-MY" sz="1800" kern="1200" dirty="0">
            <a:solidFill>
              <a:srgbClr val="FF0000"/>
            </a:solidFill>
          </a:endParaRPr>
        </a:p>
      </dsp:txBody>
      <dsp:txXfrm>
        <a:off x="1265130" y="5115"/>
        <a:ext cx="5204855" cy="1095911"/>
      </dsp:txXfrm>
    </dsp:sp>
    <dsp:sp modelId="{0B09B6F4-4582-4CFD-AB13-BC2B04FAAF4F}">
      <dsp:nvSpPr>
        <dsp:cNvPr id="0" name=""/>
        <dsp:cNvSpPr/>
      </dsp:nvSpPr>
      <dsp:spPr>
        <a:xfrm>
          <a:off x="0" y="1320209"/>
          <a:ext cx="6910387" cy="1094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7397E-C6B0-467E-A34E-3F1EBFD1D701}">
      <dsp:nvSpPr>
        <dsp:cNvPr id="0" name=""/>
        <dsp:cNvSpPr/>
      </dsp:nvSpPr>
      <dsp:spPr>
        <a:xfrm>
          <a:off x="331189" y="1566548"/>
          <a:ext cx="602751" cy="6021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CCF7B-1A5D-450B-9D8F-D370DA1A273E}">
      <dsp:nvSpPr>
        <dsp:cNvPr id="0" name=""/>
        <dsp:cNvSpPr/>
      </dsp:nvSpPr>
      <dsp:spPr>
        <a:xfrm>
          <a:off x="1265130" y="1320209"/>
          <a:ext cx="5204855" cy="1095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84" tIns="115984" rIns="115984" bIns="11598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Their approach was effective in transforming manufacturing companies with quality problems to companies that could consistently deliver high-quality products. </a:t>
          </a:r>
          <a:endParaRPr lang="en-MY" sz="1500" kern="1200" dirty="0"/>
        </a:p>
      </dsp:txBody>
      <dsp:txXfrm>
        <a:off x="1265130" y="1320209"/>
        <a:ext cx="5204855" cy="1095911"/>
      </dsp:txXfrm>
    </dsp:sp>
    <dsp:sp modelId="{F148349E-8DB9-4845-80A3-CCC0441C7B57}">
      <dsp:nvSpPr>
        <dsp:cNvPr id="0" name=""/>
        <dsp:cNvSpPr/>
      </dsp:nvSpPr>
      <dsp:spPr>
        <a:xfrm>
          <a:off x="0" y="2635303"/>
          <a:ext cx="6910387" cy="1094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E5FBC-D6FA-4151-BE75-4D106B468312}">
      <dsp:nvSpPr>
        <dsp:cNvPr id="0" name=""/>
        <dsp:cNvSpPr/>
      </dsp:nvSpPr>
      <dsp:spPr>
        <a:xfrm>
          <a:off x="331189" y="2881643"/>
          <a:ext cx="602751" cy="6021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15A8C-291C-4568-AE07-CBF522C50E2F}">
      <dsp:nvSpPr>
        <dsp:cNvPr id="0" name=""/>
        <dsp:cNvSpPr/>
      </dsp:nvSpPr>
      <dsp:spPr>
        <a:xfrm>
          <a:off x="1265130" y="2635303"/>
          <a:ext cx="5204855" cy="1095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84" tIns="115984" rIns="115984" bIns="11598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Further, </a:t>
          </a:r>
          <a:r>
            <a:rPr lang="en-US" sz="1500" kern="1200" dirty="0">
              <a:solidFill>
                <a:srgbClr val="FF0000"/>
              </a:solidFill>
            </a:rPr>
            <a:t>improvements to quality led to cost reductions and higher productivity</a:t>
          </a:r>
          <a:r>
            <a:rPr lang="en-US" sz="1500" kern="1200" dirty="0"/>
            <a:t> as less time was spent in re-working defective products.</a:t>
          </a:r>
          <a:endParaRPr lang="en-MY" sz="1500" kern="1200" dirty="0"/>
        </a:p>
      </dsp:txBody>
      <dsp:txXfrm>
        <a:off x="1265130" y="2635303"/>
        <a:ext cx="5204855" cy="1095911"/>
      </dsp:txXfrm>
    </dsp:sp>
    <dsp:sp modelId="{AFACA820-7FCF-44F7-98F5-27C6CB366219}">
      <dsp:nvSpPr>
        <dsp:cNvPr id="0" name=""/>
        <dsp:cNvSpPr/>
      </dsp:nvSpPr>
      <dsp:spPr>
        <a:xfrm>
          <a:off x="0" y="3950397"/>
          <a:ext cx="6910387" cy="1094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725AB0-67BB-407C-AA09-BCE0738B1628}">
      <dsp:nvSpPr>
        <dsp:cNvPr id="0" name=""/>
        <dsp:cNvSpPr/>
      </dsp:nvSpPr>
      <dsp:spPr>
        <a:xfrm>
          <a:off x="331189" y="4196737"/>
          <a:ext cx="602751" cy="60216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7E6C2-BB45-4530-AAAC-F90CA93F9E0B}">
      <dsp:nvSpPr>
        <dsp:cNvPr id="0" name=""/>
        <dsp:cNvSpPr/>
      </dsp:nvSpPr>
      <dsp:spPr>
        <a:xfrm>
          <a:off x="1265130" y="3950397"/>
          <a:ext cx="5204855" cy="1095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84" tIns="115984" rIns="115984" bIns="11598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work of </a:t>
          </a:r>
          <a:r>
            <a:rPr lang="en-US" sz="1500" kern="1200" dirty="0">
              <a:solidFill>
                <a:srgbClr val="FF0000"/>
              </a:solidFill>
            </a:rPr>
            <a:t>Deming and </a:t>
          </a:r>
          <a:r>
            <a:rPr lang="en-US" sz="1500" kern="1200" dirty="0" err="1">
              <a:solidFill>
                <a:srgbClr val="FF0000"/>
              </a:solidFill>
            </a:rPr>
            <a:t>Juran</a:t>
          </a:r>
          <a:r>
            <a:rPr lang="en-US" sz="1500" kern="1200" dirty="0">
              <a:solidFill>
                <a:srgbClr val="FF0000"/>
              </a:solidFill>
            </a:rPr>
            <a:t> was later applied to the software quality field by Watt Humphri</a:t>
          </a:r>
          <a:r>
            <a:rPr lang="en-US" sz="1500" kern="1200" dirty="0"/>
            <a:t>es and others at the SEI leading to the birth of the software process improvement field</a:t>
          </a:r>
          <a:endParaRPr lang="en-MY" sz="1500" kern="1200" dirty="0"/>
        </a:p>
      </dsp:txBody>
      <dsp:txXfrm>
        <a:off x="1265130" y="3950397"/>
        <a:ext cx="5204855" cy="109591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AB3DE-F853-4B7B-B203-482CF72E32E5}">
      <dsp:nvSpPr>
        <dsp:cNvPr id="0" name=""/>
        <dsp:cNvSpPr/>
      </dsp:nvSpPr>
      <dsp:spPr>
        <a:xfrm>
          <a:off x="754379" y="0"/>
          <a:ext cx="8549640" cy="402336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6CA2C-A685-435E-8D77-1168711E46BC}">
      <dsp:nvSpPr>
        <dsp:cNvPr id="0" name=""/>
        <dsp:cNvSpPr/>
      </dsp:nvSpPr>
      <dsp:spPr>
        <a:xfrm>
          <a:off x="110013" y="1207008"/>
          <a:ext cx="9838372" cy="1609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According to  </a:t>
          </a:r>
          <a:r>
            <a:rPr lang="en-US" sz="2400" kern="1200" dirty="0">
              <a:solidFill>
                <a:srgbClr val="FF0000"/>
              </a:solidFill>
            </a:rPr>
            <a:t>Software Engineering Institute (SEI),</a:t>
          </a:r>
          <a:r>
            <a:rPr lang="en-US" sz="2400" kern="1200" dirty="0"/>
            <a:t> there is a close relationship between the quality of the delivered software and  the maturity or quality of the underlying processes employed to create software</a:t>
          </a:r>
          <a:endParaRPr lang="en-MY" sz="2400" kern="1200" dirty="0"/>
        </a:p>
      </dsp:txBody>
      <dsp:txXfrm>
        <a:off x="188575" y="1285570"/>
        <a:ext cx="9681248" cy="145222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F7868-F804-4FDA-9843-8F4583957070}">
      <dsp:nvSpPr>
        <dsp:cNvPr id="0" name=""/>
        <dsp:cNvSpPr/>
      </dsp:nvSpPr>
      <dsp:spPr>
        <a:xfrm>
          <a:off x="1418" y="487"/>
          <a:ext cx="3232494" cy="3232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 SEI applied process improvement principles employed in  the manufacturing field to develop </a:t>
          </a:r>
          <a:r>
            <a:rPr lang="en-US" sz="1900" kern="1200" dirty="0">
              <a:solidFill>
                <a:srgbClr val="FF0000"/>
              </a:solidFill>
            </a:rPr>
            <a:t>process maturity models such as the CMM and CMMI. </a:t>
          </a:r>
          <a:endParaRPr lang="en-MY" sz="1900" kern="1200" dirty="0">
            <a:solidFill>
              <a:srgbClr val="FF0000"/>
            </a:solidFill>
          </a:endParaRPr>
        </a:p>
      </dsp:txBody>
      <dsp:txXfrm>
        <a:off x="474806" y="473875"/>
        <a:ext cx="2285718" cy="2285718"/>
      </dsp:txXfrm>
    </dsp:sp>
    <dsp:sp modelId="{36F9FC00-E6EA-4301-82D0-A5D938888180}">
      <dsp:nvSpPr>
        <dsp:cNvPr id="0" name=""/>
        <dsp:cNvSpPr/>
      </dsp:nvSpPr>
      <dsp:spPr>
        <a:xfrm>
          <a:off x="3148584" y="-483353"/>
          <a:ext cx="2623052" cy="10909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500" kern="1200"/>
        </a:p>
      </dsp:txBody>
      <dsp:txXfrm>
        <a:off x="3148584" y="-265160"/>
        <a:ext cx="2295762" cy="654580"/>
      </dsp:txXfrm>
    </dsp:sp>
    <dsp:sp modelId="{D09E3F02-A476-4308-9D2E-F9AFCFDF7883}">
      <dsp:nvSpPr>
        <dsp:cNvPr id="0" name=""/>
        <dsp:cNvSpPr/>
      </dsp:nvSpPr>
      <dsp:spPr>
        <a:xfrm>
          <a:off x="5834783" y="487"/>
          <a:ext cx="3232494" cy="3232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These maturity models are invaluable in </a:t>
          </a:r>
          <a:r>
            <a:rPr lang="en-US" sz="1900" kern="1200" dirty="0">
              <a:solidFill>
                <a:srgbClr val="FF0000"/>
              </a:solidFill>
            </a:rPr>
            <a:t>maturing software processes in software intensive organizations</a:t>
          </a:r>
          <a:r>
            <a:rPr lang="en-US" sz="1900" kern="1200" dirty="0"/>
            <a:t>.</a:t>
          </a:r>
          <a:endParaRPr lang="en-MY" sz="1900" kern="1200" dirty="0"/>
        </a:p>
      </dsp:txBody>
      <dsp:txXfrm>
        <a:off x="6308171" y="473875"/>
        <a:ext cx="2285718" cy="2285718"/>
      </dsp:txXfrm>
    </dsp:sp>
    <dsp:sp modelId="{F0BDD05C-C7E8-4F23-89B0-97FEC36A49B2}">
      <dsp:nvSpPr>
        <dsp:cNvPr id="0" name=""/>
        <dsp:cNvSpPr/>
      </dsp:nvSpPr>
      <dsp:spPr>
        <a:xfrm rot="10800000">
          <a:off x="3297059" y="2625856"/>
          <a:ext cx="2623052" cy="10909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500" kern="1200"/>
        </a:p>
      </dsp:txBody>
      <dsp:txXfrm rot="10800000">
        <a:off x="3624349" y="2844049"/>
        <a:ext cx="2295762" cy="65458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115CF-EBFF-4750-B262-C79B15312D8B}">
      <dsp:nvSpPr>
        <dsp:cNvPr id="0" name=""/>
        <dsp:cNvSpPr/>
      </dsp:nvSpPr>
      <dsp:spPr>
        <a:xfrm>
          <a:off x="856" y="1031915"/>
          <a:ext cx="3007839" cy="19099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214BC-79F8-4516-896E-64760AC280DA}">
      <dsp:nvSpPr>
        <dsp:cNvPr id="0" name=""/>
        <dsp:cNvSpPr/>
      </dsp:nvSpPr>
      <dsp:spPr>
        <a:xfrm>
          <a:off x="335061" y="1349409"/>
          <a:ext cx="3007839" cy="19099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For example, </a:t>
          </a:r>
          <a:r>
            <a:rPr lang="en-GB" sz="1600" i="1" kern="1200" dirty="0"/>
            <a:t>Lockheed Martin </a:t>
          </a:r>
          <a:r>
            <a:rPr lang="en-GB" sz="1600" kern="1200" dirty="0"/>
            <a:t>reported an </a:t>
          </a:r>
          <a:r>
            <a:rPr lang="en-GB" sz="1600" kern="1200" dirty="0">
              <a:solidFill>
                <a:srgbClr val="FF0000"/>
              </a:solidFill>
            </a:rPr>
            <a:t>80% increase in software productivity over a 5-year period when it achieved CMM level 5 and obtained further increases in productivity as it moved to CMMI level 5</a:t>
          </a:r>
          <a:r>
            <a:rPr lang="en-GB" sz="1600" kern="1200" dirty="0"/>
            <a:t>. </a:t>
          </a:r>
          <a:endParaRPr lang="en-US" sz="1600" kern="1200" dirty="0"/>
        </a:p>
      </dsp:txBody>
      <dsp:txXfrm>
        <a:off x="391002" y="1405350"/>
        <a:ext cx="2895957" cy="1798096"/>
      </dsp:txXfrm>
    </dsp:sp>
    <dsp:sp modelId="{EA428997-2805-44AC-ABA6-D36FEFE7A435}">
      <dsp:nvSpPr>
        <dsp:cNvPr id="0" name=""/>
        <dsp:cNvSpPr/>
      </dsp:nvSpPr>
      <dsp:spPr>
        <a:xfrm>
          <a:off x="3677105" y="1031915"/>
          <a:ext cx="3007839" cy="19099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58313-E106-49DA-BCD8-67A9F9D971ED}">
      <dsp:nvSpPr>
        <dsp:cNvPr id="0" name=""/>
        <dsp:cNvSpPr/>
      </dsp:nvSpPr>
      <dsp:spPr>
        <a:xfrm>
          <a:off x="4011310" y="1349409"/>
          <a:ext cx="3007839" cy="19099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i="1" kern="1200" dirty="0"/>
            <a:t>Siemens </a:t>
          </a:r>
          <a:r>
            <a:rPr lang="en-GB" sz="1600" kern="1200" dirty="0"/>
            <a:t>(</a:t>
          </a:r>
          <a:r>
            <a:rPr lang="en-GB" sz="1600" i="1" kern="1200" dirty="0"/>
            <a:t>India</a:t>
          </a:r>
          <a:r>
            <a:rPr lang="en-GB" sz="1600" kern="1200" dirty="0"/>
            <a:t>) reported an improved defect removal rate from over 50% before testing to over 70%  and a post-release defect rate of 0.35 defects per KLOC. </a:t>
          </a:r>
          <a:endParaRPr lang="en-US" sz="1600" kern="1200" dirty="0"/>
        </a:p>
      </dsp:txBody>
      <dsp:txXfrm>
        <a:off x="4067251" y="1405350"/>
        <a:ext cx="2895957" cy="1798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2B730-4417-4EBB-B6C8-2758BE8E7A04}" type="datetimeFigureOut">
              <a:rPr lang="en-MY" smtClean="0"/>
              <a:t>3/2/2025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D0047-0853-40AC-BBE1-64A727EA0B2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49921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0047-0853-40AC-BBE1-64A727EA0B2B}" type="slidenum">
              <a:rPr lang="en-MY" smtClean="0"/>
              <a:t>31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103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4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03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9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2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9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8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5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852FED-FA06-4F57-8763-BD1A2B1B2486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67C220-B8BE-357C-04B0-830DB6C90688}"/>
              </a:ext>
            </a:extLst>
          </p:cNvPr>
          <p:cNvSpPr txBox="1"/>
          <p:nvPr userDrawn="1"/>
        </p:nvSpPr>
        <p:spPr>
          <a:xfrm>
            <a:off x="114300" y="5935492"/>
            <a:ext cx="8127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lecture slides are for reading purpose not allowed to upload on internet/website</a:t>
            </a:r>
            <a:endParaRPr lang="en-MY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32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2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2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19.jpe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Relationship Id="rId9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9118" y="1755047"/>
            <a:ext cx="9820929" cy="1228299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Software Process Improvement –SEPI-471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5121163"/>
            <a:ext cx="10058400" cy="1143000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Dr. Nargis Fatima </a:t>
            </a:r>
          </a:p>
          <a:p>
            <a:r>
              <a:rPr lang="en-US" i="1" dirty="0">
                <a:solidFill>
                  <a:schemeClr val="tx1"/>
                </a:solidFill>
              </a:rPr>
              <a:t>ASSISTANT PROFESSOR</a:t>
            </a:r>
          </a:p>
          <a:p>
            <a:r>
              <a:rPr lang="en-US" i="1" dirty="0">
                <a:solidFill>
                  <a:schemeClr val="tx1"/>
                </a:solidFill>
              </a:rPr>
              <a:t>Department of software engineering , </a:t>
            </a:r>
            <a:r>
              <a:rPr lang="en-US" i="1" dirty="0" err="1">
                <a:solidFill>
                  <a:schemeClr val="tx1"/>
                </a:solidFill>
              </a:rPr>
              <a:t>FEc</a:t>
            </a:r>
            <a:r>
              <a:rPr lang="en-US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36961" y="3071584"/>
            <a:ext cx="9820929" cy="1898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2B3DE18-1F96-23C7-6689-AC05DCC5E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746E82-EEE7-8FCB-7A4C-BBF4011FDF0D}"/>
              </a:ext>
            </a:extLst>
          </p:cNvPr>
          <p:cNvSpPr/>
          <p:nvPr/>
        </p:nvSpPr>
        <p:spPr>
          <a:xfrm>
            <a:off x="1236961" y="3429000"/>
            <a:ext cx="9820929" cy="780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4800" b="1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AF501AC-BBE2-6E8B-A18E-9D6E8C061B82}"/>
              </a:ext>
            </a:extLst>
          </p:cNvPr>
          <p:cNvSpPr/>
          <p:nvPr/>
        </p:nvSpPr>
        <p:spPr>
          <a:xfrm rot="10800000">
            <a:off x="10568049" y="3152564"/>
            <a:ext cx="457734" cy="37359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Picture 3" descr="A logo of a software engineering department&#10;&#10;AI-generated content may be incorrect.">
            <a:extLst>
              <a:ext uri="{FF2B5EF4-FFF2-40B4-BE49-F238E27FC236}">
                <a16:creationId xmlns:a16="http://schemas.microsoft.com/office/drawing/2014/main" id="{6D2752DC-0A8A-9EBA-E4BF-59903BF4A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91" y="183718"/>
            <a:ext cx="1436695" cy="147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4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18" y="285951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Agenda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A45AA1-092B-09E6-4BFF-D77F6B69835D}"/>
              </a:ext>
            </a:extLst>
          </p:cNvPr>
          <p:cNvSpPr txBox="1"/>
          <p:nvPr/>
        </p:nvSpPr>
        <p:spPr>
          <a:xfrm>
            <a:off x="2205317" y="3598199"/>
            <a:ext cx="2635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SEPI-471</a:t>
            </a:r>
            <a:endParaRPr lang="en-MY" sz="3200" b="1" dirty="0">
              <a:solidFill>
                <a:schemeClr val="bg1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E1023D4-4C96-60CB-E666-A0AFA94D8197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B66495-60BE-253E-9AFA-B6A73EA8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600" dirty="0"/>
              <a:t>Course Introduction</a:t>
            </a:r>
          </a:p>
          <a:p>
            <a:pPr lvl="1"/>
            <a:r>
              <a:rPr lang="en-US" sz="2600" dirty="0"/>
              <a:t>Software Process</a:t>
            </a:r>
          </a:p>
          <a:p>
            <a:pPr lvl="1"/>
            <a:r>
              <a:rPr lang="en-US" sz="2600" dirty="0"/>
              <a:t>Software Process Improvement</a:t>
            </a:r>
          </a:p>
          <a:p>
            <a:pPr lvl="1"/>
            <a:r>
              <a:rPr lang="en-US" sz="2600" dirty="0"/>
              <a:t>Motivation for Software Process Improvement</a:t>
            </a:r>
          </a:p>
          <a:p>
            <a:pPr lvl="1"/>
            <a:r>
              <a:rPr lang="en-US" sz="2600" dirty="0"/>
              <a:t>Relationship between Product Quality and Process</a:t>
            </a:r>
          </a:p>
          <a:p>
            <a:pPr lvl="1"/>
            <a:r>
              <a:rPr lang="en-US" sz="2600" dirty="0"/>
              <a:t>History of Software Process Improvement</a:t>
            </a:r>
          </a:p>
          <a:p>
            <a:pPr lvl="1"/>
            <a:r>
              <a:rPr lang="en-US" sz="2600" dirty="0"/>
              <a:t>Product Quality and Process Maturity</a:t>
            </a:r>
            <a:endParaRPr lang="en-MY" sz="2600" dirty="0"/>
          </a:p>
        </p:txBody>
      </p:sp>
      <p:pic>
        <p:nvPicPr>
          <p:cNvPr id="5" name="Picture 4" descr="A logo of a software engineering department&#10;&#10;AI-generated content may be incorrect.">
            <a:extLst>
              <a:ext uri="{FF2B5EF4-FFF2-40B4-BE49-F238E27FC236}">
                <a16:creationId xmlns:a16="http://schemas.microsoft.com/office/drawing/2014/main" id="{650E2239-B607-CE53-E858-CC058D127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3" y="260480"/>
            <a:ext cx="1436695" cy="147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Course Introduction</a:t>
            </a:r>
            <a:endParaRPr lang="en-MY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9A13A6D-1AE7-31E3-3952-FCED8C0F7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9556083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A45AA1-092B-09E6-4BFF-D77F6B69835D}"/>
              </a:ext>
            </a:extLst>
          </p:cNvPr>
          <p:cNvSpPr txBox="1"/>
          <p:nvPr/>
        </p:nvSpPr>
        <p:spPr>
          <a:xfrm>
            <a:off x="1667435" y="3318805"/>
            <a:ext cx="26356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Course Code SEPI-471</a:t>
            </a:r>
            <a:endParaRPr lang="en-MY" sz="3200" b="1" dirty="0">
              <a:solidFill>
                <a:schemeClr val="bg1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838EB3B-0F00-1C6D-FA1D-7837ABDD9295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  <p:pic>
        <p:nvPicPr>
          <p:cNvPr id="7" name="Picture 6" descr="A logo of a software engineering department&#10;&#10;AI-generated content may be incorrect.">
            <a:extLst>
              <a:ext uri="{FF2B5EF4-FFF2-40B4-BE49-F238E27FC236}">
                <a16:creationId xmlns:a16="http://schemas.microsoft.com/office/drawing/2014/main" id="{D2C1D7D1-C162-5A24-B283-17B54FEC73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3" y="260480"/>
            <a:ext cx="1436695" cy="147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7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86604"/>
            <a:ext cx="9326880" cy="1412750"/>
          </a:xfrm>
        </p:spPr>
        <p:txBody>
          <a:bodyPr>
            <a:normAutofit/>
          </a:bodyPr>
          <a:lstStyle/>
          <a:p>
            <a:pPr algn="ctr"/>
            <a:br>
              <a:rPr lang="en-US" dirty="0"/>
            </a:br>
            <a:r>
              <a:rPr lang="en-US" dirty="0"/>
              <a:t>Course Learning Outcomes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3853352-73E0-5865-AE73-B75886147C4D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  <p:pic>
        <p:nvPicPr>
          <p:cNvPr id="5" name="Picture 4" descr="A logo of a software engineering department&#10;&#10;AI-generated content may be incorrect.">
            <a:extLst>
              <a:ext uri="{FF2B5EF4-FFF2-40B4-BE49-F238E27FC236}">
                <a16:creationId xmlns:a16="http://schemas.microsoft.com/office/drawing/2014/main" id="{4AD53F20-893D-49C7-6120-F5C1E7123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3" y="260480"/>
            <a:ext cx="1436695" cy="147517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0A47E2-6D96-A037-810E-14DEEDD1B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BDF6F838-76FC-A1E8-BAF2-D6E56AB3FA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7606504"/>
              </p:ext>
            </p:extLst>
          </p:nvPr>
        </p:nvGraphicFramePr>
        <p:xfrm>
          <a:off x="1649505" y="1699354"/>
          <a:ext cx="9506175" cy="44693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3486">
                  <a:extLst>
                    <a:ext uri="{9D8B030D-6E8A-4147-A177-3AD203B41FA5}">
                      <a16:colId xmlns:a16="http://schemas.microsoft.com/office/drawing/2014/main" val="254056346"/>
                    </a:ext>
                  </a:extLst>
                </a:gridCol>
                <a:gridCol w="3603196">
                  <a:extLst>
                    <a:ext uri="{9D8B030D-6E8A-4147-A177-3AD203B41FA5}">
                      <a16:colId xmlns:a16="http://schemas.microsoft.com/office/drawing/2014/main" val="488888523"/>
                    </a:ext>
                  </a:extLst>
                </a:gridCol>
                <a:gridCol w="1297314">
                  <a:extLst>
                    <a:ext uri="{9D8B030D-6E8A-4147-A177-3AD203B41FA5}">
                      <a16:colId xmlns:a16="http://schemas.microsoft.com/office/drawing/2014/main" val="4196049107"/>
                    </a:ext>
                  </a:extLst>
                </a:gridCol>
                <a:gridCol w="1297314">
                  <a:extLst>
                    <a:ext uri="{9D8B030D-6E8A-4147-A177-3AD203B41FA5}">
                      <a16:colId xmlns:a16="http://schemas.microsoft.com/office/drawing/2014/main" val="894287931"/>
                    </a:ext>
                  </a:extLst>
                </a:gridCol>
                <a:gridCol w="987218">
                  <a:extLst>
                    <a:ext uri="{9D8B030D-6E8A-4147-A177-3AD203B41FA5}">
                      <a16:colId xmlns:a16="http://schemas.microsoft.com/office/drawing/2014/main" val="2368134948"/>
                    </a:ext>
                  </a:extLst>
                </a:gridCol>
                <a:gridCol w="1317647">
                  <a:extLst>
                    <a:ext uri="{9D8B030D-6E8A-4147-A177-3AD203B41FA5}">
                      <a16:colId xmlns:a16="http://schemas.microsoft.com/office/drawing/2014/main" val="795583236"/>
                    </a:ext>
                  </a:extLst>
                </a:gridCol>
              </a:tblGrid>
              <a:tr h="5275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CLOs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Domain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Taxonomy level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PLOs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Assessment Artifact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1745063"/>
                  </a:ext>
                </a:extLst>
              </a:tr>
              <a:tr h="1071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CLO1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Explain fundamental concepts of software processes improvement to improve the processes in software development organizations</a:t>
                      </a:r>
                      <a:endParaRPr lang="en-MY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Cognitive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MY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   2 </a:t>
                      </a:r>
                      <a:endParaRPr lang="en-MY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Q1, A1, Midterm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1737728"/>
                  </a:ext>
                </a:extLst>
              </a:tr>
              <a:tr h="1071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CLO2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Demonstrate software process improvement models for appropriate implementation in software development organizations.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Cognitive</a:t>
                      </a:r>
                      <a:endParaRPr lang="en-MY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  2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Q2, A2, Midterm, Final Term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3640339"/>
                  </a:ext>
                </a:extLst>
              </a:tr>
              <a:tr h="11804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CLO3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Apply software process improvement approaches and models</a:t>
                      </a:r>
                      <a:r>
                        <a:rPr lang="en-US" sz="1800">
                          <a:effectLst/>
                        </a:rPr>
                        <a:t> for problem analysis and process improvement.</a:t>
                      </a:r>
                      <a:endParaRPr lang="en-MY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Cognitive</a:t>
                      </a:r>
                      <a:endParaRPr lang="en-MY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MY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 </a:t>
                      </a:r>
                      <a:endParaRPr lang="en-MY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Q3, A3, Final Term,</a:t>
                      </a:r>
                      <a:endParaRPr lang="en-MY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Project/Presentation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8069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65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Course Assessment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C52D6EC-E3F9-4000-1CA6-BBB8E8071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396413"/>
              </p:ext>
            </p:extLst>
          </p:nvPr>
        </p:nvGraphicFramePr>
        <p:xfrm>
          <a:off x="3806443" y="1935909"/>
          <a:ext cx="5029200" cy="401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292">
                  <a:extLst>
                    <a:ext uri="{9D8B030D-6E8A-4147-A177-3AD203B41FA5}">
                      <a16:colId xmlns:a16="http://schemas.microsoft.com/office/drawing/2014/main" val="930186101"/>
                    </a:ext>
                  </a:extLst>
                </a:gridCol>
                <a:gridCol w="2296908">
                  <a:extLst>
                    <a:ext uri="{9D8B030D-6E8A-4147-A177-3AD203B41FA5}">
                      <a16:colId xmlns:a16="http://schemas.microsoft.com/office/drawing/2014/main" val="539061850"/>
                    </a:ext>
                  </a:extLst>
                </a:gridCol>
              </a:tblGrid>
              <a:tr h="57380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Evaluation Methods</a:t>
                      </a:r>
                      <a:endParaRPr lang="en-MY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Weight (%)</a:t>
                      </a:r>
                      <a:endParaRPr lang="en-MY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1745321"/>
                  </a:ext>
                </a:extLst>
              </a:tr>
              <a:tr h="573808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Quizzes</a:t>
                      </a:r>
                      <a:endParaRPr lang="en-MY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MY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1638867"/>
                  </a:ext>
                </a:extLst>
              </a:tr>
              <a:tr h="57380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Assignments</a:t>
                      </a:r>
                      <a:endParaRPr lang="en-MY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MY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6966664"/>
                  </a:ext>
                </a:extLst>
              </a:tr>
              <a:tr h="573808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Presentation/Project</a:t>
                      </a:r>
                      <a:endParaRPr lang="en-MY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MY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9715926"/>
                  </a:ext>
                </a:extLst>
              </a:tr>
              <a:tr h="573808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Midterm</a:t>
                      </a:r>
                      <a:endParaRPr lang="en-MY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</a:t>
                      </a:r>
                      <a:endParaRPr lang="en-MY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9175882"/>
                  </a:ext>
                </a:extLst>
              </a:tr>
              <a:tr h="573808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Final Term</a:t>
                      </a:r>
                      <a:endParaRPr lang="en-MY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MY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733087"/>
                  </a:ext>
                </a:extLst>
              </a:tr>
              <a:tr h="573808"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n-MY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</a:t>
                      </a:r>
                      <a:endParaRPr lang="en-MY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0004857"/>
                  </a:ext>
                </a:extLst>
              </a:tr>
            </a:tbl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F6E9C972-9E0A-91A9-8B2C-323488490CBE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  <p:pic>
        <p:nvPicPr>
          <p:cNvPr id="3" name="Picture 2" descr="A logo of a software engineering department&#10;&#10;AI-generated content may be incorrect.">
            <a:extLst>
              <a:ext uri="{FF2B5EF4-FFF2-40B4-BE49-F238E27FC236}">
                <a16:creationId xmlns:a16="http://schemas.microsoft.com/office/drawing/2014/main" id="{51BE8FCF-F043-FF1E-200B-417D8CD79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3" y="260480"/>
            <a:ext cx="1436695" cy="147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 and Reference Books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0A50C0-2FE5-F111-DCFA-64F8CC63F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dirty="0">
              <a:latin typeface="Times New Roman" panose="02020603050405020304" pitchFamily="18" charset="0"/>
            </a:endParaRPr>
          </a:p>
          <a:p>
            <a:endParaRPr lang="en-M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B09F3-176B-5154-B55F-CB5062BDA899}"/>
              </a:ext>
            </a:extLst>
          </p:cNvPr>
          <p:cNvSpPr txBox="1"/>
          <p:nvPr/>
        </p:nvSpPr>
        <p:spPr>
          <a:xfrm>
            <a:off x="1097280" y="1809031"/>
            <a:ext cx="7297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 Outline</a:t>
            </a:r>
            <a:endParaRPr lang="en-MY" sz="2800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3F4B9FD-4007-0BA6-A682-AAE01E0DDCB3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333041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4F679A-F73E-2640-5890-690AFB284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586199"/>
              </p:ext>
            </p:extLst>
          </p:nvPr>
        </p:nvGraphicFramePr>
        <p:xfrm>
          <a:off x="1268009" y="1901999"/>
          <a:ext cx="9716942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3D8D5BE7-544F-95DA-9AB3-2A0AF0A26E18}"/>
              </a:ext>
            </a:extLst>
          </p:cNvPr>
          <p:cNvSpPr txBox="1">
            <a:spLocks/>
          </p:cNvSpPr>
          <p:nvPr/>
        </p:nvSpPr>
        <p:spPr>
          <a:xfrm>
            <a:off x="2310359" y="6503868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3192659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process?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3AC493-538A-CFB9-3880-78F2A00F1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808381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2F96BF09-F3A7-FBA5-9A66-84A6A7F32DB3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76924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process?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B662B7-B359-1BE2-64AD-57DD4C01A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554417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75BDA66E-9712-7A76-6D4C-AEE970B54EC8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66101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software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process is a set of practices or tasks performed to achieve a given purpose. It may include tools, methods, material, and people.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92368"/>
            <a:ext cx="8229600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CD05A31-060A-F9C1-818E-E07B8F00A2D7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224654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software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process is an abstraction of  the work  done in the organization and is seen as the glue that ties people, procedures, and tools together </a:t>
            </a:r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056" y="2305060"/>
            <a:ext cx="9134847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2EE0B29-CE9E-E31E-BFAD-2594111344B1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3400475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0A50C0-2FE5-F111-DCFA-64F8CC63F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E6046BB-3592-4DF6-587A-CD448CC55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694934"/>
              </p:ext>
            </p:extLst>
          </p:nvPr>
        </p:nvGraphicFramePr>
        <p:xfrm>
          <a:off x="1097280" y="2333920"/>
          <a:ext cx="10216179" cy="3046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2E88320C-CE41-C21F-00BF-597C4E6D8000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3848213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process and Process Improvement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989FD6-9C48-6FF8-CE74-4445BA95D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079806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021161-A900-8122-F47D-6F72973F3B38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1572900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Improvement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0A50C0-2FE5-F111-DCFA-64F8CC63F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dirty="0">
              <a:latin typeface="Times New Roman" panose="02020603050405020304" pitchFamily="18" charset="0"/>
            </a:endParaRPr>
          </a:p>
          <a:p>
            <a:endParaRPr lang="en-MY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3E81017-FC8C-47DE-607C-2557C4C51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9346759"/>
              </p:ext>
            </p:extLst>
          </p:nvPr>
        </p:nvGraphicFramePr>
        <p:xfrm>
          <a:off x="1097280" y="1809031"/>
          <a:ext cx="10058400" cy="3480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Subtitle 2">
            <a:extLst>
              <a:ext uri="{FF2B5EF4-FFF2-40B4-BE49-F238E27FC236}">
                <a16:creationId xmlns:a16="http://schemas.microsoft.com/office/drawing/2014/main" id="{A3F4B9FD-4007-0BA6-A682-AAE01E0DDCB3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1157591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Improvement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0A50C0-2FE5-F111-DCFA-64F8CC63F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dirty="0">
              <a:latin typeface="Times New Roman" panose="02020603050405020304" pitchFamily="18" charset="0"/>
            </a:endParaRPr>
          </a:p>
          <a:p>
            <a:endParaRPr lang="en-MY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A0F2FC3-F72B-B015-953D-4583D92D5A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1419382"/>
              </p:ext>
            </p:extLst>
          </p:nvPr>
        </p:nvGraphicFramePr>
        <p:xfrm>
          <a:off x="1066800" y="1845734"/>
          <a:ext cx="8650941" cy="4168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Subtitle 2">
            <a:extLst>
              <a:ext uri="{FF2B5EF4-FFF2-40B4-BE49-F238E27FC236}">
                <a16:creationId xmlns:a16="http://schemas.microsoft.com/office/drawing/2014/main" id="{A3F4B9FD-4007-0BA6-A682-AAE01E0DDCB3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1580569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AE6-4595-3C18-5A64-4840488D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Improvement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0A50C0-2FE5-F111-DCFA-64F8CC63F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16052"/>
            <a:ext cx="10058400" cy="4023360"/>
          </a:xfrm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</a:endParaRPr>
          </a:p>
          <a:p>
            <a:endParaRPr lang="en-MY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05E8F4B-C3D1-8881-4963-26D35F1C5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4447317"/>
              </p:ext>
            </p:extLst>
          </p:nvPr>
        </p:nvGraphicFramePr>
        <p:xfrm>
          <a:off x="-604221" y="1999421"/>
          <a:ext cx="13461402" cy="3839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Subtitle 2">
            <a:extLst>
              <a:ext uri="{FF2B5EF4-FFF2-40B4-BE49-F238E27FC236}">
                <a16:creationId xmlns:a16="http://schemas.microsoft.com/office/drawing/2014/main" id="{A3F4B9FD-4007-0BA6-A682-AAE01E0DDCB3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66978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Software Process Improvement?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45F1730-3221-E800-26C7-03CAB8768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65975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8529C49-0423-611F-874F-8F10856D0F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72272E-37FA-AEC2-D3BD-AC6B38353B75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3767321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PROCESS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There are international standards and models available to support software process improvement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CMMI Model </a:t>
            </a:r>
            <a:r>
              <a:rPr lang="en-US" sz="2400" dirty="0"/>
              <a:t>:Developed by SEI institute and includes best practices for processes in software and system engineering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 ISO 9001 Standard: is a quality management system </a:t>
            </a:r>
            <a:r>
              <a:rPr lang="en-US" sz="2400" dirty="0"/>
              <a:t> that may be employed in hardware or software development companies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 ISO 15504 standard:</a:t>
            </a:r>
            <a:r>
              <a:rPr lang="en-US" sz="2400" dirty="0"/>
              <a:t> is an international standard for software process improvement and process assessment.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8A007-B5A0-8BF4-6C2B-2E1E2DDA6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127D4A1-6834-38AB-2FE0-A7A832C79E1C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208412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of SOFTWARE PROCESS IMPROVEMENT.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85F8C4-1757-152B-1863-1E527D48D3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676317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60305D4-58D4-9794-B24F-AECC8B5697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13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41004-3C78-D157-BCAA-4919361E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kern="0">
                <a:effectLst/>
                <a:ea typeface="Times New Roman" panose="02020603050405020304" pitchFamily="18" charset="0"/>
              </a:rPr>
              <a:t>Motivation for Software Process Improvement</a:t>
            </a:r>
            <a:endParaRPr lang="en-MY" dirty="0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59C0852B-06F3-D843-E81E-69FEE6E165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32" r="1116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743FB73-2AD0-3E9A-6BE6-C4DD5E7DA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Impact of New Technologies on Businesses and Daily Life</a:t>
            </a:r>
          </a:p>
          <a:p>
            <a:pPr algn="just"/>
            <a:r>
              <a:rPr lang="en-US" sz="2400" dirty="0"/>
              <a:t>Widespread Use of Software in Modern Systems</a:t>
            </a:r>
          </a:p>
          <a:p>
            <a:pPr algn="just"/>
            <a:r>
              <a:rPr lang="en-US" sz="2400" dirty="0"/>
              <a:t>Importance of Safe and Reliable Software Solutions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41035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1004-3C78-D157-BCAA-4919361E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kern="0">
                <a:effectLst/>
                <a:ea typeface="Times New Roman" panose="02020603050405020304" pitchFamily="18" charset="0"/>
              </a:rPr>
              <a:t>Motivation for Software Process Improvement</a:t>
            </a:r>
            <a:endParaRPr lang="en-MY" dirty="0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59C0852B-06F3-D843-E81E-69FEE6E165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32" r="1116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743FB73-2AD0-3E9A-6BE6-C4DD5E7DA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/>
              <a:t>New technologies (World Wide Web and mobile phones ) have transformed  lives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</a:rPr>
              <a:t>Software is an integral part </a:t>
            </a:r>
            <a:r>
              <a:rPr lang="en-GB" sz="2400" dirty="0"/>
              <a:t>of these technologies.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/>
              <a:t>Companies have changed their way of doing business to take advantage of new technologies, and major changes have been</a:t>
            </a:r>
            <a:br>
              <a:rPr lang="en-GB" sz="2400" dirty="0"/>
            </a:br>
            <a:r>
              <a:rPr lang="en-GB" sz="2400" dirty="0"/>
              <a:t>made to the business processes in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GB" sz="2400" dirty="0"/>
              <a:t>banks, insurance companies, and the travel industry </a:t>
            </a:r>
          </a:p>
          <a:p>
            <a:pPr algn="just"/>
            <a:endParaRPr lang="en-MY" sz="1800" dirty="0"/>
          </a:p>
        </p:txBody>
      </p:sp>
    </p:spTree>
    <p:extLst>
      <p:ext uri="{BB962C8B-B14F-4D97-AF65-F5344CB8AC3E}">
        <p14:creationId xmlns:p14="http://schemas.microsoft.com/office/powerpoint/2010/main" val="1950478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1004-3C78-D157-BCAA-4919361E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768" y="348075"/>
            <a:ext cx="6368142" cy="1450757"/>
          </a:xfrm>
        </p:spPr>
        <p:txBody>
          <a:bodyPr>
            <a:normAutofit/>
          </a:bodyPr>
          <a:lstStyle/>
          <a:p>
            <a:r>
              <a:rPr lang="en-US" kern="0" dirty="0">
                <a:effectLst/>
                <a:ea typeface="Times New Roman" panose="02020603050405020304" pitchFamily="18" charset="0"/>
              </a:rPr>
              <a:t>Motivation for Software Process Improvement</a:t>
            </a:r>
            <a:endParaRPr lang="en-MY" dirty="0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59C0852B-06F3-D843-E81E-69FEE6E165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32" r="1116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6EBC79D-558B-5F3D-7E6F-D31D7CFC3A81}"/>
              </a:ext>
            </a:extLst>
          </p:cNvPr>
          <p:cNvSpPr txBox="1">
            <a:spLocks/>
          </p:cNvSpPr>
          <p:nvPr/>
        </p:nvSpPr>
        <p:spPr>
          <a:xfrm>
            <a:off x="5181600" y="1998134"/>
            <a:ext cx="6126479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/>
              <a:t>Moder</a:t>
            </a:r>
            <a:r>
              <a:rPr lang="en-GB" sz="2800" dirty="0"/>
              <a:t>n automobiles use software to enhance the driving experience,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800" dirty="0"/>
              <a:t>Software is used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GB" sz="2800" dirty="0"/>
              <a:t>to control nuclear power stations as well as missile and defence systems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GB" sz="2800" dirty="0"/>
              <a:t>to control manufacturing plants, and everyday items such as televisions and washing machines etc.</a:t>
            </a:r>
          </a:p>
          <a:p>
            <a:pPr algn="just"/>
            <a:endParaRPr lang="en-GB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800" dirty="0"/>
              <a:t>It is essential that the software used is safe, reliable, of a high quality and fit for purpose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800" dirty="0"/>
              <a:t>Companies may develop their own software internally or they may acquire software solutions off-the-shelf or from </a:t>
            </a:r>
            <a:r>
              <a:rPr lang="en-GB" sz="2800" dirty="0">
                <a:solidFill>
                  <a:srgbClr val="FF0000"/>
                </a:solidFill>
              </a:rPr>
              <a:t>bespoke software development</a:t>
            </a:r>
            <a:r>
              <a:rPr lang="en-GB" sz="2800" dirty="0"/>
              <a:t>. </a:t>
            </a:r>
          </a:p>
          <a:p>
            <a:pPr algn="just"/>
            <a:endParaRPr lang="en-GB" sz="2800" dirty="0"/>
          </a:p>
          <a:p>
            <a:pPr algn="just"/>
            <a:endParaRPr lang="en-GB" dirty="0"/>
          </a:p>
          <a:p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1E184-7878-1FFA-1184-986C4B33749D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4072225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 sz="4400" dirty="0"/>
              <a:t>History of software process improvement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3871CD-1380-1A6B-0CBB-E456957E3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073487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D81A8D4F-BFF2-2D63-E556-91527A27B920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3624748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 sz="4400"/>
              <a:t>History of software process improvement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235371-7C52-2A22-B058-B7534A9347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511728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385047C0-A994-D953-B801-AB3A457649D2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2460502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Quality and Process Maturity.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989FD6-9C48-6FF8-CE74-4445BA95D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172547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615599A-FC69-3852-7741-538469C080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AF1DEB0-AD85-5EDC-C125-F3EB98AF408F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1601657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Quality and Process Maturity.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F9DFAC-6C67-D918-E5CF-39B2445FC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847889"/>
              </p:ext>
            </p:extLst>
          </p:nvPr>
        </p:nvGraphicFramePr>
        <p:xfrm>
          <a:off x="1561652" y="2330824"/>
          <a:ext cx="9068696" cy="3233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C9D68E2-A79B-45C2-96BA-7C804CE4E8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6224B16D-59C2-F878-41AC-69E4CB67372A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4002249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81FD-EACC-4CAA-932C-DFE9FB6B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Importance of software process improvement.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A9D46-81F3-4714-8D50-C7D4BFB94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3200" dirty="0"/>
              <a:t>Improvements to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b="1" dirty="0"/>
              <a:t> </a:t>
            </a:r>
            <a:r>
              <a:rPr lang="en-GB" sz="3200" dirty="0"/>
              <a:t>Reductions in the cost of poor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b="1" dirty="0"/>
              <a:t> </a:t>
            </a:r>
            <a:r>
              <a:rPr lang="en-GB" sz="3200" dirty="0"/>
              <a:t>Improvements in productivity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dirty="0"/>
              <a:t>Reductions to the cost of software development</a:t>
            </a:r>
          </a:p>
          <a:p>
            <a:pPr>
              <a:buFont typeface="Arial" panose="020B0604020202020204" pitchFamily="34" charset="0"/>
              <a:buChar char="•"/>
            </a:pPr>
            <a:br>
              <a:rPr lang="en-GB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E99FD-CC68-CACC-1093-E3E0A6D9D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F952127-FB5B-C18F-E0AD-FE810ECAFBAE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1178486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81FD-EACC-4CAA-932C-DFE9FB6B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Importance of software process improvement.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A9D46-81F3-4714-8D50-C7D4BFB94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Improvements to on-time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Improved consistency in budget and schedule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Improvements to customer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Improvements to employee morale </a:t>
            </a:r>
            <a:br>
              <a:rPr lang="en-GB" sz="2800" dirty="0"/>
            </a:b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E99FD-CC68-CACC-1093-E3E0A6D9D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F952127-FB5B-C18F-E0AD-FE810ECAFBAE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1588671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31F6-E4A5-13EA-95A2-7E54803B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Importance of software process improvement.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A0951-9B4B-51E2-4EE1-9C4E5347B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keeps organizations fresh.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By continually improving processes in an organization, the company can remain agile and innovative as the organization evolves and grows.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can accommodate growth by removing waste from processes regularly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72ECF-FA01-EB87-18DF-6DE261D2E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119BB9E-38E6-FFD0-F890-A9209D54E471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1179693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31F6-E4A5-13EA-95A2-7E54803B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Importance of software process improvement.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A0951-9B4B-51E2-4EE1-9C4E5347B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reduces cost. This can be current and future cost.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Employees like working in environments where the work they are doing is add value, processes are effective and productivity is high.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This can vastly reduce turnover.</a:t>
            </a:r>
            <a:endParaRPr lang="en-MY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72ECF-FA01-EB87-18DF-6DE261D2E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119BB9E-38E6-FFD0-F890-A9209D54E471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4276881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CF81D86-BDBA-477C-B7DD-8D359BB9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3D4A6-85AE-43E8-A649-115F3D36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836" y="991023"/>
            <a:ext cx="6574972" cy="1450757"/>
          </a:xfrm>
        </p:spPr>
        <p:txBody>
          <a:bodyPr>
            <a:normAutofit fontScale="90000"/>
          </a:bodyPr>
          <a:lstStyle/>
          <a:p>
            <a:r>
              <a:rPr lang="en-GB" dirty="0"/>
              <a:t>Importance of </a:t>
            </a:r>
            <a:br>
              <a:rPr lang="en-GB" dirty="0"/>
            </a:br>
            <a:r>
              <a:rPr lang="en-GB" dirty="0"/>
              <a:t>software process improvement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1BD16-11C6-B86A-5C48-A277CAE05A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649" b="2"/>
          <a:stretch/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5F3E9C-EF11-4F8F-A621-399C7A3E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31419C7E-45D6-112E-E05E-A4DBE4B0E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23099"/>
              </p:ext>
            </p:extLst>
          </p:nvPr>
        </p:nvGraphicFramePr>
        <p:xfrm>
          <a:off x="4974769" y="1577791"/>
          <a:ext cx="7020007" cy="4291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88AA064E-5F6E-4024-BC28-EDDC3DFC7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B29638-4838-4B9B-B9DB-96E542BAF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D5DFF7-AC89-19FF-69DE-62AC217DB5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CA753C5-AE85-2584-EE2B-D58A803594D6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2948465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2545080" y="6478331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National University Of Modern Languages H-9 Islamabad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458C8-0BB9-2CC9-BAAE-CE5670D3B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MY" sz="5400" dirty="0"/>
          </a:p>
          <a:p>
            <a:pPr algn="ctr"/>
            <a:endParaRPr lang="en-MY" sz="5400" dirty="0"/>
          </a:p>
          <a:p>
            <a:pPr algn="ctr"/>
            <a:r>
              <a:rPr lang="en-MY" sz="5400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2A3F4-67CF-5FFB-1431-44333AB71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114" y="178229"/>
            <a:ext cx="1436695" cy="141275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F7B67CA-0935-333E-A617-63355D1C9A39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2529906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</TotalTime>
  <Words>1612</Words>
  <Application>Microsoft Office PowerPoint</Application>
  <PresentationFormat>Widescreen</PresentationFormat>
  <Paragraphs>207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Retrospect</vt:lpstr>
      <vt:lpstr>Software Process Improvement –SEPI-471</vt:lpstr>
      <vt:lpstr>Agenda</vt:lpstr>
      <vt:lpstr>Course Introduction</vt:lpstr>
      <vt:lpstr> Course Learning Outcomes</vt:lpstr>
      <vt:lpstr>Course Assessment</vt:lpstr>
      <vt:lpstr>Course Content and Reference Books</vt:lpstr>
      <vt:lpstr>What is software process</vt:lpstr>
      <vt:lpstr>What is software process?</vt:lpstr>
      <vt:lpstr>What is software process?</vt:lpstr>
      <vt:lpstr>What is software process?</vt:lpstr>
      <vt:lpstr>What is software process?</vt:lpstr>
      <vt:lpstr>Software Process</vt:lpstr>
      <vt:lpstr>Software process and Process Improvement </vt:lpstr>
      <vt:lpstr>Software Process Improvement</vt:lpstr>
      <vt:lpstr>Software Process Improvement</vt:lpstr>
      <vt:lpstr>Software Process Improvement</vt:lpstr>
      <vt:lpstr>What Is Software Process Improvement? </vt:lpstr>
      <vt:lpstr>SOFTWARE PROCESS IMPROVEMENT</vt:lpstr>
      <vt:lpstr>Core of SOFTWARE PROCESS IMPROVEMENT.</vt:lpstr>
      <vt:lpstr>Motivation for Software Process Improvement</vt:lpstr>
      <vt:lpstr>Motivation for Software Process Improvement</vt:lpstr>
      <vt:lpstr>Motivation for Software Process Improvement</vt:lpstr>
      <vt:lpstr>History of software process improvement</vt:lpstr>
      <vt:lpstr>History of software process improvement</vt:lpstr>
      <vt:lpstr>Product Quality and Process Maturity.</vt:lpstr>
      <vt:lpstr>Product Quality and Process Maturity.</vt:lpstr>
      <vt:lpstr>Importance of software process improvement.</vt:lpstr>
      <vt:lpstr>Importance of software process improvement.</vt:lpstr>
      <vt:lpstr>Importance of software process improvement.</vt:lpstr>
      <vt:lpstr>Importance of software process improvement.</vt:lpstr>
      <vt:lpstr>Importance of  software process improvement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&amp; Staff Exit Policy</dc:title>
  <dc:creator>Microsoft account</dc:creator>
  <cp:lastModifiedBy>Nargis Fatima</cp:lastModifiedBy>
  <cp:revision>58</cp:revision>
  <dcterms:created xsi:type="dcterms:W3CDTF">2023-06-17T14:04:48Z</dcterms:created>
  <dcterms:modified xsi:type="dcterms:W3CDTF">2025-02-03T12:42:22Z</dcterms:modified>
</cp:coreProperties>
</file>