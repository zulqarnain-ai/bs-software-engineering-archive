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96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7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6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9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9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4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1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1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3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6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1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system models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2154508"/>
          </a:xfrm>
        </p:spPr>
        <p:txBody>
          <a:bodyPr>
            <a:normAutofit/>
          </a:bodyPr>
          <a:lstStyle/>
          <a:p>
            <a:r>
              <a:rPr lang="en-US" dirty="0" smtClean="0"/>
              <a:t>Lecture no 4</a:t>
            </a:r>
          </a:p>
          <a:p>
            <a:r>
              <a:rPr lang="en-US" dirty="0" smtClean="0"/>
              <a:t>5-03-34</a:t>
            </a:r>
          </a:p>
          <a:p>
            <a:r>
              <a:rPr lang="en-US" dirty="0" smtClean="0"/>
              <a:t>By</a:t>
            </a:r>
          </a:p>
          <a:p>
            <a:r>
              <a:rPr lang="en-US" dirty="0" smtClean="0"/>
              <a:t>Ayesha Jarral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634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bms-database-model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bms-database-model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bms-database-model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dbms-database-model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0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bms-database-model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dbms-database-model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0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bms-database-model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bms-database-model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bms-database-model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991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bms-database-model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</TotalTime>
  <Words>10</Words>
  <Application>Microsoft Office PowerPoint</Application>
  <PresentationFormat>On-screen Show (4:3)</PresentationFormat>
  <Paragraphs>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 Light</vt:lpstr>
      <vt:lpstr>Rockwell</vt:lpstr>
      <vt:lpstr>Wingdings</vt:lpstr>
      <vt:lpstr>Atlas</vt:lpstr>
      <vt:lpstr>Database system models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ayesha jarral</dc:creator>
  <cp:keywords/>
  <dc:description>generated using python-pptx</dc:description>
  <cp:lastModifiedBy>ayesha jarral</cp:lastModifiedBy>
  <cp:revision>5</cp:revision>
  <dcterms:created xsi:type="dcterms:W3CDTF">2013-01-27T09:14:16Z</dcterms:created>
  <dcterms:modified xsi:type="dcterms:W3CDTF">2024-03-05T10:40:23Z</dcterms:modified>
  <cp:category/>
</cp:coreProperties>
</file>