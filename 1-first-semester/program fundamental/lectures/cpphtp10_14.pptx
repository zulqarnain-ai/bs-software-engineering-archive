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315" r:id="rId2"/>
    <p:sldId id="258" r:id="rId3"/>
    <p:sldId id="259" r:id="rId4"/>
    <p:sldId id="260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02A40-2A60-496C-999E-823192881DD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33D04-8DB3-484F-AC1E-309D39F55F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783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0150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A739-686B-4AE1-ABD4-7FC09C67A3E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588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E6A8-CAF1-40CC-952F-11ACE63EE01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035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EC9DA-7AC9-4A38-9C8A-F943E7B98F7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254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ABAA-E227-4837-9196-49B6E5C84B2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654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99A5-F962-4593-965B-2B0D5E3DD3C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885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1F406-71EC-4481-82CF-328DFE0940E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433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4B8-F18D-4D76-9309-A38BA741471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909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AFE8-56D3-4431-981E-7E7B7072115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76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7AB41-5D16-4479-8874-0F3D4045812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3759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9185-E5E9-4EC6-81EA-D5F46F10D88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738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45D2-A28B-4467-82A0-645B7E7A492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219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A1523-84AB-4891-AB44-AAC4444C607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C8AA-3112-4618-9108-C628B4193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442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File Processing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14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738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5263"/>
            <a:ext cx="12192000" cy="6465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006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7013" y="0"/>
            <a:ext cx="11737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8938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0975" y="0"/>
            <a:ext cx="118300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2066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47838"/>
            <a:ext cx="12192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682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816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1838" y="0"/>
            <a:ext cx="107283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202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54188"/>
            <a:ext cx="12192000" cy="3348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029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42938"/>
            <a:ext cx="12192000" cy="55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849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87475"/>
            <a:ext cx="12192000" cy="40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730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4538"/>
            <a:ext cx="121920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0470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3363"/>
            <a:ext cx="12192000" cy="38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539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502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19225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71625"/>
            <a:ext cx="121920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7300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7258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14421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5189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5029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7196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20763" y="0"/>
            <a:ext cx="10150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0924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9385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06450"/>
            <a:ext cx="12192000" cy="52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2057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30388"/>
            <a:ext cx="12192000" cy="31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56010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43075"/>
            <a:ext cx="12192000" cy="337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3195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2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0333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7642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0206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11673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97701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7369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8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1996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5681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2613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155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6050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8633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5808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2075"/>
            <a:ext cx="12192000" cy="6672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4223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0163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7890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5007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76717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9266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0340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22699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1764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18406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07170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29215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467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49222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4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96988" y="0"/>
            <a:ext cx="95964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31140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cpphtp10_12</Template>
  <TotalTime>0</TotalTime>
  <Words>663</Words>
  <Application>Microsoft Office PowerPoint</Application>
  <PresentationFormat>Custom</PresentationFormat>
  <Paragraphs>57</Paragraphs>
  <Slides>54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Theme1</vt:lpstr>
      <vt:lpstr>File Processing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Processing</dc:title>
  <dc:creator>Paul Deitel</dc:creator>
  <cp:lastModifiedBy>Binod</cp:lastModifiedBy>
  <cp:revision>2</cp:revision>
  <dcterms:created xsi:type="dcterms:W3CDTF">2016-07-20T19:10:10Z</dcterms:created>
  <dcterms:modified xsi:type="dcterms:W3CDTF">2016-09-22T10:18:19Z</dcterms:modified>
</cp:coreProperties>
</file>