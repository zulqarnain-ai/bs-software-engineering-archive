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3"/>
  </p:notesMasterIdLst>
  <p:handoutMasterIdLst>
    <p:handoutMasterId r:id="rId24"/>
  </p:handoutMasterIdLst>
  <p:sldIdLst>
    <p:sldId id="308" r:id="rId2"/>
    <p:sldId id="652" r:id="rId3"/>
    <p:sldId id="262" r:id="rId4"/>
    <p:sldId id="653" r:id="rId5"/>
    <p:sldId id="654" r:id="rId6"/>
    <p:sldId id="655" r:id="rId7"/>
    <p:sldId id="656" r:id="rId8"/>
    <p:sldId id="657" r:id="rId9"/>
    <p:sldId id="658" r:id="rId10"/>
    <p:sldId id="680" r:id="rId11"/>
    <p:sldId id="659" r:id="rId12"/>
    <p:sldId id="660" r:id="rId13"/>
    <p:sldId id="661" r:id="rId14"/>
    <p:sldId id="662" r:id="rId15"/>
    <p:sldId id="663" r:id="rId16"/>
    <p:sldId id="664" r:id="rId17"/>
    <p:sldId id="665" r:id="rId18"/>
    <p:sldId id="666" r:id="rId19"/>
    <p:sldId id="667" r:id="rId20"/>
    <p:sldId id="668" r:id="rId21"/>
    <p:sldId id="681" r:id="rId22"/>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modifyVerifier cryptProviderType="rsaAES" cryptAlgorithmClass="hash" cryptAlgorithmType="typeAny" cryptAlgorithmSid="14" spinCount="100000" saltData="ogBePosDwJ9jNppn40VQkQ==" hashData="XpaHv/dJ0O1vr/xEocwsOU4jBolDLWQzy7fga6vKvm044ROiQ6wTcQBGoSOVvtwLVNKGrPKz7pgrh4IkV3RogA=="/>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132" autoAdjust="0"/>
  </p:normalViewPr>
  <p:slideViewPr>
    <p:cSldViewPr>
      <p:cViewPr varScale="1">
        <p:scale>
          <a:sx n="75" d="100"/>
          <a:sy n="75" d="100"/>
        </p:scale>
        <p:origin x="1428" y="3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4B210D1-BB10-4D3F-84EE-23EFEA341F4D}" type="datetimeFigureOut">
              <a:rPr lang="en-US" smtClean="0"/>
              <a:t>3/12/2025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9735464-44F0-47AE-8A8C-CFA2DB97902C}" type="slidenum">
              <a:rPr lang="en-US" smtClean="0"/>
              <a:t>‹#›</a:t>
            </a:fld>
            <a:endParaRPr lang="en-US"/>
          </a:p>
        </p:txBody>
      </p:sp>
    </p:spTree>
    <p:extLst>
      <p:ext uri="{BB962C8B-B14F-4D97-AF65-F5344CB8AC3E}">
        <p14:creationId xmlns:p14="http://schemas.microsoft.com/office/powerpoint/2010/main" val="77385605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8344" units="cm"/>
          <inkml:channel name="Y" type="integer" max="10544" units="cm"/>
          <inkml:channel name="F" type="integer" max="4096" units="dev"/>
          <inkml:channel name="T" type="integer" max="2.14748E9" units="dev"/>
        </inkml:traceFormat>
        <inkml:channelProperties>
          <inkml:channelProperty channel="X" name="resolution" value="623.94556" units="1/cm"/>
          <inkml:channelProperty channel="Y" name="resolution" value="635.18073" units="1/cm"/>
          <inkml:channelProperty channel="F" name="resolution" value="0" units="1/dev"/>
          <inkml:channelProperty channel="T" name="resolution" value="1" units="1/dev"/>
        </inkml:channelProperties>
      </inkml:inkSource>
      <inkml:timestamp xml:id="ts0" timeString="2021-10-27T11:21:30.162"/>
    </inkml:context>
    <inkml:brush xml:id="br0">
      <inkml:brushProperty name="width" value="0.05292" units="cm"/>
      <inkml:brushProperty name="height" value="0.05292" units="cm"/>
      <inkml:brushProperty name="color" value="#FF0000"/>
    </inkml:brush>
  </inkml:definitions>
  <inkml:trace contextRef="#ctx0" brushRef="#br0">19356 15270 740 0,'7'0'0'0,"4"0"110"0,-11 0 0 16,10 0 125-16,-10 0 0 16,0 0-145-16,0 0 0 15,0 0 16-15,0 0 0 16,3-7-106-16,1 0 1 15,3-2 47-15,4 0 0 16,2 0-16-16,4 2 0 16,5-1 10-16,4 3 0 15,3 1-14-15,-1 1 0 16,0-3-11-16,7 3 0 16,6-3-18-16,1 1 1 15,6-1 36-15,-2 1 0 16,2 1-27-16,0 1 1 0,0 1-7 15,0-2 0-15,2-1 0 16,2 1 0-16,3 1 14 16,-1-1 0-16,1 2-4 15,0 2 1-15,1 0-5 16,1 0 1-16,2 0-10 16,9 0 0-16,10 0 15 15,-6 0 1-15,0-2-8 16,-15 2 1-16,-7-1-5 15,2 2 0-15,-2 1-4 16,16 0 1-16,13 0-1 16,-5 3 1-16,0-1-1 15,0 0 0-15,-2 1-8 0,0-5 1 16,2 0 15-16,-4 0 1 16,4 0-8-16,2 2 0 15,-1 1 3-15,-3-1 1 16,0-2-15-16,0 2 0 15,2 2 8-15,0-1 0 16,0 1-28-16,-4-2 0 16,0-4 30-16,2 2 0 15,0 2-42-15,-2-2 0 16,0 0 43-16,1 0 1 16,1 0 5-16,-2 0 1 15,-2 1-8-15,-1 1 0 16,-5-2-26-16,-1 4 1 0,-2-1 35 15,-7-1 0-15,-6 0-46 16,17 2 1-16,9-1 33 16,-19 5 1-16,-8 1 2 15,-1 0 1-15,-3 1 1 16,1-1 1-16,-1 1 29 16,-2-1 0-16,-3 0-77 15,1 0 1-15,2 0 16 16,-4-2 0-16,0 0-42 15,-11-3 0-15,-7-4-151 0,-8 2 0 16,0-1-799-16</inkml:trace>
</inkml:ink>
</file>

<file path=ppt/ink/ink2.xml><?xml version="1.0" encoding="utf-8"?>
<inkml:ink xmlns:inkml="http://www.w3.org/2003/InkML">
  <inkml:definitions>
    <inkml:context xml:id="ctx0">
      <inkml:inkSource xml:id="inkSrc0">
        <inkml:traceFormat>
          <inkml:channel name="X" type="integer" max="18344" units="cm"/>
          <inkml:channel name="Y" type="integer" max="10544" units="cm"/>
          <inkml:channel name="F" type="integer" max="4096" units="dev"/>
          <inkml:channel name="T" type="integer" max="2.14748E9" units="dev"/>
        </inkml:traceFormat>
        <inkml:channelProperties>
          <inkml:channelProperty channel="X" name="resolution" value="623.94556" units="1/cm"/>
          <inkml:channelProperty channel="Y" name="resolution" value="635.18073" units="1/cm"/>
          <inkml:channelProperty channel="F" name="resolution" value="0" units="1/dev"/>
          <inkml:channelProperty channel="T" name="resolution" value="1" units="1/dev"/>
        </inkml:channelProperties>
      </inkml:inkSource>
      <inkml:timestamp xml:id="ts0" timeString="2021-10-27T11:22:23.042"/>
    </inkml:context>
    <inkml:brush xml:id="br0">
      <inkml:brushProperty name="width" value="0.05292" units="cm"/>
      <inkml:brushProperty name="height" value="0.05292" units="cm"/>
      <inkml:brushProperty name="color" value="#FF0000"/>
    </inkml:brush>
  </inkml:definitions>
  <inkml:trace contextRef="#ctx0" brushRef="#br0">6800 11155 292 0,'-6'9'0'0,"-1"7"4"0,5-7 0 16,2 0-15-16,0-9 1 16,6 7 257-16,-6-7 0 15,9 2-86-15,0-2 0 16,0 0-92-16,6 4 0 15,4 3-27-15,-5-2 1 16,-1 1 12-16,6-4 1 16,-1-2 17-16,1-2 0 15,5-4-73-15,7 1 1 16,8-1 38-16,1-3 0 16,7-1-3-16,-5-1 0 15,1 0-36-15,-8 4 1 16,-2 3 34-16,4 4 1 0,2 4-44 15,5-10 1-15,2-1 76 16,-4 0 1-16,-3 3-48 16,4 2 0-16,1-5-14 15,2 4 1-15,6 1 45 16,-10-4 1-16,1 5-55 16,-1 1 0-16,-1 3 5 15,-1 1 0-15,-4-1 19 16,-1 1 1-16,2-2-32 15,-1 1 1-15,7-1 11 0,-1 4 0 16,5 1-10-16,-7-4 1 16,3-1 20-16,-5-2 1 15,3 0-18-15,-2 6 1 16,1-1-1-16,1 2 1 16,1 2 18-16,5 4 0 15,4-4-17-15,-5-2 0 16,6-3 4-16,-6 1 0 15,4-5-5-15,2-3 0 16,-4-1 0-16,2 8 0 16,1 1-1-16,-1 1 1 15,2 1 35-15,1 0 0 16,5 0-72-16,3-5 1 16,0-2 37-16,3 2 1 15,6-2 5-15,-3 0 1 16,1 0-8-16,2 0 1 15,-3 0 6-15,19 5 0 0,7-3-4 16,-1-4 0-16,2-1 16 16,-11 1 1-16,-7 0-37 15,-11 0 0-15,-10-1 1 16,0-3 1-16,3 1 13 16,3-1 1-16,1 1 20 15,20 3 1-15,14 4-23 16,-8-4 0-16,5 0 11 15,-10-1 0-15,0 1 1 16,-17 2 1-16,-9 0-14 0,6 0 0 16,-2 2-4-16,15 1 1 15,11-1 5-15,-6-4 1 16,0-5 4-16,-16 3 1 16,-8 3-8-16,4 1 1 15,0 0 8-15,-2 1 0 16,-4 1-7-16,4 4 1 15,0 1 15-15,17-3 1 16,11-4-19-16,-19 0 1 16,-13-2 2-16,5 2 1 15,-3-2-20-15,17 4 1 16,7 5 20-16,0-7 0 16,0 0 22-16,-12 2 1 15,-14 1-24-15,0 1 1 16,-1 0-2-16,3-3 1 15,0 1-1-15,3-2 0 16,0 0 1-16,11 4 0 16,8 1-4-16,-14-5 0 0,-8 2 15 15,2 2 0-15,-7 3-10 16,5-5 1-16,6 1-3 16,-10 1 1-16,3-4 0 15,-3 4 0-15,1-1-1 16,1-1 0-16,2-2 0 15,0 4 0-15,-1-4 0 16,-3-4 0-16,1 2-21 16,-6-1 0-16,2-1 22 15,-4 4 0-15,-4 4 1 0,5-3 1 16,-1 3 7-16,0 1 1 16,-2 6 6-16,2-11 1 15,2-3-21-15,0 1 0 16,-5-2 4-16,-1 2 0 15,-1 1-1-15,-4-3 1 16,0 4 0-16,0 0 0 16,5 0 0-16,-3 0 0 15,1 4-1-15,3-8 1 16,1 0 18-16,1 3 1 16,-1-3-44-16,2 4 1 15,0 0 30-15,2 0 0 16,-2 0-8-16,0 0 1 15,1 0 1-15,4 0 0 16,3 0 0-16,-1-4 0 0,3 3-2 16,-1-1 0-16,1 0 4 15,-3-2 1-15,1 1-5 16,3-1 0-16,4 2-9 16,0-5 1-16,0 2 9 15,-2-3 0-15,0 3-4 16,2 0 1-16,-4 1 9 15,17 2 1-15,9 2-5 16,-7 2 1-16,-4 0-2 16,3-2 0-16,5 0 1 0,-8 0 1 15,-2-2-2-15,-9 2 0 16,-10-2-5-16,5 2 0 16,1-2 1-16,21-1 1 15,7-3 5-15,-6-1 0 16,0 0-2-16,-5 5 0 15,-4-3 0-15,4-3 0 16,0-1-6-16,2 2 0 16,-1-2-10-16,1 2 1 15,0 0 14-15,3-6 0 16,4-3-24-16,4 8 1 16,-2 5 30-16,2-3 0 15,-6 1-23-15,6 1 0 16,5 1 39-16,0-3 1 15,8 3-34-15,-2-6 1 16,2 0 10-16,9 1 0 16,5 1-21-16,-5 2 0 0,-4 1 22 15,8 1 0-15,1 1-18 16,-1 5 0-16,-2 6 12 16,-8-9 1-16,-5-3-11 15,-6 3 1-15,-5 0-26 16,-4 0 1-16,-4 5-75 15,-5-3 0-15,-5-4-311 16,-12 0 0-16,0 1-98 16</inkml:trace>
  <inkml:trace contextRef="#ctx0" brushRef="#br0" timeOffset="5446.76">11316 13971 404 0,'0'0'0'15,"-10"0"107"-15,29-1 1 16,14-3 4-16,4 2 0 15,9-2-8-15,2 3 1 0,6-3 65 16,3-1 0-16,0-3-161 16,6-1 0-16,0-1 23 15,1-1 1-15,1 3-34 16,-2 5 1-16,0 1 7 16,-1 4 0-16,5 1 32 15,10 8 1-15,17 7-40 16,-25-7 0-16,-10-2 16 15,0 0 1-15,-4 0 34 16,1-3 0-16,3-4-28 16,16 1 1-16,10-6-24 0,-5 1 1 15,-1-4 44 1,-16 6 0-16,-15 2-58 0,7 2 1 16,-1 1 31-16,18 2 1 15,11 4-16-15,-4-4 0 16,4 1-1-16,1-7 1 15,-5-2 17-15,-2 1 0 16,-1-2-21-16,-13 0 0 16,-8 0 12-16,17 0 1 15,8-1-17-15,1 6 1 16,4-1 2-16,0 0 1 16,0-2-43-16,1 0 0 15,5 0 61-15,-1 0 1 16,1 0-8-16,-3 5 0 15,-1 3-19-15,-2-1 1 0,-2 0 4 16,-2-1 0 0,-3-5 20-16,0-2 0 0,-1-7-17 15,4 3 0-15,2 0 12 16,0-1 0-16,1-5-8 16,-5 4 1-16,0 2 16 15,-5 3 0-15,-2 2-8 16,-16 3 1-16,-12 3-5 15,2-3 1-15,0-1 30 16,0 2 0-16,-1-1-61 16,-1 1 0-16,-2 2-20 15,-5-1 0-15,-3-1 26 0,-7-1 1 16,-8-1-92-16,-6 0 0 16,-2 0-169-16,-4-1 0 15,1 1-497-15</inkml:trace>
  <inkml:trace contextRef="#ctx0" brushRef="#br0" timeOffset="7292.81">7906 15677 572 0,'0'0'0'0,"0"-7"120"15,0 7 0-15,0 0-65 16,0 0 1-16,0 0 90 16,0 0 0-16,0 0-99 0,0 0 1 15,5-4-48-15,5 2 1 16,2-1 60-16,3 1 0 15,4 2 4-15,3-2 1 16,2-2-56-16,4 3 0 16,5-3 37-1,0 0 1-15,2 1-40 0,-2-3 0 16,1 1 38-16,2-1 1 16,5-1-25-16,-4 2 1 15,2-1-26-15,7 1 1 16,6-2 10-16,-1-2 0 15,3 0 53-15,-2 0 0 16,-1 1-44-16,-1 1 0 16,-2 0 9-16,-2 0 0 15,-3 0-3-15,-3-1 1 16,1 3-26-16,-6 1 1 0,-4 1 9 16,-3-1 1-16,0 2 7 15,-6 2 1-15,-2 0-14 16,-1 0 1-16,-1 2 4 15,-7-2 0-15,0 0-8 16,0 0 0-16,-1 2-2 16,3 3 0-16,-2-3-141 15,0 2 0-15,3 1-353 16,1 2 1-16,4 1 12 16</inkml:trace>
  <inkml:trace contextRef="#ctx0" brushRef="#br0" timeOffset="9021.94">15603 15250 539 0,'0'0'0'0,"0"0"161"16,0 0 0-16,16 0-145 15,-5 0 1-15,6 0 121 16,1 0 1-16,10-1-46 0,2-1 0 15,6-2-32-15,5 2 0 16,0 1-43-16,3-1 0 16,2 2 4-16,0 0 1 15,2-2 8-15,6 0 0 16,1 2-13-16,2-3 0 16,3-1-16-16,-3 4 0 15,6 4 46-15,-1-1 0 16,1 3 5-16,17 1 1 15,8-2-56-15,-3 3 1 16,0-1-17-16,-7-2 0 16,-6 1 43-16,3-3 1 15,1-3-30-15,1 7 1 16,5 4 3-16,-7-4 0 16,-3-1 16-16,8-2 1 0,1-3-26 15,0 8 0 1,2 2 9-16,0 2 0 0,-3-1 9 15,3-2 1 1,-2-3-1-16,2 0 0 0,4-2-17 16,-8 3 1-16,4-3 10 15,-3 2 1 1,-1 1-2-16,4-5 0 0,2-1 16 16,2-2 0-16,-4 0-15 15,0 2 1-15,2 1-1 16,-2 1 0-16,4 1-4 15,-2-1 1-15,2-4-8 0,-6 0 0 16,-9 0 11 0,9 2 1-16,2 1-2 0,-3 1 1 15,-5 1 10-15,1-5 0 16,0-3-12-16,-4 5 0 16,-4 1 0-16,-3 3 0 15,-5 1-3-15,-12 0 1 16,-7-1-28-16,2 1 0 15,-1-2 17-15,0 1 0 16,3-3-58-16,-8 3 1 16,-4 1-143-16,0 0 1 15,0 0-685-15</inkml:trace>
</inkml:ink>
</file>

<file path=ppt/ink/ink3.xml><?xml version="1.0" encoding="utf-8"?>
<inkml:ink xmlns:inkml="http://www.w3.org/2003/InkML">
  <inkml:definitions>
    <inkml:context xml:id="ctx0">
      <inkml:inkSource xml:id="inkSrc0">
        <inkml:traceFormat>
          <inkml:channel name="X" type="integer" max="18344" units="cm"/>
          <inkml:channel name="Y" type="integer" max="10544" units="cm"/>
          <inkml:channel name="F" type="integer" max="4096" units="dev"/>
          <inkml:channel name="T" type="integer" max="2.14748E9" units="dev"/>
        </inkml:traceFormat>
        <inkml:channelProperties>
          <inkml:channelProperty channel="X" name="resolution" value="623.94556" units="1/cm"/>
          <inkml:channelProperty channel="Y" name="resolution" value="635.18073" units="1/cm"/>
          <inkml:channelProperty channel="F" name="resolution" value="0" units="1/dev"/>
          <inkml:channelProperty channel="T" name="resolution" value="1" units="1/dev"/>
        </inkml:channelProperties>
      </inkml:inkSource>
      <inkml:timestamp xml:id="ts0" timeString="2021-10-27T11:23:48.631"/>
    </inkml:context>
    <inkml:brush xml:id="br0">
      <inkml:brushProperty name="width" value="0.05292" units="cm"/>
      <inkml:brushProperty name="height" value="0.05292" units="cm"/>
      <inkml:brushProperty name="color" value="#FF0000"/>
    </inkml:brush>
  </inkml:definitions>
  <inkml:trace contextRef="#ctx0" brushRef="#br0">12599 8193 561 0,'0'0'0'16,"-15"-5"208"-16,15 5 1 15,0 0-164-15,0 0 1 0,0 0 78 16,0 0 1-16,0 0-81 16,0 0 0-16,0 0-13 15,0 0 0-15,7 0 26 16,-7 0 1-16,17 2-40 16,-8 0 1-16,2-1-16 15,11 3 1-15,6-4 29 16,9 0 0-16,2 0-25 15,5 0 0-15,2-7 27 16,2 1 1-16,2-3-34 16,2 2 0-16,-4 2 36 0,2 1 0 15,1 4-45-15,3-3 1 16,1 3 6-16,3 0 0 16,-1-2 37-16,2 0 0 15,6 0-38-15,-5 2 1 16,7-4 44-16,-2 1 1 15,-3 3-12-15,1 0 0 16,-2-2-38-16,17 2 1 16,5 2 48-16,-4 1 1 15,4-3-51-15,-20 0 1 16,-8-3 37-16,17-6 0 16,8-4-51-16,-5 6 1 15,3 2 23-15,1 1 0 16,-3 4 3-16,1-2 1 15,-3-5 13-15,-9 3 0 16,-10 2-7-16,23-1 0 16,12-1 11-16,-5-1 0 0,2-2-26 15,-4 1 0 1,-4 3 38-16,-3 3 0 0,-2-4-40 16,-13 2 0-16,-11-1 3 15,5-1 0-15,2-3-1 16,12 1 0-16,10 3 5 15,-16 1 0-15,-8 0-5 16,17 0 0-16,13 2 12 16,-9 0 1-16,1 0-13 15,1 2 0-15,-2 2-4 16,-14-1 1-16,-8 3 13 0,12 1 0 16,8-3-10-16,4-1 0 15,3 3 0-15,0-3 0 16,4 6 0-16,-5-5 0 15,-1-2 1-15,0-1 1 16,3 1-1-16,-5 2 0 16,1-1-1-16,1-3 0 15,4 2 3-15,4 2 1 16,2 0-2-16,-6-1 0 16,-2 3 27-16,2-1 0 15,0 2-32-15,6 2 0 16,5 0 3-16,-4-2 0 15,-1-3-2-15,3 2 1 0,0-3 4 16,1 3 0 0,-1-3-20-16,0 4 0 0,-1-5 20 15,5 5 1-15,4 2-5 16,-1-1 1-16,1-3 0 16,0 1 0-16,-1-1 0 15,1 0 1-15,2-1-1 16,1 1 0-16,4-1 12 15,-2-4 0-15,1 0-21 16,-3 0 0-16,0 0 42 16,3 0 1-16,-1 0-57 0,6-4 1 15,3-1 22-15,4 1 1 16,4-1 2-16,4 1 0 16,5 3-2-16,0-1 1 15,0-2-1-15,0 2 1 16,0 2-2-16,-7 0 0 15,-4 2 8-15,0 2 1 16,-2-2-26-16,-7 1 1 16,-4-1 24-16,2 3 1 15,-2-5-26-15,-4 4 0 16,-3 1 61-16,-12-5 0 16,-6 0-55-16,-5 0 0 15,-5 0 13-15,-2 0 0 16,-3 4-19-16,-6-2 0 15,-4 1 48-15,-16 5 0 16,-12-5-75-16,-3 3 0 0,-6-3 58 16,-5-3 1-16,-8 2-15 15,-7-2 0-15,8 0 5 16,-8 0 0-16,0 0 19 16,0 0 1-16,0 0-31 15,0 0 1-15,0 0 2 16,0 0 1-16,9 0-35 15,-9 0 1-15,7 0 38 16,-7 0 1-16,0 0-47 16,0 0 0-16,0 0 48 15,0 0 1-15,0 0-20 0,0 0 0 16,0 0-38 0,0 0 1-16,0 0-43 0,0 0 0 15,0 0-160-15,0 0 0 16,0 0-820-16</inkml:trace>
  <inkml:trace contextRef="#ctx0" brushRef="#br0" timeOffset="2195.3">8295 9733 236 0,'0'0'0'0,"15"3"302"0,-6-3 1 15,1 0-108-15,8-1 1 16,6-5-151-16,7 6 0 16,6 0 9-16,6 0 1 15,8 6-7-15,5-6 1 16,-1-2-42-16,6-5 1 16,0-2 53-16,7 3 0 15,4 6 14-15,2-2 0 16,4 2-33-16,16-3 0 15,13 1-33-15,-2-4 0 16,2 3 13-16,-7-1 1 16,0 4-25-16,3 4 0 15,0 5 8-15,3-13 0 16,5-1 50-16,-1-4 0 16,5-6-22-16,-1 1 0 0,-1-8 1 15,1 6 0-15,3-4-31 16,-7 7 0-16,3 3-7 15,-6 2 0-15,0 3 12 16,0 1 1-16,-2 4-2 16,3-3 1-16,-3 3 16 15,6 0 1-15,3-2-19 16,-5-4 0-16,0-1-6 16,3 2 0-16,-1-2 3 15,-4 3 0-15,-5 0 15 16,1 4 1-16,-5 4-22 0,0-4 1 15,0 2 1-15,-2-2 0 16,2 0-2-16,1 0 1 16,8 0 2-16,2-2 0 15,4-2 3-15,-2-1 0 16,5 1-1-16,-7-5 0 16,2 2-3-16,0 0 1 15,1 5-1 1,-5 2 0-16,-2 0 4 0,3 0 1 15,-5 2-5-15,4-2 0 16,0-2 6-16,0 2 0 16,-2-4-3-16,2 4 1 15,4 0 17-15,-11 0 0 16,-2 0 11-16,-2 0 0 16,-4 4-31-16,-7-2 1 15,-6 0 5-15,-5-1 1 16,-5 3 16-16,-7-4 1 15,-6 4-25-15,-12-2 0 0,-7-1 0 16,-2-2 0-16,0-5-59 16,-5 2 1-16,-3 1-101 15,-5 1 0-15,1-2-1353 16</inkml:trace>
</inkml:ink>
</file>

<file path=ppt/ink/ink4.xml><?xml version="1.0" encoding="utf-8"?>
<inkml:ink xmlns:inkml="http://www.w3.org/2003/InkML">
  <inkml:definitions>
    <inkml:context xml:id="ctx0">
      <inkml:inkSource xml:id="inkSrc0">
        <inkml:traceFormat>
          <inkml:channel name="X" type="integer" max="18344" units="cm"/>
          <inkml:channel name="Y" type="integer" max="10544" units="cm"/>
          <inkml:channel name="F" type="integer" max="4096" units="dev"/>
          <inkml:channel name="T" type="integer" max="2.14748E9" units="dev"/>
        </inkml:traceFormat>
        <inkml:channelProperties>
          <inkml:channelProperty channel="X" name="resolution" value="623.94556" units="1/cm"/>
          <inkml:channelProperty channel="Y" name="resolution" value="635.18073" units="1/cm"/>
          <inkml:channelProperty channel="F" name="resolution" value="0" units="1/dev"/>
          <inkml:channelProperty channel="T" name="resolution" value="1" units="1/dev"/>
        </inkml:channelProperties>
      </inkml:inkSource>
      <inkml:timestamp xml:id="ts0" timeString="2021-10-27T11:24:58.862"/>
    </inkml:context>
    <inkml:brush xml:id="br0">
      <inkml:brushProperty name="width" value="0.05292" units="cm"/>
      <inkml:brushProperty name="height" value="0.05292" units="cm"/>
      <inkml:brushProperty name="color" value="#FF0000"/>
    </inkml:brush>
  </inkml:definitions>
  <inkml:trace contextRef="#ctx0" brushRef="#br0">16851 7921 460 0,'0'0'0'0,"11"-9"108"0,-4 5 0 16,4 0 34-16,-2 1 1 16,2-1 8-16,4 2 0 15,0-5-121-15,2 2 0 16,1 1 36-16,2-1 0 16,1 1-34-16,-1 4 0 15,0 0 5-15,2 0 1 16,-5 2 1-16,5 0 1 15,2-1-49-15,4 3 0 16,3-4 40-16,-1 0 0 16,-2 0 9-16,1 0 1 15,1 0-3-15,-3 0 1 16,-1 0-27-16,2 0 0 16,1 4 20-16,1-4 0 15,-1-4-23-15,3 4 1 16,3 0-5-16,2 0 0 0,3 4 50 15,-1-2 1-15,2-2-55 16,-2 0 0-16,1-2 36 16,-1 2 0-16,2-4-39 15,-3-1 0-15,5-3 25 16,1 3 1-16,2 1-23 16,0-3 0-16,1 2 16 15,-1 1 0-15,0 1-2 16,-2 1 1-16,1-2-7 15,-1-1 0-15,2-3-8 0,2 1 1 16,4 2-36-16,-1-4 1 16,3 5 30-1,-2-1 1-15,1 1 9 0,-1 4 1 16,0 0-8-16,1 0 0 16,4 0 27-16,2 0 0 15,4-7-27-15,15 3 1 16,7-1-2-16,-6-1 0 15,0-1-1-15,-3 4 1 16,0 3-9-16,-6 0 0 16,-2 0 9-16,-12 0 0 15,-8 0-8-15,3 0 1 16,-1 1 12-16,20-1 1 16,15-1 10-16,-5-1 1 0,1-2 0 15,-5 4 1-15,-3 0-25 16,1 0 0-16,6 6-1 15,-5-3 0-15,-1 1 12 16,-4-2 0-16,-1-1-9 16,3 1 1-16,3 2 10 15,3-1 0-15,1-1 3 16,3 2 0-16,2 0 7 16,-2-1 0-16,-1-6-16 15,0 3 0-15,4 0 5 0,-2 0 0 16,2 3-22-16,4-3 0 15,1 0 18-15,1 0 1 16,-1 0-3-16,-5 0 1 16,-2 4 1-16,4 1 1 15,0-1 13-15,-2-4 1 16,-2 0-15-16,-2 0 0 16,0 0 0-16,6 0 0 15,2 3-1-15,-3-4 0 16,-1-5-8-16,4 3 0 15,1-1 8-15,1 2 0 16,1-1-8-16,-5-1 0 16,-4-2 8-16,0 6 1 15,0 2 27-15,-4-2 0 16,-1 0-38-16,-4 2 1 16,-2 4 16-16,2-3 0 15,0-3-15-15,-4 6 0 0,0 3-2 16,-4-2 1-16,-3 0 11 15,-6-5 0-15,-5-4 2 16,-6 2 1-16,-7-2 18 16,3 2 1-16,-1 2-33 15,-4 3 0-15,-2-1 14 16,-2 1 0-16,-1 3-1 16,-3-6 0-16,-1-2-2 15,-6 0 1-15,-4 0-5 0,-3 0 1 16,-4 1 1-16,-1-1 1 15,-5 0-4-15,-5 0 1 16,0 0 2-16,0 0 1 16,0 0-53-16,0 0 1 15,0 0-20-15,0 0 0 16,0 0-77-16,0 0 1 16,-17 2-385-16,-1-2 0 15,0 0 169-15</inkml:trace>
  <inkml:trace contextRef="#ctx0" brushRef="#br0" timeOffset="2417.73">5851 9156 270 0,'5'0'0'16,"8"0"306"-16,-13 0 0 15,10-5-120-15,-10 5 1 16,0 0-121-16,0 0 0 16,0 0-48-16,0 0 0 15,9 0 66-15,2 2 0 16,4 1-32-16,1 1 1 16,5-4-18-16,10 4 0 15,6 1-29-15,0-5 1 16,0 2 34-16,5-2 0 15,1-2 0-15,-3 2 0 0,3-4-2 16,-4 8 0-16,-1-2-53 16,7 0 1-16,1-1 72 15,4 1 0-15,1-2-43 16,5-3 1-16,5-1-14 16,-6-1 1-16,6 1 0 15,-2 0 1-15,-2-3 0 16,4 5 1-16,2-1 41 15,0 3 1-15,1-6-48 16,1 3 0-16,-4-1 18 0,-2 1 0 16,2 1-8-16,-6 2 0 15,1 0-9-15,-1 5 0 16,2-1 0-16,2-4 0 16,2 2 48-16,-3-2 1 15,1-2-108-15,2 2 0 16,-4-4 70-16,2-1 1 15,0 1 5-15,-2 0 0 16,2-1-16-16,-7 1 0 16,0 1 31-16,3-1 1 15,0-1-43-15,1 1 1 16,1-1 26-16,-2 1 0 16,-7-1-19-16,2 1 0 15,0-5 0-15,2 5 1 16,-1 1-14-16,5-3 1 0,-1 5 8 15,1-1 1-15,-1 2 5 16,-1-4 1-16,-1-5-3 16,-1 6 1-16,-1 3 12 15,-3-4 0-15,6 0-11 16,-6 4 0-16,2 0 15 16,-4-1 1-16,0-5-33 15,-11 1 1-15,0-1 15 16,-1 1 0-16,2 1 0 15,-4-1 0-15,-3 1-20 0,5 1 0 16,1-1 55 0,-8 2 1-16,1 0-44 0,0 1 0 15,-1 1 8-15,-3 0 1 16,0 0-2-16,-5 0 0 16,1-4 3-16,1 4 1 15,-3 0 10-15,1-4 0 16,1 1-12-16,-7 1 0 15,2-2 0-15,-6 4 1 16,0-3-6-16,0 1 0 16,-3 2 4-16,-6 0 0 15,13 0-9-15,-13 0 0 16,0 0 10-16,0 0 0 16,0 0-16-16,0 0 1 15,0 0-32-15,0 0 1 16,0 0-111-16,0 0 1 15,0 0-180-15,0 0 0 16,0 0-554-16</inkml:trace>
  <inkml:trace contextRef="#ctx0" brushRef="#br0" timeOffset="37967.6">21174 11897 259 0,'0'0'0'0,"17"-2"-7"0,-17 2 1 16,0 0 272-16,0 0 1 15,0 0-152-15,0 0 0 16,0 0 45-16,0 0 0 16,0 0-75-16,0 0 0 15,-9 0-53-15,-4 2 1 16,-6 2-31-16,-3 1 0 16,-5 4-4-16,-5 6 0 15,-5 5-6-15,-2-2 0 16,-3 2 63-16,-2-1 1 15,-1 3-79-15,-1 0 1 16,-2-2 21-16,-3 0 1 16,-3-1 35-16,-9-2 1 15,-5-5-35-15,1-1 0 0,-5-4-1 16,0 1 1-16,-7-3-2 16,-13-1 0-16,-13-3 43 15,10-1 1-15,3 0-23 16,3-5 0-16,3-2-17 15,-1-8 0-15,4-8 6 16,-2 1 1-16,4-3-10 16,-1 1 0-16,1-1-7 15,2 2 0-15,3-3-44 0,15 6 1 16,13 4 84-16,-4 0 0 16,1 0-28-16,6 1 0 15,5 3-6-15,-3-1 0 16,3 0 0-16,7 4 1 15,7 2-7-15,5-4 1 16,3 4-21-16,5 2 0 16,4 3-39-16,3-4 1 15,-1 4-36-15,7 2 1 16,0 0-874-16</inkml:trace>
  <inkml:trace contextRef="#ctx0" brushRef="#br0" timeOffset="38331.75">18695 11579 505 0,'-9'22'0'0,"-4"10"113"16,13-32 0-16,-6-16-138 16,3 5 1-16,-3-3-21 15,-11 10 0-15,-7 4 79 0,2 4 0 16,0 5-52 0,0 4 0-16,-4-1-34 15,4-5 0-15,2 2 110 0,-4 6 0 16,0 1-18-16,1-1 0 15,9-1-21-15,-3-1 1 16,6-4-53-16,2 7 0 16,5 2-41-16,10 4 0 15,1-1-254-15</inkml:trace>
</inkml:ink>
</file>

<file path=ppt/ink/ink5.xml><?xml version="1.0" encoding="utf-8"?>
<inkml:ink xmlns:inkml="http://www.w3.org/2003/InkML">
  <inkml:definitions>
    <inkml:context xml:id="ctx0">
      <inkml:inkSource xml:id="inkSrc0">
        <inkml:traceFormat>
          <inkml:channel name="X" type="integer" max="18344" units="cm"/>
          <inkml:channel name="Y" type="integer" max="10544" units="cm"/>
          <inkml:channel name="F" type="integer" max="4096" units="dev"/>
          <inkml:channel name="T" type="integer" max="2.14748E9" units="dev"/>
        </inkml:traceFormat>
        <inkml:channelProperties>
          <inkml:channelProperty channel="X" name="resolution" value="623.94556" units="1/cm"/>
          <inkml:channelProperty channel="Y" name="resolution" value="635.18073" units="1/cm"/>
          <inkml:channelProperty channel="F" name="resolution" value="0" units="1/dev"/>
          <inkml:channelProperty channel="T" name="resolution" value="1" units="1/dev"/>
        </inkml:channelProperties>
      </inkml:inkSource>
      <inkml:timestamp xml:id="ts0" timeString="2021-10-27T11:38:20.143"/>
    </inkml:context>
    <inkml:brush xml:id="br0">
      <inkml:brushProperty name="width" value="0.05292" units="cm"/>
      <inkml:brushProperty name="height" value="0.05292" units="cm"/>
      <inkml:brushProperty name="color" value="#FF0000"/>
    </inkml:brush>
  </inkml:definitions>
  <inkml:trace contextRef="#ctx0" brushRef="#br0">19072 8472 326 0,'0'0'0'0,"0"0"233"15,0 0 1-15,29 5-49 16,-9-1 0-16,4-2-59 16,6-2 1-16,5 0-26 15,2 0 1-15,2 0-16 16,1 3 0-16,3 1-28 16,5 1 0-16,3 2-53 15,9-1 1-15,6-3 26 16,2 1 1-16,4-4-32 0,19-4 0 15,14 4 33-15,-7-3 0 16,2 1-34-16,-8 0 0 16,-3 0 32-16,1 4 1 15,0 5-6-15,3-3 0 16,3-4-43-16,5 5 1 16,8 3 16-16,-7-5 1 15,3 3-10-15,-3-3 0 16,-3-1 8-16,12 0 0 15,9 0 7-15,2 1 1 16,3-3-9-16,1 0 0 16,-1 0 2-16,-1 0 1 15,0 4 7-15,-4-8 1 16,0-1-11-16,0 1 0 16,2-3 4-16,-4 2 1 15,-2-3-6-15,-3 5 1 0,-4 1 1 16,0-2 0-16,0 1 6 15,-8-3 0-15,-3-1-3 16,-2 4 1-16,-4 1-9 16,-7 2 1-16,-4-4 5 15,-12 4 0-15,-8 4-5 16,-6-2 0-16,-5 5 4 16,-6-2 0-16,-5 6-21 15,-15-2 0-15,-11-4-303 16,-2 3 0-16,0-5-645 15</inkml:trace>
  <inkml:trace contextRef="#ctx0" brushRef="#br0" timeOffset="2000.21">11561 9877 718 0,'8'-3'0'0,"3"-6"26"0,5 5 0 15,8 8 137-15,-3-1 1 16,3 3 8-16,-2-1 1 16,2 2-41-16,5 1 0 15,6-3-47-15,2 2 1 16,6-1-22-16,-1-3 0 15,1-1-23-15,-3-2 1 16,3-2 26-16,-1 2 1 16,4 2-43-16,2 0 0 15,6 3-13-15,1-5 0 16,6 2 23-16,0 2 1 16,4-1-38-16,-1 1 1 15,-1 1 2-15,9-1 0 16,0 0 28-16,13-4 0 15,11 0-29-15,-4 1 1 16,4 3 35-16,2 0 0 16,2-1-68-16,-10-3 0 0,-1 0 57 15,9 0 0-15,3-3-26 16,7 3 0-16,0 0 5 16,0 3 0-16,-1-1-6 15,-2 0 0-15,-2 0 2 16,4 1 0-16,0 1-1 15,8-1 1-15,5-1-3 16,-4-2 1-16,-7-2 14 16,9-3 1-16,4-6-18 15,-4 8 1-15,2 3 15 0,4-4 0 16,3 0-2-16,-3 3 0 16,-2 1-6-16,-2-8 0 15,-4-1-1-15,6 0 1 16,4-7-5-16,-6 3 1 15,0 1-9-15,1-1 0 16,5-1 9-16,-6 3 0 16,-2 0-2-16,-2 4 1 15,1-4 1-15,-1-2 0 16,2-1 27-16,0-4 0 16,2-6-56-16,0 6 0 15,2-5 38-15,-7 3 0 16,-5 4-20-16,1-3 1 15,0 3 22-15,-4 2 1 0,0-1-14 16,-3 3 0-16,-1-1 6 16,-2-1 0-16,1-3 3 15,-2 5 1-15,1-1-9 16,-7 0 1-16,1 1-11 16,-7 3 1-16,-5 1 4 15,-3 3 0-15,-6 1 5 16,-4 1 0-16,-6 1-4 15,-1 0 1-15,-4 0 39 16,-9-1 1-16,-8-3-66 16,-12 3 0-16,-12-1 64 0,-3 4 0 15,-4-3-50-15,-1 3 0 16,-3 0 16-16,-7 0 1 16,5 3-39-16,-5-3 0 15,0 0-107 1,0 0 1-16,-3-9-278 0,-8-2 1 15,-4 0-492-15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398C4478-F009-4084-AF5B-5BBC1C5391ED}" type="datetimeFigureOut">
              <a:rPr lang="en-US"/>
              <a:pPr>
                <a:defRPr/>
              </a:pPr>
              <a:t>3/12/2025</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AU"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4AE8BB69-AF1B-45E0-A550-DEEAC09AE992}" type="slidenum">
              <a:rPr lang="en-AU"/>
              <a:pPr>
                <a:defRPr/>
              </a:pPr>
              <a:t>‹#›</a:t>
            </a:fld>
            <a:endParaRPr lang="en-AU"/>
          </a:p>
        </p:txBody>
      </p:sp>
    </p:spTree>
    <p:extLst>
      <p:ext uri="{BB962C8B-B14F-4D97-AF65-F5344CB8AC3E}">
        <p14:creationId xmlns:p14="http://schemas.microsoft.com/office/powerpoint/2010/main" val="7458512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6D7BA362-69E2-4DDC-BADC-7B11D5BE817A}" type="datetimeFigureOut">
              <a:rPr lang="en-US"/>
              <a:pPr>
                <a:defRPr/>
              </a:pPr>
              <a:t>3/12/2025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DB08EB19-C617-4428-9A2B-3B89409218EA}"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73722BA4-39B3-45A1-A7AC-1F3918C8D142}" type="datetimeFigureOut">
              <a:rPr lang="en-US"/>
              <a:pPr>
                <a:defRPr/>
              </a:pPr>
              <a:t>3/12/2025</a:t>
            </a:fld>
            <a:endParaRPr lang="en-AU"/>
          </a:p>
        </p:txBody>
      </p:sp>
      <p:sp>
        <p:nvSpPr>
          <p:cNvPr id="9" name="Footer Placeholder 4"/>
          <p:cNvSpPr>
            <a:spLocks noGrp="1"/>
          </p:cNvSpPr>
          <p:nvPr>
            <p:ph type="ftr" sz="quarter" idx="11"/>
          </p:nvPr>
        </p:nvSpPr>
        <p:spPr/>
        <p:txBody>
          <a:bodyPr/>
          <a:lstStyle>
            <a:lvl1pPr>
              <a:defRPr/>
            </a:lvl1pPr>
            <a:extLst/>
          </a:lstStyle>
          <a:p>
            <a:pPr>
              <a:defRPr/>
            </a:pPr>
            <a:endParaRPr lang="en-AU"/>
          </a:p>
        </p:txBody>
      </p:sp>
      <p:sp>
        <p:nvSpPr>
          <p:cNvPr id="10" name="Slide Number Placeholder 5"/>
          <p:cNvSpPr>
            <a:spLocks noGrp="1"/>
          </p:cNvSpPr>
          <p:nvPr>
            <p:ph type="sldNum" sz="quarter" idx="12"/>
          </p:nvPr>
        </p:nvSpPr>
        <p:spPr/>
        <p:txBody>
          <a:bodyPr/>
          <a:lstStyle>
            <a:lvl1pPr>
              <a:defRPr/>
            </a:lvl1pPr>
            <a:extLst/>
          </a:lstStyle>
          <a:p>
            <a:pPr>
              <a:defRPr/>
            </a:pPr>
            <a:fld id="{5E03B330-A60E-4F9A-B368-AA9E0D2C0C63}"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FAD928D8-2A07-4C9A-AC2B-B87C68A18E32}" type="datetimeFigureOut">
              <a:rPr lang="en-US"/>
              <a:pPr>
                <a:defRPr/>
              </a:pPr>
              <a:t>3/12/2025</a:t>
            </a:fld>
            <a:endParaRPr lang="en-AU"/>
          </a:p>
        </p:txBody>
      </p:sp>
      <p:sp>
        <p:nvSpPr>
          <p:cNvPr id="6" name="Footer Placeholder 9"/>
          <p:cNvSpPr>
            <a:spLocks noGrp="1"/>
          </p:cNvSpPr>
          <p:nvPr>
            <p:ph type="ftr" sz="quarter" idx="11"/>
          </p:nvPr>
        </p:nvSpPr>
        <p:spPr/>
        <p:txBody>
          <a:bodyPr/>
          <a:lstStyle>
            <a:lvl1pPr>
              <a:defRPr/>
            </a:lvl1pPr>
          </a:lstStyle>
          <a:p>
            <a:pPr>
              <a:defRPr/>
            </a:pPr>
            <a:endParaRPr lang="en-AU"/>
          </a:p>
        </p:txBody>
      </p:sp>
      <p:sp>
        <p:nvSpPr>
          <p:cNvPr id="7" name="Slide Number Placeholder 21"/>
          <p:cNvSpPr>
            <a:spLocks noGrp="1"/>
          </p:cNvSpPr>
          <p:nvPr>
            <p:ph type="sldNum" sz="quarter" idx="12"/>
          </p:nvPr>
        </p:nvSpPr>
        <p:spPr/>
        <p:txBody>
          <a:bodyPr/>
          <a:lstStyle>
            <a:lvl1pPr>
              <a:defRPr/>
            </a:lvl1pPr>
          </a:lstStyle>
          <a:p>
            <a:pPr>
              <a:defRPr/>
            </a:pPr>
            <a:fld id="{09FB0840-58FB-42AE-B722-DA08D68A1B7A}"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97E289E5-BF1E-4F65-9039-EDEE690F93CE}" type="datetimeFigureOut">
              <a:rPr lang="en-US"/>
              <a:pPr>
                <a:defRPr/>
              </a:pPr>
              <a:t>3/12/2025</a:t>
            </a:fld>
            <a:endParaRPr lang="en-AU"/>
          </a:p>
        </p:txBody>
      </p:sp>
      <p:sp>
        <p:nvSpPr>
          <p:cNvPr id="8" name="Footer Placeholder 7"/>
          <p:cNvSpPr>
            <a:spLocks noGrp="1"/>
          </p:cNvSpPr>
          <p:nvPr>
            <p:ph type="ftr" sz="quarter" idx="11"/>
          </p:nvPr>
        </p:nvSpPr>
        <p:spPr/>
        <p:txBody>
          <a:bodyPr/>
          <a:lstStyle>
            <a:lvl1pPr>
              <a:defRPr/>
            </a:lvl1pPr>
            <a:extLst/>
          </a:lstStyle>
          <a:p>
            <a:pPr>
              <a:defRPr/>
            </a:pPr>
            <a:endParaRPr lang="en-AU"/>
          </a:p>
        </p:txBody>
      </p:sp>
      <p:sp>
        <p:nvSpPr>
          <p:cNvPr id="9" name="Slide Number Placeholder 8"/>
          <p:cNvSpPr>
            <a:spLocks noGrp="1"/>
          </p:cNvSpPr>
          <p:nvPr>
            <p:ph type="sldNum" sz="quarter" idx="12"/>
          </p:nvPr>
        </p:nvSpPr>
        <p:spPr/>
        <p:txBody>
          <a:bodyPr/>
          <a:lstStyle>
            <a:lvl1pPr>
              <a:defRPr/>
            </a:lvl1pPr>
            <a:extLst/>
          </a:lstStyle>
          <a:p>
            <a:pPr>
              <a:defRPr/>
            </a:pPr>
            <a:fld id="{96944B55-65F2-47D6-AA9A-06DBBEBDF1AA}"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E85752A6-4FF7-4D96-86DC-D5737A5BCD80}" type="datetimeFigureOut">
              <a:rPr lang="en-US"/>
              <a:pPr>
                <a:defRPr/>
              </a:pPr>
              <a:t>3/12/2025</a:t>
            </a:fld>
            <a:endParaRPr lang="en-AU"/>
          </a:p>
        </p:txBody>
      </p:sp>
      <p:sp>
        <p:nvSpPr>
          <p:cNvPr id="4" name="Footer Placeholder 9"/>
          <p:cNvSpPr>
            <a:spLocks noGrp="1"/>
          </p:cNvSpPr>
          <p:nvPr>
            <p:ph type="ftr" sz="quarter" idx="11"/>
          </p:nvPr>
        </p:nvSpPr>
        <p:spPr/>
        <p:txBody>
          <a:bodyPr/>
          <a:lstStyle>
            <a:lvl1pPr>
              <a:defRPr/>
            </a:lvl1pPr>
          </a:lstStyle>
          <a:p>
            <a:pPr>
              <a:defRPr/>
            </a:pPr>
            <a:endParaRPr lang="en-AU"/>
          </a:p>
        </p:txBody>
      </p:sp>
      <p:sp>
        <p:nvSpPr>
          <p:cNvPr id="5" name="Slide Number Placeholder 21"/>
          <p:cNvSpPr>
            <a:spLocks noGrp="1"/>
          </p:cNvSpPr>
          <p:nvPr>
            <p:ph type="sldNum" sz="quarter" idx="12"/>
          </p:nvPr>
        </p:nvSpPr>
        <p:spPr/>
        <p:txBody>
          <a:bodyPr/>
          <a:lstStyle>
            <a:lvl1pPr>
              <a:defRPr/>
            </a:lvl1pPr>
          </a:lstStyle>
          <a:p>
            <a:pPr>
              <a:defRPr/>
            </a:pPr>
            <a:fld id="{6787F683-B714-4840-9F7B-D54158E195FB}"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076632DF-7466-44F8-B14F-7E352A8B1400}" type="datetimeFigureOut">
              <a:rPr lang="en-US"/>
              <a:pPr>
                <a:defRPr/>
              </a:pPr>
              <a:t>3/12/2025</a:t>
            </a:fld>
            <a:endParaRPr lang="en-AU"/>
          </a:p>
        </p:txBody>
      </p:sp>
      <p:sp>
        <p:nvSpPr>
          <p:cNvPr id="5" name="Footer Placeholder 2"/>
          <p:cNvSpPr>
            <a:spLocks noGrp="1"/>
          </p:cNvSpPr>
          <p:nvPr>
            <p:ph type="ftr" sz="quarter" idx="11"/>
          </p:nvPr>
        </p:nvSpPr>
        <p:spPr/>
        <p:txBody>
          <a:bodyPr/>
          <a:lstStyle>
            <a:lvl1pPr>
              <a:defRPr/>
            </a:lvl1pPr>
            <a:extLst/>
          </a:lstStyle>
          <a:p>
            <a:pPr>
              <a:defRPr/>
            </a:pPr>
            <a:endParaRPr lang="en-AU"/>
          </a:p>
        </p:txBody>
      </p:sp>
      <p:sp>
        <p:nvSpPr>
          <p:cNvPr id="6" name="Slide Number Placeholder 3"/>
          <p:cNvSpPr>
            <a:spLocks noGrp="1"/>
          </p:cNvSpPr>
          <p:nvPr>
            <p:ph type="sldNum" sz="quarter" idx="12"/>
          </p:nvPr>
        </p:nvSpPr>
        <p:spPr/>
        <p:txBody>
          <a:bodyPr/>
          <a:lstStyle>
            <a:lvl1pPr>
              <a:defRPr/>
            </a:lvl1pPr>
            <a:extLst/>
          </a:lstStyle>
          <a:p>
            <a:pPr>
              <a:defRPr/>
            </a:pPr>
            <a:fld id="{9B62068E-3DF5-4F07-A479-6ECFC5B4334B}"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FF663F3-C0EA-42A8-9D3C-15DAC77F7ABD}" type="datetimeFigureOut">
              <a:rPr lang="en-US"/>
              <a:pPr>
                <a:defRPr/>
              </a:pPr>
              <a:t>3/12/2025</a:t>
            </a:fld>
            <a:endParaRPr lang="en-AU"/>
          </a:p>
        </p:txBody>
      </p:sp>
      <p:sp>
        <p:nvSpPr>
          <p:cNvPr id="6" name="Footer Placeholder 5"/>
          <p:cNvSpPr>
            <a:spLocks noGrp="1"/>
          </p:cNvSpPr>
          <p:nvPr>
            <p:ph type="ftr" sz="quarter" idx="11"/>
          </p:nvPr>
        </p:nvSpPr>
        <p:spPr/>
        <p:txBody>
          <a:bodyPr/>
          <a:lstStyle>
            <a:lvl1pPr>
              <a:defRPr/>
            </a:lvl1pPr>
            <a:extLst/>
          </a:lstStyle>
          <a:p>
            <a:pPr>
              <a:defRPr/>
            </a:pPr>
            <a:endParaRPr lang="en-AU"/>
          </a:p>
        </p:txBody>
      </p:sp>
      <p:sp>
        <p:nvSpPr>
          <p:cNvPr id="7" name="Slide Number Placeholder 6"/>
          <p:cNvSpPr>
            <a:spLocks noGrp="1"/>
          </p:cNvSpPr>
          <p:nvPr>
            <p:ph type="sldNum" sz="quarter" idx="12"/>
          </p:nvPr>
        </p:nvSpPr>
        <p:spPr/>
        <p:txBody>
          <a:bodyPr/>
          <a:lstStyle>
            <a:lvl1pPr>
              <a:defRPr/>
            </a:lvl1pPr>
            <a:extLst/>
          </a:lstStyle>
          <a:p>
            <a:pPr>
              <a:defRPr/>
            </a:pPr>
            <a:fld id="{B1A95174-CFA5-499D-88D0-D09D2FB1806C}"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532F19D3-364E-4BE1-AB1D-9389337F1716}" type="datetimeFigureOut">
              <a:rPr lang="en-US"/>
              <a:pPr>
                <a:defRPr/>
              </a:pPr>
              <a:t>3/12/2025</a:t>
            </a:fld>
            <a:endParaRPr lang="en-AU"/>
          </a:p>
        </p:txBody>
      </p:sp>
      <p:sp>
        <p:nvSpPr>
          <p:cNvPr id="9" name="Footer Placeholder 5"/>
          <p:cNvSpPr>
            <a:spLocks noGrp="1"/>
          </p:cNvSpPr>
          <p:nvPr>
            <p:ph type="ftr" sz="quarter" idx="11"/>
          </p:nvPr>
        </p:nvSpPr>
        <p:spPr/>
        <p:txBody>
          <a:bodyPr/>
          <a:lstStyle>
            <a:lvl1pPr>
              <a:defRPr/>
            </a:lvl1pPr>
            <a:extLst/>
          </a:lstStyle>
          <a:p>
            <a:pPr>
              <a:defRPr/>
            </a:pPr>
            <a:endParaRPr lang="en-AU"/>
          </a:p>
        </p:txBody>
      </p:sp>
      <p:sp>
        <p:nvSpPr>
          <p:cNvPr id="10" name="Slide Number Placeholder 6"/>
          <p:cNvSpPr>
            <a:spLocks noGrp="1"/>
          </p:cNvSpPr>
          <p:nvPr>
            <p:ph type="sldNum" sz="quarter" idx="12"/>
          </p:nvPr>
        </p:nvSpPr>
        <p:spPr/>
        <p:txBody>
          <a:bodyPr/>
          <a:lstStyle>
            <a:lvl1pPr>
              <a:defRPr/>
            </a:lvl1pPr>
            <a:extLst/>
          </a:lstStyle>
          <a:p>
            <a:pPr>
              <a:defRPr/>
            </a:pPr>
            <a:fld id="{D314A49B-29C5-41E1-9157-AF7F5FD4ACA7}"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9659DBE8-5B23-4758-B47C-E9E341EE3328}" type="datetimeFigureOut">
              <a:rPr lang="en-US"/>
              <a:pPr>
                <a:defRPr/>
              </a:pPr>
              <a:t>3/12/2025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388FE86-17E6-4DB8-A3B4-0AF1C45D9DDE}"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4914BA9B-DFDF-4564-91A2-6DF83062B79A}" type="datetimeFigureOut">
              <a:rPr lang="en-US"/>
              <a:pPr>
                <a:defRPr/>
              </a:pPr>
              <a:t>3/12/2025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920A575-958F-452E-A13F-7BD0F68F6B4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14BD23C4-0CBE-41AD-9915-09C3EB7D8FC5}" type="datetimeFigureOut">
              <a:rPr lang="en-US"/>
              <a:pPr>
                <a:defRPr/>
              </a:pPr>
              <a:t>3/12/2025</a:t>
            </a:fld>
            <a:endParaRPr lang="en-AU"/>
          </a:p>
        </p:txBody>
      </p:sp>
      <p:sp>
        <p:nvSpPr>
          <p:cNvPr id="3" name="Footer Placeholder 9"/>
          <p:cNvSpPr>
            <a:spLocks noGrp="1"/>
          </p:cNvSpPr>
          <p:nvPr>
            <p:ph type="ftr" sz="quarter" idx="11"/>
          </p:nvPr>
        </p:nvSpPr>
        <p:spPr/>
        <p:txBody>
          <a:bodyPr/>
          <a:lstStyle>
            <a:lvl1pPr>
              <a:defRPr/>
            </a:lvl1pPr>
          </a:lstStyle>
          <a:p>
            <a:pPr>
              <a:defRPr/>
            </a:pPr>
            <a:endParaRPr lang="en-AU"/>
          </a:p>
        </p:txBody>
      </p:sp>
      <p:sp>
        <p:nvSpPr>
          <p:cNvPr id="4" name="Slide Number Placeholder 21"/>
          <p:cNvSpPr>
            <a:spLocks noGrp="1"/>
          </p:cNvSpPr>
          <p:nvPr>
            <p:ph type="sldNum" sz="quarter" idx="12"/>
          </p:nvPr>
        </p:nvSpPr>
        <p:spPr/>
        <p:txBody>
          <a:bodyPr/>
          <a:lstStyle>
            <a:lvl1pPr>
              <a:defRPr/>
            </a:lvl1pPr>
          </a:lstStyle>
          <a:p>
            <a:pPr>
              <a:defRPr/>
            </a:pPr>
            <a:fld id="{1AD7BE41-6580-421D-AAB4-199544DFCC6F}"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111073"/>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4674603B-BE21-4B82-834E-441265CC936A}" type="datetimeFigureOut">
              <a:rPr lang="en-US"/>
              <a:pPr>
                <a:defRPr/>
              </a:pPr>
              <a:t>3/12/2025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AU"/>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5D2816C-7373-4FF3-9DF2-CB9F7B7A5FB2}" type="slidenum">
              <a:rPr lang="en-AU"/>
              <a:pPr>
                <a:defRPr/>
              </a:pPr>
              <a:t>‹#›</a:t>
            </a:fld>
            <a:endParaRPr lang="en-AU"/>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2" r:id="rId1"/>
    <p:sldLayoutId id="2147483708" r:id="rId2"/>
    <p:sldLayoutId id="2147483703" r:id="rId3"/>
    <p:sldLayoutId id="2147483709" r:id="rId4"/>
    <p:sldLayoutId id="2147483704" r:id="rId5"/>
    <p:sldLayoutId id="2147483710" r:id="rId6"/>
    <p:sldLayoutId id="2147483711" r:id="rId7"/>
    <p:sldLayoutId id="2147483712" r:id="rId8"/>
    <p:sldLayoutId id="2147483705" r:id="rId9"/>
    <p:sldLayoutId id="2147483706" r:id="rId10"/>
    <p:sldLayoutId id="2147483707" r:id="rId11"/>
    <p:sldLayoutId id="2147483713" r:id="rId12"/>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107504" y="236124"/>
            <a:ext cx="8893006" cy="1536692"/>
          </a:xfrm>
          <a:prstGeom prst="rect">
            <a:avLst/>
          </a:prstGeom>
          <a:solidFill>
            <a:schemeClr val="bg1">
              <a:lumMod val="65000"/>
            </a:schemeClr>
          </a:solidFill>
          <a:ln w="38100" algn="ctr">
            <a:solidFill>
              <a:schemeClr val="bg1">
                <a:lumMod val="50000"/>
              </a:schemeClr>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20" name="Text Box 5"/>
          <p:cNvSpPr txBox="1">
            <a:spLocks noChangeArrowheads="1"/>
          </p:cNvSpPr>
          <p:nvPr/>
        </p:nvSpPr>
        <p:spPr bwMode="auto">
          <a:xfrm>
            <a:off x="-108520" y="4301081"/>
            <a:ext cx="8568988" cy="1828800"/>
          </a:xfrm>
          <a:prstGeom prst="rect">
            <a:avLst/>
          </a:prstGeom>
          <a:noFill/>
          <a:ln w="9525">
            <a:noFill/>
            <a:miter lim="800000"/>
            <a:headEnd/>
            <a:tailEnd/>
          </a:ln>
        </p:spPr>
        <p:txBody>
          <a:bodyPr wrap="none"/>
          <a:lstStyle/>
          <a:p>
            <a:pPr marL="511175" indent="-279400" algn="ctr"/>
            <a:endParaRPr lang="en-US" sz="1200" dirty="0">
              <a:cs typeface="Times New Roman" pitchFamily="18" charset="0"/>
            </a:endParaRPr>
          </a:p>
          <a:p>
            <a:pPr marL="511175" indent="-279400" algn="r"/>
            <a:endParaRPr lang="en-US" dirty="0"/>
          </a:p>
          <a:p>
            <a:pPr marL="511175" indent="-279400" algn="r"/>
            <a:endParaRPr lang="en-US"/>
          </a:p>
          <a:p>
            <a:pPr marL="511175" indent="-279400" algn="r"/>
            <a:r>
              <a:rPr lang="en-US"/>
              <a:t>Dr</a:t>
            </a:r>
            <a:r>
              <a:rPr lang="en-US" dirty="0"/>
              <a:t>. Sumaira Nazir</a:t>
            </a:r>
          </a:p>
          <a:p>
            <a:pPr marL="511175" indent="-279400" algn="r"/>
            <a:r>
              <a:rPr lang="en-US" dirty="0"/>
              <a:t>Department of Software Engineering</a:t>
            </a:r>
          </a:p>
          <a:p>
            <a:pPr marL="511175" indent="-279400" algn="r"/>
            <a:r>
              <a:rPr lang="en-US" dirty="0"/>
              <a:t>National University of Modern Languages, Islamabad</a:t>
            </a:r>
          </a:p>
          <a:p>
            <a:pPr marL="511175" indent="-279400" algn="ctr"/>
            <a:endParaRPr lang="en-US" dirty="0"/>
          </a:p>
        </p:txBody>
      </p:sp>
      <p:sp>
        <p:nvSpPr>
          <p:cNvPr id="2" name="TextBox 1">
            <a:extLst>
              <a:ext uri="{FF2B5EF4-FFF2-40B4-BE49-F238E27FC236}">
                <a16:creationId xmlns:a16="http://schemas.microsoft.com/office/drawing/2014/main" id="{E370068C-DD74-4ED8-9B03-A9F8221E847B}"/>
              </a:ext>
            </a:extLst>
          </p:cNvPr>
          <p:cNvSpPr txBox="1"/>
          <p:nvPr/>
        </p:nvSpPr>
        <p:spPr>
          <a:xfrm>
            <a:off x="269513" y="742860"/>
            <a:ext cx="8568987" cy="523220"/>
          </a:xfrm>
          <a:prstGeom prst="rect">
            <a:avLst/>
          </a:prstGeom>
          <a:noFill/>
        </p:spPr>
        <p:txBody>
          <a:bodyPr wrap="square" rtlCol="0">
            <a:spAutoFit/>
          </a:bodyPr>
          <a:lstStyle/>
          <a:p>
            <a:pPr algn="ctr"/>
            <a:r>
              <a:rPr lang="en-MY" sz="2800" b="1" dirty="0">
                <a:latin typeface="Times" panose="02020603060405020304" pitchFamily="18" charset="0"/>
              </a:rPr>
              <a:t>Software Project Management</a:t>
            </a:r>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normAutofit/>
          </a:bodyPr>
          <a:lstStyle/>
          <a:p>
            <a:pPr eaLnBrk="1" hangingPunct="1"/>
            <a:r>
              <a:rPr lang="en-US" sz="2800" dirty="0"/>
              <a:t>Program and Project Portfolio Management</a:t>
            </a:r>
            <a:endParaRPr lang="en-US" altLang="en-US" sz="2800" dirty="0"/>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364101543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a:extLst>
              <a:ext uri="{FF2B5EF4-FFF2-40B4-BE49-F238E27FC236}">
                <a16:creationId xmlns:a16="http://schemas.microsoft.com/office/drawing/2014/main" id="{F72A4BFF-1AED-4D83-903F-1042267C93F0}"/>
              </a:ext>
            </a:extLst>
          </p:cNvPr>
          <p:cNvSpPr>
            <a:spLocks noGrp="1" noChangeArrowheads="1"/>
          </p:cNvSpPr>
          <p:nvPr>
            <p:ph type="title"/>
          </p:nvPr>
        </p:nvSpPr>
        <p:spPr/>
        <p:txBody>
          <a:bodyPr/>
          <a:lstStyle/>
          <a:p>
            <a:pPr eaLnBrk="1" hangingPunct="1"/>
            <a:r>
              <a:rPr lang="en-US" sz="3600" dirty="0"/>
              <a:t>Program </a:t>
            </a:r>
            <a:endParaRPr lang="en-US" altLang="en-US" sz="3300" dirty="0">
              <a:latin typeface="Times New Roman" panose="02020603050405020304" pitchFamily="18" charset="0"/>
            </a:endParaRPr>
          </a:p>
        </p:txBody>
      </p:sp>
      <p:sp>
        <p:nvSpPr>
          <p:cNvPr id="9219" name="Rectangle 3">
            <a:extLst>
              <a:ext uri="{FF2B5EF4-FFF2-40B4-BE49-F238E27FC236}">
                <a16:creationId xmlns:a16="http://schemas.microsoft.com/office/drawing/2014/main" id="{54B626C8-E28C-4B76-BA95-B77BF0852D7F}"/>
              </a:ext>
            </a:extLst>
          </p:cNvPr>
          <p:cNvSpPr>
            <a:spLocks noGrp="1" noChangeArrowheads="1"/>
          </p:cNvSpPr>
          <p:nvPr>
            <p:ph idx="1"/>
          </p:nvPr>
        </p:nvSpPr>
        <p:spPr>
          <a:xfrm>
            <a:off x="1406928" y="1196752"/>
            <a:ext cx="7499350" cy="4800600"/>
          </a:xfrm>
        </p:spPr>
        <p:txBody>
          <a:bodyPr/>
          <a:lstStyle/>
          <a:p>
            <a:pPr algn="just" eaLnBrk="1" hangingPunct="1"/>
            <a:r>
              <a:rPr lang="en-US" sz="2800" dirty="0">
                <a:solidFill>
                  <a:srgbClr val="FF0000"/>
                </a:solidFill>
              </a:rPr>
              <a:t>A program is “a group of related projects.</a:t>
            </a:r>
          </a:p>
          <a:p>
            <a:pPr algn="just" eaLnBrk="1" hangingPunct="1"/>
            <a:r>
              <a:rPr lang="en-US" sz="2800" dirty="0"/>
              <a:t>Program activities managed in a coordinated manner to obtain benefits and control not available from managing them individually.</a:t>
            </a:r>
          </a:p>
          <a:p>
            <a:pPr algn="just" eaLnBrk="1" hangingPunct="1"/>
            <a:r>
              <a:rPr lang="en-US" sz="2800" dirty="0"/>
              <a:t>It is often more economical to group projects together to help streamline management, staffing, purchasing, and other work. </a:t>
            </a:r>
          </a:p>
          <a:p>
            <a:pPr algn="just" eaLnBrk="1" hangingPunct="1"/>
            <a:r>
              <a:rPr lang="en-US" sz="2800" dirty="0">
                <a:solidFill>
                  <a:srgbClr val="FF0000"/>
                </a:solidFill>
              </a:rPr>
              <a:t>Programs are not large projects;</a:t>
            </a:r>
            <a:r>
              <a:rPr lang="en-US" sz="2800" dirty="0"/>
              <a:t> a megaproject is a very large project that typically costs over US$1 billion, affects over one million people, and lasts several years.</a:t>
            </a:r>
            <a:endParaRPr lang="en-US" alt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a:extLst>
              <a:ext uri="{FF2B5EF4-FFF2-40B4-BE49-F238E27FC236}">
                <a16:creationId xmlns:a16="http://schemas.microsoft.com/office/drawing/2014/main" id="{F72A4BFF-1AED-4D83-903F-1042267C93F0}"/>
              </a:ext>
            </a:extLst>
          </p:cNvPr>
          <p:cNvSpPr>
            <a:spLocks noGrp="1" noChangeArrowheads="1"/>
          </p:cNvSpPr>
          <p:nvPr>
            <p:ph type="title"/>
          </p:nvPr>
        </p:nvSpPr>
        <p:spPr/>
        <p:txBody>
          <a:bodyPr/>
          <a:lstStyle/>
          <a:p>
            <a:pPr eaLnBrk="1" hangingPunct="1"/>
            <a:r>
              <a:rPr lang="en-US" sz="3600" dirty="0"/>
              <a:t>Program cont. </a:t>
            </a:r>
            <a:endParaRPr lang="en-US" altLang="en-US" sz="3300" dirty="0">
              <a:latin typeface="Times New Roman" panose="02020603050405020304" pitchFamily="18" charset="0"/>
            </a:endParaRPr>
          </a:p>
        </p:txBody>
      </p:sp>
      <p:sp>
        <p:nvSpPr>
          <p:cNvPr id="9219" name="Rectangle 3">
            <a:extLst>
              <a:ext uri="{FF2B5EF4-FFF2-40B4-BE49-F238E27FC236}">
                <a16:creationId xmlns:a16="http://schemas.microsoft.com/office/drawing/2014/main" id="{54B626C8-E28C-4B76-BA95-B77BF0852D7F}"/>
              </a:ext>
            </a:extLst>
          </p:cNvPr>
          <p:cNvSpPr>
            <a:spLocks noGrp="1" noChangeArrowheads="1"/>
          </p:cNvSpPr>
          <p:nvPr>
            <p:ph idx="1"/>
          </p:nvPr>
        </p:nvSpPr>
        <p:spPr>
          <a:xfrm>
            <a:off x="1406928" y="1196752"/>
            <a:ext cx="7499350" cy="4800600"/>
          </a:xfrm>
        </p:spPr>
        <p:txBody>
          <a:bodyPr/>
          <a:lstStyle/>
          <a:p>
            <a:pPr algn="just" eaLnBrk="1" hangingPunct="1"/>
            <a:r>
              <a:rPr lang="en-US" altLang="en-US" sz="2800" dirty="0"/>
              <a:t>Example</a:t>
            </a:r>
          </a:p>
          <a:p>
            <a:pPr algn="just" eaLnBrk="1" hangingPunct="1"/>
            <a:r>
              <a:rPr lang="en-US" sz="2400" dirty="0"/>
              <a:t>Infrastructure: </a:t>
            </a:r>
          </a:p>
          <a:p>
            <a:pPr lvl="1" algn="just" eaLnBrk="1" hangingPunct="1"/>
            <a:r>
              <a:rPr lang="en-US" sz="2000" dirty="0"/>
              <a:t>An IT department often has a </a:t>
            </a:r>
            <a:r>
              <a:rPr lang="en-US" sz="2000" dirty="0">
                <a:solidFill>
                  <a:srgbClr val="FF0000"/>
                </a:solidFill>
              </a:rPr>
              <a:t>program for IT infrastructure projects</a:t>
            </a:r>
            <a:r>
              <a:rPr lang="en-US" sz="2000" dirty="0"/>
              <a:t>. This program could encompass several projects, such as providing more wireless Internet access, upgrading hardware and software, enhancing computer security, and developing and maintaining corporate standards for IT</a:t>
            </a:r>
          </a:p>
          <a:p>
            <a:pPr algn="just" eaLnBrk="1" hangingPunct="1"/>
            <a:endParaRPr lang="en-US" altLang="en-US" sz="2400" dirty="0"/>
          </a:p>
          <a:p>
            <a:pPr algn="just" eaLnBrk="1" hangingPunct="1"/>
            <a:r>
              <a:rPr lang="en-US" sz="2400" dirty="0"/>
              <a:t>User support: </a:t>
            </a:r>
          </a:p>
          <a:p>
            <a:pPr lvl="1" algn="just" eaLnBrk="1" hangingPunct="1"/>
            <a:r>
              <a:rPr lang="en-US" sz="2000" dirty="0"/>
              <a:t>In addition to the many operational tasks related to user support, many IT departments have several projects to support users. For example, a project might provide a </a:t>
            </a:r>
            <a:r>
              <a:rPr lang="en-US" sz="2000" dirty="0">
                <a:solidFill>
                  <a:srgbClr val="FF0000"/>
                </a:solidFill>
              </a:rPr>
              <a:t>better e-mail system or develop technical training for users</a:t>
            </a:r>
            <a:endParaRPr lang="en-US" altLang="en-US" sz="2000" dirty="0">
              <a:solidFill>
                <a:srgbClr val="FF0000"/>
              </a:solidFill>
            </a:endParaRPr>
          </a:p>
        </p:txBody>
      </p:sp>
    </p:spTree>
    <p:extLst>
      <p:ext uri="{BB962C8B-B14F-4D97-AF65-F5344CB8AC3E}">
        <p14:creationId xmlns:p14="http://schemas.microsoft.com/office/powerpoint/2010/main" val="2188563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A4F6D-43C6-481F-9752-8E9EAC6344B1}"/>
              </a:ext>
            </a:extLst>
          </p:cNvPr>
          <p:cNvSpPr>
            <a:spLocks noGrp="1"/>
          </p:cNvSpPr>
          <p:nvPr>
            <p:ph type="title"/>
          </p:nvPr>
        </p:nvSpPr>
        <p:spPr/>
        <p:txBody>
          <a:bodyPr/>
          <a:lstStyle/>
          <a:p>
            <a:r>
              <a:rPr lang="en-MY" dirty="0"/>
              <a:t>Program Manager</a:t>
            </a:r>
          </a:p>
        </p:txBody>
      </p:sp>
      <p:sp>
        <p:nvSpPr>
          <p:cNvPr id="3" name="Content Placeholder 2">
            <a:extLst>
              <a:ext uri="{FF2B5EF4-FFF2-40B4-BE49-F238E27FC236}">
                <a16:creationId xmlns:a16="http://schemas.microsoft.com/office/drawing/2014/main" id="{A8BBEE0D-1066-4885-9BBE-A4C4EFBB626E}"/>
              </a:ext>
            </a:extLst>
          </p:cNvPr>
          <p:cNvSpPr>
            <a:spLocks noGrp="1"/>
          </p:cNvSpPr>
          <p:nvPr>
            <p:ph idx="1"/>
          </p:nvPr>
        </p:nvSpPr>
        <p:spPr/>
        <p:txBody>
          <a:bodyPr/>
          <a:lstStyle/>
          <a:p>
            <a:pPr algn="just"/>
            <a:r>
              <a:rPr lang="en-US" dirty="0"/>
              <a:t>A program manager </a:t>
            </a:r>
          </a:p>
          <a:p>
            <a:pPr lvl="1" algn="just"/>
            <a:r>
              <a:rPr lang="en-US" dirty="0">
                <a:solidFill>
                  <a:srgbClr val="FF0000"/>
                </a:solidFill>
              </a:rPr>
              <a:t>Provides leadership and direction for the project managers</a:t>
            </a:r>
            <a:r>
              <a:rPr lang="en-US" dirty="0"/>
              <a:t> heading the projects within a program. </a:t>
            </a:r>
          </a:p>
          <a:p>
            <a:pPr lvl="1" algn="just"/>
            <a:r>
              <a:rPr lang="en-US" dirty="0"/>
              <a:t>coordinate the efforts of project teams, functional groups, suppliers, and operations staff supporting the projects </a:t>
            </a:r>
          </a:p>
          <a:p>
            <a:pPr lvl="2" algn="just"/>
            <a:r>
              <a:rPr lang="en-US" dirty="0"/>
              <a:t>to ensure that products and processes are implemented to maximize benefits. </a:t>
            </a:r>
            <a:endParaRPr lang="en-MY" dirty="0"/>
          </a:p>
        </p:txBody>
      </p:sp>
    </p:spTree>
    <p:extLst>
      <p:ext uri="{BB962C8B-B14F-4D97-AF65-F5344CB8AC3E}">
        <p14:creationId xmlns:p14="http://schemas.microsoft.com/office/powerpoint/2010/main" val="1188626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A4F6D-43C6-481F-9752-8E9EAC6344B1}"/>
              </a:ext>
            </a:extLst>
          </p:cNvPr>
          <p:cNvSpPr>
            <a:spLocks noGrp="1"/>
          </p:cNvSpPr>
          <p:nvPr>
            <p:ph type="title"/>
          </p:nvPr>
        </p:nvSpPr>
        <p:spPr/>
        <p:txBody>
          <a:bodyPr/>
          <a:lstStyle/>
          <a:p>
            <a:r>
              <a:rPr lang="en-MY" dirty="0"/>
              <a:t>Program Manager Cont.</a:t>
            </a:r>
          </a:p>
        </p:txBody>
      </p:sp>
      <p:sp>
        <p:nvSpPr>
          <p:cNvPr id="3" name="Content Placeholder 2">
            <a:extLst>
              <a:ext uri="{FF2B5EF4-FFF2-40B4-BE49-F238E27FC236}">
                <a16:creationId xmlns:a16="http://schemas.microsoft.com/office/drawing/2014/main" id="{A8BBEE0D-1066-4885-9BBE-A4C4EFBB626E}"/>
              </a:ext>
            </a:extLst>
          </p:cNvPr>
          <p:cNvSpPr>
            <a:spLocks noGrp="1"/>
          </p:cNvSpPr>
          <p:nvPr>
            <p:ph idx="1"/>
          </p:nvPr>
        </p:nvSpPr>
        <p:spPr/>
        <p:txBody>
          <a:bodyPr/>
          <a:lstStyle/>
          <a:p>
            <a:pPr algn="just"/>
            <a:r>
              <a:rPr lang="en-US" dirty="0"/>
              <a:t>Program managers are responsible for more than the delivery of project results</a:t>
            </a:r>
          </a:p>
          <a:p>
            <a:pPr marL="82550" indent="0" algn="just">
              <a:buNone/>
            </a:pPr>
            <a:endParaRPr lang="en-US" dirty="0"/>
          </a:p>
          <a:p>
            <a:pPr algn="just"/>
            <a:r>
              <a:rPr lang="en-US" dirty="0"/>
              <a:t>They are change agents responsible for the success of products and processes developed by those projects.</a:t>
            </a:r>
          </a:p>
        </p:txBody>
      </p:sp>
    </p:spTree>
    <p:extLst>
      <p:ext uri="{BB962C8B-B14F-4D97-AF65-F5344CB8AC3E}">
        <p14:creationId xmlns:p14="http://schemas.microsoft.com/office/powerpoint/2010/main" val="1453261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A4F6D-43C6-481F-9752-8E9EAC6344B1}"/>
              </a:ext>
            </a:extLst>
          </p:cNvPr>
          <p:cNvSpPr>
            <a:spLocks noGrp="1"/>
          </p:cNvSpPr>
          <p:nvPr>
            <p:ph type="title"/>
          </p:nvPr>
        </p:nvSpPr>
        <p:spPr/>
        <p:txBody>
          <a:bodyPr/>
          <a:lstStyle/>
          <a:p>
            <a:r>
              <a:rPr lang="en-MY" dirty="0"/>
              <a:t>Program Manager Cont.</a:t>
            </a:r>
          </a:p>
        </p:txBody>
      </p:sp>
      <p:sp>
        <p:nvSpPr>
          <p:cNvPr id="3" name="Content Placeholder 2">
            <a:extLst>
              <a:ext uri="{FF2B5EF4-FFF2-40B4-BE49-F238E27FC236}">
                <a16:creationId xmlns:a16="http://schemas.microsoft.com/office/drawing/2014/main" id="{A8BBEE0D-1066-4885-9BBE-A4C4EFBB626E}"/>
              </a:ext>
            </a:extLst>
          </p:cNvPr>
          <p:cNvSpPr>
            <a:spLocks noGrp="1"/>
          </p:cNvSpPr>
          <p:nvPr>
            <p:ph idx="1"/>
          </p:nvPr>
        </p:nvSpPr>
        <p:spPr/>
        <p:txBody>
          <a:bodyPr/>
          <a:lstStyle/>
          <a:p>
            <a:pPr algn="just"/>
            <a:r>
              <a:rPr lang="en-US" dirty="0"/>
              <a:t>Program managers o</a:t>
            </a:r>
            <a:r>
              <a:rPr lang="en-US" dirty="0">
                <a:solidFill>
                  <a:srgbClr val="FF0000"/>
                </a:solidFill>
              </a:rPr>
              <a:t>ften have review meetings with all their project managers </a:t>
            </a:r>
            <a:r>
              <a:rPr lang="en-US" dirty="0"/>
              <a:t>to share important information and coordinate important aspects of each project. </a:t>
            </a:r>
          </a:p>
          <a:p>
            <a:pPr algn="just"/>
            <a:r>
              <a:rPr lang="en-US" dirty="0"/>
              <a:t>Many program managers </a:t>
            </a:r>
            <a:r>
              <a:rPr lang="en-US" dirty="0">
                <a:solidFill>
                  <a:srgbClr val="FF0000"/>
                </a:solidFill>
              </a:rPr>
              <a:t>worked as project managers earlier in their careers,</a:t>
            </a:r>
            <a:r>
              <a:rPr lang="en-US" dirty="0"/>
              <a:t> and they enjoy sharing their wisdom and expertise with their project managers.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7169EE3-5F71-4AEC-A71C-146D00817F81}"/>
                  </a:ext>
                </a:extLst>
              </p14:cNvPr>
              <p14:cNvContentPartPr/>
              <p14:nvPr/>
            </p14:nvContentPartPr>
            <p14:xfrm>
              <a:off x="6968160" y="5449320"/>
              <a:ext cx="1679040" cy="65160"/>
            </p14:xfrm>
          </p:contentPart>
        </mc:Choice>
        <mc:Fallback xmlns="">
          <p:pic>
            <p:nvPicPr>
              <p:cNvPr id="4" name="Ink 3">
                <a:extLst>
                  <a:ext uri="{FF2B5EF4-FFF2-40B4-BE49-F238E27FC236}">
                    <a16:creationId xmlns:a16="http://schemas.microsoft.com/office/drawing/2014/main" id="{77169EE3-5F71-4AEC-A71C-146D00817F81}"/>
                  </a:ext>
                </a:extLst>
              </p:cNvPr>
              <p:cNvPicPr/>
              <p:nvPr/>
            </p:nvPicPr>
            <p:blipFill>
              <a:blip r:embed="rId3"/>
              <a:stretch>
                <a:fillRect/>
              </a:stretch>
            </p:blipFill>
            <p:spPr>
              <a:xfrm>
                <a:off x="6958800" y="5439960"/>
                <a:ext cx="1697760" cy="83880"/>
              </a:xfrm>
              <a:prstGeom prst="rect">
                <a:avLst/>
              </a:prstGeom>
            </p:spPr>
          </p:pic>
        </mc:Fallback>
      </mc:AlternateContent>
    </p:spTree>
    <p:extLst>
      <p:ext uri="{BB962C8B-B14F-4D97-AF65-F5344CB8AC3E}">
        <p14:creationId xmlns:p14="http://schemas.microsoft.com/office/powerpoint/2010/main" val="2834511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A4F6D-43C6-481F-9752-8E9EAC6344B1}"/>
              </a:ext>
            </a:extLst>
          </p:cNvPr>
          <p:cNvSpPr>
            <a:spLocks noGrp="1"/>
          </p:cNvSpPr>
          <p:nvPr>
            <p:ph type="title"/>
          </p:nvPr>
        </p:nvSpPr>
        <p:spPr/>
        <p:txBody>
          <a:bodyPr/>
          <a:lstStyle/>
          <a:p>
            <a:r>
              <a:rPr lang="en-MY" dirty="0"/>
              <a:t>Program Manager Cont.</a:t>
            </a:r>
          </a:p>
        </p:txBody>
      </p:sp>
      <p:sp>
        <p:nvSpPr>
          <p:cNvPr id="3" name="Content Placeholder 2">
            <a:extLst>
              <a:ext uri="{FF2B5EF4-FFF2-40B4-BE49-F238E27FC236}">
                <a16:creationId xmlns:a16="http://schemas.microsoft.com/office/drawing/2014/main" id="{A8BBEE0D-1066-4885-9BBE-A4C4EFBB626E}"/>
              </a:ext>
            </a:extLst>
          </p:cNvPr>
          <p:cNvSpPr>
            <a:spLocks noGrp="1"/>
          </p:cNvSpPr>
          <p:nvPr>
            <p:ph idx="1"/>
          </p:nvPr>
        </p:nvSpPr>
        <p:spPr/>
        <p:txBody>
          <a:bodyPr/>
          <a:lstStyle/>
          <a:p>
            <a:pPr algn="just"/>
            <a:r>
              <a:rPr lang="en-US" dirty="0"/>
              <a:t>Effective program managers recognize that </a:t>
            </a:r>
            <a:r>
              <a:rPr lang="en-US" dirty="0">
                <a:solidFill>
                  <a:srgbClr val="FF0000"/>
                </a:solidFill>
              </a:rPr>
              <a:t>managing a program is much more complex than managing a single project. </a:t>
            </a:r>
          </a:p>
          <a:p>
            <a:pPr algn="just"/>
            <a:r>
              <a:rPr lang="en-US" dirty="0"/>
              <a:t>They recognize that technical and project management skills are not enough—program managers must also possess strong business knowledge, leadership capabilities, and communication skills</a:t>
            </a:r>
            <a:endParaRPr lang="en-MY"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25751C8-5346-4C34-9319-E5D3ABD6A317}"/>
                  </a:ext>
                </a:extLst>
              </p14:cNvPr>
              <p14:cNvContentPartPr/>
              <p14:nvPr/>
            </p14:nvContentPartPr>
            <p14:xfrm>
              <a:off x="2442600" y="3971520"/>
              <a:ext cx="5177880" cy="1672560"/>
            </p14:xfrm>
          </p:contentPart>
        </mc:Choice>
        <mc:Fallback xmlns="">
          <p:pic>
            <p:nvPicPr>
              <p:cNvPr id="4" name="Ink 3">
                <a:extLst>
                  <a:ext uri="{FF2B5EF4-FFF2-40B4-BE49-F238E27FC236}">
                    <a16:creationId xmlns:a16="http://schemas.microsoft.com/office/drawing/2014/main" id="{625751C8-5346-4C34-9319-E5D3ABD6A317}"/>
                  </a:ext>
                </a:extLst>
              </p:cNvPr>
              <p:cNvPicPr/>
              <p:nvPr/>
            </p:nvPicPr>
            <p:blipFill>
              <a:blip r:embed="rId3"/>
              <a:stretch>
                <a:fillRect/>
              </a:stretch>
            </p:blipFill>
            <p:spPr>
              <a:xfrm>
                <a:off x="2433240" y="3962160"/>
                <a:ext cx="5196600" cy="1691280"/>
              </a:xfrm>
              <a:prstGeom prst="rect">
                <a:avLst/>
              </a:prstGeom>
            </p:spPr>
          </p:pic>
        </mc:Fallback>
      </mc:AlternateContent>
    </p:spTree>
    <p:extLst>
      <p:ext uri="{BB962C8B-B14F-4D97-AF65-F5344CB8AC3E}">
        <p14:creationId xmlns:p14="http://schemas.microsoft.com/office/powerpoint/2010/main" val="2134347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FE0AF-8A16-4878-B8FA-1D7493F83575}"/>
              </a:ext>
            </a:extLst>
          </p:cNvPr>
          <p:cNvSpPr>
            <a:spLocks noGrp="1"/>
          </p:cNvSpPr>
          <p:nvPr>
            <p:ph type="title"/>
          </p:nvPr>
        </p:nvSpPr>
        <p:spPr/>
        <p:txBody>
          <a:bodyPr/>
          <a:lstStyle/>
          <a:p>
            <a:r>
              <a:rPr lang="en-MY" dirty="0"/>
              <a:t>Project Portfolio Management</a:t>
            </a:r>
          </a:p>
        </p:txBody>
      </p:sp>
      <p:sp>
        <p:nvSpPr>
          <p:cNvPr id="3" name="Content Placeholder 2">
            <a:extLst>
              <a:ext uri="{FF2B5EF4-FFF2-40B4-BE49-F238E27FC236}">
                <a16:creationId xmlns:a16="http://schemas.microsoft.com/office/drawing/2014/main" id="{0884B8F2-F872-4B23-AFF5-AFFAE74740F0}"/>
              </a:ext>
            </a:extLst>
          </p:cNvPr>
          <p:cNvSpPr>
            <a:spLocks noGrp="1"/>
          </p:cNvSpPr>
          <p:nvPr>
            <p:ph idx="1"/>
          </p:nvPr>
        </p:nvSpPr>
        <p:spPr/>
        <p:txBody>
          <a:bodyPr/>
          <a:lstStyle/>
          <a:p>
            <a:pPr algn="just"/>
            <a:r>
              <a:rPr lang="en-US" dirty="0"/>
              <a:t>In many organizations, project managers also support an emerging business strategy of project portfolio management or portfolio management,</a:t>
            </a:r>
          </a:p>
          <a:p>
            <a:pPr lvl="1" algn="just"/>
            <a:r>
              <a:rPr lang="en-US" dirty="0"/>
              <a:t>in which organizations group and manage projects and programs as a portfolio of investments that contribute to the entire enterprise’s success.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A00420B-8086-48B2-9D70-C40249AEBD65}"/>
                  </a:ext>
                </a:extLst>
              </p14:cNvPr>
              <p14:cNvContentPartPr/>
              <p14:nvPr/>
            </p14:nvContentPartPr>
            <p14:xfrm>
              <a:off x="2986200" y="2889720"/>
              <a:ext cx="5661000" cy="615600"/>
            </p14:xfrm>
          </p:contentPart>
        </mc:Choice>
        <mc:Fallback xmlns="">
          <p:pic>
            <p:nvPicPr>
              <p:cNvPr id="4" name="Ink 3">
                <a:extLst>
                  <a:ext uri="{FF2B5EF4-FFF2-40B4-BE49-F238E27FC236}">
                    <a16:creationId xmlns:a16="http://schemas.microsoft.com/office/drawing/2014/main" id="{7A00420B-8086-48B2-9D70-C40249AEBD65}"/>
                  </a:ext>
                </a:extLst>
              </p:cNvPr>
              <p:cNvPicPr/>
              <p:nvPr/>
            </p:nvPicPr>
            <p:blipFill>
              <a:blip r:embed="rId3"/>
              <a:stretch>
                <a:fillRect/>
              </a:stretch>
            </p:blipFill>
            <p:spPr>
              <a:xfrm>
                <a:off x="2976840" y="2880360"/>
                <a:ext cx="5679720" cy="634320"/>
              </a:xfrm>
              <a:prstGeom prst="rect">
                <a:avLst/>
              </a:prstGeom>
            </p:spPr>
          </p:pic>
        </mc:Fallback>
      </mc:AlternateContent>
    </p:spTree>
    <p:extLst>
      <p:ext uri="{BB962C8B-B14F-4D97-AF65-F5344CB8AC3E}">
        <p14:creationId xmlns:p14="http://schemas.microsoft.com/office/powerpoint/2010/main" val="221477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FE0AF-8A16-4878-B8FA-1D7493F83575}"/>
              </a:ext>
            </a:extLst>
          </p:cNvPr>
          <p:cNvSpPr>
            <a:spLocks noGrp="1"/>
          </p:cNvSpPr>
          <p:nvPr>
            <p:ph type="title"/>
          </p:nvPr>
        </p:nvSpPr>
        <p:spPr/>
        <p:txBody>
          <a:bodyPr/>
          <a:lstStyle/>
          <a:p>
            <a:r>
              <a:rPr lang="en-MY" dirty="0"/>
              <a:t>Project Portfolio Management</a:t>
            </a:r>
          </a:p>
        </p:txBody>
      </p:sp>
      <p:sp>
        <p:nvSpPr>
          <p:cNvPr id="3" name="Content Placeholder 2">
            <a:extLst>
              <a:ext uri="{FF2B5EF4-FFF2-40B4-BE49-F238E27FC236}">
                <a16:creationId xmlns:a16="http://schemas.microsoft.com/office/drawing/2014/main" id="{0884B8F2-F872-4B23-AFF5-AFFAE74740F0}"/>
              </a:ext>
            </a:extLst>
          </p:cNvPr>
          <p:cNvSpPr>
            <a:spLocks noGrp="1"/>
          </p:cNvSpPr>
          <p:nvPr>
            <p:ph idx="1"/>
          </p:nvPr>
        </p:nvSpPr>
        <p:spPr/>
        <p:txBody>
          <a:bodyPr/>
          <a:lstStyle/>
          <a:p>
            <a:pPr lvl="1" algn="just"/>
            <a:r>
              <a:rPr lang="en-US" b="0" i="0" dirty="0">
                <a:solidFill>
                  <a:srgbClr val="202124"/>
                </a:solidFill>
                <a:effectLst/>
                <a:latin typeface="arial" panose="020B0604020202020204" pitchFamily="34" charset="0"/>
              </a:rPr>
              <a:t>Project portfolio management (PPM) refers to </a:t>
            </a:r>
          </a:p>
          <a:p>
            <a:pPr lvl="2" algn="just"/>
            <a:r>
              <a:rPr lang="en-US" b="0" i="0" dirty="0">
                <a:solidFill>
                  <a:srgbClr val="202124"/>
                </a:solidFill>
                <a:effectLst/>
                <a:latin typeface="arial" panose="020B0604020202020204" pitchFamily="34" charset="0"/>
              </a:rPr>
              <a:t>a process used by project managers  </a:t>
            </a:r>
            <a:r>
              <a:rPr lang="en-US" b="1" i="0" dirty="0">
                <a:solidFill>
                  <a:srgbClr val="202124"/>
                </a:solidFill>
                <a:effectLst/>
                <a:latin typeface="arial" panose="020B0604020202020204" pitchFamily="34" charset="0"/>
              </a:rPr>
              <a:t>to </a:t>
            </a:r>
            <a:r>
              <a:rPr lang="en-US" b="1" i="0" dirty="0">
                <a:solidFill>
                  <a:srgbClr val="FF0000"/>
                </a:solidFill>
                <a:effectLst/>
                <a:latin typeface="arial" panose="020B0604020202020204" pitchFamily="34" charset="0"/>
              </a:rPr>
              <a:t>analyze the potential return on undertaking a project</a:t>
            </a:r>
            <a:r>
              <a:rPr lang="en-US" b="0" i="0" dirty="0">
                <a:solidFill>
                  <a:srgbClr val="202124"/>
                </a:solidFill>
                <a:effectLst/>
                <a:latin typeface="arial" panose="020B0604020202020204" pitchFamily="34" charset="0"/>
              </a:rPr>
              <a:t>. Project portfolio management gives organizations and managers the ability to see the big picture.</a:t>
            </a:r>
            <a:endParaRPr lang="en-US" dirty="0"/>
          </a:p>
        </p:txBody>
      </p:sp>
    </p:spTree>
    <p:extLst>
      <p:ext uri="{BB962C8B-B14F-4D97-AF65-F5344CB8AC3E}">
        <p14:creationId xmlns:p14="http://schemas.microsoft.com/office/powerpoint/2010/main" val="159452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FE0AF-8A16-4878-B8FA-1D7493F83575}"/>
              </a:ext>
            </a:extLst>
          </p:cNvPr>
          <p:cNvSpPr>
            <a:spLocks noGrp="1"/>
          </p:cNvSpPr>
          <p:nvPr>
            <p:ph type="title"/>
          </p:nvPr>
        </p:nvSpPr>
        <p:spPr/>
        <p:txBody>
          <a:bodyPr>
            <a:normAutofit fontScale="90000"/>
          </a:bodyPr>
          <a:lstStyle/>
          <a:p>
            <a:r>
              <a:rPr lang="en-MY" dirty="0"/>
              <a:t>Project Portfolio Management Cont.</a:t>
            </a:r>
          </a:p>
        </p:txBody>
      </p:sp>
      <p:sp>
        <p:nvSpPr>
          <p:cNvPr id="3" name="Content Placeholder 2">
            <a:extLst>
              <a:ext uri="{FF2B5EF4-FFF2-40B4-BE49-F238E27FC236}">
                <a16:creationId xmlns:a16="http://schemas.microsoft.com/office/drawing/2014/main" id="{0884B8F2-F872-4B23-AFF5-AFFAE74740F0}"/>
              </a:ext>
            </a:extLst>
          </p:cNvPr>
          <p:cNvSpPr>
            <a:spLocks noGrp="1"/>
          </p:cNvSpPr>
          <p:nvPr>
            <p:ph idx="1"/>
          </p:nvPr>
        </p:nvSpPr>
        <p:spPr/>
        <p:txBody>
          <a:bodyPr/>
          <a:lstStyle/>
          <a:p>
            <a:pPr algn="just"/>
            <a:r>
              <a:rPr lang="en-US" sz="2800" dirty="0"/>
              <a:t>Portfolio managers help their organizations make wise investment decisions by helping to select and analyze projects from a strategic perspective. </a:t>
            </a:r>
          </a:p>
          <a:p>
            <a:pPr algn="just"/>
            <a:r>
              <a:rPr lang="en-US" sz="2800" dirty="0">
                <a:solidFill>
                  <a:srgbClr val="FF0000"/>
                </a:solidFill>
              </a:rPr>
              <a:t>Portfolio managers</a:t>
            </a:r>
            <a:r>
              <a:rPr lang="en-US" sz="2800" dirty="0"/>
              <a:t> may or may not have previous experience as project or program managers. </a:t>
            </a:r>
          </a:p>
          <a:p>
            <a:pPr algn="just"/>
            <a:r>
              <a:rPr lang="en-US" sz="2800" dirty="0"/>
              <a:t>It is most important that they have strong financial and analytical skills and understand how projects and programs can contribute to meeting strategic goals</a:t>
            </a:r>
            <a:endParaRPr lang="en-MY" sz="28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EDE01F5-8022-42B9-B0FB-B8702E7E2F5C}"/>
                  </a:ext>
                </a:extLst>
              </p14:cNvPr>
              <p14:cNvContentPartPr/>
              <p14:nvPr/>
            </p14:nvContentPartPr>
            <p14:xfrm>
              <a:off x="2106360" y="2788920"/>
              <a:ext cx="6922440" cy="1594440"/>
            </p14:xfrm>
          </p:contentPart>
        </mc:Choice>
        <mc:Fallback xmlns="">
          <p:pic>
            <p:nvPicPr>
              <p:cNvPr id="4" name="Ink 3">
                <a:extLst>
                  <a:ext uri="{FF2B5EF4-FFF2-40B4-BE49-F238E27FC236}">
                    <a16:creationId xmlns:a16="http://schemas.microsoft.com/office/drawing/2014/main" id="{9EDE01F5-8022-42B9-B0FB-B8702E7E2F5C}"/>
                  </a:ext>
                </a:extLst>
              </p:cNvPr>
              <p:cNvPicPr/>
              <p:nvPr/>
            </p:nvPicPr>
            <p:blipFill>
              <a:blip r:embed="rId3"/>
              <a:stretch>
                <a:fillRect/>
              </a:stretch>
            </p:blipFill>
            <p:spPr>
              <a:xfrm>
                <a:off x="2097000" y="2779560"/>
                <a:ext cx="6941160" cy="1613160"/>
              </a:xfrm>
              <a:prstGeom prst="rect">
                <a:avLst/>
              </a:prstGeom>
            </p:spPr>
          </p:pic>
        </mc:Fallback>
      </mc:AlternateContent>
    </p:spTree>
    <p:extLst>
      <p:ext uri="{BB962C8B-B14F-4D97-AF65-F5344CB8AC3E}">
        <p14:creationId xmlns:p14="http://schemas.microsoft.com/office/powerpoint/2010/main" val="951341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E815B-0A12-41F9-8090-EB8CBC5A0E84}"/>
              </a:ext>
            </a:extLst>
          </p:cNvPr>
          <p:cNvSpPr>
            <a:spLocks noGrp="1"/>
          </p:cNvSpPr>
          <p:nvPr>
            <p:ph type="title"/>
          </p:nvPr>
        </p:nvSpPr>
        <p:spPr/>
        <p:txBody>
          <a:bodyPr/>
          <a:lstStyle/>
          <a:p>
            <a:endParaRPr lang="en-MY"/>
          </a:p>
        </p:txBody>
      </p:sp>
      <p:pic>
        <p:nvPicPr>
          <p:cNvPr id="5" name="Content Placeholder 4">
            <a:extLst>
              <a:ext uri="{FF2B5EF4-FFF2-40B4-BE49-F238E27FC236}">
                <a16:creationId xmlns:a16="http://schemas.microsoft.com/office/drawing/2014/main" id="{2506FCD6-24AA-44A8-8843-276CA723F931}"/>
              </a:ext>
            </a:extLst>
          </p:cNvPr>
          <p:cNvPicPr>
            <a:picLocks noGrp="1" noChangeAspect="1"/>
          </p:cNvPicPr>
          <p:nvPr>
            <p:ph idx="1"/>
          </p:nvPr>
        </p:nvPicPr>
        <p:blipFill rotWithShape="1">
          <a:blip r:embed="rId2"/>
          <a:srcRect l="28386" t="43479" r="42808" b="20674"/>
          <a:stretch/>
        </p:blipFill>
        <p:spPr>
          <a:xfrm>
            <a:off x="1425364" y="804227"/>
            <a:ext cx="7499350" cy="5249545"/>
          </a:xfrm>
        </p:spPr>
      </p:pic>
      <p:sp>
        <p:nvSpPr>
          <p:cNvPr id="6" name="TextBox 5">
            <a:extLst>
              <a:ext uri="{FF2B5EF4-FFF2-40B4-BE49-F238E27FC236}">
                <a16:creationId xmlns:a16="http://schemas.microsoft.com/office/drawing/2014/main" id="{0F6D7F89-DD42-4887-B7E4-76B2E2AFD2E4}"/>
              </a:ext>
            </a:extLst>
          </p:cNvPr>
          <p:cNvSpPr txBox="1"/>
          <p:nvPr/>
        </p:nvSpPr>
        <p:spPr>
          <a:xfrm>
            <a:off x="1237205" y="6336803"/>
            <a:ext cx="7622600" cy="369332"/>
          </a:xfrm>
          <a:prstGeom prst="rect">
            <a:avLst/>
          </a:prstGeom>
          <a:noFill/>
        </p:spPr>
        <p:txBody>
          <a:bodyPr wrap="none" rtlCol="0">
            <a:spAutoFit/>
          </a:bodyPr>
          <a:lstStyle/>
          <a:p>
            <a:r>
              <a:rPr lang="en-MY" dirty="0"/>
              <a:t>Figure 3 </a:t>
            </a:r>
            <a:r>
              <a:rPr lang="en-US" dirty="0"/>
              <a:t>Project management compared to project portfolio management</a:t>
            </a:r>
            <a:endParaRPr lang="en-MY" dirty="0"/>
          </a:p>
        </p:txBody>
      </p:sp>
    </p:spTree>
    <p:extLst>
      <p:ext uri="{BB962C8B-B14F-4D97-AF65-F5344CB8AC3E}">
        <p14:creationId xmlns:p14="http://schemas.microsoft.com/office/powerpoint/2010/main" val="4246234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8BBC1-5872-46BE-B0BD-BE5949D1C16B}"/>
              </a:ext>
            </a:extLst>
          </p:cNvPr>
          <p:cNvSpPr>
            <a:spLocks noGrp="1"/>
          </p:cNvSpPr>
          <p:nvPr>
            <p:ph type="title"/>
          </p:nvPr>
        </p:nvSpPr>
        <p:spPr>
          <a:xfrm>
            <a:off x="1115616" y="2094069"/>
            <a:ext cx="2520280" cy="2669862"/>
          </a:xfrm>
        </p:spPr>
        <p:txBody>
          <a:bodyPr>
            <a:normAutofit/>
          </a:bodyPr>
          <a:lstStyle/>
          <a:p>
            <a:r>
              <a:rPr lang="en-US" sz="2400" dirty="0"/>
              <a:t>Comparative Overview of Portfolios, Programs, and Projects</a:t>
            </a:r>
            <a:endParaRPr lang="en-MY" sz="2400" dirty="0"/>
          </a:p>
        </p:txBody>
      </p:sp>
      <p:pic>
        <p:nvPicPr>
          <p:cNvPr id="5" name="Content Placeholder 4">
            <a:extLst>
              <a:ext uri="{FF2B5EF4-FFF2-40B4-BE49-F238E27FC236}">
                <a16:creationId xmlns:a16="http://schemas.microsoft.com/office/drawing/2014/main" id="{0069B3EF-72BC-4B74-8F73-8EEB151ACFD8}"/>
              </a:ext>
            </a:extLst>
          </p:cNvPr>
          <p:cNvPicPr>
            <a:picLocks noGrp="1" noChangeAspect="1"/>
          </p:cNvPicPr>
          <p:nvPr>
            <p:ph idx="1"/>
          </p:nvPr>
        </p:nvPicPr>
        <p:blipFill rotWithShape="1">
          <a:blip r:embed="rId2"/>
          <a:srcRect l="33044" t="27271" r="34309" b="9214"/>
          <a:stretch/>
        </p:blipFill>
        <p:spPr>
          <a:xfrm>
            <a:off x="3131840" y="-3651"/>
            <a:ext cx="6214519" cy="6800947"/>
          </a:xfrm>
        </p:spPr>
      </p:pic>
    </p:spTree>
    <p:extLst>
      <p:ext uri="{BB962C8B-B14F-4D97-AF65-F5344CB8AC3E}">
        <p14:creationId xmlns:p14="http://schemas.microsoft.com/office/powerpoint/2010/main" val="4244635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normAutofit/>
          </a:bodyPr>
          <a:lstStyle/>
          <a:p>
            <a:pPr eaLnBrk="1" hangingPunct="1"/>
            <a:r>
              <a:rPr lang="en-US" sz="2800" dirty="0"/>
              <a:t>Role , Responsibilities and Skills of Project Manager</a:t>
            </a:r>
            <a:endParaRPr lang="en-US" altLang="en-US" sz="2800" dirty="0"/>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312759356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63C7C-AE6D-481F-8783-3721E1E49095}"/>
              </a:ext>
            </a:extLst>
          </p:cNvPr>
          <p:cNvSpPr>
            <a:spLocks noGrp="1"/>
          </p:cNvSpPr>
          <p:nvPr>
            <p:ph type="title"/>
          </p:nvPr>
        </p:nvSpPr>
        <p:spPr/>
        <p:txBody>
          <a:bodyPr/>
          <a:lstStyle/>
          <a:p>
            <a:r>
              <a:rPr lang="en-MY" dirty="0"/>
              <a:t>Project Manager Job Description </a:t>
            </a:r>
          </a:p>
        </p:txBody>
      </p:sp>
      <p:sp>
        <p:nvSpPr>
          <p:cNvPr id="3" name="Content Placeholder 2">
            <a:extLst>
              <a:ext uri="{FF2B5EF4-FFF2-40B4-BE49-F238E27FC236}">
                <a16:creationId xmlns:a16="http://schemas.microsoft.com/office/drawing/2014/main" id="{D56AF84E-D6ED-4BB6-BAB4-156CADCE1F07}"/>
              </a:ext>
            </a:extLst>
          </p:cNvPr>
          <p:cNvSpPr>
            <a:spLocks noGrp="1"/>
          </p:cNvSpPr>
          <p:nvPr>
            <p:ph idx="1"/>
          </p:nvPr>
        </p:nvSpPr>
        <p:spPr/>
        <p:txBody>
          <a:bodyPr/>
          <a:lstStyle/>
          <a:p>
            <a:pPr algn="just"/>
            <a:r>
              <a:rPr lang="en-US" dirty="0"/>
              <a:t>A project manager can have many different job descriptions, which can vary tremendously based on the organization, but most project managers perform similar tasks regardless of these differences</a:t>
            </a:r>
            <a:endParaRPr lang="en-MY" dirty="0"/>
          </a:p>
          <a:p>
            <a:pPr algn="just"/>
            <a:endParaRPr lang="en-US" dirty="0"/>
          </a:p>
          <a:p>
            <a:pPr algn="just"/>
            <a:r>
              <a:rPr lang="en-US" dirty="0"/>
              <a:t>Project management jobs can be found in every country and every industry</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D087297-1C99-4498-A2F1-683EF7D5B1FE}"/>
                  </a:ext>
                </a:extLst>
              </p14:cNvPr>
              <p14:cNvContentPartPr/>
              <p14:nvPr/>
            </p14:nvContentPartPr>
            <p14:xfrm>
              <a:off x="4161960" y="3049920"/>
              <a:ext cx="4607640" cy="543240"/>
            </p14:xfrm>
          </p:contentPart>
        </mc:Choice>
        <mc:Fallback xmlns="">
          <p:pic>
            <p:nvPicPr>
              <p:cNvPr id="4" name="Ink 3">
                <a:extLst>
                  <a:ext uri="{FF2B5EF4-FFF2-40B4-BE49-F238E27FC236}">
                    <a16:creationId xmlns:a16="http://schemas.microsoft.com/office/drawing/2014/main" id="{ED087297-1C99-4498-A2F1-683EF7D5B1FE}"/>
                  </a:ext>
                </a:extLst>
              </p:cNvPr>
              <p:cNvPicPr/>
              <p:nvPr/>
            </p:nvPicPr>
            <p:blipFill>
              <a:blip r:embed="rId3"/>
              <a:stretch>
                <a:fillRect/>
              </a:stretch>
            </p:blipFill>
            <p:spPr>
              <a:xfrm>
                <a:off x="4152600" y="3040560"/>
                <a:ext cx="4626360" cy="561960"/>
              </a:xfrm>
              <a:prstGeom prst="rect">
                <a:avLst/>
              </a:prstGeom>
            </p:spPr>
          </p:pic>
        </mc:Fallback>
      </mc:AlternateContent>
    </p:spTree>
    <p:extLst>
      <p:ext uri="{BB962C8B-B14F-4D97-AF65-F5344CB8AC3E}">
        <p14:creationId xmlns:p14="http://schemas.microsoft.com/office/powerpoint/2010/main" val="4076972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63C7C-AE6D-481F-8783-3721E1E49095}"/>
              </a:ext>
            </a:extLst>
          </p:cNvPr>
          <p:cNvSpPr>
            <a:spLocks noGrp="1"/>
          </p:cNvSpPr>
          <p:nvPr>
            <p:ph type="title"/>
          </p:nvPr>
        </p:nvSpPr>
        <p:spPr/>
        <p:txBody>
          <a:bodyPr>
            <a:normAutofit fontScale="90000"/>
          </a:bodyPr>
          <a:lstStyle/>
          <a:p>
            <a:r>
              <a:rPr lang="en-MY" dirty="0"/>
              <a:t>Project Manager Job Description Cont. </a:t>
            </a:r>
          </a:p>
        </p:txBody>
      </p:sp>
      <p:sp>
        <p:nvSpPr>
          <p:cNvPr id="3" name="Content Placeholder 2">
            <a:extLst>
              <a:ext uri="{FF2B5EF4-FFF2-40B4-BE49-F238E27FC236}">
                <a16:creationId xmlns:a16="http://schemas.microsoft.com/office/drawing/2014/main" id="{D56AF84E-D6ED-4BB6-BAB4-156CADCE1F07}"/>
              </a:ext>
            </a:extLst>
          </p:cNvPr>
          <p:cNvSpPr>
            <a:spLocks noGrp="1"/>
          </p:cNvSpPr>
          <p:nvPr>
            <p:ph idx="1"/>
          </p:nvPr>
        </p:nvSpPr>
        <p:spPr/>
        <p:txBody>
          <a:bodyPr/>
          <a:lstStyle/>
          <a:p>
            <a:pPr algn="just"/>
            <a:r>
              <a:rPr lang="en-US" dirty="0"/>
              <a:t>Project manager for a consulting firm: </a:t>
            </a:r>
          </a:p>
          <a:p>
            <a:pPr lvl="1" algn="just"/>
            <a:r>
              <a:rPr lang="en-US" dirty="0"/>
              <a:t>Plans, schedules, and controls activities to fulfill identified objectives applying technical, theoretical, and managerial skills to satisfy project requirements. Coordinates and integrates team and individual efforts and builds positive professional relationships with clients and associates. </a:t>
            </a:r>
            <a:endParaRPr lang="en-MY" dirty="0"/>
          </a:p>
        </p:txBody>
      </p:sp>
    </p:spTree>
    <p:extLst>
      <p:ext uri="{BB962C8B-B14F-4D97-AF65-F5344CB8AC3E}">
        <p14:creationId xmlns:p14="http://schemas.microsoft.com/office/powerpoint/2010/main" val="279429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63C7C-AE6D-481F-8783-3721E1E49095}"/>
              </a:ext>
            </a:extLst>
          </p:cNvPr>
          <p:cNvSpPr>
            <a:spLocks noGrp="1"/>
          </p:cNvSpPr>
          <p:nvPr>
            <p:ph type="title"/>
          </p:nvPr>
        </p:nvSpPr>
        <p:spPr/>
        <p:txBody>
          <a:bodyPr>
            <a:normAutofit fontScale="90000"/>
          </a:bodyPr>
          <a:lstStyle/>
          <a:p>
            <a:r>
              <a:rPr lang="en-MY" dirty="0"/>
              <a:t>Project Manager Job Description Cont. </a:t>
            </a:r>
          </a:p>
        </p:txBody>
      </p:sp>
      <p:sp>
        <p:nvSpPr>
          <p:cNvPr id="3" name="Content Placeholder 2">
            <a:extLst>
              <a:ext uri="{FF2B5EF4-FFF2-40B4-BE49-F238E27FC236}">
                <a16:creationId xmlns:a16="http://schemas.microsoft.com/office/drawing/2014/main" id="{D56AF84E-D6ED-4BB6-BAB4-156CADCE1F07}"/>
              </a:ext>
            </a:extLst>
          </p:cNvPr>
          <p:cNvSpPr>
            <a:spLocks noGrp="1"/>
          </p:cNvSpPr>
          <p:nvPr>
            <p:ph idx="1"/>
          </p:nvPr>
        </p:nvSpPr>
        <p:spPr/>
        <p:txBody>
          <a:bodyPr/>
          <a:lstStyle/>
          <a:p>
            <a:pPr algn="just"/>
            <a:r>
              <a:rPr lang="en-US" dirty="0"/>
              <a:t> Project manager for a computer systems firm: </a:t>
            </a:r>
          </a:p>
          <a:p>
            <a:pPr lvl="1" algn="just"/>
            <a:r>
              <a:rPr lang="en-US" dirty="0"/>
              <a:t>Assist in the development and implementation process of projects involving departmental, vendor relationships, and/or cross-functional teams. Coordinates with internal/external clients to gather business requirements and coordinate project plans. Monitor projects from initiation through delivery ensuring completion of the project on schedule.</a:t>
            </a:r>
            <a:endParaRPr lang="en-MY" dirty="0"/>
          </a:p>
        </p:txBody>
      </p:sp>
    </p:spTree>
    <p:extLst>
      <p:ext uri="{BB962C8B-B14F-4D97-AF65-F5344CB8AC3E}">
        <p14:creationId xmlns:p14="http://schemas.microsoft.com/office/powerpoint/2010/main" val="3854458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63C7C-AE6D-481F-8783-3721E1E49095}"/>
              </a:ext>
            </a:extLst>
          </p:cNvPr>
          <p:cNvSpPr>
            <a:spLocks noGrp="1"/>
          </p:cNvSpPr>
          <p:nvPr>
            <p:ph type="title"/>
          </p:nvPr>
        </p:nvSpPr>
        <p:spPr/>
        <p:txBody>
          <a:bodyPr>
            <a:normAutofit fontScale="90000"/>
          </a:bodyPr>
          <a:lstStyle/>
          <a:p>
            <a:r>
              <a:rPr lang="en-MY" dirty="0"/>
              <a:t>Project Manager Job Description Cont. </a:t>
            </a:r>
          </a:p>
        </p:txBody>
      </p:sp>
      <p:sp>
        <p:nvSpPr>
          <p:cNvPr id="3" name="Content Placeholder 2">
            <a:extLst>
              <a:ext uri="{FF2B5EF4-FFF2-40B4-BE49-F238E27FC236}">
                <a16:creationId xmlns:a16="http://schemas.microsoft.com/office/drawing/2014/main" id="{D56AF84E-D6ED-4BB6-BAB4-156CADCE1F07}"/>
              </a:ext>
            </a:extLst>
          </p:cNvPr>
          <p:cNvSpPr>
            <a:spLocks noGrp="1"/>
          </p:cNvSpPr>
          <p:nvPr>
            <p:ph idx="1"/>
          </p:nvPr>
        </p:nvSpPr>
        <p:spPr/>
        <p:txBody>
          <a:bodyPr/>
          <a:lstStyle/>
          <a:p>
            <a:pPr algn="just"/>
            <a:r>
              <a:rPr lang="en-US" dirty="0"/>
              <a:t> Project manager for a computer systems firm: </a:t>
            </a:r>
          </a:p>
          <a:p>
            <a:pPr lvl="1" algn="just"/>
            <a:r>
              <a:rPr lang="en-US" dirty="0"/>
              <a:t>Assist in the development and implementation process of projects involving departmental, vendor relationships, and/or cross-functional teams. </a:t>
            </a:r>
            <a:r>
              <a:rPr lang="en-US" dirty="0">
                <a:solidFill>
                  <a:srgbClr val="FF0000"/>
                </a:solidFill>
              </a:rPr>
              <a:t>Coordinates with internal/external clients to gather business requirements and coordinate project plans. </a:t>
            </a:r>
            <a:r>
              <a:rPr lang="en-US" dirty="0"/>
              <a:t>Monitor projects from initiation through delivery ensuring completion of the project on schedule.</a:t>
            </a:r>
            <a:endParaRPr lang="en-MY" dirty="0"/>
          </a:p>
        </p:txBody>
      </p:sp>
    </p:spTree>
    <p:extLst>
      <p:ext uri="{BB962C8B-B14F-4D97-AF65-F5344CB8AC3E}">
        <p14:creationId xmlns:p14="http://schemas.microsoft.com/office/powerpoint/2010/main" val="916233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E0A8B-54F8-44CD-8B6C-16996933D6E5}"/>
              </a:ext>
            </a:extLst>
          </p:cNvPr>
          <p:cNvSpPr>
            <a:spLocks noGrp="1"/>
          </p:cNvSpPr>
          <p:nvPr>
            <p:ph type="title"/>
          </p:nvPr>
        </p:nvSpPr>
        <p:spPr/>
        <p:txBody>
          <a:bodyPr/>
          <a:lstStyle/>
          <a:p>
            <a:r>
              <a:rPr lang="en-MY" dirty="0"/>
              <a:t>Skills for Project Manager</a:t>
            </a:r>
          </a:p>
        </p:txBody>
      </p:sp>
      <p:sp>
        <p:nvSpPr>
          <p:cNvPr id="3" name="Content Placeholder 2">
            <a:extLst>
              <a:ext uri="{FF2B5EF4-FFF2-40B4-BE49-F238E27FC236}">
                <a16:creationId xmlns:a16="http://schemas.microsoft.com/office/drawing/2014/main" id="{9150E721-EFF3-4596-9F33-E6EF727B3FA3}"/>
              </a:ext>
            </a:extLst>
          </p:cNvPr>
          <p:cNvSpPr>
            <a:spLocks noGrp="1"/>
          </p:cNvSpPr>
          <p:nvPr>
            <p:ph idx="1"/>
          </p:nvPr>
        </p:nvSpPr>
        <p:spPr/>
        <p:txBody>
          <a:bodyPr/>
          <a:lstStyle/>
          <a:p>
            <a:pPr algn="just"/>
            <a:r>
              <a:rPr lang="en-US" dirty="0"/>
              <a:t>Project managers need to have a wide variety of skills and be able to decide which skills are more important in different situations</a:t>
            </a:r>
          </a:p>
          <a:p>
            <a:pPr algn="just"/>
            <a:r>
              <a:rPr lang="en-US" dirty="0"/>
              <a:t>The project environment differs from organization to organization and project to project, but some skills will help in almost all project environments. </a:t>
            </a:r>
            <a:endParaRPr lang="en-MY" dirty="0"/>
          </a:p>
        </p:txBody>
      </p:sp>
    </p:spTree>
    <p:extLst>
      <p:ext uri="{BB962C8B-B14F-4D97-AF65-F5344CB8AC3E}">
        <p14:creationId xmlns:p14="http://schemas.microsoft.com/office/powerpoint/2010/main" val="740350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E0A8B-54F8-44CD-8B6C-16996933D6E5}"/>
              </a:ext>
            </a:extLst>
          </p:cNvPr>
          <p:cNvSpPr>
            <a:spLocks noGrp="1"/>
          </p:cNvSpPr>
          <p:nvPr>
            <p:ph type="title"/>
          </p:nvPr>
        </p:nvSpPr>
        <p:spPr/>
        <p:txBody>
          <a:bodyPr/>
          <a:lstStyle/>
          <a:p>
            <a:r>
              <a:rPr lang="en-MY" dirty="0"/>
              <a:t>Skills for Project Manager cont.</a:t>
            </a:r>
          </a:p>
        </p:txBody>
      </p:sp>
      <p:sp>
        <p:nvSpPr>
          <p:cNvPr id="3" name="Content Placeholder 2">
            <a:extLst>
              <a:ext uri="{FF2B5EF4-FFF2-40B4-BE49-F238E27FC236}">
                <a16:creationId xmlns:a16="http://schemas.microsoft.com/office/drawing/2014/main" id="{9150E721-EFF3-4596-9F33-E6EF727B3FA3}"/>
              </a:ext>
            </a:extLst>
          </p:cNvPr>
          <p:cNvSpPr>
            <a:spLocks noGrp="1"/>
          </p:cNvSpPr>
          <p:nvPr>
            <p:ph idx="1"/>
          </p:nvPr>
        </p:nvSpPr>
        <p:spPr>
          <a:xfrm>
            <a:off x="1435100" y="1028700"/>
            <a:ext cx="7499350" cy="4800600"/>
          </a:xfrm>
        </p:spPr>
        <p:txBody>
          <a:bodyPr/>
          <a:lstStyle/>
          <a:p>
            <a:pPr algn="just"/>
            <a:r>
              <a:rPr lang="en-US" dirty="0"/>
              <a:t>These skills include </a:t>
            </a:r>
          </a:p>
          <a:p>
            <a:pPr lvl="1" algn="just"/>
            <a:r>
              <a:rPr lang="en-US" dirty="0"/>
              <a:t>understanding change and understanding how organizations work within their social, political, and physical environments. </a:t>
            </a:r>
          </a:p>
          <a:p>
            <a:pPr lvl="1" algn="just"/>
            <a:r>
              <a:rPr lang="en-US" dirty="0"/>
              <a:t>Project managers must be comfortable leading and handling change, because most projects introduce changes in organizations and involve changes within the projects themselves. </a:t>
            </a:r>
          </a:p>
          <a:p>
            <a:pPr lvl="1" algn="just"/>
            <a:r>
              <a:rPr lang="en-US" dirty="0"/>
              <a:t>Project managers need to understand the organization in which they work and how that organization develops products and provides services</a:t>
            </a:r>
            <a:endParaRPr lang="en-MY" dirty="0"/>
          </a:p>
        </p:txBody>
      </p:sp>
    </p:spTree>
    <p:extLst>
      <p:ext uri="{BB962C8B-B14F-4D97-AF65-F5344CB8AC3E}">
        <p14:creationId xmlns:p14="http://schemas.microsoft.com/office/powerpoint/2010/main" val="3081617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E0A8B-54F8-44CD-8B6C-16996933D6E5}"/>
              </a:ext>
            </a:extLst>
          </p:cNvPr>
          <p:cNvSpPr>
            <a:spLocks noGrp="1"/>
          </p:cNvSpPr>
          <p:nvPr>
            <p:ph type="title"/>
          </p:nvPr>
        </p:nvSpPr>
        <p:spPr/>
        <p:txBody>
          <a:bodyPr/>
          <a:lstStyle/>
          <a:p>
            <a:r>
              <a:rPr lang="en-MY" dirty="0"/>
              <a:t>Skills for Project Manager cont.</a:t>
            </a:r>
          </a:p>
        </p:txBody>
      </p:sp>
      <p:sp>
        <p:nvSpPr>
          <p:cNvPr id="3" name="Content Placeholder 2">
            <a:extLst>
              <a:ext uri="{FF2B5EF4-FFF2-40B4-BE49-F238E27FC236}">
                <a16:creationId xmlns:a16="http://schemas.microsoft.com/office/drawing/2014/main" id="{9150E721-EFF3-4596-9F33-E6EF727B3FA3}"/>
              </a:ext>
            </a:extLst>
          </p:cNvPr>
          <p:cNvSpPr>
            <a:spLocks noGrp="1"/>
          </p:cNvSpPr>
          <p:nvPr>
            <p:ph idx="1"/>
          </p:nvPr>
        </p:nvSpPr>
        <p:spPr>
          <a:xfrm>
            <a:off x="1434897" y="1028700"/>
            <a:ext cx="7499350" cy="4800600"/>
          </a:xfrm>
        </p:spPr>
        <p:txBody>
          <a:bodyPr/>
          <a:lstStyle/>
          <a:p>
            <a:pPr algn="just"/>
            <a:r>
              <a:rPr lang="en-US" dirty="0"/>
              <a:t>Project managers should also possess general management knowledge and skills. </a:t>
            </a:r>
          </a:p>
          <a:p>
            <a:pPr algn="just"/>
            <a:r>
              <a:rPr lang="en-US" dirty="0"/>
              <a:t>They should understand important topics related to </a:t>
            </a:r>
          </a:p>
          <a:p>
            <a:pPr lvl="1" algn="just"/>
            <a:r>
              <a:rPr lang="en-US" dirty="0"/>
              <a:t>financial management, accounting, procurement, sales, marketing, contracts, manufacturing, distribution, logistics, the supply chain, strategic planning, tactical planning, operations management, organizational structures and behavior, personnel administration, compensation, benefits, career paths, and health and safety practices.</a:t>
            </a:r>
          </a:p>
        </p:txBody>
      </p:sp>
    </p:spTree>
    <p:extLst>
      <p:ext uri="{BB962C8B-B14F-4D97-AF65-F5344CB8AC3E}">
        <p14:creationId xmlns:p14="http://schemas.microsoft.com/office/powerpoint/2010/main" val="15433208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2038</TotalTime>
  <Words>994</Words>
  <Application>Microsoft Office PowerPoint</Application>
  <PresentationFormat>On-screen Show (4:3)</PresentationFormat>
  <Paragraphs>76</Paragraphs>
  <Slides>21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Arial</vt:lpstr>
      <vt:lpstr>Calibri</vt:lpstr>
      <vt:lpstr>Gill Sans MT</vt:lpstr>
      <vt:lpstr>Goudy Stout</vt:lpstr>
      <vt:lpstr>Times</vt:lpstr>
      <vt:lpstr>Times New Roman</vt:lpstr>
      <vt:lpstr>Verdana</vt:lpstr>
      <vt:lpstr>Wingdings 2</vt:lpstr>
      <vt:lpstr>Solstice</vt:lpstr>
      <vt:lpstr>PowerPoint Presentation</vt:lpstr>
      <vt:lpstr>Program and Project Portfolio Management</vt:lpstr>
      <vt:lpstr>Program </vt:lpstr>
      <vt:lpstr>Program cont. </vt:lpstr>
      <vt:lpstr>Program Manager</vt:lpstr>
      <vt:lpstr>Program Manager Cont.</vt:lpstr>
      <vt:lpstr>Program Manager Cont.</vt:lpstr>
      <vt:lpstr>Program Manager Cont.</vt:lpstr>
      <vt:lpstr>Project Portfolio Management</vt:lpstr>
      <vt:lpstr>Project Portfolio Management</vt:lpstr>
      <vt:lpstr>Project Portfolio Management Cont.</vt:lpstr>
      <vt:lpstr>PowerPoint Presentation</vt:lpstr>
      <vt:lpstr>Comparative Overview of Portfolios, Programs, and Projects</vt:lpstr>
      <vt:lpstr>Role , Responsibilities and Skills of Project Manager</vt:lpstr>
      <vt:lpstr>Project Manager Job Description </vt:lpstr>
      <vt:lpstr>Project Manager Job Description Cont. </vt:lpstr>
      <vt:lpstr>Project Manager Job Description Cont. </vt:lpstr>
      <vt:lpstr>Project Manager Job Description Cont. </vt:lpstr>
      <vt:lpstr>Skills for Project Manager</vt:lpstr>
      <vt:lpstr>Skills for Project Manager cont.</vt:lpstr>
      <vt:lpstr>Skills for Project Manager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MN</dc:creator>
  <cp:lastModifiedBy>Sumaira Nazir</cp:lastModifiedBy>
  <cp:revision>182</cp:revision>
  <cp:lastPrinted>2014-09-07T17:36:35Z</cp:lastPrinted>
  <dcterms:created xsi:type="dcterms:W3CDTF">2006-12-08T11:09:38Z</dcterms:created>
  <dcterms:modified xsi:type="dcterms:W3CDTF">2025-03-12T10:05:03Z</dcterms:modified>
</cp:coreProperties>
</file>