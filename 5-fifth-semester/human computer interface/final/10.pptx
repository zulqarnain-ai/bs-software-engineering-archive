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7:57:07.8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1046 648 24575,'-28'0'0,"10"-1"0,-1 1 0,1 1 0,-36 6 0,48-5 0,0-1 0,1 1 0,-1 1 0,1-1 0,0 1 0,-1-1 0,1 1 0,1 1 0,-1-1 0,0 1 0,1 0 0,0 0 0,0 0 0,0 1 0,0-1 0,-5 10 0,2 0 0,0 0 0,1 1 0,1 0 0,0 0 0,1 0 0,1 1 0,1 0 0,0-1 0,0 23 0,2-5 0,1 0 0,2 0 0,11 50 0,-7-59 0,1 0 0,1 0 0,1-1 0,1-1 0,1 1 0,1-2 0,1 0 0,1 0 0,1-1 0,1-1 0,0-1 0,35 29 0,-29-24 0,6 8 0,-27-30 0,-1 0 0,0 1 0,1-1 0,-1 0 0,1 0 0,-1-1 0,1 1 0,-1 0 0,1 0 0,0-1 0,-1 1 0,1-1 0,0 1 0,0-1 0,-1 0 0,1 0 0,2 0 0,-3 0 0,0 0 0,-1 0 0,1 0 0,0-1 0,0 1 0,-1 0 0,1-1 0,0 1 0,0-1 0,-1 1 0,1-1 0,0 1 0,-1-1 0,1 1 0,-1-1 0,1 1 0,-1-1 0,1 0 0,-1 1 0,1-1 0,-1 0 0,0 0 0,1 1 0,-1-1 0,0 0 0,0 0 0,0 0 0,1 1 0,-1-1 0,0 0 0,0 0 0,0 0 0,0 1 0,0-1 0,0 0 0,-1 0 0,1 0 0,0 1 0,0-1 0,-1 0 0,1 0 0,0 0 0,-1 1 0,0-2 0,-1-4 0,-1 1 0,1 0 0,-1-1 0,0 1 0,-5-5 0,-3-1 0,-1 0 0,0 1 0,-1 0 0,0 1 0,-1 0 0,-25-11 0,0-2 0,-48-22 0,-6-4 0,92 48 0,1 0 0,-1-1 0,0 1 0,0-1 0,0 0 0,0 1 0,1-1 0,-1 0 0,0 1 0,1-1 0,-1 0 0,0 0 0,1 0 0,-1 1 0,1-1 0,0 0 0,-1 0 0,0-2 0,1 3 0,0-1 0,1 1 0,-1-1 0,0 1 0,0-1 0,0 1 0,0-1 0,1 0 0,-1 1 0,0-1 0,0 1 0,1-1 0,-1 1 0,1 0 0,-1-1 0,0 1 0,1-1 0,-1 1 0,1 0 0,-1-1 0,1 1 0,0-1 0,4-1 0,-1 0 0,1 0 0,0 0 0,0 1 0,0-1 0,5 0 0,70-6 0,0 2 0,114 8 0,-84 0 0,-58-1 0,62-2 0,-113 1 0,1 0 0,-1 0 0,0 0 0,1 0 0,-1 0 0,0 0 0,1-1 0,-1 1 0,0 0 0,1-1 0,-1 1 0,0-1 0,0 0 0,1 1 0,-1-1 0,0 0 0,0 0 0,0 0 0,0 0 0,0 0 0,0 0 0,0 0 0,1-2 0,-2 2 0,0 0 0,0 0 0,-1 0 0,1 0 0,0 0 0,-1-1 0,1 1 0,0 0 0,-1 1 0,0-1 0,1 0 0,-1 0 0,1 0 0,-1 0 0,0 0 0,0 0 0,0 1 0,1-1 0,-1 0 0,0 1 0,0-1 0,0 1 0,0-1 0,0 1 0,0-1 0,0 1 0,0 0 0,0-1 0,0 1 0,-2 0 0,-124-35 0,48 15 0,-30-4 0,312 15 0,-1-9 0,222-50 0,-378 61 0,21-6 0,-67 13 0,0 0 0,1 0 0,-1 0 0,0 0 0,0 0 0,1 0 0,-1 0 0,0-1 0,1 1 0,-1 0 0,0 0 0,0 0 0,1 0 0,-1 0 0,0 0 0,0-1 0,1 1 0,-1 0 0,0 0 0,0 0 0,1 0 0,-1-1 0,0 1 0,0 0 0,0 0 0,0-1 0,1 1 0,-1 0 0,0 0 0,0-1 0,0 1 0,0 0 0,0-1 0,0 1 0,0 0 0,0-1 0,0 1 0,0 0 0,0-1 0,-11-7 0,-21-3 0,32 11 0,-75-20 0,-1 4 0,-84-7 0,227 33 0,75 7 0,399 54 0,-522-68 0,132 31 0,-133-34 0,-17 0 0,-1-1 0,0 1 0,0 0 0,1 0 0,-1 0 0,0 0 0,0 0 0,0 0 0,1-1 0,-1 1 0,0 0 0,0 0 0,0 0 0,0 0 0,1-1 0,-1 1 0,0 0 0,0 0 0,0-1 0,0 1 0,0 0 0,0 0 0,0 0 0,0-1 0,0 1 0,0 0 0,1 0 0,-1-1 0,0 1 0,0 0 0,0 0 0,-1-1 0,1 1 0,0 0 0,0-2 0,-1 1 0,0-1 0,0 1 0,0-1 0,0 1 0,0 0 0,0 0 0,-1 0 0,1 0 0,0 0 0,-1 0 0,1 0 0,0 0 0,-1 0 0,-2-1 0,-43-14 0,-8-6 0,55 22 0,0 0 0,-1 0 0,1 0 0,0 0 0,0 0 0,0 0 0,-1 0 0,1 0 0,0 0 0,0-1 0,0 1 0,0 0 0,-1 0 0,1 0 0,0 0 0,0 0 0,0-1 0,0 1 0,0 0 0,0 0 0,0 0 0,0-1 0,-1 1 0,1 0 0,0 0 0,0 0 0,0-1 0,0 1 0,0 0 0,0 0 0,0 0 0,0-1 0,0 1 0,0 0 0,0 0 0,0 0 0,0-1 0,0 1 0,1 0 0,-1 0 0,0 0 0,0-1 0,10-6 0,16-3 0,26-3 0,0 2 0,1 2 0,71-2 0,163 10 0,-278 1 0,-35 1 0,0 1 0,0 2 0,0 0 0,-25 8 0,-114 39 0,138-42 0,-1 6 0,28-15 0,-1 0 0,1 0 0,0 0 0,0 0 0,0 1 0,-1-1 0,1 0 0,0 0 0,0 1 0,0-1 0,0 0 0,0 0 0,-1 0 0,1 1 0,0-1 0,0 0 0,0 0 0,0 1 0,0-1 0,0 0 0,0 1 0,0-1 0,0 0 0,0 0 0,0 1 0,0-1 0,0 0 0,0 0 0,0 1 0,0-1 0,0 0 0,1 0 0,-1 1 0,0-1 0,17 6 0,16-4 0,-1-1 0,1-2 0,-1-2 0,0-1 0,40-9 0,-14 2 0,804-148 0,-861 159 0,7-1 0,-1 0 0,0-1 0,0 0 0,0 0 0,0-1 0,0 0 0,0 0 0,0-1 0,6-4 0,-13 8 0,1 0 0,-1-1 0,0 1 0,1 0 0,-1 0 0,0-1 0,1 1 0,-1 0 0,0-1 0,0 1 0,1 0 0,-1-1 0,0 1 0,0 0 0,0-1 0,0 1 0,1-1 0,-1 1 0,0 0 0,0-1 0,0 1 0,0-1 0,0 1 0,0-1 0,0 1 0,0 0 0,0-1 0,0 1 0,0-1 0,-1 1 0,1 0 0,0-1 0,0 1 0,0-1 0,0 1 0,-1-1 0,-16-9 0,-25 0 0,-32 4 0,-139 4 0,132 4 0,73-2 0,0-1 0,1 1 0,-1 0 0,1 1 0,0 0 0,-1 0 0,1 0 0,0 1 0,0 0 0,-1 0 0,-11 7 0,18-9 0,0 0 0,1 0 0,-1 1 0,1-1 0,-1 0 0,1 1 0,-1-1 0,1 0 0,-1 1 0,1-1 0,0 1 0,-1-1 0,1 1 0,0-1 0,-1 1 0,1-1 0,0 1 0,-1-1 0,1 1 0,0-1 0,0 1 0,0 0 0,-1-1 0,1 1 0,0-1 0,0 1 0,0 0 0,0-1 0,0 1 0,0-1 0,0 2 0,1-1 0,0 0 0,0 0 0,0 0 0,0 0 0,0 0 0,0 0 0,0-1 0,0 1 0,0 0 0,0 0 0,0-1 0,0 1 0,3 0 0,48 13 0,-46-13 0,56 10 0,117 6 0,62-17 0,-281-1 0,16-1 0,1 1 0,-1 1 0,1 2 0,-30 4 0,52-6 0,0 0 0,1 0 0,-1 0 0,0 0 0,1 1 0,-1-1 0,0 0 0,1 0 0,-1 0 0,0 1 0,1-1 0,-1 0 0,1 1 0,-1-1 0,0 0 0,1 1 0,-1-1 0,1 1 0,-1-1 0,1 1 0,0-1 0,-1 1 0,1-1 0,-1 1 0,1 0 0,0-1 0,-1 1 0,1-1 0,0 1 0,0 0 0,0-1 0,-1 1 0,1 0 0,0-1 0,0 1 0,0 0 0,0 0 0,0-1 0,0 1 0,0 0 0,1-1 0,-1 1 0,0 0 0,0-1 0,0 1 0,1 0 0,-1-1 0,0 1 0,1-1 0,-1 1 0,0-1 0,1 1 0,-1 0 0,1-1 0,-1 0 0,1 1 0,-1-1 0,2 1 0,1 3 0,2 0 0,-1 0 0,0-1 0,1 0 0,9 6 0,2-3 0,0 0 0,0-2 0,0 1 0,1-2 0,-1 0 0,28 1 0,-7-3 0,71-7 0,-106 6 0,0 0 0,1-1 0,-1 1 0,0 0 0,0-1 0,0 0 0,0 1 0,1-1 0,-1 0 0,0 0 0,-1 0 0,1-1 0,0 1 0,0 0 0,0-1 0,-1 1 0,1-1 0,0 0 0,-1 1 0,0-1 0,1 0 0,0-2 0,8-10 0,-8 13 0,0-1 0,0 0 0,1 0 0,-1 1 0,0 0 0,1-1 0,-1 1 0,1 0 0,-1 0 0,1 0 0,0 0 0,-1 1 0,4-1 0,44-4 0,-20 2 0,-19 1 0,1-1 0,-1 0 0,0 0 0,1-2 0,-2 1 0,1-1 0,10-7 0,-18 11 0,-1-1 0,1 0 0,0 1 0,-1-1 0,1 0 0,-1 0 0,0 0 0,0-1 0,0 1 0,0 0 0,0-1 0,0 1 0,-1-1 0,1 0 0,-1 0 0,0 1 0,0-1 0,0 0 0,0 0 0,0 0 0,0 0 0,-1 0 0,0-1 0,0 1 0,0 0 0,0 0 0,0 0 0,0 0 0,-1 0 0,1 0 0,-3-5 0,2 5 0,0 1 0,0 0 0,-1-1 0,1 1 0,-1 0 0,0 0 0,1 0 0,-1 0 0,0 0 0,0 0 0,0 0 0,-1 1 0,1-1 0,0 1 0,-1-1 0,1 1 0,-1 0 0,1 0 0,-1 0 0,1 0 0,-1 1 0,0-1 0,-4 0 0,2 1 0,0 0 0,0 0 0,-1 0 0,1 0 0,0 1 0,0 0 0,-1 0 0,1 0 0,0 1 0,0-1 0,-6 5 0,2-3 0,-1 0 0,0 0 0,1 0 0,-1-1 0,0-1 0,0 0 0,0 0 0,0-1 0,0 0 0,-11-2 0,8 1 0,1 1 0,-1 0 0,1 0 0,0 1 0,-15 4 0,26-5 0,0 0 0,1 0 0,-1 0 0,1 0 0,-1 0 0,1 0 0,-1 0 0,0 0 0,1 1 0,-1-1 0,1 0 0,-1 0 0,1 1 0,-1-1 0,1 0 0,-1 0 0,1 1 0,-1-1 0,1 1 0,0-1 0,-1 0 0,1 1 0,-1-1 0,1 1 0,0-1 0,-1 1 0,1-1 0,0 2 0,14 5 0,27-1 0,-35-5 0,-1-1 0,1-1 0,0 1 0,-1-1 0,1 0 0,-1 0 0,0 0 0,1-1 0,-1 0 0,10-4 0,-13 5 0,0 0 0,-1-1 0,1 1 0,0 0 0,0-1 0,-1 0 0,1 1 0,-1-1 0,1 0 0,-1 1 0,0-1 0,0 0 0,0 0 0,0 0 0,0 0 0,0 0 0,0-1 0,-1 1 0,1 0 0,-1 0 0,1 0 0,-1-1 0,0 1 0,0 0 0,0 0 0,0-1 0,-1 1 0,1 0 0,0 0 0,-2-3 0,1 1 0,-1 1 0,0-1 0,0 1 0,0-1 0,0 1 0,0 0 0,-1 0 0,1 0 0,-1 0 0,0 1 0,0-1 0,0 1 0,0 0 0,0-1 0,-1 1 0,1 1 0,-1-1 0,1 0 0,-1 1 0,0 0 0,-7-2 0,-6-1 0,-1 1 0,1 0 0,-24 0 0,17 5 0,24-2 0,0 0 0,0 0 0,0 0 0,0 0 0,-1 0 0,1 1 0,0-1 0,0 0 0,0 0 0,0 0 0,0 0 0,-1 0 0,1 0 0,0 1 0,0-1 0,0 0 0,0 0 0,0 0 0,0 0 0,0 0 0,0 1 0,0-1 0,0 0 0,-1 0 0,1 0 0,0 0 0,0 1 0,0-1 0,0 0 0,0 0 0,0 0 0,0 0 0,0 1 0,0-1 0,0 0 0,1 0 0,-1 0 0,0 1 0,0-1 0,0 0 0,0 0 0,0 0 0,0 0 0,0 0 0,0 1 0,0-1 0,1 0 0,-1 0 0,0 0 0,2 2 0,1 0 0,0 0 0,-1-1 0,1 1 0,0-1 0,0 0 0,0 0 0,0 0 0,0 0 0,4 1 0,8 1 0,0 0 0,1-2 0,-1 1 0,0-2 0,1 0 0,-1-1 0,24-3 0,-39 4 0,1 0 0,0 0 0,-1-1 0,1 1 0,0 0 0,0 0 0,-1 0 0,1 0 0,0-1 0,-1 1 0,1 0 0,0-1 0,-1 1 0,1 0 0,-1-1 0,1 1 0,-1-1 0,1 1 0,-1-1 0,1 1 0,-1-1 0,1 1 0,-1-1 0,1 1 0,-1-2 0,-13-5 0,-29-1 0,-69 7 0,111 1 0,0 0 0,0-1 0,-1 1 0,1 0 0,0 0 0,0 0 0,0 0 0,-1 0 0,1 1 0,0-1 0,0 0 0,0 0 0,-1 0 0,1 0 0,0 0 0,0 0 0,0 0 0,-1 0 0,1 0 0,0 0 0,0 1 0,0-1 0,0 0 0,-1 0 0,1 0 0,0 0 0,0 0 0,0 1 0,0-1 0,0 0 0,0 0 0,0 0 0,-1 1 0,1-1 0,0 0 0,0 0 0,0 0 0,0 1 0,0-1 0,0 0 0,0 0 0,0 0 0,0 1 0,0-1 0,0 0 0,0 0 0,0 0 0,0 1 0,1-1 0,-1 0 0,0 0 0,0 0 0,0 1 0,0-1 0,0 0 0,0 0 0,0 0 0,0 0 0,1 1 0,-1-1 0,0 0 0,0 0 0,15 18 0,-4-4 0,6 26 0,-15-33 0,0 0 0,1 0 0,0 0 0,0 0 0,1-1 0,6 10 0,-3-9 0,0 1 0,1-1 0,0 0 0,0-1 0,0 0 0,1 0 0,11 5 0,-18-9 0,1-1 0,0 1 0,0-1 0,0 0 0,0 0 0,0 0 0,0 0 0,0 0 0,0-1 0,0 1 0,0-1 0,0 0 0,0 0 0,0 0 0,0 0 0,1-1 0,-1 1 0,0-1 0,0 0 0,0 0 0,0 0 0,0 0 0,-1 0 0,1-1 0,0 1 0,0-1 0,4-3 0,-6 2 0,1 0 0,0 0 0,-1 0 0,1 0 0,-1 0 0,0 0 0,0 0 0,0 0 0,-1 0 0,1 0 0,-1-1 0,0 1 0,0 0 0,0 0 0,0 0 0,0-1 0,-1 1 0,1 0 0,-1 0 0,-1-4 0,1 2 0,-1 0 0,1 0 0,-1 0 0,0 0 0,0 0 0,-1 1 0,0-1 0,1 1 0,-2 0 0,1-1 0,-7-5 0,10 9 0,0 1 0,0 0 0,-1 0 0,1 0 0,0 0 0,0 0 0,0 0 0,-1 0 0,1-1 0,0 1 0,0 0 0,0 0 0,-1 0 0,1 0 0,0 0 0,0 0 0,-1 0 0,1 0 0,0 0 0,0 0 0,0 0 0,-1 0 0,1 0 0,0 0 0,0 0 0,-1 0 0,1 1 0,0-1 0,0 0 0,0 0 0,-1 0 0,1 0 0,0 0 0,0 0 0,0 1 0,0-1 0,-1 0 0,1 0 0,0 0 0,0 0 0,0 1 0,0-1 0,0 0 0,-5 16 0,2 16 0,3-31 0,1 114 0,-1 39 0,0-150 0,-1 0 0,1 0 0,-1 0 0,0-1 0,0 1 0,0 0 0,-1 0 0,1-1 0,-1 1 0,0-1 0,0 1 0,0-1 0,0 0 0,0 0 0,-1 0 0,0 0 0,-4 4 0,4-5 0,0-1 0,1 1 0,-1-1 0,0 1 0,0-1 0,0 0 0,0 0 0,0-1 0,0 1 0,0 0 0,0-1 0,0 0 0,0 0 0,-1 0 0,1 0 0,0 0 0,0-1 0,0 0 0,0 1 0,0-1 0,0 0 0,-3-2 0,2 2 0,-15-5 0,18 5 0,1 1 0,-1 0 0,1 0 0,-1 0 0,1 0 0,-1 0 0,1 0 0,-1 0 0,1 0 0,-1 0 0,1 0 0,-1 1 0,1-1 0,-1 0 0,1 0 0,-1 0 0,1 1 0,-1-1 0,1 0 0,-1 0 0,1 1 0,0-1 0,-1 0 0,1 1 0,0-1 0,-1 1 0,1-1 0,0 0 0,-1 1 0,1-1 0,0 1 0,-1 0 0,1-1 0,0 0 0,0 1 0,0-1 0,0 0 0,0 0 0,-1 1 0,1-1 0,0 0 0,0 0 0,0 1 0,0-1 0,0 0 0,0 1 0,0-1 0,0 0 0,0 0 0,0 1 0,0-1 0,0 0 0,0 0 0,0 1 0,0-1 0,1 0 0,-1 0 0,0 1 0,0-1 0,0 0 0,0 0 0,0 1 0,1-1 0,-1 0 0,0 0 0,0 0 0,0 1 0,1-1 0,-1 0 0,0 0 0,0 0 0,1 0 0,-1 0 0,0 1 0,0-1 0,1 0 0,-1 0 0,0 0 0,0 0 0,1 0 0,-1 0 0,0 0 0,0 0 0,1 0 0,-1 0 0,0 0 0,1 0 0,-1 0 0,0 0 0,0 0 0,1 0 0,-1 0 0,0-1 0,0 1 0,1 0 0,-1 0 0,0 0 0,20-10 0,-11 0 0,0-1 0,0 0 0,-1 0 0,-1-1 0,0 0 0,0 0 0,-1-1 0,-1 0 0,5-14 0,-2 5 0,1 1 0,15-26 0,-22 44 0,0 0 0,0 0 0,0 0 0,0 0 0,0 1 0,1-1 0,-1 1 0,1-1 0,0 1 0,0 0 0,0 0 0,0 0 0,0 0 0,0 1 0,0-1 0,0 1 0,1 0 0,-1 0 0,1 0 0,-1 0 0,1 0 0,-1 1 0,1 0 0,-1 0 0,1 0 0,0 0 0,-1 0 0,6 2 0,-4-1 0,1 2 0,-1-1 0,1 0 0,-1 1 0,0 0 0,0 0 0,0 1 0,0-1 0,0 1 0,-1 0 0,0 0 0,0 1 0,0-1 0,0 1 0,-1 0 0,5 7 0,-4-4 0,26 50 0,-28-55 0,0 1 0,-1 0 0,1-1 0,-1 1 0,0 0 0,0 0 0,-1-1 0,1 1 0,-1 0 0,0 0 0,0 0 0,-1 6 0,1-9 0,0-1 0,-1 1 0,1-1 0,0 1 0,-1-1 0,1 0 0,0 1 0,-1-1 0,1 0 0,-1 1 0,1-1 0,-1 0 0,1 0 0,0 0 0,-1 1 0,1-1 0,-1 0 0,1 0 0,-1 0 0,1 0 0,-1 0 0,1 0 0,-1 0 0,0 0 0,1 0 0,-1 0 0,1 0 0,-1 0 0,1 0 0,-1 0 0,1 0 0,-1-1 0,1 1 0,0 0 0,-1 0 0,1-1 0,-1 1 0,1 0 0,-1 0 0,1-1 0,0 1 0,-1-1 0,1 1 0,0 0 0,-1-1 0,1 1 0,-1-1 0,-19-19 0,-7-23 0,23 34 0,-1 0 0,0 1 0,-1 0 0,-8-10 0,12 16 0,0 0 0,0 0 0,-1 0 0,1 1 0,0-1 0,-1 1 0,0-1 0,1 1 0,-1 0 0,0 0 0,0 0 0,0 0 0,1 0 0,-1 1 0,0-1 0,0 1 0,0 0 0,-5 0 0,-28 4 0,-1 1 0,-59 18 0,-16 3 0,16-14 0,1-5 0,-109-6 0,7 0 0,203-1 0,-1-1 0,1 0 0,0 0 0,0-1 0,0 1 0,-1-1 0,1 0 0,-1-1 0,0 1 0,1-1 0,6-5 0,-10 7 0,-1-1 0,1 1 0,-1 0 0,1-1 0,-1 1 0,0-1 0,0 1 0,1-1 0,-1 0 0,0 1 0,0-1 0,-1 0 0,1 0 0,0 0 0,-1 0 0,1 0 0,-1 1 0,1-1 0,-1 0 0,0 0 0,0 0 0,0 0 0,0 0 0,0 0 0,0 0 0,-1 0 0,1 0 0,-1 0 0,1 0 0,-1 0 0,0 0 0,0 0 0,0 0 0,0 1 0,0-1 0,0 0 0,-2-1 0,-7-9 0,0 2 0,-1-1 0,-1 2 0,0-1 0,0 1 0,-1 1 0,0 1 0,-20-10 0,32 16 0,-117-57-262,-245-86 0,-147 10-261,471 125 523,9 2 0,0 0 0,-1 2 0,1 2 0,-1 1 0,-43 2 0,72 0 13,0 0-1,0 0 1,1 0 0,-1 1 0,0-1-1,0 1 1,1-1 0,-1 1 0,1 0-1,-1-1 1,0 1 0,1 0 0,-1 0 0,1 0-1,0 0 1,-1 0 0,1 1 0,0-1-1,0 0 1,0 1 0,-1-1 0,1 1 0,1-1-1,-1 1 1,0-1 0,0 1 0,1-1-1,-1 1 1,1 0 0,-1 0 0,1-1 0,0 1-1,-1 0 1,1 0 0,0-1 0,0 1-1,0 0 1,1 0 0,-1-1 0,1 4-1,1 2 41,-1-1-1,1 1 1,1-1-1,-1 0 0,1 1 1,0-2-1,1 1 1,0 0-1,6 8 0,2-2-52,1-1 0,0 1 0,1-2 0,0 0 0,0-1 0,32 15 0,-2-5 0,58 17 0,47-2 0,-16-6 0,-124-25 0,-1-1 0,-1 0 0,0 0 0,0 0 0,15 0 0,-22-2 0,0 0 0,-1 0 0,1 0 0,0-1 0,0 1 0,0 0 0,0 0 0,0 0 0,0 0 0,-1 0 0,1-1 0,0 1 0,0 0 0,0 0 0,0 0 0,0 0 0,0-1 0,0 1 0,0 0 0,0 0 0,0 0 0,0 0 0,0-1 0,0 1 0,0 0 0,0 0 0,0 0 0,0-1 0,0 1 0,0 0 0,0 0 0,0 0 0,0 0 0,0-1 0,0 1 0,0 0 0,1 0 0,-1 0 0,0 0 0,0 0 0,0-1 0,0 1 0,0 0 0,0 0 0,1 0 0,-1 0 0,0 0 0,0 0 0,0 0 0,0-1 0,1 1 0,-1 0 0,0 0 0,0 0 0,0 0 0,0 0 0,1 0 0,-1 0 0,-21-12 0,-48-17 4,-1 3 0,-85-19-1,-152-21-92,225 50-17,-61-14-482,-188-34 236,0 23 370,306 42-14,25-1-4,-1-1 0,1 1 0,0 0 0,0 0-1,0 0 1,0 0 0,0 0 0,0 0 0,0 0 0,-1 0-1,1 0 1,0 0 0,0 0 0,0 0 0,0 0 0,0 0-1,0 0 1,0 0 0,-1 0 0,1 0 0,0 0-1,0 0 1,0 0 0,0 0 0,0 1 0,0-1 0,0 0-1,-1 0 1,1 0 0,0 0 0,0 0 0,0 0 0,0 0-1,0 0 1,0 0 0,0 0 0,0 1 0,0-1-1,0 0 1,0 0 0,0 0 0,-1 0 0,1 0 0,0 0-1,0 0 1,0 1 0,0-1 0,0 0 0,0 0 0,0 0-1,0 0 1,0 0 0,0 0 0,0 0 0,0 1 0,1-1-1,-1 0 1,0 0 0,0 0 0,0 0 0,0 0-1,0 0 1,0 0 0,0 1 0,5 1 27,0 0 1,-1 0-1,1 0 0,0-1 1,1 1-1,5 0 0,485 71 493,-311-51-1218,763 128 477,-917-140 221,-186-10 1292,77-2-1263,-174-1-29,-483 3 0,727 0 0,-54 5 0,57-4 0,1 0 0,0 0 0,0 0 0,-1 0 0,1 1 0,0 0 0,0 0 0,1 0 0,-1 0 0,0 0 0,-4 5 0,8-7 0,-1 1 0,0-1 0,1 1 0,-1 0 0,1-1 0,-1 1 0,1 0 0,-1-1 0,1 1 0,0 0 0,-1 0 0,1-1 0,0 1 0,-1 0 0,1 0 0,0 0 0,0 0 0,0-1 0,0 1 0,0 0 0,0 0 0,0 0 0,0 0 0,0-1 0,0 1 0,1 0 0,-1 0 0,0 0 0,0 0 0,1-1 0,-1 1 0,1 0 0,-1-1 0,1 1 0,-1 0 0,1 0 0,-1-1 0,1 1 0,-1-1 0,2 2 0,2 1 0,1 1 0,-1-1 0,1 0 0,0 0 0,7 3 0,30 11 0,1-2 0,57 13 0,-98-27 0,598 121-571,13-51 269,-268-55 302,-344-16 0,-1 1 0,1-1 0,-1 0 0,1 0 0,0 0 0,-1 0 0,1 0 0,0 0 0,-1 0 0,1 0 0,-1 0 0,1 0 0,0 0 0,-1 0 0,1 0 0,-1-1 0,1 1 0,-1 0 0,1 0 0,0-1 0,-1 1 0,1 0 0,-1-1 0,1 1 0,-1-1 0,1 0 0,-22-9 0,-55-14 404,-110-20 0,-89 0-480,263 42 47,-475-61-525,-6 40 256,472 24 277,19-1 6,5 1 9,39 1 218,974 1-512,-645-4 440,-338 1-140,-17 1 0,0-1 0,-1 0 0,1-2 0,16-2 0,-26 0 0,-13 0 0,-19-3 0,0 2 0,-52-5 0,37 5 0,-205-21 27,0 11 0,-341 23 0,567-7-27,-37 4 0,54-4 0,0-1 0,1 1 0,-1-1 0,0 1 0,1 0 0,-1 0 0,1 1 0,-1-1 0,1 0 0,0 1 0,-1-1 0,1 1 0,0 0 0,0 0 0,-3 4 0,4-5 19,1 0 0,-1 0-1,1 0 1,-1 0 0,1 0 0,0 0-1,0 0 1,0 0 0,-1 0-1,1 1 1,0-1 0,0 0-1,1 0 1,-1 0 0,0 0 0,0 0-1,0 0 1,1 0 0,-1 1-1,1-1 1,-1 0 0,1 0-1,-1 0 1,1 0 0,-1-1 0,1 1-1,0 0 1,0 0 0,-1 0-1,1 0 1,0-1 0,0 1-1,1 1 1,36 20 276,2-8-295,0-1 0,0-2 0,69 9 0,-60-12 0,37 7 0,1-4 0,130 0 0,-196-14 0,-21 3 0,0 0 0,0-1 0,0 1 0,0 0 0,0 0 0,1 0 0,-1 0 0,0-1 0,0 1 0,0 0 0,0 0 0,0 0 0,0-1 0,0 1 0,0 0 0,0 0 0,0 0 0,0 0 0,0-1 0,0 1 0,0 0 0,0 0 0,0 0 0,-1-1 0,1 1 0,0 0 0,0 0 0,0 0 0,0 0 0,0 0 0,0-1 0,0 1 0,-1 0 0,1 0 0,0 0 0,0 0 0,0 0 0,0 0 0,0-1 0,-1 1 0,1 0 0,0 0 0,0 0 0,0 0 0,-1 0 0,1 0 0,0 0 0,-42-15 0,-49 1 0,-1 4 0,-131 3 0,146 5 0,29 1 0,-420-1 0,456 2 0,-60 6 0,67-5 0,0 0 0,1 0 0,-1 0 0,1 1 0,-1 0 0,1-1 0,0 2 0,-1-1 0,1 0 0,0 1 0,1 0 0,-5 3 0,7-5 0,1-1 0,-1 1 0,1-1 0,-1 1 0,1-1 0,-1 1 0,1 0 0,-1-1 0,1 1 0,-1-1 0,1 1 0,0 0 0,-1 0 0,1-1 0,0 1 0,0 0 0,0 0 0,-1-1 0,1 1 0,0 0 0,0 0 0,0-1 0,0 1 0,0 0 0,1 0 0,-1-1 0,0 1 0,0 0 0,0 0 0,1-1 0,-1 1 0,0 0 0,1-1 0,-1 1 0,0 0 0,1-1 0,-1 1 0,1 0 0,-1-1 0,1 1 0,-1-1 0,1 1 0,0-1 0,-1 1 0,1-1 0,0 0 0,-1 1 0,1-1 0,0 0 0,-1 1 0,1-1 0,0 0 0,0 0 0,-1 0 0,3 0 0,16 5 0,0 0 0,0-2 0,0-1 0,33 1 0,-33-3 0,526-11-280,0-45-105,-520 53 385,-2 1 0,-1-1 0,1-1 0,41-13 0,-64 17 0,0 0 0,1 0 0,-1 0 1,1 0-1,-1 0 0,0 0 0,1 0 0,-1 0 1,0 0-1,1-1 0,-1 1 0,0 0 0,1 0 0,-1 0 1,0 0-1,0-1 0,1 1 0,-1 0 0,0 0 1,1-1-1,-1 1 0,0 0 0,0-1 0,0 1 1,1 0-1,-1 0 0,0-1 0,0 1 0,0 0 0,0-1 1,0 1-1,0 0 0,1-1 0,-1 1 0,0-1 1,0 1-1,0 0 0,0-1 0,-14-7 156,-29-2 235,-54 1-339,-129 2-1,130 7-43,-258 0-589,0 16 0,-379 66-1,721-80 582,-24 3 0,1 2 0,0 1 0,-59 22 0,92-30 0,1 1 0,-1 0 0,0-1 0,1 1 0,-1 0 0,0 0 0,1 0 0,-1 0 0,1 0 0,-1 0 0,1 1 0,0-1 0,0 0 0,-1 1 0,1-1 0,0 1 0,0-1 0,0 1 0,-1 2 0,3-3 0,-1 1 0,1-1 0,-1 0 0,1 0 0,0 0 0,-1 1 0,1-1 0,0 0 0,0 0 0,0 0 0,0 0 0,0 0 0,0 0 0,0 0 0,0-1 0,0 1 0,0 0 0,1-1 0,-1 1 0,0 0 0,0-1 0,1 0 0,-1 1 0,0-1 0,3 1 0,23 6 0,1-1 0,1-1 0,-1-1 0,41 0 0,-57-3 0,520 11 626,4-52-337,-519 38-289,-4 1 0,-1-1 0,0 0 0,0-1 0,-1 0 0,20-8 0,-30 11 0,-1-1 0,1 1 0,0 0 0,0-1 0,-1 1 0,1-1 0,0 1 0,-1-1 0,1 1 0,0-1 0,-1 0 0,1 1 0,-1-1 0,1 0 0,-1 1 0,1-1 0,-1 0 0,1 0 0,-1 1 0,0-1 0,1 0 0,-1-2 0,0 2 0,0 0 0,-1 1 0,1-1 0,-1 0 0,1 0 0,-1 0 0,1 0 0,-1 0 0,1 0 0,-1 1 0,0-1 0,1 0 0,-1 1 0,0-1 0,0 0 0,1 1 0,-1-1 0,0 1 0,0-1 0,0 1 0,-1-1 0,-18-8 129,-1 1 0,0 1-1,0 1 1,-29-4 0,39 8-82,-127-23 28,-166-7 0,-146 15-87,82 17 12,423 1 0,56-8 0,363-63-551,-2-33-56,-416 91 588,-22 6 6,0-2 1,0-1-1,0-2 1,53-25-1,-85 35 20,-1 0 1,1 0-1,0 0 0,0 0 1,-1 0-1,1-1 0,-1 1 0,1-1 1,-1 1-1,0-1 0,1 1 0,1-4 1,-3 5 1,0-1-1,0 0 1,1 1 0,-1-1 0,0 1-1,0-1 1,0 0 0,0 1 0,0-1-1,0 1 1,0-1 0,0 0 0,-1 1-1,1-1 1,0 1 0,0-1 0,0 0-1,-1 1 1,1-1 0,0 1 0,0-1 0,-1 1-1,1-1 1,-1 1 0,1-1 0,-1 0-1,-3-1 48,1 0 0,0 0 0,-1 0 0,1 0 0,-1 1 0,1-1 0,-1 1 0,0 0 0,0 0-1,-6-1 1,-28-2 18,0 2-1,0 2 1,-46 4-1,81-4-73,1 0 0,-1 1 0,0-1 0,0 1 0,0-1 0,0 1 0,0 0 0,1 0 0,-1 0 0,0 1 0,1-1 0,-1 1 0,1-1 0,-1 1 0,1 0 0,0 0 0,0 0 0,0 0 0,0 0 0,0 0 0,0 1 0,1-1 0,-1 1 0,1-1 0,-1 1 0,1-1 0,0 1 0,0 0 0,0 0 0,1 0 0,-1 0 0,1-1 0,-1 1 0,1 0 0,0 0 0,0 0 0,0 0 0,1 0 0,-1 0 0,1 0 0,-1 0 0,1-1 0,0 1 0,0 0 0,0 0 0,3 3 0,-1 2 0,0-3 0,-1-1 0,0 1 0,0 1 0,-1-1 0,1 0 0,0 9 0,-2-13 0,0 0 0,0-1 0,0 1 0,0-1 0,0 1 0,0 0 0,0-1 0,-1 1 0,1-1 0,0 1 0,0 0 0,-1-1 0,1 1 0,0-1 0,-1 1 0,1-1 0,0 1 0,-1-1 0,1 0 0,-1 1 0,1-1 0,-1 1 0,1-1 0,-1 0 0,0 1 0,-1 0 0,0-1 0,0 0 0,0 1 0,1-1 0,-1 0 0,0 0 0,0 0 0,0 0 0,0 0 0,0-1 0,0 1 0,-3-2 0,3 1 0,-1 1 0,1-1 0,0 1 0,-1-1 0,1 1 0,-1-1 0,1 1 0,-1 0 0,1 0 0,-1 1 0,1-1 0,-1 0 0,1 1 0,-1 0 0,1-1 0,-1 1 0,1 0 0,0 0 0,0 0 0,-4 3 0,3-1 0,1 0 0,0-1 0,0 1 0,0 0 0,1 0 0,-1 1 0,1-1 0,0 0 0,0 0 0,0 1 0,0-1 0,0 1 0,1-1 0,-1 0 0,1 5 0,-1 27 0,1-25 0,0 0 0,0-1 0,-1 1 0,0-1 0,-1 1 0,-4 15 0,5-23 0,0 0 0,0-1 0,0 1 0,0-1 0,0 1 0,0-1 0,0 1 0,-1-1 0,1 0 0,0 1 0,-1-1 0,1 0 0,-1 0 0,1 0 0,-1 0 0,-2 1 0,1-1 0,0-1 0,0 1 0,0-1 0,0 1 0,0-1 0,0 0 0,-1 0 0,1 0 0,0-1 0,0 1 0,0-1 0,-5-1 0,-1-2 0,0 0 0,0-1 0,1 0 0,-1 0 0,1-1 0,0 0 0,1-1 0,0 1 0,-8-10 0,-23-19 0,-1 3 0,21 16 0,-1 1 0,0 1 0,-26-14 0,43 26 0,-2 1 0,1-1 0,0 1 0,0-1 0,0 1 0,0 1 0,-1-1 0,1 0 0,0 1 0,-1-1 0,1 1 0,-1 0 0,1 0 0,0 0 0,-1 1 0,1-1 0,-1 1 0,1 0 0,0 0 0,0 0 0,-1 0 0,1 1 0,0-1 0,0 1 0,0 0 0,1 0 0,-5 3 0,1 1 0,0 1 0,1 0 0,-1 0 0,2 0 0,-1 1 0,1-1 0,0 1 0,1 0 0,-5 15 0,5-11 0,-1-1 0,-1-1 0,1 1 0,-1-1 0,-1 1 0,0-1 0,-9 10 0,11-16 0,0 1 0,-1-1 0,0 0 0,0 0 0,0 0 0,-1-1 0,1 1 0,-1-1 0,1-1 0,-1 1 0,0-1 0,0 0 0,0 0 0,-12 1 0,8-2 0,1 0 0,-1-1 0,0 0 0,0 0 0,1-1 0,-1-1 0,1 0 0,-1 0 0,1 0 0,-1-1 0,1-1 0,-10-4 0,-8-7 0,1-1 0,-37-29 0,9 6 0,53 39 0,0-1 0,0 0 0,0 0 0,0 1 0,0-1 0,0 1 0,0-1 0,0 1 0,0-1 0,0 1 0,0 0 0,0-1 0,-1 1 0,1 0 0,0 0 0,0 0 0,0 0 0,-1 0 0,1 0 0,0 0 0,0 0 0,0 1 0,0-1 0,-2 1 0,2 0 0,-1 0 0,1 0 0,0 0 0,0 1 0,0-1 0,0 0 0,0 1 0,0-1 0,0 0 0,0 1 0,1-1 0,-1 1 0,1 0 0,-1-1 0,0 3 0,-1 9 0,0-1 0,1 1 0,1 21 0,0-27 0,2 28 0,-1-23 0,-1 1 0,0 0 0,0 0 0,-5 20 0,5-32 0,0-1 0,0 1 0,0-1 0,0 1 0,0-1 0,0 1 0,0-1 0,0 1 0,0 0 0,-1-1 0,1 1 0,0-1 0,0 0 0,-1 1 0,1-1 0,0 1 0,-1-1 0,1 1 0,0-1 0,-1 0 0,1 1 0,-1-1 0,1 0 0,0 1 0,-1-1 0,1 0 0,-1 1 0,1-1 0,-1 0 0,1 0 0,-1 0 0,1 0 0,-1 1 0,0-1 0,1 0 0,-1 0 0,1 0 0,-1 0 0,0 0 0,-1-1 0,0 0 0,0-1 0,0 1 0,1 0 0,-1 0 0,0-1 0,1 1 0,-1-1 0,1 1 0,-3-4 0,-27-43 0,22 32 0,14 35 0,0 1 0,-3-15 0,-1-1 0,0 0 0,0 0 0,0 0 0,0 0 0,0 0 0,-1 0 0,0 0 0,0 0 0,0 8 0,-20-47 0,17 30 0,-13-28 0,15 31 0,1 1 0,-1-1 0,0 0 0,0 0 0,1 0 0,0 0 0,-1 0 0,1 0 0,0 0 0,0 0 0,0 0 0,0 0 0,0-3 0,1 5 0,-1 0 0,0 0 0,1-1 0,-1 1 0,0 0 0,1 0 0,-1 0 0,0 0 0,1 0 0,-1 0 0,1 0 0,-1 0 0,0 0 0,1 0 0,-1 0 0,0 0 0,1 0 0,-1 0 0,1 1 0,-1-1 0,0 0 0,1 0 0,-1 0 0,0 0 0,1 1 0,-1-1 0,0 0 0,0 0 0,1 1 0,-1-1 0,0 0 0,0 0 0,1 1 0,12 10 0,-12-10 0,31 40 0,-17-21 0,-15-20 0,0 0 0,0 0 0,0 1 0,0-1 0,0 0 0,0 0 0,0 0 0,0 0 0,0 0 0,0 0 0,0 0 0,1 0 0,-1 0 0,0 0 0,0 1 0,0-1 0,0 0 0,0 0 0,0 0 0,0 0 0,0 0 0,1 0 0,-1 0 0,0 0 0,0 0 0,0 0 0,0 0 0,0 0 0,0 0 0,0 0 0,1 0 0,-1 0 0,0 0 0,0 0 0,0 0 0,0 0 0,0 0 0,0 0 0,0-1 0,0 1 0,1 0 0,-1 0 0,0 0 0,0 0 0,0 0 0,0 0 0,0 0 0,0 0 0,0 0 0,0 0 0,0 0 0,0-1 0,0 1 0,0 0 0,0 0 0,1 0 0,-1 0 0,0 0 0,0 0 0,0 0 0,0-1 0,0 1 0,2-13 0,0-16 0,-2 17 0,-1-1 0,1 1 0,1-1 0,0 1 0,4-19 0,-4 28 0,-1 0 0,1 0 0,1 0 0,-1 0 0,0 0 0,1 1 0,-1-1 0,1 0 0,0 1 0,0-1 0,0 1 0,0 0 0,0-1 0,1 1 0,-1 0 0,1 1 0,-1-1 0,1 0 0,0 1 0,0-1 0,0 1 0,0 0 0,3-1 0,6-1 0,1 1 0,-1 1 0,1 0 0,0 0 0,0 1 0,-1 1 0,1 0 0,-1 1 0,1 0 0,-1 1 0,1 1 0,-1 0 0,0 0 0,-1 1 0,1 1 0,16 10 0,11 4 0,1-1 0,0-2 0,2-2 0,0-2 0,0-1 0,1-3 0,0-1 0,1-2 0,44 0 0,305-7-432,11-22-1242,-194 10 1525,-152 9 167,542-26-116,-2 29-635,-490 6 1182,-1 5-1,0 5 1,154 41 0,-228-44 148,-24-8-214,-21-5-90,-359-86-293,32 29-437,-572-22-1,-356 74-781,856 11 1101,259-6 2330,293-10-2212,924-19-1457,-805 39 1056,-1 12 0,289 60-1,-495-70 402,-1 2 1,100 38-1,-124-35 271,-27-11 272,-10-1-1,-12-2-384,0-2 0,0 0 0,0-1 1,0-1-1,-24-6 0,6 2 25,-158-26-11,-73-10-625,-79-1-1358,-1924-59-3240,2080 106 6715,185-4-1224,0 1 0,0 0 0,0 0 0,1 1 0,-1 0 0,-13 5 0,21-7-422,0 0 0,0 0 0,1 0 1,-1 0-1,0 0 0,0 0 0,0 0 0,0 0 0,1 0 0,-1 1 0,0-1 1,0 0-1,0 0 0,0 0 0,0 0 0,0 0 0,0 1 0,1-1 0,-1 0 0,0 0 1,0 0-1,0 0 0,0 1 0,0-1 0,0 0 0,0 0 0,0 0 0,0 1 1,0-1-1,0 0 0,0 0 0,0 0 0,0 0 0,0 1 0,0-1 0,0 0 1,0 0-1,0 0 0,0 0 0,0 1 0,-1-1 0,1 0 0,0 0 0,0 0 0,0 0 1,0 1-1,0-1 0,0 0 0,-1 0 0,1 0 0,0 0 0,0 0 0,0 0 1,0 0-1,0 1 0,-1-1 0,1 0 0,0 0 0,0 0 0,0 0 0,-1 0 1,1 0-1,0 0 0,0 0 0,0 0 0,0 0 0,-1 0 0,22 4 887,134 2-535,-107-6-325,166 1-26,93 0-617,94-1-1796,-180-1 2038,653 5 98,-4 31 62,-690-19-333,246 53 0,-411-66 495,-6-1 132,0-1 0,0 2 0,-1-1 0,1 1 0,13 7 0,-21-10-51,-1 0 0,0 0 0,1 1 0,-1-1 0,0 0 0,1 0 0,-1 0 0,0 0 0,1 0 0,-1 0-1,0 0 1,1 1 0,-1-1 0,0 0 0,0 0 0,1 1 0,-1-1 0,0 0 0,0 0 0,1 1 0,-1-1 0,0 0 0,0 0 0,0 1 0,1-1 0,-1 0 0,0 1 0,0-1 0,0 0 0,0 1 0,0-1 0,0 0 0,0 1 0,0-1 0,0 0 0,0 1 0,0-1 0,0 1 0,0-1 0,0 0 0,0 1 0,0-1 0,0 0 0,0 1 0,-1-1 0,1 0 0,0 0-1,0 1 1,0-1 0,0 0 0,-1 1 0,1-1 0,0 0 0,0 0 0,-1 1 0,1-1 0,0 0 0,-1 0 0,1 0 0,0 1 0,0-1 0,-1 0 0,0 0 0,-24 7 997,-9-6-997,-1-1 1,0-2-1,1-1 1,-59-13-1,29 5-28,-86-13-69,-838-118-948,961 139 997,-461-32 1,484 35-1,-1 0 20,1 0 1,-1 0-1,0 0 1,0 1 0,1 0-1,-1 0 1,0 0 0,-6 2-1,11-3-5,0 0 0,0 1-1,0-1 1,0 0-1,0 0 1,-1 0 0,1 0-1,0 0 1,0 0 0,0 0-1,0 0 1,0 0-1,-1 1 1,1-1 0,0 0-1,0 0 1,0 0 0,0 0-1,0 0 1,0 1-1,0-1 1,0 0 0,0 0-1,0 0 1,0 0 0,0 0-1,0 1 1,0-1-1,0 0 1,0 0 0,0 0-1,0 0 1,0 1 0,0-1-1,0 0 1,0 0-1,0 0 1,0 0 0,0 1-1,0-1 1,0 0 0,0 0-1,0 0 1,0 0-1,0 0 1,0 1 0,1-1-1,-1 0 1,0 0 0,0 0-1,0 0 1,0 0 0,0 0-1,0 0 1,1 1-1,-1-1 1,0 0 0,0 0-1,18 8 126,24 2-208,1269 226-1508,-490-97 1557,-793-134 20,13 2 0,49 15 0,-68-13 3,-30-7-9,-46-12 275,-753-224-568,-263-11-543,1059 244 856,-34-8 62,0 2-1,0 2 1,-52 2 0,62 9 1477,35-6-1542,-1 0 0,1 1 0,-1-1-1,1 0 1,-1 0 0,1 1 0,-1-1 0,1 0 0,-1 0 0,1 1 0,-1-1 0,1 1 0,-1-1 0,1 0 0,-1 1 0,1-1 0,0 1 0,-1-1 0,1 1 0,0-1 0,0 1 0,-1-1 0,1 1 0,0-1 0,0 1 0,0 0-1,0-1 1,0 1 0,0-1 0,-1 1 0,1 0 0,0-1 0,1 1 0,-1-1 0,0 1 0,0-1 0,0 1 0,0 0 0,0-1 0,1 1 0,-1-1 0,0 1 0,0-1 0,1 1 0,-1-1 0,0 1 0,1-1 0,-1 0 0,1 1-1,-1-1 1,0 1 0,1-1 0,-1 0 0,1 1 0,7 6-11,0 0 0,0-1 0,0 0 0,1 0 0,-1-1 0,1 0 0,11 4 0,77 26 0,-67-25 0,322 90 0,-264-82 0,0-4 0,98 3 0,-1167-25-2301,600 9 2067,262-2-44,-193 7-5,299-5 283,7-2 0,0 2 0,0-1 0,0 1 0,0-1 0,1 2 0,-1-1 0,0 1 0,0-1 0,1 2 0,-9 3 0,14-6 14,0 0 0,-1 1 0,1-1 0,0 0 0,0 0 0,0 1 0,-1-1 0,1 0 1,0 0-1,0 1 0,0-1 0,-1 0 0,1 0 0,0 1 0,0-1 0,0 0 0,0 1 0,0-1 0,0 0 0,0 1 0,0-1 0,0 0 0,0 1 1,0-1-1,0 0 0,0 1 0,0-1 0,0 0 0,0 1 0,0-1 0,0 0 0,0 0 0,1 1 0,-1-1 0,0 0 0,0 1 0,0-1 0,0 0 0,1 0 1,-1 1-1,0-1 0,0 0 0,1 0 0,-1 0 0,0 1 0,0-1 0,1 0 0,-1 0 0,0 0 0,1 0 0,-1 0 0,0 0 0,0 1 0,1-1 1,20 7 1155,12-2-936,0 0-1,0-3 1,0 0 0,54-6 0,-60 3-251,133-11 17,0-6 0,-2-8 0,272-80 0,-404 98 0,-13 6 0,0-2 0,-1 0 0,1-1 0,-1 0 0,0-1 0,0 0 0,21-15 0,-33 20 0,1 1 0,-1 0 0,1-1 0,-1 1 0,1-1 0,-1 1 0,1-1 0,-1 1 0,0-1 0,1 1 0,-1-1 0,0 0 0,1 1 0,-1-1 0,0 1 0,0-1 0,1 0 0,-1 1 0,0-1 0,0 0 0,0 1 0,0-1 0,0 0 0,0 1 0,0-1 0,0 0 0,0 1 0,-1-1 0,1 0 0,0 1 0,0-1 0,0 1 0,-1-1 0,1 0 0,0 1 0,-1-1 0,1 1 0,0-1 0,-1 1 0,1-1 0,-1 1 0,1-1 0,-1 1 0,1-1 0,-1 1 0,1 0 0,-1-1 0,0 1 0,0 0 0,-33-14 0,3 7 0,0 1 0,-59-2 0,-69 7 0,98 2 0,12-2 0,22 0 0,-1 1 0,1 2 0,-35 5 0,46-1 0,16-3 0,1-4 0,0 1 0,0-1 0,0 1 0,0-1 0,0 1 0,0-1 0,0 0 0,0 1 0,0-1 0,0 0 0,0 0 0,-1 1 0,1-1 0,0 0 0,-1 0 0,1 0 0,0 0 0,-1 0 0,1 0 0,-1 0 0,1-2 0,0-1 0,0 0 0,-1 1 0,1-1 0,-1 1 0,0-1 0,0 0 0,0 1 0,-1-1 0,1 0 0,-1 1 0,0-1 0,0 1 0,0-1 0,0 1 0,-1 0 0,0-1 0,1 1 0,-3-3 0,11 17 0,7 21 0,-13-29 0,6 34 0,-9-25 0,1-12 0,1 0 0,-1 0 0,1 1 0,-1-1 0,1 0 0,0 0 0,-1 0 0,1 0 0,-1 0 0,1 0 0,-1-1 0,1 1 0,0 0 0,-1 0 0,1 0 0,-1 0 0,1 0 0,0-1 0,-1 1 0,1 0 0,0 0 0,-1-1 0,1 1 0,0 0 0,-1 0 0,1-1 0,0 1 0,-1 0 0,1-1 0,0 0 0,-43-42 0,2-2 0,-64-94 0,86 108 0,1 0 0,-20-50 0,-1-2 0,37 80 0,0-1 0,1 0 0,-1 0 0,1 0 0,0 1 0,-1-9 0,2 12 0,0 0 0,0-1 0,0 1 0,0-1 0,0 1 0,0 0 0,0-1 0,0 1 0,0 0 0,0-1 0,0 1 0,0-1 0,0 1 0,0 0 0,1-1 0,-1 1 0,0 0 0,0 0 0,0-1 0,1 1 0,-1 0 0,0-1 0,0 1 0,1 0 0,-1 0 0,0-1 0,1 1 0,-1 0 0,1 0 0,0 0 0,0 0 0,0 0 0,1 0 0,-1 0 0,0 0 0,0 0 0,1 1 0,-1-1 0,0 0 0,0 1 0,0-1 0,0 1 0,0-1 0,2 2 0,7 4 0,-1 1 0,0 0 0,0 1 0,0 0 0,-1 0 0,13 17 0,37 61 0,-34-43 0,-20-33 0,-17-30 0,-19-26 0,22 34 0,0-2 0,1 1 0,1-1 0,0-1 0,1 1 0,-7-21 0,47 90 0,-23-30 0,-1 1 0,0 0 0,-2 0 0,-1 1 0,-1 0 0,-2 0 0,0 0 0,-2 0 0,-1 1 0,-1-1 0,-10 54 0,8-64 0,-1 0 0,-1-1 0,0 1 0,-1-1 0,-1-1 0,0 1 0,-1-1 0,-1 0 0,-1-1 0,0 0 0,0 0 0,-2-1 0,1 0 0,-2-1 0,1-1 0,-2 0 0,0-1 0,0 0 0,0-1 0,-19 8 0,20-12 0,0 0 0,-1-2 0,1 1 0,-1-2 0,0 0 0,0 0 0,0-2 0,0 0 0,1 0 0,-1-1 0,0-1 0,0 0 0,0-1 0,1 0 0,0-1 0,-1-1 0,1 0 0,-14-9 0,24 13 0,1 0 0,-1 0 0,1-1 0,-1 1 0,1-1 0,0 0 0,0 0 0,0 0 0,0 0 0,0 0 0,0 0 0,0 0 0,1-1 0,-1 1 0,1-1 0,0 1 0,0-1 0,0 1 0,0-1 0,0 0 0,0 0 0,1 1 0,-1-1 0,1-5 0,0 5 0,1 0 0,0 0 0,0 0 0,0 0 0,0 1 0,1-1 0,-1 0 0,1 1 0,-1-1 0,1 1 0,0-1 0,0 1 0,0 0 0,0-1 0,1 1 0,-1 1 0,1-1 0,-1 0 0,1 0 0,-1 1 0,1 0 0,5-3 0,9-2 0,0 0 0,0 1 0,1 1 0,0 1 0,35-3 0,97 6 0,-95 2 0,-49-2 0,52 1 0,-46 0 0,-37 0 0,-437-1 0,546 1 0,99-3 0,-179 2 0,0 0 0,0 0 0,0-1 0,0 0 0,0 0 0,0 0 0,-1 0 0,1 0 0,5-3 0,-10-2 0,-11 1 0,-15-4 0,26 9 0,-38-9 0,0 2 0,-72-5 0,177 14 0,168-3 0,-232 1 0,-1 0 0,0 0 0,1 0 0,-1 0 0,0 0 0,1-1 0,-1 1 0,0 0 0,0-1 0,1 1 0,-1-1 0,0 1 0,0-1 0,1 0 0,-1 1 0,0-1 0,0 0 0,0 0 0,1-1 0,-2 1 0,0 0 0,0 0 0,0 0 0,-1 0 0,1 0 0,0 1 0,-1-1 0,1 0 0,-1 0 0,1 0 0,-1 1 0,1-1 0,-1 0 0,0 1 0,1-1 0,-1 1 0,0-1 0,0 0 0,1 1 0,-1 0 0,0-1 0,0 1 0,1-1 0,-1 1 0,0 0 0,0 0 0,0-1 0,0 1 0,0 0 0,-1 0 0,-32-9 0,-1 1 0,0 2 0,-54-3 0,-4-1 0,-70-7 0,272 16 0,-32-1 0,118 12 0,-189-9 0,36 6 0,-40-7 0,-1 1 0,1-1 0,-1 0 0,1 1 0,-1-1 0,0 1 0,1-1 0,-1 1 0,0 0 0,1 0 0,-1 0 0,0-1 0,0 1 0,0 0 0,0 0 0,0 1 0,0-1 0,0 0 0,0 0 0,0 0 0,1 3 0,-2-3 0,0-1 0,0 1 0,0-1 0,0 1 0,0-1 0,0 1 0,-1-1 0,1 1 0,0-1 0,0 1 0,0-1 0,-1 1 0,1-1 0,0 0 0,-1 1 0,1-1 0,0 1 0,-1-1 0,1 0 0,0 1 0,-1-1 0,1 0 0,-1 0 0,1 1 0,-1-1 0,1 0 0,-1 0 0,1 0 0,-1 1 0,1-1 0,-1 0 0,1 0 0,-1 0 0,1 0 0,-1 0 0,1 0 0,-1 0 0,0 0 0,-25-1 0,23 1 0,-62-6 0,0-2 0,-81-20 0,209 24 0,-55 4 0,109 4 0,-101-2 0,0 0 0,0 0 0,-1 2 0,0 0 0,18 7 0,-23-6 0,-10-2 0,-26-4 0,-208-35 0,83 11 0,-261-11 0,394 36 0,22 1 0,29 1 0,779 68-503,-582-43 198,-178-21 305,103 11 0,257 60 0,-563-119 674,-1102-158-2764,1252 200 2090,-385-36 0,4 24 0,366 13 0,32 1 0,480 4 2153,-304-7-2350,-164 1 43,630 12-1145,-467 0 1126,271 52-1,-438-60 174,-10-1 0,1 0 0,24 9 0,-47-10 705,-19-3-100,-280-54-344,107 17-12,-219-13-1,402 52-248,31 3 0,102 11 0,-69-10 0,588 52-604,223 28-215,-820-82 825,-29-3 27,1 1-1,-1 0 1,0 0 0,1 1-1,-1 1 1,14 4-1,-23-7-14,0 0-1,-1 0 0,1 0 1,0 0-1,0 0 1,0 0-1,0 1 0,0-1 1,0 0-1,-1 0 0,1 0 1,0 0-1,0 0 1,0 0-1,0 0 0,0 0 1,0 0-1,0 0 0,-1 1 1,1-1-1,0 0 1,0 0-1,0 0 0,0 0 1,0 0-1,0 0 0,0 1 1,0-1-1,0 0 1,0 0-1,0 0 0,0 0 1,0 0-1,0 1 1,0-1-1,0 0 0,0 0 1,0 0-1,0 0 0,0 0 1,0 1-1,0-1 1,0 0-1,0 0 0,0 0 1,0 0-1,0 0 0,0 1 1,0-1-1,1 0 1,-1 0-1,0 0 0,0 0 1,-16 2 29,0-1 0,0 0 0,0-1 0,-30-5 0,-10 0-34,-142-10-11,-89-7-1024,-1291-69-915,1696 86 1937,-31 0 0,1282-72 353,-1271 70-662,-3 1 230,289-9 314,-437 0 1416,-522-101-2052,-8 30-332,479 71 690,-454-42-575,506 59 618,38 2-45,14 2 0,25 11 495,38 13 519,122 42 0,80 6-1107,-265-78 139,587 155 741,-508-134-742,-36-10 0,53 20 0,-86-26 0,-15-6 0,-23-8 0,-431-125 0,420 127 0,-23-8 0,95 11 0,352 6 0,-382-2 0,5 1 0,0-1 0,-1 0 0,1-1 0,0 0 0,-1 0 0,1-1 0,13-4 0,-20 6 0,0-1 0,0 1 0,-1 0 0,1-1 0,0 1 0,-1 0 0,1-1 0,0 1 0,-1-1 0,1 1 0,-1-1 0,1 0 0,-1 1 0,1-1 0,-1 0 0,1 1 0,-1-1 0,0 0 0,1 1 0,-1-1 0,0 0 0,0 0 0,1 1 0,-1-1 0,0 0 0,0 0 0,0 0 0,0 1 0,0-1 0,0 0 0,0 0 0,0 0 0,0 1 0,-1-1 0,1 0 0,0 0 0,0 1 0,-1-1 0,1 0 0,0 1 0,-1-1 0,1 0 0,-2 0 0,-25-29 0,22 26 0,-14-13 0,-1 2 0,-1 0 0,0 1 0,-31-15 0,-97-35 0,84 38 0,46 16-1365,5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7:57:08.8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24575,'1'5'0,"1"-1"0,0 0 0,0 1 0,0-1 0,1 0 0,-1 0 0,1 0 0,0-1 0,0 1 0,1-1 0,-1 0 0,6 5 0,0 1 0,-5-5 0,0 1 0,0 0 0,-1 0 0,0 0 0,0 0 0,0 1 0,-1-1 0,1 1 0,-1 0 0,-1-1 0,1 1 0,-1 0 0,0 0 0,0 0 0,0 10 0,-2 5 0,-1 1 0,-1-1 0,-6 24 0,-4 33 0,12-64 0,-1 13 0,0-1 0,1 1 0,2 0 0,8 50 0,-8-72 0,1-1 0,0 1 0,1-1 0,-1 1 0,1-1 0,-1 0 0,1 1 0,0-2 0,1 1 0,-1 0 0,1-1 0,0 1 0,0-1 0,0 0 0,6 3 0,8 5 0,1-1 0,28 9 0,-23-9 0,103 42-1365,-91-37-5461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7:57:30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3909 239 24575,'-495'0'0,"479"0"0,0 1 0,0 0 0,1 1 0,-1 1 0,1 1 0,-1 0 0,1 1 0,0 0 0,1 2 0,-26 14 0,39-21 0,0 1 0,0-1 0,0 1 0,0 0 0,0-1 0,0 1 0,0 0 0,1 0 0,-1 0 0,0 0 0,1 0 0,-1 0 0,0 0 0,1 0 0,-1 0 0,1 0 0,-1 0 0,1 0 0,0 0 0,0 0 0,-1 0 0,1 3 0,0-3 0,1 0 0,-1 0 0,1 0 0,-1 0 0,1 0 0,0 0 0,-1 0 0,1 0 0,0 0 0,0 0 0,0 0 0,-1-1 0,1 1 0,0 0 0,0 0 0,0-1 0,0 1 0,2 0 0,7 4 0,0-1 0,0-1 0,0 0 0,12 2 0,42 8 0,1-4 0,83 3 0,138-12 0,-241-1 0,-17-2 0,-28 3 0,0 0 0,-1 0 0,1 0 0,0 0 0,0 0 0,0 0 0,0 0 0,0 0 0,-1 0 0,1 0 0,0 0 0,0 0 0,0 0 0,0 0 0,0 0 0,-1 0 0,1 0 0,0 0 0,0 0 0,0 0 0,0 0 0,0 0 0,0 0 0,-1 0 0,1 0 0,0 0 0,0-1 0,0 1 0,0 0 0,0 0 0,0 0 0,0 0 0,0 0 0,-1 0 0,1 0 0,0-1 0,0 1 0,0 0 0,0 0 0,0 0 0,0 0 0,0 0 0,0 0 0,0-1 0,0 1 0,0 0 0,0 0 0,0 0 0,0 0 0,0 0 0,0-1 0,0 1 0,0 0 0,0 0 0,0 0 0,0 0 0,0 0 0,0-1 0,1 1 0,-1 0 0,0 0 0,0 0 0,0 0 0,0 0 0,0 0 0,0 0 0,0 0 0,0-1 0,1 1 0,-12-3 0,1 1 0,0 0 0,-19-1 0,-792-31-873,-2 27 507,747 6 366,-87 3 0,146 2 6,22 1-21,27 3 230,53 0 265,114-3 0,-123-5-407,-21 0-73,521 26 0,-567-26 0,0 1 0,0 0 0,-1 1 0,1 0 0,0 1 0,-1 0 0,0 0 0,0 1 0,14 7 0,-22-11 0,0 1 0,1-1 0,-1 0 0,1 0 0,-1 1 0,0-1 0,0 0 0,1 1 0,-1-1 0,0 0 0,1 1 0,-1-1 0,0 1 0,0-1 0,0 0 0,1 1 0,-1-1 0,0 1 0,0-1 0,0 1 0,0-1 0,0 0 0,0 1 0,0-1 0,0 1 0,0-1 0,0 1 0,0-1 0,0 1 0,0-1 0,0 0 0,-1 1 0,1-1 0,0 1 0,0-1 0,0 0 0,-1 1 0,1-1 0,0 1 0,0-1 0,-1 0 0,1 1 0,0-1 0,-1 0 0,1 0 0,0 1 0,-1-1 0,1 0 0,0 0 0,-1 1 0,1-1 0,-1 0 0,1 0 0,-1 0 0,0 0 0,-31 10 0,25-9 0,-579 104 0,363-71 0,138-22 0,51-9 0,0 2 0,-1 2 0,2 1 0,-41 15 0,72-23 0,1 1 0,-1-1 0,1 1 0,-1 0 0,1 0 0,-1-1 0,1 1 0,0 0 0,0 0 0,-1 1 0,1-1 0,0 0 0,0 0 0,-1 3 0,2-4 0,-1 1 0,1 0 0,0-1 0,0 1 0,0 0 0,0-1 0,0 1 0,0 0 0,0-1 0,0 1 0,0 0 0,0 0 0,0-1 0,0 1 0,0 0 0,0-1 0,1 1 0,-1 0 0,0-1 0,1 1 0,-1-1 0,0 1 0,1 0 0,1 1 0,1 1 0,-1-1 0,0 0 0,1 0 0,-1-1 0,1 1 0,0 0 0,-1-1 0,1 0 0,0 0 0,0 1 0,6 0 0,8 2 0,0-1 0,0-1 0,1 0 0,-1-1 0,0-1 0,1-1 0,-1 0 0,25-5 0,-40 5 0,0 1 0,-1-1 0,1 1 0,-1-1 0,1 1 0,0-1 0,-1 0 0,1 0 0,-1 0 0,0 0 0,1 0 0,-1 0 0,0 0 0,0 0 0,1-1 0,-1 1 0,0 0 0,0-1 0,-1 1 0,1-1 0,0 1 0,1-3 0,-2 2 0,0 1 0,0-1 0,0 0 0,0 0 0,-1 0 0,1 0 0,0 0 0,-1 0 0,1 1 0,-1-1 0,0 0 0,0 0 0,1 1 0,-1-1 0,0 0 0,-2-1 0,-4-5 0,1 0 0,-1 1 0,-1 0 0,1 1 0,-1-1 0,-10-5 0,14 10 0,-1-1 0,1 0 0,0 0 0,0 0 0,0-1 0,0 1 0,-6-8 0,10 11 0,0-1 0,-1 0 0,1 1 0,0-1 0,0 1 0,-1-1 0,1 0 0,0 1 0,0-1 0,0 0 0,0 1 0,0-1 0,0 1 0,0-1 0,0 0 0,0 1 0,0-1 0,0 0 0,0 1 0,1-1 0,-1 0 0,0 1 0,0-1 0,1 1 0,0-2 0,0 1 0,1-1 0,-1 1 0,1-1 0,0 1 0,0 0 0,0-1 0,-1 1 0,1 0 0,0 0 0,1 1 0,2-2 0,27-6 0,0 2 0,0 1 0,0 2 0,0 1 0,34 3 0,-20-2 0,103 3 0,71-3 0,-216 1 0,0-1 0,0 1 0,0-1 0,0 0 0,0 0 0,7-3 0,-11 4 0,1 0 0,-1 0 0,0 0 0,0 0 0,0-1 0,0 1 0,1 0 0,-1 0 0,0 0 0,0 0 0,0 0 0,0 0 0,0 0 0,1 0 0,-1 0 0,0-1 0,0 1 0,0 0 0,0 0 0,0 0 0,0 0 0,0 0 0,0-1 0,0 1 0,1 0 0,-1 0 0,0 0 0,0 0 0,0-1 0,0 1 0,0 0 0,0 0 0,0 0 0,0 0 0,0-1 0,0 1 0,0 0 0,0 0 0,0 0 0,0 0 0,-1-1 0,1 1 0,0 0 0,0 0 0,0 0 0,0 0 0,0 0 0,0-1 0,-20-5 0,-35 0 0,0 3 0,-79 5 0,-49-2 0,155-6 0,21 1 0,17-1 0,246-52 0,-98 25 0,232-47 0,-388 80 0,49-16 0,-49 15 0,0 1 0,-1-1 0,1 1 0,-1-1 0,0 1 0,1-1 0,-1 0 0,1 0 0,-1 0 0,0 0 0,0 0 0,1 0 0,-1 0 0,0 0 0,0 0 0,0 0 0,0-1 0,0 1 0,-1 0 0,1-1 0,0 1 0,-1-1 0,1 1 0,0-1 0,-1 1 0,0-1 0,1 1 0,-1-3 0,0 3 0,-1 0 0,0 0 0,1 0 0,-1 0 0,0 0 0,1 0 0,-1 0 0,0 0 0,0 1 0,0-1 0,0 0 0,0 0 0,0 1 0,0-1 0,0 1 0,0-1 0,0 1 0,0-1 0,0 1 0,0 0 0,0-1 0,-2 1 0,-31-4 0,28 3 0,-161 1 0,2-1 0,179 4 0,-1-1 0,1 2 0,-1 0 0,16 7 0,30 9 0,9-2 0,-68-18 0,1 0 0,-1 0 0,1 0 0,-1 0 0,1 0 0,-1 0 0,1 0 0,-1 1 0,1-1 0,-1 0 0,1 0 0,-1 1 0,1-1 0,-1 0 0,1 1 0,-1-1 0,1 0 0,-1 1 0,0-1 0,1 1 0,-1-1 0,0 1 0,1-1 0,-1 1 0,0-1 0,0 1 0,0-1 0,1 1 0,-1-1 0,0 1 0,0 0 0,-15 6 0,-31 0 0,-14-9 0,-115-16 0,99 9 0,200 2 0,196-35 0,-270 34 0,-46 7 0,0 1 0,0-1 0,0 0 0,-1-1 0,1 1 0,0-1 0,0 0 0,-1 0 0,6-3 0,-8 4 0,-1 1 0,1-1 0,-1 0 0,1 1 0,-1-1 0,1 1 0,-1-1 0,1 0 0,-1 0 0,1 1 0,-1-1 0,0 0 0,1 0 0,-1 1 0,0-1 0,0 0 0,0 0 0,0 0 0,1 1 0,-1-2 0,-1 0 0,1 1 0,-1 0 0,1 0 0,-1-1 0,1 1 0,-1 0 0,0 0 0,1-1 0,-1 1 0,0 0 0,0 0 0,0 0 0,0 0 0,0 0 0,0 1 0,-2-2 0,-2-2 0,0 1 0,0 0 0,0 0 0,-1 1 0,1 0 0,-1 0 0,0 0 0,0 0 0,-8 0 0,-57-4 0,45 6 0,-246-7 0,205 9 0,0 3 0,-73 15 0,129-18 0,0 1 0,1 0 0,-1 1 0,1 0 0,-11 6 0,19-9 0,1 0 0,-1-1 0,1 1 0,0 0 0,-1 0 0,1 1 0,0-1 0,0 0 0,0 0 0,0 1 0,0-1 0,0 0 0,0 1 0,0-1 0,0 1 0,1-1 0,-2 3 0,2-2 0,1-1 0,-1 1 0,0-1 0,0 1 0,1-1 0,-1 1 0,1-1 0,-1 1 0,1-1 0,0 0 0,0 1 0,-1-1 0,1 0 0,0 0 0,0 1 0,0-1 0,0 0 0,0 0 0,1 0 0,-1 0 0,0 0 0,0-1 0,2 2 0,6 3 0,1 0 0,-1 0 0,1-1 0,-1 0 0,1-1 0,0 0 0,0-1 0,18 2 0,89 4 0,-94-8 0,11 1 0,-12 1 0,-1-1 0,1-2 0,0 0 0,36-7 0,-57 8 0,-1 0 0,1 0 0,0 0 0,0 0 0,-1 0 0,1-1 0,0 1 0,0 0 0,-1-1 0,1 1 0,0 0 0,-1-1 0,1 1 0,0-1 0,-1 1 0,1-1 0,-1 1 0,1-1 0,-1 1 0,1-1 0,-1 0 0,1 1 0,-1-1 0,1 0 0,-1 0 0,-1 0 0,1 0 0,0 1 0,0-1 0,-1 0 0,1 1 0,0-1 0,-1 0 0,1 1 0,0-1 0,-1 1 0,1-1 0,-1 1 0,1-1 0,-1 1 0,1-1 0,-1 1 0,1-1 0,-1 1 0,0-1 0,-38-16 0,23 12 0,0 1 0,-27-3 0,38 7 0,1-1 0,0 1 0,-1 0 0,1 0 0,0 1 0,0-1 0,-1 1 0,1 0 0,0 0 0,0 0 0,0 0 0,0 1 0,0 0 0,0 0 0,-4 3 0,7-5 0,1 0 0,-1 1 0,0-1 0,1 1 0,-1-1 0,1 1 0,-1-1 0,1 1 0,0-1 0,-1 1 0,1 0 0,0-1 0,-1 1 0,1-1 0,0 1 0,0 0 0,-1-1 0,1 1 0,0 0 0,0 0 0,0-1 0,0 1 0,0 0 0,0-1 0,0 1 0,0 0 0,0-1 0,0 1 0,1 0 0,-1 0 0,1 1 0,0 0 0,0-1 0,1 1 0,-1-1 0,0 0 0,1 1 0,-1-1 0,1 0 0,-1 0 0,1 1 0,1-1 0,6 4 0,0-1 0,0 0 0,13 4 0,-7-3 0,0-1 0,1-1 0,-1 0 0,1-1 0,-1-1 0,1-1 0,-1 0 0,1 0 0,19-5 0,-34 5 0,-1 0 0,1 0 0,0 0 0,0 0 0,0 0 0,-1-1 0,1 1 0,0 0 0,0-1 0,-1 1 0,1 0 0,0-1 0,-1 1 0,1-1 0,0 1 0,-1-1 0,1 0 0,-1 1 0,1-1 0,0 0 0,-1 0 0,0 1 0,-1-1 0,1 1 0,0 0 0,0-1 0,-1 1 0,1-1 0,0 1 0,0 0 0,-1-1 0,1 1 0,0 0 0,-1-1 0,1 1 0,0 0 0,-1 0 0,1-1 0,-1 1 0,1 0 0,0 0 0,-1 0 0,1-1 0,-1 1 0,0 0 0,-2-1 0,0 0 0,0 0 0,0 1 0,0-1 0,0 1 0,0-1 0,0 1 0,0 0 0,-5 1 0,8-1 0,0 0 0,0 0 0,0 0 0,0 0 0,0 0 0,0 0 0,0 0 0,0 0 0,1 0 0,-1 1 0,0-1 0,0 0 0,0 0 0,0 0 0,0 0 0,0 0 0,0 0 0,0 0 0,0 0 0,0 1 0,0-1 0,0 0 0,0 0 0,0 0 0,0 0 0,0 0 0,0 0 0,0 1 0,0-1 0,0 0 0,0 0 0,0 0 0,0 0 0,0 0 0,0 0 0,0 0 0,0 1 0,0-1 0,0 0 0,0 0 0,0 0 0,0 0 0,0 0 0,0 0 0,0 0 0,-1 0 0,1 0 0,0 1 0,0-1 0,0 0 0,0 0 0,0 0 0,0 0 0,0 0 0,0 0 0,-1 0 0,1 0 0,0 0 0,0 0 0,0 0 0,0 0 0,0 0 0,0 0 0,0 0 0,-1 0 0,1 0 0,0 0 0,0 0 0,15 6 0,20 2 0,-6-5 0,0 0 0,1-1 0,-1-2 0,0-1 0,40-7 0,-36-6 0,-32 14 0,0 0 0,-1 0 0,1 0 0,-1-1 0,1 1 0,0 0 0,-1-1 0,1 1 0,-1 0 0,1-1 0,0 1 0,-1 0 0,1-1 0,-1 1 0,1-1 0,-1 1 0,0-1 0,1 0 0,-1 1 0,0-1 0,1 1 0,-1-1 0,0 1 0,1-1 0,-1 0 0,0 1 0,0-1 0,0 0 0,0 1 0,0-1 0,0 0 0,0 1 0,0-1 0,0 0 0,0 1 0,0-1 0,0 0 0,0 1 0,0-1 0,-1 0 0,1 1 0,0-1 0,0 0 0,-1 1 0,0-2 0,1 2 0,0 0 0,0 0 0,-1-1 0,1 1 0,0 0 0,0 0 0,-1 0 0,1-1 0,0 1 0,0 0 0,-1 0 0,1 0 0,0 0 0,-1 0 0,1-1 0,0 1 0,-1 0 0,1 0 0,0 0 0,-1 0 0,1 0 0,0 0 0,-1 0 0,1 0 0,0 0 0,-1 0 0,1 1 0,0-1 0,-1 0 0,1 0 0,0 1 0,0-1 0,0 0 0,0 1 0,0-1 0,0 0 0,0 1 0,0-1 0,0 0 0,0 1 0,0-1 0,0 0 0,0 0 0,0 1 0,0-1 0,0 0 0,1 1 0,-1-1 0,0 0 0,0 1 0,0-1 0,1 0 0,-1 0 0,0 1 0,0-1 0,0 0 0,1 0 0,-1 0 0,0 1 0,1-1 0,-1 0 0,0 0 0,0 0 0,1 0 0,-1 1 0,16 7 0,0 0 0,0 0 0,0-2 0,1 0 0,0 0 0,34 4 0,-43-8 0,70 12 0,-72-14 0,0 1 0,0-1 0,0 0 0,0 0 0,0 0 0,0-1 0,0 0 0,0 0 0,0-1 0,7-2 0,-11 3 0,0 0 0,0-1 0,0 1 0,0 0 0,-1-1 0,1 1 0,0-1 0,-1 1 0,1-1 0,-1 0 0,1 0 0,-1 0 0,0 0 0,0 0 0,0 0 0,0 0 0,0 0 0,0 0 0,-1 0 0,1-1 0,-1 1 0,1 0 0,-1-1 0,0 1 0,0 0 0,0 0 0,0-1 0,0 1 0,0 0 0,-1-1 0,-1-3 0,1 2 0,0 0 0,-1 0 0,0 0 0,0 0 0,0 0 0,0 1 0,-1-1 0,1 1 0,-1-1 0,0 1 0,0 0 0,0 0 0,0 0 0,-1 1 0,1-1 0,-6-2 0,5 3 0,-1 0 0,1 0 0,-1 0 0,0 0 0,1 1 0,-1 0 0,0 0 0,0 0 0,0 0 0,0 1 0,0 0 0,0 0 0,-8 2 0,12-3 0,1 1 0,0 0 0,-1 0 0,1 0 0,0 0 0,0 0 0,-1 0 0,1 1 0,0-1 0,-1 0 0,1 0 0,0 0 0,0 0 0,-1 0 0,1 0 0,0 0 0,0 0 0,-1 1 0,1-1 0,0 0 0,0 0 0,0 0 0,-1 1 0,1-1 0,0 0 0,0 0 0,0 1 0,0-1 0,0 0 0,-1 0 0,1 1 0,0-1 0,0 0 0,0 0 0,0 1 0,0-1 0,0 0 0,0 0 0,0 1 0,11 6 0,19 2 0,40-1 0,-44-6 0,0 1 0,50 13 0,-46-7 0,-1-1 0,1-1 0,0-2 0,0-1 0,38 0 0,-64-4 0,1 0 0,-1 0 0,1 0 0,-1 1 0,0 0 0,1 0 0,-1 0 0,0 0 0,0 1 0,0-1 0,0 1 0,0 0 0,0 0 0,0 1 0,5 4 0,-6-4 0,-1 0 0,0 0 0,0 0 0,0 0 0,0 0 0,0 0 0,-1 1 0,1-1 0,-1 1 0,0-1 0,0 1 0,-1-1 0,1 1 0,-1 0 0,1-1 0,-1 1 0,0 0 0,-1 0 0,0 5 0,0-2 0,0 2 0,0-1 0,0 0 0,-1 1 0,0-1 0,-4 10 0,5-17 0,1 1 0,-1-1 0,0 0 0,1 0 0,-1 1 0,0-1 0,0 0 0,0 0 0,0 0 0,0 0 0,0 0 0,0 0 0,-1 0 0,1 0 0,0 0 0,0-1 0,-1 1 0,1 0 0,0-1 0,-1 1 0,1-1 0,-1 0 0,1 1 0,-1-1 0,1 0 0,0 0 0,-1 0 0,1 0 0,-1 0 0,1 0 0,-1 0 0,1-1 0,-1 1 0,1-1 0,0 1 0,-1-1 0,-1 0 0,-10-5 0,1-1 0,0 0 0,0 0 0,1-1 0,0-1 0,-10-10 0,-31-22 0,51 40 0,1 1 0,-1-1 0,0 1 0,0-1 0,1 1 0,-1-1 0,0 1 0,0 0 0,0 0 0,1-1 0,-1 1 0,0 0 0,0 0 0,0 0 0,0 0 0,0 0 0,0 0 0,1 0 0,-1 0 0,0 0 0,0 0 0,0 1 0,0-1 0,1 0 0,-1 1 0,0-1 0,0 0 0,0 1 0,1-1 0,-1 1 0,0-1 0,1 1 0,-1 0 0,-1 0 0,-16 33 0,4-9 0,10-21 0,0-1 0,0 1 0,0-1 0,0 0 0,-1 0 0,1-1 0,-1 0 0,0 1 0,0-1 0,0-1 0,0 1 0,0-1 0,0 0 0,0 0 0,0 0 0,-1-1 0,1 0 0,-7 0 0,-12-2 0,0 0 0,-39-10 0,41 7 0,12 3 0,1 0 0,0 0 0,0 1 0,0 0 0,-14 0 0,21 1 0,-1 0 0,1 1 0,-1-1 0,1 1 0,-1 0 0,1-1 0,0 1 0,-1 0 0,1 0 0,0 1 0,0-1 0,-1 0 0,1 1 0,0-1 0,1 1 0,-1 0 0,0 0 0,0-1 0,1 1 0,-3 4 0,3-4 0,1-1 0,-1 0 0,0 0 0,0 0 0,1 0 0,-1 0 0,0 0 0,0 0 0,0 0 0,0 0 0,0 0 0,0 0 0,0-1 0,0 1 0,-1 0 0,1-1 0,0 1 0,0-1 0,-1 1 0,1-1 0,0 0 0,0 1 0,-3-1 0,3 0 0,-1-1 0,1 1 0,0-1 0,0 0 0,-1 0 0,1 1 0,0-1 0,0 0 0,0 0 0,0 0 0,0 0 0,0 0 0,0 0 0,0-1 0,0 1 0,0 0 0,1 0 0,-1-1 0,1 1 0,-1 0 0,1-1 0,-1 1 0,1-2 0,-3-5 0,1 0 0,0 0 0,0-1 0,1 1 0,0 0 0,1-1 0,0 1 0,1-11 0,-1 17 0,0-1 0,0 1 0,1 0 0,-1 0 0,1-1 0,-1 1 0,1 0 0,0 0 0,0 0 0,0 0 0,0 0 0,1 0 0,-1 0 0,0 0 0,1 1 0,-1-1 0,1 0 0,0 1 0,-1-1 0,1 1 0,0 0 0,0-1 0,0 1 0,0 0 0,0 0 0,0 0 0,0 1 0,0-1 0,1 0 0,-1 1 0,0-1 0,0 1 0,1 0 0,3 0 0,-1 0 0,1 1 0,0 0 0,-1 1 0,1-1 0,-1 1 0,0 0 0,1 0 0,-1 0 0,0 1 0,0 0 0,0 0 0,4 4 0,-3-3 0,0 0 0,1 0 0,0 0 0,-1-1 0,11 3 0,-17-5 0,1-1 0,0 0 0,0 0 0,-1 0 0,1 0 0,0 0 0,0 0 0,-1 0 0,1 0 0,0 0 0,0 0 0,-1 0 0,1-1 0,0 1 0,0 0 0,-1-1 0,1 1 0,0 0 0,-1-1 0,1 1 0,-1-1 0,1 1 0,0-1 0,-1 1 0,1-1 0,-1 1 0,1-1 0,0-1 0,11-24 0,-11 23 0,-1 0 0,2 0 0,-1 0 0,0 1 0,0-1 0,1 0 0,0 1 0,2-4 0,-3 5 0,1 0 0,-1 0 0,1 0 0,-1 0 0,1 0 0,-1 1 0,1-1 0,0 1 0,-1-1 0,1 1 0,0-1 0,0 1 0,-1 0 0,1 0 0,0 0 0,0 0 0,-1 0 0,1 0 0,0 0 0,0 1 0,-1-1 0,4 2 0,38 20 0,-38-18 0,0-1 0,0 0 0,0-1 0,0 1 0,12 3 0,-16-6 0,-1 0 0,1 0 0,0 0 0,0 0 0,0 0 0,0 0 0,0-1 0,0 1 0,-1 0 0,1 0 0,0-1 0,0 1 0,0 0 0,-1-1 0,1 1 0,0-1 0,0 1 0,-1-1 0,1 1 0,0-1 0,-1 0 0,1 1 0,-1-1 0,1 0 0,-1 1 0,1-2 0,12-26 0,1-1 0,-12 27 0,0 0 0,0 1 0,1-1 0,-1 0 0,1 1 0,-1 0 0,1-1 0,0 1 0,-1 0 0,1 0 0,0 1 0,0-1 0,0 1 0,0-1 0,-1 1 0,1 0 0,0 0 0,0 0 0,0 0 0,0 1 0,0-1 0,0 1 0,-1-1 0,1 1 0,0 0 0,0 0 0,-1 1 0,1-1 0,-1 0 0,1 1 0,2 2 0,9 6 0,-1 0 0,0 0 0,23 26 0,-34-35 0,-1 2 0,1-1 0,0 0 0,0 0 0,0 0 0,0 0 0,0 0 0,1 0 0,-1-1 0,0 1 0,1-1 0,-1 1 0,1-1 0,0 0 0,-1 0 0,1 0 0,0 0 0,0-1 0,0 1 0,0-1 0,-1 0 0,1 0 0,0 0 0,0 0 0,0 0 0,0 0 0,0-1 0,0 0 0,-1 1 0,1-1 0,0 0 0,-1 0 0,6-3 0,-4 2 0,-1 1 0,1-1 0,0 1 0,0 0 0,0 0 0,-1 1 0,1-1 0,0 1 0,0 0 0,0 0 0,0 0 0,0 0 0,0 1 0,0 0 0,0 0 0,0 0 0,0 0 0,-1 0 0,1 1 0,0-1 0,-1 1 0,4 3 0,2 2 0,0 1 0,-1 0 0,-1 0 0,1 1 0,-1 0 0,8 14 0,-12-18 0,1 1 0,0-2 0,0 1 0,0 0 0,8 5 0,-12-9 0,1-1 0,0 1 0,-1-1 0,1 0 0,-1 1 0,1-1 0,0 0 0,0 1 0,-1-1 0,1 0 0,0 0 0,-1 0 0,1 1 0,0-1 0,0 0 0,-1 0 0,1 0 0,0 0 0,0 0 0,-1-1 0,3 1 0,-2-1 0,0 0 0,-1 1 0,1-1 0,0 0 0,0 0 0,0 0 0,-1 0 0,1 0 0,0 0 0,-1 0 0,1 0 0,-1-1 0,1 1 0,-1 0 0,0 0 0,1 0 0,-1 0 0,0-3 0,4-33 0,-4 26 0,0 1 0,1-1 0,1 1 0,0 0 0,5-19 0,-6 28 0,0-1 0,0 1 0,-1-1 0,1 1 0,0-1 0,0 1 0,0 0 0,0 0 0,1-1 0,-1 1 0,0 0 0,0 0 0,1 0 0,-1 0 0,1 1 0,-1-1 0,2-1 0,0 2 0,-1-1 0,1 1 0,-1 0 0,1 0 0,-1 0 0,0 0 0,1 0 0,-1 1 0,1-1 0,-1 1 0,0-1 0,1 1 0,-1 0 0,0 0 0,3 1 0,3 3 0,-1-1 0,1 1 0,-1 0 0,0 1 0,0-1 0,-1 1 0,0 1 0,0-1 0,0 1 0,-1 0 0,0 1 0,6 10 0,-5-5 0,0 0 0,0 0 0,-1 1 0,-1 0 0,0 0 0,3 23 0,-7-40 0,0 0 0,0 0 0,1 0 0,-1 0 0,1 0 0,0 1 0,0-1 0,0 0 0,0 0 0,1 1 0,-1-1 0,0 0 0,1 1 0,0 0 0,0-1 0,0 1 0,0 0 0,0 0 0,0 0 0,0 0 0,1 0 0,-1 1 0,1-1 0,-1 1 0,1-1 0,0 1 0,-1 0 0,1 0 0,0 0 0,0 1 0,0-1 0,0 1 0,0-1 0,0 1 0,0 0 0,0 0 0,0 0 0,3 1 0,-1 1 0,1 0 0,-1 0 0,1 0 0,-1 1 0,0 0 0,0 0 0,0 1 0,0-1 0,-1 1 0,1 0 0,-1 0 0,0 1 0,5 6 0,4 8 0,0 1 0,11 24 0,2 4 0,-25-46 0,0 0 0,0 0 0,0 0 0,0-1 0,1 1 0,-1 0 0,0-1 0,1 1 0,-1-1 0,1 1 0,-1-1 0,1 0 0,0 1 0,0-1 0,0 0 0,-1 0 0,1 0 0,0-1 0,0 1 0,0 0 0,0-1 0,0 1 0,1-1 0,-1 0 0,0 0 0,0 1 0,0-1 0,0-1 0,3 1 0,0-2 0,0 0 0,-1-1 0,1 1 0,-1-1 0,0 0 0,0 0 0,0 0 0,0-1 0,0 1 0,-1-1 0,4-5 0,-3 4 0,4-4 0,0 0 0,1 0 0,10-9 0,-18 18 0,-1 0 0,0 0 0,1 0 0,-1 0 0,0 0 0,1 0 0,-1-1 0,0 1 0,1 0 0,-1 0 0,0 0 0,0-1 0,1 1 0,-1 0 0,0 0 0,0-1 0,1 1 0,-1 0 0,0 0 0,0-1 0,0 1 0,1 0 0,-1-1 0,0 1 0,0 0 0,0-1 0,0 1 0,0 0 0,0-1 0,0 1 0,0 0 0,0-1 0,0 1 0,0-1 0,0 1 0,0 0 0,0-1 0,0 1 0,0 0 0,0-1 0,0 1 0,-1 0 0,1-1 0,0 1 0,0-1 0,-21-4 0,-33 6 0,-106 13 0,-131 5 0,263-18 0,-38-1 0,63 0 0,0 0 0,-1 0 0,1-1 0,0 1 0,0-1 0,-1 0 0,1 0 0,0 0 0,0-1 0,0 1 0,0-1 0,0 1 0,1-1 0,-6-4 0,7 4 0,1 1 0,-1-1 0,0 0 0,0 0 0,1 0 0,-1 0 0,1 0 0,0 0 0,-1 0 0,1 0 0,0 0 0,0 0 0,0 0 0,1 0 0,-1 0 0,0 0 0,1 0 0,-1 0 0,1 0 0,0 1 0,-1-1 0,1 0 0,0 0 0,0 0 0,2-2 0,31-42 0,-21 31 0,0 1 0,1 0 0,0 1 0,1 1 0,1 0 0,0 1 0,0 1 0,1 0 0,0 2 0,1 0 0,30-10 0,-39 14 0,0-1 0,0 0 0,0 0 0,0-1 0,-1 0 0,0 0 0,0-1 0,10-13 0,1 3 0,74-83 0,-28 29 0,-56 62 0,-1 0 0,0 0 0,0-1 0,7-12 0,-15 22 0,0-1 0,1 1 0,-1-1 0,0 1 0,0 0 0,1-1 0,-1 1 0,0-1 0,0 1 0,0-1 0,0 1 0,0 0 0,1-1 0,-1 1 0,0-1 0,0 1 0,0-1 0,0 1 0,0-1 0,0 1 0,0-1 0,-1 1 0,1 0 0,0-1 0,0 1 0,0-1 0,0 1 0,-1-1 0,1 0 0,-14 1 0,-25 15 0,31-12 0,-34 17 0,1 2 0,-63 45 0,20-13 0,42-30 0,26-16 0,1 0 0,-19 15 0,31-21 0,1-1 0,-1 1 0,0-1 0,1 0 0,-1 0 0,0 0 0,0 0 0,0 0 0,0-1 0,0 1 0,0-1 0,0 0 0,-5 0 0,-44-7 0,18 1 0,-178-1 0,210 7 0,-22-4 0,24 4 0,-1-1 0,0 1 0,1 0 0,-1-1 0,0 1 0,1 0 0,-1-1 0,1 1 0,-1-1 0,0 1 0,1-1 0,-1 0 0,1 1 0,0-1 0,-1 1 0,1-1 0,0 0 0,-1 1 0,1-1 0,0 0 0,-1 0 0,1 1 0,0-1 0,0 0 0,0 0 0,0-1 0,-1 2 0,1-1 0,0 1 0,-1-1 0,1 1 0,-1-1 0,1 1 0,-1 0 0,0-1 0,1 1 0,-1 0 0,1-1 0,-1 1 0,0 0 0,1 0 0,-1-1 0,1 1 0,-1 0 0,0 0 0,0 0 0,-1-1 0,11 1 0,37 1 0,-42-1 0,-30 0 0,-283 14 0,257-8 0,1 3 0,0 2 0,-97 34 0,125-37 0,-2 0 0,1-2 0,0-1 0,-1-1 0,-28 0 0,-126-4 0,81-3 0,-760 2 0,811 3 0,-70 13 0,36-3 0,0-1 0,16-2 0,-74 1 0,-744-12 0,877 2 0,0 0 0,0-1 0,0 0 0,0 0 0,1 0 0,-1-1 0,1 0 0,-10-4 0,15 5 0,-1 1 0,0 0 0,0-1 0,0 1 0,1-1 0,-1 0 0,0 1 0,0-1 0,1 0 0,-1 1 0,1-1 0,-1 0 0,0 0 0,1 0 0,0 1 0,-1-1 0,1 0 0,-1 0 0,1 0 0,0 0 0,0 0 0,-1-2 0,2 2 0,-1-1 0,1 0 0,-1 1 0,1-1 0,0 1 0,0-1 0,0 1 0,-1-1 0,2 1 0,-1 0 0,0-1 0,0 1 0,0 0 0,0 0 0,1 0 0,-1 0 0,1 0 0,1-1 0,10-6 0,1 0 0,0 1 0,1 0 0,0 1 0,0 1 0,0 0 0,0 2 0,1-1 0,24-1 0,-38 5 0,1 0 0,-1-1 0,0 1 0,1-1 0,-1 0 0,0 1 0,0-1 0,1 0 0,-1 0 0,0-1 0,0 1 0,2-2 0,-3 2 0,-1 1 0,0 0 0,0-1 0,1 1 0,-1 0 0,0-1 0,0 1 0,0 0 0,0-1 0,1 1 0,-1 0 0,0-1 0,0 1 0,0-1 0,0 1 0,0 0 0,0-1 0,0 1 0,0 0 0,0-1 0,0 1 0,0-1 0,-1 1 0,1 0 0,0-1 0,0 1 0,0-1 0,-17-12 0,9 9 0,-1 0 0,1 1 0,-1 0 0,0 1 0,0 0 0,0 0 0,-14 0 0,-70 2 0,53 1 0,22-2 0,-1 2 0,0 0 0,1 2 0,0 0 0,-1 1 0,2 0 0,-1 2 0,0 0 0,1 1 0,-21 12 0,33-16 0,-11 7 0,-1-1 0,1 0 0,-1-1 0,-23 6 0,40-13 0,-1-1 0,0 1 0,0-1 0,0 0 0,0 0 0,0 1 0,0-1 0,0 0 0,0 0 0,0 0 0,0 0 0,0 0 0,1 0 0,-1 0 0,0-1 0,0 1 0,0 0 0,0 0 0,0-1 0,0 1 0,0-1 0,1 1 0,-1 0 0,0-1 0,0 0 0,0 1 0,1-1 0,-1 1 0,0-1 0,0-1 0,1 0 0,-1 1 0,1-1 0,-1 0 0,1 0 0,0 0 0,0 0 0,0 1 0,0-1 0,0 0 0,1 0 0,-1 0 0,1 0 0,-1 1 0,1-3 0,5-10 0,-1 1 0,15-23 0,-20 35 0,9-14 0,1 0 0,0 0 0,1 1 0,0 1 0,1 0 0,1 0 0,21-15 0,-24 20 0,1 1 0,0 1 0,1 0 0,-1 1 0,1 0 0,0 1 0,1 0 0,-1 1 0,1 0 0,-1 1 0,15-1 0,-4 1 0,1 1 0,-1 1 0,1 1 0,31 5 0,-47-4 0,1 1 0,-1-1 0,1 1 0,-1 1 0,0-1 0,0 1 0,-1 1 0,1 0 0,-1 0 0,0 0 0,0 1 0,-1 0 0,1 0 0,9 13 0,-13-15 0,0 0 0,1 1 0,-1 0 0,-1 0 0,1 0 0,-1 0 0,0 0 0,0 0 0,2 7 0,-4-11 0,0 1 0,0-1 0,0 1 0,0 0 0,-1-1 0,1 1 0,0-1 0,-1 1 0,1-1 0,-1 1 0,1-1 0,-1 0 0,0 1 0,0-1 0,1 0 0,-1 1 0,0-1 0,0 0 0,0 0 0,0 0 0,-1 0 0,1 0 0,0 0 0,0 0 0,-1 0 0,1 0 0,0-1 0,-1 1 0,1 0 0,-1-1 0,1 1 0,-1-1 0,1 0 0,-1 1 0,1-1 0,-1 0 0,-1 0 0,-23 3 0,1 0 0,-1-2 0,-45-4 0,13 0 0,51 3 0,1 0 0,-1-1 0,0 0 0,0 0 0,1 0 0,-1-1 0,1 0 0,-1 0 0,1-1 0,-9-4 0,13 5 0,0 1 0,0-1 0,0 0 0,0 1 0,1-1 0,-1 0 0,0 0 0,1 0 0,0 0 0,-1-1 0,1 1 0,0 0 0,0-1 0,0 1 0,1 0 0,-1-1 0,0 1 0,1-1 0,0 1 0,-1-1 0,1 0 0,0 1 0,0-1 0,1 1 0,-1-1 0,0 1 0,1-1 0,0 1 0,-1-1 0,3-3 0,-2 4 0,0-1 0,0 1 0,1-1 0,-1 1 0,1 0 0,-1-1 0,1 1 0,3-4 0,-4 6 0,-1 0 0,0-1 0,1 1 0,-1 0 0,0-1 0,1 1 0,-1 0 0,1 0 0,-1-1 0,0 1 0,1 0 0,-1 0 0,1 0 0,-1 0 0,1-1 0,-1 1 0,1 0 0,-1 0 0,1 0 0,-1 0 0,1 0 0,-1 0 0,1 0 0,-1 0 0,0 1 0,1-1 0,-1 0 0,1 0 0,-1 0 0,1 0 0,-1 1 0,1-1 0,-1 0 0,0 0 0,1 1 0,-1-1 0,0 0 0,1 1 0,-1-1 0,0 0 0,1 1 0,-1-1 0,0 1 0,0-1 0,1 0 0,-1 1 0,0-1 0,0 1 0,0-1 0,0 1 0,1-1 0,-1 1 0,0-1 0,0 0 0,0 1 0,0 0 0,0 3 0,-1-1 0,1 1 0,0-1 0,-1 0 0,0 1 0,0-1 0,0 0 0,0 0 0,-1 1 0,1-1 0,-1 0 0,0 0 0,1-1 0,-5 6 0,-12 25 0,18-32 0,0 1 0,-1 0 0,1 0 0,0 0 0,0-1 0,0 1 0,0 0 0,0 0 0,1 0 0,-1-1 0,0 1 0,1 0 0,-1-1 0,1 1 0,0 0 0,0-1 0,-1 1 0,1 0 0,0-1 0,0 1 0,1-1 0,-1 0 0,0 1 0,0-1 0,1 0 0,-1 0 0,0 0 0,1 0 0,-1 0 0,1 0 0,0 0 0,-1 0 0,1-1 0,0 1 0,-1-1 0,1 1 0,0-1 0,3 1 0,8 1 0,1 0 0,-1-1 0,0 0 0,15-2 0,-19 1 0,117-3-1365,-95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A57D1-F9DA-49C0-8856-7C61B16E2C7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798A9-D7DF-4E7C-8042-FAE3A305244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2213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instructing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798A9-D7DF-4E7C-8042-FAE3A3052449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8151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798A9-D7DF-4E7C-8042-FAE3A3052449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3018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C7A2-905E-55B1-37C2-B1BF8CC96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1E061-CB1B-D891-6963-7C1FDC518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638B-8779-165B-3504-2E693B55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6C0BC-A612-F804-BFF8-A0E683FB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D7217-77C5-E1B8-E3F4-7C688282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130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4032-0F0A-450F-82AD-F9ABA058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CD41B-622B-AD0B-1CED-54A634D3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3BE34-2469-9F5B-A13C-34483074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3557-3901-8CBF-0AF6-4738681A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B934-1608-8F28-DD1D-3B42A805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1590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BAB5-925A-78E4-F578-0DB102679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FFA11-FCC6-273F-B185-9D8165872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1070-B06C-ADF1-6FD7-C57BF218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EC4AF-EF3F-C2DF-A95C-C8910BC6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1954F-D760-6360-797F-823AC605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3627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428A-3456-200C-176C-21E09654A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5D2FF-F688-5890-A7A0-0BD6B411B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F8978-9078-5141-6AC6-2D02582F6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94A3-3BD4-D3CC-E29B-18D4A9D6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76A63-10E4-A47B-79FC-749E87D9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9EF7C-CD95-B01E-24EA-E31D1FA0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763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F0C3-06EA-4A90-FCE1-15A7FE42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79DAF-6CF0-63DB-B5E7-17B1ED129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20F07-A003-65CC-D232-955C70135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47EA9-19D0-358C-9FF2-C25F7019C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EB833-0F8F-B136-D142-1871A1541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CF7B6-DCBF-B103-77D2-0245F9C8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EAAED6-3DAA-E265-BBA2-A032DAA1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8D0EF-DF37-49C2-576B-D59F1DF6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191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D0F5-81A2-A74E-C14D-6E118501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86B40-F7EB-A591-3A15-D1917BD0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70E05-7140-A38A-4D80-809612C6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540F1-14CF-E2FB-DF7D-6F11E72F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784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42533-F533-9242-7A1D-C32EF217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41329-BACF-B249-B1F7-D688743B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7E3F6-6F73-41A6-B682-00646A0C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832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6560-F8A6-722B-55A7-BA69C6A6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ED7AF-2F04-8F5D-210A-792E0E6AC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EE36A-F225-714A-C8BE-943401ED5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0F48E-A332-C6D1-DA1D-8EFACAD4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43B68-76B7-7BFF-0302-6A1E49A9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88E42-7C00-1798-5177-D00F2163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7389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7171-0DC3-FC8D-E257-61BAD22B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EB78A-6CCF-B25D-9792-B8E2429E0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CB651-A798-6870-11D8-15273D9A1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440C7-7981-EDB7-8B5A-025E53C9D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C29A0-7531-92F7-239C-91BD93B7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34945-FFD0-15F8-AF3C-C297DD3A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648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62F8-3EE4-BDCB-68AF-9782C97F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62208-7CDB-0DB6-273F-5D3FC700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26A09-9A1F-8EE3-BC70-4C3A9DDF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6B0AF-3E46-5834-058D-DF7986FA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3729B-52E4-4A9F-1F6E-000CAF22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393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4F3C6-B311-C063-4159-8BFE495BF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8F342-B191-A4E2-0656-BE0014BE5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16DF6-F0A5-3338-0366-60D4FAA4E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1D41-EA64-DBF0-6AB0-656A5ACE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86CA0-1F6E-B159-5238-56CF5FCB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988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6D6A0-91D2-F379-C184-2B5BE190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9421E-6C01-AC17-69FD-70D65D079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5A381-50E4-E93A-A8C2-7DBE74F40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BCBCF-3AA8-4B94-BE4E-842596B3FBD0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427C-AC3C-1C36-377C-191D25746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551C1-14C1-7B5A-D758-B7777AF20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434B0-8275-4A73-8ABB-FD60B9FCF0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290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8AB9-4712-720A-68B7-5F9FB4C08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CC00A-32D4-448D-6C92-8D08D133CC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363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2BC9-CE03-775C-441C-4302DEB6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design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10782-E4EC-8AF9-4EE4-FDEF1660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3682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4AE4-8175-4175-536D-C02C5F844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05394D-C522-3382-7C71-02AD75426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7918651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A9B79-1F6C-E794-20E8-A2F7C13BCDB7}"/>
              </a:ext>
            </a:extLst>
          </p:cNvPr>
          <p:cNvSpPr txBox="1"/>
          <p:nvPr/>
        </p:nvSpPr>
        <p:spPr>
          <a:xfrm>
            <a:off x="1343025" y="4393297"/>
            <a:ext cx="90894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How do we actually do the design?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Temptation: start sketching windows, menus and buttons.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we can do better by starting from thinking about the user experience we want to provide.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64543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7E63F-C2B5-E9F4-4B05-E6112747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endParaRPr lang="en-PK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3BE25-4576-58F8-E1DA-FC4EBC21B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endParaRPr lang="en-PK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1464A-4B9C-061E-B60C-E14E26D3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996" y="958771"/>
            <a:ext cx="6922008" cy="496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48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56FB-60AF-607C-0A55-18EFF604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C95D-C7E3-E776-31A1-543869984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B1016-35E8-32BC-BC92-839ADE9D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93014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3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D932-DA45-EA6D-7B33-CE7E9C0C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CFE5-38D5-3009-0FB6-AF12ED068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68400-588F-23CA-6926-73ACB355A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03" y="0"/>
            <a:ext cx="9373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5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D6E0-B37E-C985-895B-2A6619EE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5CF6-CC86-D516-AC1D-BF5867DBC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D316D-E545-060F-49FC-724470C6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47" y="114300"/>
            <a:ext cx="945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2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87AA-2505-6ABA-F4D1-6289675A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3E5-EE19-BFA9-71A1-5267F8A95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446C8-4D75-49BF-25ED-BC9DAD623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764488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16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8B31-28D1-64C0-D2B9-A1A95CD4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104B9-4CC0-FBC2-BD23-D49CF3E23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0686D-28DD-1C3D-1CBE-1ED09AEA1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249"/>
            <a:ext cx="10515599" cy="633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0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1627-8C67-0162-41A4-B83CFAFD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8181-AA10-543D-839D-C6530EE12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7C869-8A35-C6D2-F22E-096F5C273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254" y="0"/>
            <a:ext cx="8899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42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4FE4-0FD4-F0A9-B210-4FA31DC7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0FBA1-FAC0-868D-725E-FF34C1A66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160" y="121515"/>
            <a:ext cx="10369175" cy="6231153"/>
          </a:xfr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106FF38-B351-0030-ECD8-C4FCD2F40F79}"/>
              </a:ext>
            </a:extLst>
          </p:cNvPr>
          <p:cNvGrpSpPr/>
          <p:nvPr/>
        </p:nvGrpSpPr>
        <p:grpSpPr>
          <a:xfrm>
            <a:off x="4849740" y="1423342"/>
            <a:ext cx="1849320" cy="578994"/>
            <a:chOff x="4849740" y="1423342"/>
            <a:chExt cx="1849320" cy="57899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75BED0-83B5-2A61-4ECE-2FC8D2B963DE}"/>
                    </a:ext>
                  </a:extLst>
                </p14:cNvPr>
                <p14:cNvContentPartPr/>
                <p14:nvPr/>
              </p14:nvContentPartPr>
              <p14:xfrm>
                <a:off x="4849740" y="1481056"/>
                <a:ext cx="1621440" cy="521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75BED0-83B5-2A61-4ECE-2FC8D2B963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43620" y="1474936"/>
                  <a:ext cx="16336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3ED496-6B05-7257-A391-B021EAF9F101}"/>
                    </a:ext>
                  </a:extLst>
                </p14:cNvPr>
                <p14:cNvContentPartPr/>
                <p14:nvPr/>
              </p14:nvContentPartPr>
              <p14:xfrm>
                <a:off x="5496660" y="1423342"/>
                <a:ext cx="139680" cy="26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3ED496-6B05-7257-A391-B021EAF9F1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90540" y="1417222"/>
                  <a:ext cx="151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946D66-D8FC-3A40-5F2B-BBECC1B5DB6F}"/>
                    </a:ext>
                  </a:extLst>
                </p14:cNvPr>
                <p14:cNvContentPartPr/>
                <p14:nvPr/>
              </p14:nvContentPartPr>
              <p14:xfrm>
                <a:off x="5014620" y="1638736"/>
                <a:ext cx="1684440" cy="254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946D66-D8FC-3A40-5F2B-BBECC1B5DB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05620" y="1630096"/>
                  <a:ext cx="1702080" cy="27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087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</Words>
  <Application>Microsoft Office PowerPoint</Application>
  <PresentationFormat>Widescreen</PresentationFormat>
  <Paragraphs>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Conceptual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Iqra Shahzad</dc:creator>
  <cp:lastModifiedBy>Iqra Shahzad</cp:lastModifiedBy>
  <cp:revision>1</cp:revision>
  <dcterms:created xsi:type="dcterms:W3CDTF">2024-11-22T07:37:45Z</dcterms:created>
  <dcterms:modified xsi:type="dcterms:W3CDTF">2024-11-22T07:57:59Z</dcterms:modified>
</cp:coreProperties>
</file>