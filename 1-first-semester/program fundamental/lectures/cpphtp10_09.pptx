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94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s/slide79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9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9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9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s/slide82.xml" ContentType="application/vnd.openxmlformats-officedocument.presentationml.slide+xml"/>
  <Override PartName="/ppt/slides/slide9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9.xml" ContentType="application/vnd.openxmlformats-officedocument.presentationml.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slides/slide87.xml" ContentType="application/vnd.openxmlformats-officedocument.presentationml.slide+xml"/>
  <Override PartName="/ppt/slides/slide96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99"/>
  </p:notesMasterIdLst>
  <p:sldIdLst>
    <p:sldId id="354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  <p:sldId id="348" r:id="rId93"/>
    <p:sldId id="349" r:id="rId94"/>
    <p:sldId id="350" r:id="rId95"/>
    <p:sldId id="351" r:id="rId96"/>
    <p:sldId id="352" r:id="rId97"/>
    <p:sldId id="353" r:id="rId98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07" autoAdjust="0"/>
    <p:restoredTop sz="94660"/>
  </p:normalViewPr>
  <p:slideViewPr>
    <p:cSldViewPr snapToGrid="0">
      <p:cViewPr varScale="1">
        <p:scale>
          <a:sx n="68" d="100"/>
          <a:sy n="68" d="100"/>
        </p:scale>
        <p:origin x="-558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notesMaster" Target="notesMasters/notesMaster1.xml"/><Relationship Id="rId10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1E654A-BF4A-429B-AD5E-CF5853D79F84}" type="datetimeFigureOut">
              <a:rPr lang="en-US" smtClean="0"/>
              <a:pPr/>
              <a:t>9/22/2016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36041-29CB-4B92-9EC3-31D6CF31F1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15081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3AFF98-033A-4CF3-885F-5D750793F76E}" type="slidenum">
              <a:rPr lang="en-US" altLang="en-US" smtClean="0"/>
              <a:pPr/>
              <a:t>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2386388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7C4F2-C9E4-4CAF-9183-127060CA593F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D8BCF-6EE9-44B1-B6A7-2022F3077C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18709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01B98-B044-4B6D-842B-1A203EE3F61B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D8BCF-6EE9-44B1-B6A7-2022F3077C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33451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6DD44-2B73-49C9-8A7E-E80576CD76DC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D8BCF-6EE9-44B1-B6A7-2022F3077C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97198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53AD6-7F13-4838-8575-7C718C920765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D8BCF-6EE9-44B1-B6A7-2022F3077C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44465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7788E-3935-40B9-B931-55980F905B71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D8BCF-6EE9-44B1-B6A7-2022F3077C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73228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78C49-DAFE-45C4-A13F-F396529CAA22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D8BCF-6EE9-44B1-B6A7-2022F3077C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71725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3CADF-CD72-4A51-8FEE-89F093E24E22}" type="datetimeFigureOut">
              <a:rPr lang="en-US" smtClean="0"/>
              <a:pPr/>
              <a:t>9/22/2016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D8BCF-6EE9-44B1-B6A7-2022F3077C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12236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41A8A-33EA-4B6C-9514-734C8BFC2101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D8BCF-6EE9-44B1-B6A7-2022F3077C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86645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AA8A0-C7FC-441C-98F1-627E74577EC3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D8BCF-6EE9-44B1-B6A7-2022F3077C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3578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682FB-0E9F-499A-A814-C6BEAD47F1EA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D8BCF-6EE9-44B1-B6A7-2022F3077C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3123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6F0B1-D041-4AE2-82F9-2BEA5240A44E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D8BCF-6EE9-44B1-B6A7-2022F3077C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29771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00C927-87F5-4B85-9CD3-0D46D1101C05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7D8BCF-6EE9-44B1-B6A7-2022F3077C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02226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3380E6"/>
                </a:solidFill>
                <a:latin typeface="Goudy Sans Medium"/>
              </a:rPr>
              <a:t>Classes: A Deeper Look</a:t>
            </a:r>
          </a:p>
        </p:txBody>
      </p:sp>
      <p:sp>
        <p:nvSpPr>
          <p:cNvPr id="10243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R="0"/>
            <a:r>
              <a:rPr lang="en-US" altLang="en-US" smtClean="0"/>
              <a:t>Based on Chapter </a:t>
            </a:r>
            <a:r>
              <a:rPr lang="en-US" altLang="en-US" dirty="0" smtClean="0"/>
              <a:t>9 of C++ How to Program, 10/e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752653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0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73150" y="0"/>
            <a:ext cx="100441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36165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0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49375" y="0"/>
            <a:ext cx="94932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94455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0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89050" y="0"/>
            <a:ext cx="96139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671933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0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30288" y="0"/>
            <a:ext cx="101314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72303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0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498600"/>
            <a:ext cx="12192000" cy="38592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770319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0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74825"/>
            <a:ext cx="12192000" cy="33067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57100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0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03325" y="0"/>
            <a:ext cx="97837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740420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0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0493625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1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497013"/>
            <a:ext cx="12192000" cy="38623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26452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1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222375"/>
            <a:ext cx="12192000" cy="44132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72795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1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66888"/>
            <a:ext cx="12192000" cy="33242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8753656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1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962025"/>
            <a:ext cx="12192000" cy="49339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759995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1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217613"/>
            <a:ext cx="12192000" cy="44227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163692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1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80988" y="0"/>
            <a:ext cx="1162843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873723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1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214438"/>
            <a:ext cx="12192000" cy="44275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7500499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1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01613" y="0"/>
            <a:ext cx="1178718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073301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1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61963"/>
            <a:ext cx="12192000" cy="59340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2408026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1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615950"/>
            <a:ext cx="12192000" cy="5624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661085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2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95288"/>
            <a:ext cx="12192000" cy="606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0673107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2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87500" y="0"/>
            <a:ext cx="9017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657169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2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7700" y="0"/>
            <a:ext cx="108966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526337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2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61963"/>
            <a:ext cx="12192000" cy="59340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689554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2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71650"/>
            <a:ext cx="1219200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4013462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2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44550" y="0"/>
            <a:ext cx="105029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4678483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2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7700" y="0"/>
            <a:ext cx="108966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672368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2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31800" y="0"/>
            <a:ext cx="11328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801982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2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1450"/>
            <a:ext cx="12192000" cy="6513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6510635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2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608013"/>
            <a:ext cx="12192000" cy="56419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0239865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3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7700" y="0"/>
            <a:ext cx="108966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617430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3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34963" y="0"/>
            <a:ext cx="115220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587513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3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660400"/>
            <a:ext cx="12192000" cy="55356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5433813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3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216025"/>
            <a:ext cx="12192000" cy="44259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1586056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3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66888"/>
            <a:ext cx="12192000" cy="33242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265153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3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52600"/>
            <a:ext cx="12192000" cy="33512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1677525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3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01613" y="0"/>
            <a:ext cx="1178718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178703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3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44550" y="0"/>
            <a:ext cx="105029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020380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3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30288" y="0"/>
            <a:ext cx="101314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202825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3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187450"/>
            <a:ext cx="12192000" cy="4481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346152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4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06500" y="0"/>
            <a:ext cx="9779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407349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4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7700" y="0"/>
            <a:ext cx="108966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386763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4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31800" y="0"/>
            <a:ext cx="11328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214780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4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17500"/>
            <a:ext cx="12192000" cy="62214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091473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4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960438"/>
            <a:ext cx="12192000" cy="49355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487523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4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7700" y="0"/>
            <a:ext cx="108966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7769693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4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46063"/>
            <a:ext cx="12192000" cy="63642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3685904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4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7700" y="0"/>
            <a:ext cx="108966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54919472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4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3043845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4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76275" y="0"/>
            <a:ext cx="108378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6077716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5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677988"/>
            <a:ext cx="12192000" cy="35004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5364153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5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051050"/>
            <a:ext cx="12192000" cy="27559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31392010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5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543050"/>
            <a:ext cx="12192000" cy="37703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7303504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5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85938"/>
            <a:ext cx="12192000" cy="32861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9356854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5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016125"/>
            <a:ext cx="12192000" cy="28241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2402963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5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1450"/>
            <a:ext cx="12192000" cy="6513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00220506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5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000125"/>
            <a:ext cx="12192000" cy="48577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2242695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5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492250"/>
            <a:ext cx="12192000" cy="38719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6459100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5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03325" y="0"/>
            <a:ext cx="97837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6561908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5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44550" y="0"/>
            <a:ext cx="105029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70170398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6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754063"/>
            <a:ext cx="12192000" cy="53482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2261299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6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31800" y="0"/>
            <a:ext cx="11328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1437362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6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2766675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6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333500"/>
            <a:ext cx="12192000" cy="41894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83652448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6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7700" y="0"/>
            <a:ext cx="108966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2692828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6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61963"/>
            <a:ext cx="12192000" cy="59340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1895498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6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108200"/>
            <a:ext cx="12192000" cy="26400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10780465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6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61963"/>
            <a:ext cx="12192000" cy="59340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7237724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6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025525"/>
            <a:ext cx="12192000" cy="48053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12390918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6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950913"/>
            <a:ext cx="12192000" cy="49545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9816536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7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233488"/>
            <a:ext cx="12192000" cy="43910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27663240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7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688975"/>
            <a:ext cx="12192000" cy="54800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4980613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7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31800" y="0"/>
            <a:ext cx="11328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74166739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7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638175"/>
            <a:ext cx="12192000" cy="55816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9933573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7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78000"/>
            <a:ext cx="12192000" cy="330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74587850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7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492250"/>
            <a:ext cx="12192000" cy="38719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4178464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7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81175"/>
            <a:ext cx="12192000" cy="32956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249299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7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289050"/>
            <a:ext cx="12192000" cy="42783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91352383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7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1450"/>
            <a:ext cx="12192000" cy="6513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578072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7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19213" y="0"/>
            <a:ext cx="955198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4405437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8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31800" y="0"/>
            <a:ext cx="11328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5090485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8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754063"/>
            <a:ext cx="12192000" cy="53482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025236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8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71600" y="0"/>
            <a:ext cx="94488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2812300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8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71600" y="0"/>
            <a:ext cx="94488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4062586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8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09675" y="0"/>
            <a:ext cx="97726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6665730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8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0638"/>
            <a:ext cx="12192000" cy="68167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6306400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8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58900" y="0"/>
            <a:ext cx="94726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7287125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8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66888"/>
            <a:ext cx="12192000" cy="33242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2267476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8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836738"/>
            <a:ext cx="12192000" cy="31829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1644507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8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36538" y="0"/>
            <a:ext cx="1171733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1331208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9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022350"/>
            <a:ext cx="12192000" cy="48117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5448856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9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44550" y="0"/>
            <a:ext cx="105029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77190092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9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608013"/>
            <a:ext cx="12192000" cy="56419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5877707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9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754063"/>
            <a:ext cx="12192000" cy="53482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8430996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9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9726040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9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46063" y="0"/>
            <a:ext cx="1169828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41131948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9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044700"/>
            <a:ext cx="12192000" cy="27670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956028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9_Page_9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230313"/>
            <a:ext cx="12192000" cy="43957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4353642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Theme1" id="{3DE4FA8F-8ACA-45D7-93E4-7534A5F48D5B}" vid="{D4CC59B7-4017-4F3C-84AE-F6ED526978D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3</TotalTime>
  <Words>1182</Words>
  <Application>Microsoft Office PowerPoint</Application>
  <PresentationFormat>Custom</PresentationFormat>
  <Paragraphs>100</Paragraphs>
  <Slides>97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97</vt:i4>
      </vt:variant>
    </vt:vector>
  </HeadingPairs>
  <TitlesOfParts>
    <vt:vector size="98" baseType="lpstr">
      <vt:lpstr>Theme1</vt:lpstr>
      <vt:lpstr>Classes: A Deeper Look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Classes: A Deeper Look</dc:title>
  <dc:creator>Paul Deitel</dc:creator>
  <cp:lastModifiedBy>Binod</cp:lastModifiedBy>
  <cp:revision>3</cp:revision>
  <dcterms:created xsi:type="dcterms:W3CDTF">2016-07-20T18:32:33Z</dcterms:created>
  <dcterms:modified xsi:type="dcterms:W3CDTF">2016-09-22T10:08:20Z</dcterms:modified>
</cp:coreProperties>
</file>