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2" r:id="rId3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8" autoAdjust="0"/>
    <p:restoredTop sz="94660"/>
  </p:normalViewPr>
  <p:slideViewPr>
    <p:cSldViewPr>
      <p:cViewPr varScale="1">
        <p:scale>
          <a:sx n="76" d="100"/>
          <a:sy n="76" d="100"/>
        </p:scale>
        <p:origin x="187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02D2B-5311-462F-8EEE-A7C0A207FE5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0F918-AF19-4B60-A493-8C6C29FF3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99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Write (total)</a:t>
            </a:r>
          </a:p>
          <a:p>
            <a:r>
              <a:rPr lang="en-GB" dirty="0" err="1" smtClean="0"/>
              <a:t>Writw</a:t>
            </a:r>
            <a:r>
              <a:rPr lang="en-GB" dirty="0" smtClean="0"/>
              <a:t> (sum)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0F918-AF19-4B60-A493-8C6C29FF38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35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16501"/>
            <a:ext cx="10058400" cy="1939399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495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404" y="5370309"/>
            <a:ext cx="4278412" cy="521911"/>
          </a:xfrm>
        </p:spPr>
        <p:txBody>
          <a:bodyPr>
            <a:normAutofit/>
          </a:bodyPr>
          <a:lstStyle>
            <a:lvl1pPr marL="0" indent="0" algn="ctr">
              <a:buNone/>
              <a:defRPr sz="2310" b="1">
                <a:solidFill>
                  <a:srgbClr val="001050"/>
                </a:solidFill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515" y="7203864"/>
            <a:ext cx="2263140" cy="41380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3745" y="7203864"/>
            <a:ext cx="2263140" cy="41380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/>
        </p:nvSpPr>
        <p:spPr>
          <a:xfrm>
            <a:off x="-10777" y="676211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769" y="784642"/>
            <a:ext cx="3631801" cy="118436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/>
        </p:nvSpPr>
        <p:spPr>
          <a:xfrm>
            <a:off x="6236210" y="686080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3685" y="784642"/>
            <a:ext cx="3685685" cy="119917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987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3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  <a:solidFill>
            <a:srgbClr val="002060"/>
          </a:solidFill>
        </p:spPr>
        <p:txBody>
          <a:bodyPr anchor="b"/>
          <a:lstStyle>
            <a:lvl1pPr>
              <a:defRPr sz="495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>
            <a:normAutofit/>
          </a:bodyPr>
          <a:lstStyle>
            <a:lvl1pPr marL="0" indent="0">
              <a:buNone/>
              <a:defRPr sz="2640" b="0">
                <a:solidFill>
                  <a:srgbClr val="001050"/>
                </a:solidFill>
                <a:latin typeface="+mj-lt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8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399004"/>
            <a:ext cx="8675370" cy="1502305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396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7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7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2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6262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742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3004" y="1102838"/>
            <a:ext cx="5552391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A1A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8507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96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Wingdings" panose="05000000000000000000" pitchFamily="2" charset="2"/>
        <a:buChar char="q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Wingdings" panose="05000000000000000000" pitchFamily="2" charset="2"/>
        <a:buChar char="§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Courier New" panose="02070309020205020404" pitchFamily="49" charset="0"/>
        <a:buChar char="o"/>
        <a:defRPr sz="1650" kern="1200">
          <a:solidFill>
            <a:schemeClr val="tx1"/>
          </a:solidFill>
          <a:latin typeface="+mj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8934" y="3689213"/>
            <a:ext cx="4864735" cy="1518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25500">
              <a:lnSpc>
                <a:spcPct val="100000"/>
              </a:lnSpc>
              <a:spcBef>
                <a:spcPts val="95"/>
              </a:spcBef>
            </a:pPr>
            <a:r>
              <a:rPr sz="4900" spc="-33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SOFTWARE </a:t>
            </a:r>
            <a:r>
              <a:rPr sz="4900" spc="-33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 </a:t>
            </a:r>
            <a:r>
              <a:rPr sz="4900" spc="-42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R</a:t>
            </a:r>
            <a:r>
              <a:rPr sz="4900" spc="-50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E</a:t>
            </a:r>
            <a:r>
              <a:rPr sz="4900" spc="-459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E</a:t>
            </a:r>
            <a:r>
              <a:rPr sz="49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N</a:t>
            </a:r>
            <a:r>
              <a:rPr lang="en-US" sz="49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G</a:t>
            </a:r>
            <a:r>
              <a:rPr sz="4900" spc="-944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I</a:t>
            </a:r>
            <a:r>
              <a:rPr sz="49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N</a:t>
            </a:r>
            <a:r>
              <a:rPr sz="4900" spc="-459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E</a:t>
            </a:r>
            <a:r>
              <a:rPr sz="4900" spc="-50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E</a:t>
            </a:r>
            <a:r>
              <a:rPr sz="4900" spc="-42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R</a:t>
            </a:r>
            <a:r>
              <a:rPr sz="4900" spc="-944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I</a:t>
            </a:r>
            <a:r>
              <a:rPr sz="4900" spc="-45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N</a:t>
            </a:r>
            <a:r>
              <a:rPr sz="4900" spc="470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G</a:t>
            </a:r>
            <a:endParaRPr sz="4900" dirty="0">
              <a:solidFill>
                <a:schemeClr val="accent1">
                  <a:lumMod val="50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8962" y="5022601"/>
            <a:ext cx="1168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orbel"/>
                <a:cs typeface="Corbel"/>
              </a:rPr>
              <a:t>1</a:t>
            </a:r>
            <a:endParaRPr sz="1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0" y="703580"/>
            <a:ext cx="20408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95" dirty="0"/>
              <a:t>C</a:t>
            </a:r>
            <a:r>
              <a:rPr spc="185" dirty="0"/>
              <a:t>o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195" dirty="0"/>
              <a:t>e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0200" y="1600200"/>
            <a:ext cx="7239000" cy="49530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Introduction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1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10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05" dirty="0">
                <a:solidFill>
                  <a:srgbClr val="3F3F3F"/>
                </a:solidFill>
                <a:latin typeface="Verdana"/>
                <a:cs typeface="Verdana"/>
              </a:rPr>
              <a:t>g?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3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9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epe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de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3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9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1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28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14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45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14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229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3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10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5" dirty="0">
                <a:solidFill>
                  <a:srgbClr val="3F3F3F"/>
                </a:solidFill>
                <a:latin typeface="Verdana"/>
                <a:cs typeface="Verdana"/>
              </a:rPr>
              <a:t>Applications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3F3F3F"/>
                </a:solidFill>
                <a:latin typeface="Verdana"/>
                <a:cs typeface="Verdana"/>
              </a:rPr>
              <a:t>program</a:t>
            </a:r>
            <a:r>
              <a:rPr sz="24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3F3F3F"/>
                </a:solidFill>
                <a:latin typeface="Verdana"/>
                <a:cs typeface="Verdana"/>
              </a:rPr>
              <a:t>slicing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3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10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14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229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3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10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14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229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29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5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rr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4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0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-5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5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ll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ge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24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20" dirty="0">
                <a:solidFill>
                  <a:srgbClr val="3F3F3F"/>
                </a:solidFill>
                <a:latin typeface="Verdana"/>
                <a:cs typeface="Verdana"/>
              </a:rPr>
              <a:t>References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37579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95" dirty="0"/>
              <a:t>I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59" dirty="0"/>
              <a:t>r</a:t>
            </a:r>
            <a:r>
              <a:rPr spc="150" dirty="0"/>
              <a:t>o</a:t>
            </a:r>
            <a:r>
              <a:rPr spc="235" dirty="0"/>
              <a:t>d</a:t>
            </a:r>
            <a:r>
              <a:rPr spc="-120" dirty="0"/>
              <a:t>u</a:t>
            </a:r>
            <a:r>
              <a:rPr spc="459" dirty="0"/>
              <a:t>c</a:t>
            </a:r>
            <a:r>
              <a:rPr spc="-200" dirty="0"/>
              <a:t>t</a:t>
            </a:r>
            <a:r>
              <a:rPr spc="-275" dirty="0"/>
              <a:t>i</a:t>
            </a:r>
            <a:r>
              <a:rPr spc="150" dirty="0"/>
              <a:t>o</a:t>
            </a:r>
            <a:r>
              <a:rPr spc="-85" dirty="0"/>
              <a:t>n</a:t>
            </a:r>
            <a:r>
              <a:rPr spc="-220" dirty="0"/>
              <a:t> </a:t>
            </a:r>
            <a:r>
              <a:rPr sz="3200" spc="-335" dirty="0"/>
              <a:t>[</a:t>
            </a:r>
            <a:r>
              <a:rPr sz="3200" spc="-245" dirty="0"/>
              <a:t>1</a:t>
            </a:r>
            <a:r>
              <a:rPr sz="3200" spc="-80" dirty="0"/>
              <a:t>/</a:t>
            </a:r>
            <a:r>
              <a:rPr sz="3200" spc="-245" dirty="0"/>
              <a:t>3</a:t>
            </a:r>
            <a:r>
              <a:rPr sz="3200" spc="-330" dirty="0"/>
              <a:t>]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38200" y="1905001"/>
            <a:ext cx="8305799" cy="470115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marR="35560" indent="-342900">
              <a:lnSpc>
                <a:spcPts val="2500"/>
              </a:lnSpc>
              <a:spcBef>
                <a:spcPts val="7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2800" spc="-85" dirty="0">
                <a:solidFill>
                  <a:srgbClr val="3F3F3F"/>
                </a:solidFill>
                <a:cs typeface="Verdana"/>
              </a:rPr>
              <a:t>The size and complexity of a software gets</a:t>
            </a:r>
            <a:r>
              <a:rPr lang="en-US" sz="2800" spc="-8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85" dirty="0">
                <a:solidFill>
                  <a:srgbClr val="3F3F3F"/>
                </a:solidFill>
                <a:cs typeface="Verdana"/>
              </a:rPr>
              <a:t> harder to understand,  maintain and test</a:t>
            </a:r>
          </a:p>
          <a:p>
            <a:pPr marL="447040" indent="-434975">
              <a:lnSpc>
                <a:spcPct val="100000"/>
              </a:lnSpc>
              <a:spcBef>
                <a:spcPts val="2260"/>
              </a:spcBef>
              <a:buClr>
                <a:srgbClr val="A52F0F"/>
              </a:buClr>
              <a:buFont typeface="Georgia"/>
              <a:buChar char="&gt;"/>
              <a:tabLst>
                <a:tab pos="447040" algn="l"/>
                <a:tab pos="447675" algn="l"/>
              </a:tabLst>
            </a:pPr>
            <a:r>
              <a:rPr sz="2800" spc="140" dirty="0">
                <a:solidFill>
                  <a:srgbClr val="3F3F3F"/>
                </a:solidFill>
                <a:cs typeface="Verdana"/>
              </a:rPr>
              <a:t>You might have had questions like</a:t>
            </a:r>
          </a:p>
          <a:p>
            <a:pPr>
              <a:lnSpc>
                <a:spcPct val="100000"/>
              </a:lnSpc>
              <a:spcBef>
                <a:spcPts val="50"/>
              </a:spcBef>
              <a:buChar char="&gt;"/>
            </a:pPr>
            <a:endParaRPr sz="2800" dirty="0">
              <a:cs typeface="Verdana"/>
            </a:endParaRPr>
          </a:p>
          <a:p>
            <a:pPr marL="756285" marR="5080" lvl="1" indent="-287020">
              <a:lnSpc>
                <a:spcPct val="80000"/>
              </a:lnSpc>
              <a:buClr>
                <a:srgbClr val="A5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800" spc="140" dirty="0">
                <a:solidFill>
                  <a:srgbClr val="3F3F3F"/>
                </a:solidFill>
                <a:cs typeface="Verdana"/>
              </a:rPr>
              <a:t>If I change this statement, what pieces of  the program are going to be affected?</a:t>
            </a: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A52F0F"/>
              </a:buClr>
              <a:buFont typeface="Wingdings"/>
              <a:buChar char=""/>
            </a:pPr>
            <a:endParaRPr sz="2800" spc="140" dirty="0">
              <a:solidFill>
                <a:srgbClr val="3F3F3F"/>
              </a:solidFill>
              <a:cs typeface="Verdana"/>
            </a:endParaRPr>
          </a:p>
          <a:p>
            <a:pPr marL="756285" marR="346710" lvl="1" indent="-287020">
              <a:lnSpc>
                <a:spcPts val="2110"/>
              </a:lnSpc>
              <a:buClr>
                <a:srgbClr val="A5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800" spc="140" dirty="0">
                <a:solidFill>
                  <a:srgbClr val="3F3F3F"/>
                </a:solidFill>
                <a:cs typeface="Verdana"/>
              </a:rPr>
              <a:t>Where are the values that flow into this  statement coming from?</a:t>
            </a: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A52F0F"/>
              </a:buClr>
              <a:buFont typeface="Wingdings"/>
              <a:buChar char=""/>
            </a:pPr>
            <a:endParaRPr sz="2800" spc="140" dirty="0">
              <a:solidFill>
                <a:srgbClr val="3F3F3F"/>
              </a:solidFill>
              <a:cs typeface="Verdana"/>
            </a:endParaRPr>
          </a:p>
          <a:p>
            <a:pPr marL="756285" marR="363855" lvl="1" indent="-287020">
              <a:lnSpc>
                <a:spcPct val="80000"/>
              </a:lnSpc>
              <a:buClr>
                <a:srgbClr val="A5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800" spc="140" dirty="0">
                <a:solidFill>
                  <a:srgbClr val="3F3F3F"/>
                </a:solidFill>
                <a:cs typeface="Verdana"/>
              </a:rPr>
              <a:t>How can I limit the functionality to only  what I need?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37579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95" dirty="0"/>
              <a:t>I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59" dirty="0"/>
              <a:t>r</a:t>
            </a:r>
            <a:r>
              <a:rPr spc="150" dirty="0"/>
              <a:t>o</a:t>
            </a:r>
            <a:r>
              <a:rPr spc="235" dirty="0"/>
              <a:t>d</a:t>
            </a:r>
            <a:r>
              <a:rPr spc="-120" dirty="0"/>
              <a:t>u</a:t>
            </a:r>
            <a:r>
              <a:rPr spc="459" dirty="0"/>
              <a:t>c</a:t>
            </a:r>
            <a:r>
              <a:rPr spc="-200" dirty="0"/>
              <a:t>t</a:t>
            </a:r>
            <a:r>
              <a:rPr spc="-275" dirty="0"/>
              <a:t>i</a:t>
            </a:r>
            <a:r>
              <a:rPr spc="150" dirty="0"/>
              <a:t>o</a:t>
            </a:r>
            <a:r>
              <a:rPr spc="-85" dirty="0"/>
              <a:t>n</a:t>
            </a:r>
            <a:r>
              <a:rPr spc="-220" dirty="0"/>
              <a:t> </a:t>
            </a:r>
            <a:r>
              <a:rPr sz="3200" spc="-335" dirty="0"/>
              <a:t>[</a:t>
            </a:r>
            <a:r>
              <a:rPr sz="3200" spc="-245" dirty="0"/>
              <a:t>2</a:t>
            </a:r>
            <a:r>
              <a:rPr sz="3200" spc="-80" dirty="0"/>
              <a:t>/</a:t>
            </a:r>
            <a:r>
              <a:rPr sz="3200" spc="-245" dirty="0"/>
              <a:t>3</a:t>
            </a:r>
            <a:r>
              <a:rPr sz="3200" spc="-330" dirty="0"/>
              <a:t>]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38200" y="2057400"/>
            <a:ext cx="8153400" cy="3128421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F3F3F"/>
                </a:solidFill>
                <a:cs typeface="Verdana"/>
              </a:rPr>
              <a:t>Goals</a:t>
            </a:r>
            <a:endParaRPr sz="2800" dirty="0"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800" spc="30" dirty="0">
                <a:solidFill>
                  <a:srgbClr val="3F3F3F"/>
                </a:solidFill>
                <a:cs typeface="Verdana"/>
              </a:rPr>
              <a:t>Debug</a:t>
            </a:r>
            <a:r>
              <a:rPr sz="2800" spc="-12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your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thousands</a:t>
            </a:r>
            <a:r>
              <a:rPr sz="2800" spc="-8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80" dirty="0">
                <a:solidFill>
                  <a:srgbClr val="3F3F3F"/>
                </a:solidFill>
                <a:cs typeface="Verdana"/>
              </a:rPr>
              <a:t>lines</a:t>
            </a:r>
            <a:r>
              <a:rPr sz="2800" spc="-12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dirty="0">
                <a:solidFill>
                  <a:srgbClr val="3F3F3F"/>
                </a:solidFill>
                <a:cs typeface="Verdana"/>
              </a:rPr>
              <a:t>of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05" dirty="0">
                <a:solidFill>
                  <a:srgbClr val="3F3F3F"/>
                </a:solidFill>
                <a:cs typeface="Verdana"/>
              </a:rPr>
              <a:t>code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55" dirty="0">
                <a:solidFill>
                  <a:srgbClr val="3F3F3F"/>
                </a:solidFill>
                <a:cs typeface="Verdana"/>
              </a:rPr>
              <a:t>easily</a:t>
            </a:r>
            <a:r>
              <a:rPr sz="2800" spc="-14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5" dirty="0">
                <a:solidFill>
                  <a:srgbClr val="3F3F3F"/>
                </a:solidFill>
                <a:cs typeface="Verdana"/>
              </a:rPr>
              <a:t>by</a:t>
            </a:r>
            <a:r>
              <a:rPr sz="2800" spc="-13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dirty="0">
                <a:solidFill>
                  <a:srgbClr val="3F3F3F"/>
                </a:solidFill>
                <a:cs typeface="Verdana"/>
              </a:rPr>
              <a:t>reducing </a:t>
            </a:r>
            <a:r>
              <a:rPr sz="2800" spc="-54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2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95" dirty="0">
                <a:solidFill>
                  <a:srgbClr val="3F3F3F"/>
                </a:solidFill>
                <a:cs typeface="Verdana"/>
              </a:rPr>
              <a:t>c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-60" dirty="0">
                <a:solidFill>
                  <a:srgbClr val="3F3F3F"/>
                </a:solidFill>
                <a:cs typeface="Verdana"/>
              </a:rPr>
              <a:t>m</a:t>
            </a:r>
            <a:r>
              <a:rPr sz="2800" spc="100" dirty="0">
                <a:solidFill>
                  <a:srgbClr val="3F3F3F"/>
                </a:solidFill>
                <a:cs typeface="Verdana"/>
              </a:rPr>
              <a:t>p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l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70" dirty="0">
                <a:solidFill>
                  <a:srgbClr val="3F3F3F"/>
                </a:solidFill>
                <a:cs typeface="Verdana"/>
              </a:rPr>
              <a:t>x</a:t>
            </a:r>
            <a:r>
              <a:rPr sz="2800" spc="-125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95" dirty="0">
                <a:solidFill>
                  <a:srgbClr val="3F3F3F"/>
                </a:solidFill>
                <a:cs typeface="Verdana"/>
              </a:rPr>
              <a:t>y</a:t>
            </a:r>
            <a:r>
              <a:rPr sz="2800" spc="-11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f</a:t>
            </a:r>
            <a:r>
              <a:rPr sz="2800" spc="-12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2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00" dirty="0">
                <a:solidFill>
                  <a:srgbClr val="3F3F3F"/>
                </a:solidFill>
                <a:cs typeface="Verdana"/>
              </a:rPr>
              <a:t>p</a:t>
            </a:r>
            <a:r>
              <a:rPr sz="2800" spc="-210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70" dirty="0">
                <a:solidFill>
                  <a:srgbClr val="3F3F3F"/>
                </a:solidFill>
                <a:cs typeface="Verdana"/>
              </a:rPr>
              <a:t>g</a:t>
            </a:r>
            <a:r>
              <a:rPr sz="2800" spc="-210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120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60" dirty="0">
                <a:solidFill>
                  <a:srgbClr val="3F3F3F"/>
                </a:solidFill>
                <a:cs typeface="Verdana"/>
              </a:rPr>
              <a:t>m</a:t>
            </a:r>
            <a:endParaRPr sz="2800" dirty="0"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800" spc="-90" dirty="0">
                <a:solidFill>
                  <a:srgbClr val="3F3F3F"/>
                </a:solidFill>
                <a:cs typeface="Verdana"/>
              </a:rPr>
              <a:t>Write</a:t>
            </a:r>
            <a:r>
              <a:rPr sz="2800" spc="-5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25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13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robust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20" dirty="0">
                <a:solidFill>
                  <a:srgbClr val="3F3F3F"/>
                </a:solidFill>
                <a:cs typeface="Verdana"/>
              </a:rPr>
              <a:t>program</a:t>
            </a:r>
            <a:r>
              <a:rPr sz="2800" spc="-9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5" dirty="0">
                <a:solidFill>
                  <a:srgbClr val="3F3F3F"/>
                </a:solidFill>
                <a:cs typeface="Verdana"/>
              </a:rPr>
              <a:t>before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testing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your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10" dirty="0">
                <a:solidFill>
                  <a:srgbClr val="3F3F3F"/>
                </a:solidFill>
                <a:cs typeface="Verdana"/>
              </a:rPr>
              <a:t>code</a:t>
            </a:r>
            <a:endParaRPr sz="2800" dirty="0">
              <a:cs typeface="Verdana"/>
            </a:endParaRPr>
          </a:p>
          <a:p>
            <a:pPr marL="756285" marR="3873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800" spc="-35" dirty="0">
                <a:solidFill>
                  <a:srgbClr val="3F3F3F"/>
                </a:solidFill>
                <a:cs typeface="Verdana"/>
              </a:rPr>
              <a:t>Save</a:t>
            </a:r>
            <a:r>
              <a:rPr sz="2800" spc="-15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your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testing</a:t>
            </a:r>
            <a:r>
              <a:rPr sz="2800" spc="-8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55" dirty="0">
                <a:solidFill>
                  <a:srgbClr val="3F3F3F"/>
                </a:solidFill>
                <a:cs typeface="Verdana"/>
              </a:rPr>
              <a:t>time</a:t>
            </a:r>
            <a:r>
              <a:rPr sz="2800" spc="-13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5" dirty="0">
                <a:solidFill>
                  <a:srgbClr val="3F3F3F"/>
                </a:solidFill>
                <a:cs typeface="Verdana"/>
              </a:rPr>
              <a:t>by</a:t>
            </a:r>
            <a:r>
              <a:rPr sz="2800" spc="-12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75" dirty="0">
                <a:solidFill>
                  <a:srgbClr val="3F3F3F"/>
                </a:solidFill>
                <a:cs typeface="Verdana"/>
              </a:rPr>
              <a:t>limiting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20" dirty="0">
                <a:solidFill>
                  <a:srgbClr val="3F3F3F"/>
                </a:solidFill>
                <a:cs typeface="Verdana"/>
              </a:rPr>
              <a:t>the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tests </a:t>
            </a:r>
            <a:r>
              <a:rPr sz="2800" spc="-20" dirty="0">
                <a:solidFill>
                  <a:srgbClr val="3F3F3F"/>
                </a:solidFill>
                <a:cs typeface="Verdana"/>
              </a:rPr>
              <a:t>to </a:t>
            </a:r>
            <a:r>
              <a:rPr sz="2800" spc="-54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l</a:t>
            </a:r>
            <a:r>
              <a:rPr sz="2800" spc="-95" dirty="0">
                <a:solidFill>
                  <a:srgbClr val="3F3F3F"/>
                </a:solidFill>
                <a:cs typeface="Verdana"/>
              </a:rPr>
              <a:t>y</a:t>
            </a:r>
            <a:r>
              <a:rPr sz="2800" spc="-11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-215" dirty="0">
                <a:solidFill>
                  <a:srgbClr val="3F3F3F"/>
                </a:solidFill>
                <a:cs typeface="Verdana"/>
              </a:rPr>
              <a:t>s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120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90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85" dirty="0">
                <a:solidFill>
                  <a:srgbClr val="3F3F3F"/>
                </a:solidFill>
                <a:cs typeface="Verdana"/>
              </a:rPr>
              <a:t>x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210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180" dirty="0">
                <a:solidFill>
                  <a:srgbClr val="3F3F3F"/>
                </a:solidFill>
                <a:cs typeface="Verdana"/>
              </a:rPr>
              <a:t>c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-215" dirty="0">
                <a:solidFill>
                  <a:srgbClr val="3F3F3F"/>
                </a:solidFill>
                <a:cs typeface="Verdana"/>
              </a:rPr>
              <a:t>s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2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2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95" dirty="0">
                <a:solidFill>
                  <a:srgbClr val="3F3F3F"/>
                </a:solidFill>
                <a:cs typeface="Verdana"/>
              </a:rPr>
              <a:t>c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120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70" dirty="0">
                <a:solidFill>
                  <a:srgbClr val="3F3F3F"/>
                </a:solidFill>
                <a:cs typeface="Verdana"/>
              </a:rPr>
              <a:t>g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95" dirty="0">
                <a:solidFill>
                  <a:srgbClr val="3F3F3F"/>
                </a:solidFill>
                <a:cs typeface="Verdana"/>
              </a:rPr>
              <a:t>d</a:t>
            </a:r>
            <a:r>
              <a:rPr sz="2800" spc="-11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95" dirty="0">
                <a:solidFill>
                  <a:srgbClr val="3F3F3F"/>
                </a:solidFill>
                <a:cs typeface="Verdana"/>
              </a:rPr>
              <a:t>c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100" dirty="0">
                <a:solidFill>
                  <a:srgbClr val="3F3F3F"/>
                </a:solidFill>
                <a:cs typeface="Verdana"/>
              </a:rPr>
              <a:t>d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endParaRPr sz="2800" dirty="0"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37579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95" dirty="0"/>
              <a:t>I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59" dirty="0"/>
              <a:t>r</a:t>
            </a:r>
            <a:r>
              <a:rPr spc="150" dirty="0"/>
              <a:t>o</a:t>
            </a:r>
            <a:r>
              <a:rPr spc="235" dirty="0"/>
              <a:t>d</a:t>
            </a:r>
            <a:r>
              <a:rPr spc="-120" dirty="0"/>
              <a:t>u</a:t>
            </a:r>
            <a:r>
              <a:rPr spc="459" dirty="0"/>
              <a:t>c</a:t>
            </a:r>
            <a:r>
              <a:rPr spc="-200" dirty="0"/>
              <a:t>t</a:t>
            </a:r>
            <a:r>
              <a:rPr spc="-275" dirty="0"/>
              <a:t>i</a:t>
            </a:r>
            <a:r>
              <a:rPr spc="150" dirty="0"/>
              <a:t>o</a:t>
            </a:r>
            <a:r>
              <a:rPr spc="-85" dirty="0"/>
              <a:t>n</a:t>
            </a:r>
            <a:r>
              <a:rPr spc="-220" dirty="0"/>
              <a:t> </a:t>
            </a:r>
            <a:r>
              <a:rPr sz="3200" spc="-335" dirty="0"/>
              <a:t>[</a:t>
            </a:r>
            <a:r>
              <a:rPr sz="3200" spc="-245" dirty="0"/>
              <a:t>3</a:t>
            </a:r>
            <a:r>
              <a:rPr sz="3200" spc="-80" dirty="0"/>
              <a:t>/</a:t>
            </a:r>
            <a:r>
              <a:rPr sz="3200" spc="-245" dirty="0"/>
              <a:t>3</a:t>
            </a:r>
            <a:r>
              <a:rPr sz="3200" spc="-330" dirty="0"/>
              <a:t>]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2000" y="1752601"/>
            <a:ext cx="8686799" cy="2569293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2800" spc="-135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75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20" dirty="0">
                <a:solidFill>
                  <a:srgbClr val="3F3F3F"/>
                </a:solidFill>
                <a:cs typeface="Verdana"/>
              </a:rPr>
              <a:t>w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?</a:t>
            </a:r>
            <a:endParaRPr sz="2800" dirty="0"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800" spc="60" dirty="0">
                <a:solidFill>
                  <a:srgbClr val="3F3F3F"/>
                </a:solidFill>
                <a:cs typeface="Verdana"/>
              </a:rPr>
              <a:t>“</a:t>
            </a:r>
            <a:r>
              <a:rPr sz="2800" spc="-180" dirty="0">
                <a:solidFill>
                  <a:srgbClr val="3F3F3F"/>
                </a:solidFill>
                <a:cs typeface="Verdana"/>
              </a:rPr>
              <a:t>B</a:t>
            </a:r>
            <a:r>
              <a:rPr sz="2800" spc="-210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150" dirty="0">
                <a:solidFill>
                  <a:srgbClr val="3F3F3F"/>
                </a:solidFill>
                <a:cs typeface="Verdana"/>
              </a:rPr>
              <a:t>k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 l</a:t>
            </a:r>
            <a:r>
              <a:rPr sz="2800" spc="120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210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70" dirty="0">
                <a:solidFill>
                  <a:srgbClr val="3F3F3F"/>
                </a:solidFill>
                <a:cs typeface="Verdana"/>
              </a:rPr>
              <a:t>g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204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-12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80" dirty="0">
                <a:solidFill>
                  <a:srgbClr val="3F3F3F"/>
                </a:solidFill>
                <a:cs typeface="Verdana"/>
              </a:rPr>
              <a:t>c</a:t>
            </a:r>
            <a:r>
              <a:rPr sz="2800" spc="75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85" dirty="0">
                <a:solidFill>
                  <a:srgbClr val="3F3F3F"/>
                </a:solidFill>
                <a:cs typeface="Verdana"/>
              </a:rPr>
              <a:t>d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25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70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-11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215" dirty="0">
                <a:solidFill>
                  <a:srgbClr val="3F3F3F"/>
                </a:solidFill>
                <a:cs typeface="Verdana"/>
              </a:rPr>
              <a:t>s</a:t>
            </a:r>
            <a:r>
              <a:rPr sz="2800" spc="-60" dirty="0">
                <a:solidFill>
                  <a:srgbClr val="3F3F3F"/>
                </a:solidFill>
                <a:cs typeface="Verdana"/>
              </a:rPr>
              <a:t>m</a:t>
            </a:r>
            <a:r>
              <a:rPr sz="28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ll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204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-15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85" dirty="0">
                <a:solidFill>
                  <a:srgbClr val="3F3F3F"/>
                </a:solidFill>
                <a:cs typeface="Verdana"/>
              </a:rPr>
              <a:t>p</a:t>
            </a:r>
            <a:r>
              <a:rPr sz="2800" spc="-105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195" dirty="0">
                <a:solidFill>
                  <a:srgbClr val="3F3F3F"/>
                </a:solidFill>
                <a:cs typeface="Verdana"/>
              </a:rPr>
              <a:t>c</a:t>
            </a:r>
            <a:r>
              <a:rPr sz="2800" spc="80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215" dirty="0">
                <a:solidFill>
                  <a:srgbClr val="3F3F3F"/>
                </a:solidFill>
                <a:cs typeface="Verdana"/>
              </a:rPr>
              <a:t>s</a:t>
            </a:r>
            <a:r>
              <a:rPr sz="2800" spc="35" dirty="0">
                <a:solidFill>
                  <a:srgbClr val="3F3F3F"/>
                </a:solidFill>
                <a:cs typeface="Verdana"/>
              </a:rPr>
              <a:t>”</a:t>
            </a:r>
            <a:endParaRPr sz="2800" dirty="0"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2800" spc="-170" dirty="0">
                <a:solidFill>
                  <a:srgbClr val="3F3F3F"/>
                </a:solidFill>
                <a:cs typeface="Verdana"/>
              </a:rPr>
              <a:t>U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-140" dirty="0">
                <a:solidFill>
                  <a:srgbClr val="3F3F3F"/>
                </a:solidFill>
                <a:cs typeface="Verdana"/>
              </a:rPr>
              <a:t>l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-170" dirty="0">
                <a:solidFill>
                  <a:srgbClr val="3F3F3F"/>
                </a:solidFill>
                <a:cs typeface="Verdana"/>
              </a:rPr>
              <a:t>k</a:t>
            </a:r>
            <a:r>
              <a:rPr sz="2800" spc="95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3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m</a:t>
            </a:r>
            <a:r>
              <a:rPr sz="2800" spc="75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-240" dirty="0">
                <a:solidFill>
                  <a:srgbClr val="3F3F3F"/>
                </a:solidFill>
                <a:cs typeface="Verdana"/>
              </a:rPr>
              <a:t>s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14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90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-120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75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229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-9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m</a:t>
            </a:r>
            <a:r>
              <a:rPr sz="2800" spc="75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90" dirty="0">
                <a:solidFill>
                  <a:srgbClr val="3F3F3F"/>
                </a:solidFill>
                <a:cs typeface="Verdana"/>
              </a:rPr>
              <a:t>o</a:t>
            </a:r>
            <a:r>
              <a:rPr sz="2800" spc="100" dirty="0">
                <a:solidFill>
                  <a:srgbClr val="3F3F3F"/>
                </a:solidFill>
                <a:cs typeface="Verdana"/>
              </a:rPr>
              <a:t>d</a:t>
            </a:r>
            <a:r>
              <a:rPr sz="2800" spc="-240" dirty="0">
                <a:solidFill>
                  <a:srgbClr val="3F3F3F"/>
                </a:solidFill>
                <a:cs typeface="Verdana"/>
              </a:rPr>
              <a:t>s</a:t>
            </a:r>
            <a:r>
              <a:rPr sz="2800" spc="-160" dirty="0">
                <a:solidFill>
                  <a:srgbClr val="3F3F3F"/>
                </a:solidFill>
                <a:cs typeface="Verdana"/>
              </a:rPr>
              <a:t>,</a:t>
            </a:r>
            <a:r>
              <a:rPr sz="2800" spc="-11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240" dirty="0">
                <a:solidFill>
                  <a:srgbClr val="3F3F3F"/>
                </a:solidFill>
                <a:cs typeface="Verdana"/>
              </a:rPr>
              <a:t>s</a:t>
            </a:r>
            <a:r>
              <a:rPr sz="2800" spc="-120" dirty="0">
                <a:solidFill>
                  <a:srgbClr val="3F3F3F"/>
                </a:solidFill>
                <a:cs typeface="Verdana"/>
              </a:rPr>
              <a:t>li</a:t>
            </a:r>
            <a:r>
              <a:rPr sz="2800" spc="229" dirty="0">
                <a:solidFill>
                  <a:srgbClr val="3F3F3F"/>
                </a:solidFill>
                <a:cs typeface="Verdana"/>
              </a:rPr>
              <a:t>c</a:t>
            </a:r>
            <a:r>
              <a:rPr sz="2800" spc="-140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85" dirty="0">
                <a:solidFill>
                  <a:srgbClr val="3F3F3F"/>
                </a:solidFill>
                <a:cs typeface="Verdana"/>
              </a:rPr>
              <a:t>g</a:t>
            </a:r>
            <a:r>
              <a:rPr sz="2800" spc="-17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-240" dirty="0">
                <a:solidFill>
                  <a:srgbClr val="3F3F3F"/>
                </a:solidFill>
                <a:cs typeface="Verdana"/>
              </a:rPr>
              <a:t>s</a:t>
            </a:r>
            <a:r>
              <a:rPr sz="2800" spc="-14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100" dirty="0">
                <a:solidFill>
                  <a:srgbClr val="3F3F3F"/>
                </a:solidFill>
                <a:cs typeface="Verdana"/>
              </a:rPr>
              <a:t>pp</a:t>
            </a:r>
            <a:r>
              <a:rPr sz="2800" spc="-140" dirty="0">
                <a:solidFill>
                  <a:srgbClr val="3F3F3F"/>
                </a:solidFill>
                <a:cs typeface="Verdana"/>
              </a:rPr>
              <a:t>l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75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110" dirty="0">
                <a:solidFill>
                  <a:srgbClr val="3F3F3F"/>
                </a:solidFill>
                <a:cs typeface="Verdana"/>
              </a:rPr>
              <a:t>d</a:t>
            </a:r>
            <a:r>
              <a:rPr sz="2800" spc="-14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20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60" dirty="0">
                <a:solidFill>
                  <a:srgbClr val="3F3F3F"/>
                </a:solidFill>
                <a:cs typeface="Verdana"/>
              </a:rPr>
              <a:t>o  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programs</a:t>
            </a:r>
            <a:r>
              <a:rPr sz="2800" spc="-14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after</a:t>
            </a:r>
            <a:r>
              <a:rPr sz="2800" spc="-11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they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dirty="0">
                <a:solidFill>
                  <a:srgbClr val="3F3F3F"/>
                </a:solidFill>
                <a:cs typeface="Verdana"/>
              </a:rPr>
              <a:t>are</a:t>
            </a:r>
            <a:r>
              <a:rPr sz="2800" spc="-12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90" dirty="0">
                <a:solidFill>
                  <a:srgbClr val="3F3F3F"/>
                </a:solidFill>
                <a:cs typeface="Verdana"/>
              </a:rPr>
              <a:t>written,</a:t>
            </a:r>
            <a:r>
              <a:rPr sz="2800" spc="-85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65" dirty="0">
                <a:solidFill>
                  <a:srgbClr val="3F3F3F"/>
                </a:solidFill>
                <a:cs typeface="Verdana"/>
              </a:rPr>
              <a:t>and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80" dirty="0">
                <a:solidFill>
                  <a:srgbClr val="3F3F3F"/>
                </a:solidFill>
                <a:cs typeface="Verdana"/>
              </a:rPr>
              <a:t>is</a:t>
            </a:r>
            <a:r>
              <a:rPr sz="2800" spc="-16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40" dirty="0">
                <a:solidFill>
                  <a:srgbClr val="3F3F3F"/>
                </a:solidFill>
                <a:cs typeface="Verdana"/>
              </a:rPr>
              <a:t>therefore</a:t>
            </a:r>
            <a:r>
              <a:rPr sz="2800" spc="-7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80" dirty="0">
                <a:solidFill>
                  <a:srgbClr val="3F3F3F"/>
                </a:solidFill>
                <a:cs typeface="Verdana"/>
              </a:rPr>
              <a:t>useful </a:t>
            </a:r>
            <a:r>
              <a:rPr sz="2800" spc="-62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20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-150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m</a:t>
            </a:r>
            <a:r>
              <a:rPr sz="28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75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210" dirty="0">
                <a:solidFill>
                  <a:srgbClr val="3F3F3F"/>
                </a:solidFill>
                <a:cs typeface="Verdana"/>
              </a:rPr>
              <a:t>c</a:t>
            </a:r>
            <a:r>
              <a:rPr sz="2800" spc="95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95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229" dirty="0">
                <a:solidFill>
                  <a:srgbClr val="3F3F3F"/>
                </a:solidFill>
                <a:cs typeface="Verdana"/>
              </a:rPr>
              <a:t>r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t</a:t>
            </a:r>
            <a:r>
              <a:rPr sz="2800" spc="-65" dirty="0">
                <a:solidFill>
                  <a:srgbClr val="3F3F3F"/>
                </a:solidFill>
                <a:cs typeface="Verdana"/>
              </a:rPr>
              <a:t>h</a:t>
            </a:r>
            <a:r>
              <a:rPr sz="28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n</a:t>
            </a:r>
            <a:r>
              <a:rPr sz="28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2800" spc="114" dirty="0">
                <a:solidFill>
                  <a:srgbClr val="3F3F3F"/>
                </a:solidFill>
                <a:cs typeface="Verdana"/>
              </a:rPr>
              <a:t>d</a:t>
            </a:r>
            <a:r>
              <a:rPr sz="2800" spc="95" dirty="0">
                <a:solidFill>
                  <a:srgbClr val="3F3F3F"/>
                </a:solidFill>
                <a:cs typeface="Verdana"/>
              </a:rPr>
              <a:t>e</a:t>
            </a:r>
            <a:r>
              <a:rPr sz="2800" spc="-254" dirty="0">
                <a:solidFill>
                  <a:srgbClr val="3F3F3F"/>
                </a:solidFill>
                <a:cs typeface="Verdana"/>
              </a:rPr>
              <a:t>s</a:t>
            </a:r>
            <a:r>
              <a:rPr sz="2800" spc="-100" dirty="0">
                <a:solidFill>
                  <a:srgbClr val="3F3F3F"/>
                </a:solidFill>
                <a:cs typeface="Verdana"/>
              </a:rPr>
              <a:t>i</a:t>
            </a:r>
            <a:r>
              <a:rPr sz="2800" spc="75" dirty="0">
                <a:solidFill>
                  <a:srgbClr val="3F3F3F"/>
                </a:solidFill>
                <a:cs typeface="Verdana"/>
              </a:rPr>
              <a:t>g</a:t>
            </a:r>
            <a:r>
              <a:rPr sz="2800" spc="-45" dirty="0">
                <a:solidFill>
                  <a:srgbClr val="3F3F3F"/>
                </a:solidFill>
                <a:cs typeface="Verdana"/>
              </a:rPr>
              <a:t>n</a:t>
            </a:r>
            <a:endParaRPr sz="2800" dirty="0"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5402580" cy="106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W</a:t>
            </a:r>
            <a:r>
              <a:rPr spc="-85" dirty="0"/>
              <a:t>h</a:t>
            </a:r>
            <a:r>
              <a:rPr spc="280" dirty="0"/>
              <a:t>a</a:t>
            </a:r>
            <a:r>
              <a:rPr spc="-200" dirty="0"/>
              <a:t>t</a:t>
            </a:r>
            <a:r>
              <a:rPr spc="-254" dirty="0"/>
              <a:t> </a:t>
            </a:r>
            <a:r>
              <a:rPr spc="-275" dirty="0"/>
              <a:t>i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200" dirty="0"/>
              <a:t>p</a:t>
            </a:r>
            <a:r>
              <a:rPr spc="-459" dirty="0"/>
              <a:t>r</a:t>
            </a:r>
            <a:r>
              <a:rPr spc="185" dirty="0"/>
              <a:t>o</a:t>
            </a:r>
            <a:r>
              <a:rPr spc="16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59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60" dirty="0"/>
              <a:t>g?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3200" spc="-250" dirty="0"/>
              <a:t>[1/3]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295400" y="2438400"/>
            <a:ext cx="8219411" cy="26032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706120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3200" spc="-30" dirty="0">
                <a:solidFill>
                  <a:srgbClr val="3F3F3F"/>
                </a:solidFill>
                <a:cs typeface="Verdana"/>
              </a:rPr>
              <a:t>P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90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g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m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254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li</a:t>
            </a:r>
            <a:r>
              <a:rPr sz="3200" spc="229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95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15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-240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4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3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00" dirty="0">
                <a:solidFill>
                  <a:srgbClr val="FF0000"/>
                </a:solidFill>
                <a:cs typeface="Verdana"/>
              </a:rPr>
              <a:t>d</a:t>
            </a:r>
            <a:r>
              <a:rPr sz="3200" spc="95" dirty="0">
                <a:solidFill>
                  <a:srgbClr val="FF0000"/>
                </a:solidFill>
                <a:cs typeface="Verdana"/>
              </a:rPr>
              <a:t>e</a:t>
            </a:r>
            <a:r>
              <a:rPr sz="3200" spc="229" dirty="0">
                <a:solidFill>
                  <a:srgbClr val="FF0000"/>
                </a:solidFill>
                <a:cs typeface="Verdana"/>
              </a:rPr>
              <a:t>c</a:t>
            </a:r>
            <a:r>
              <a:rPr sz="3200" spc="75" dirty="0">
                <a:solidFill>
                  <a:srgbClr val="FF0000"/>
                </a:solidFill>
                <a:cs typeface="Verdana"/>
              </a:rPr>
              <a:t>o</a:t>
            </a:r>
            <a:r>
              <a:rPr sz="3200" spc="-65" dirty="0">
                <a:solidFill>
                  <a:srgbClr val="FF0000"/>
                </a:solidFill>
                <a:cs typeface="Verdana"/>
              </a:rPr>
              <a:t>m</a:t>
            </a:r>
            <a:r>
              <a:rPr sz="3200" spc="100" dirty="0">
                <a:solidFill>
                  <a:srgbClr val="FF0000"/>
                </a:solidFill>
                <a:cs typeface="Verdana"/>
              </a:rPr>
              <a:t>p</a:t>
            </a:r>
            <a:r>
              <a:rPr sz="3200" spc="75" dirty="0">
                <a:solidFill>
                  <a:srgbClr val="FF0000"/>
                </a:solidFill>
                <a:cs typeface="Verdana"/>
              </a:rPr>
              <a:t>o</a:t>
            </a:r>
            <a:r>
              <a:rPr sz="3200" spc="-240" dirty="0">
                <a:solidFill>
                  <a:srgbClr val="FF0000"/>
                </a:solidFill>
                <a:cs typeface="Verdana"/>
              </a:rPr>
              <a:t>s</a:t>
            </a:r>
            <a:r>
              <a:rPr sz="3200" spc="-120" dirty="0">
                <a:solidFill>
                  <a:srgbClr val="FF0000"/>
                </a:solidFill>
                <a:cs typeface="Verdana"/>
              </a:rPr>
              <a:t>i</a:t>
            </a:r>
            <a:r>
              <a:rPr sz="3200" spc="-100" dirty="0">
                <a:solidFill>
                  <a:srgbClr val="FF0000"/>
                </a:solidFill>
                <a:cs typeface="Verdana"/>
              </a:rPr>
              <a:t>t</a:t>
            </a:r>
            <a:r>
              <a:rPr sz="3200" spc="-120" dirty="0">
                <a:solidFill>
                  <a:srgbClr val="FF0000"/>
                </a:solidFill>
                <a:cs typeface="Verdana"/>
              </a:rPr>
              <a:t>i</a:t>
            </a:r>
            <a:r>
              <a:rPr sz="3200" spc="75" dirty="0">
                <a:solidFill>
                  <a:srgbClr val="FF0000"/>
                </a:solidFill>
                <a:cs typeface="Verdana"/>
              </a:rPr>
              <a:t>o</a:t>
            </a:r>
            <a:r>
              <a:rPr sz="3200" spc="-45" dirty="0">
                <a:solidFill>
                  <a:srgbClr val="FF0000"/>
                </a:solidFill>
                <a:cs typeface="Verdana"/>
              </a:rPr>
              <a:t>n</a:t>
            </a:r>
            <a:r>
              <a:rPr sz="3200" spc="-150" dirty="0">
                <a:solidFill>
                  <a:srgbClr val="FF0000"/>
                </a:solidFill>
                <a:cs typeface="Verdana"/>
              </a:rPr>
              <a:t> </a:t>
            </a:r>
            <a:r>
              <a:rPr sz="3200" spc="-120" dirty="0">
                <a:solidFill>
                  <a:srgbClr val="FF0000"/>
                </a:solidFill>
                <a:cs typeface="Verdana"/>
              </a:rPr>
              <a:t>t</a:t>
            </a:r>
            <a:r>
              <a:rPr sz="3200" spc="95" dirty="0">
                <a:solidFill>
                  <a:srgbClr val="FF0000"/>
                </a:solidFill>
                <a:cs typeface="Verdana"/>
              </a:rPr>
              <a:t>e</a:t>
            </a:r>
            <a:r>
              <a:rPr sz="3200" spc="210" dirty="0">
                <a:solidFill>
                  <a:srgbClr val="FF0000"/>
                </a:solidFill>
                <a:cs typeface="Verdana"/>
              </a:rPr>
              <a:t>c</a:t>
            </a:r>
            <a:r>
              <a:rPr sz="3200" spc="-45" dirty="0">
                <a:solidFill>
                  <a:srgbClr val="FF0000"/>
                </a:solidFill>
                <a:cs typeface="Verdana"/>
              </a:rPr>
              <a:t>hn</a:t>
            </a:r>
            <a:r>
              <a:rPr sz="3200" spc="-120" dirty="0">
                <a:solidFill>
                  <a:srgbClr val="FF0000"/>
                </a:solidFill>
                <a:cs typeface="Verdana"/>
              </a:rPr>
              <a:t>i</a:t>
            </a:r>
            <a:r>
              <a:rPr sz="3200" spc="100" dirty="0">
                <a:solidFill>
                  <a:srgbClr val="FF0000"/>
                </a:solidFill>
                <a:cs typeface="Verdana"/>
              </a:rPr>
              <a:t>q</a:t>
            </a:r>
            <a:r>
              <a:rPr sz="3200" spc="-45" dirty="0">
                <a:solidFill>
                  <a:srgbClr val="FF0000"/>
                </a:solidFill>
                <a:cs typeface="Verdana"/>
              </a:rPr>
              <a:t>u</a:t>
            </a:r>
            <a:r>
              <a:rPr sz="3200" spc="95" dirty="0">
                <a:solidFill>
                  <a:srgbClr val="FF0000"/>
                </a:solidFill>
                <a:cs typeface="Verdana"/>
              </a:rPr>
              <a:t>e</a:t>
            </a:r>
            <a:r>
              <a:rPr sz="3200" spc="-114" dirty="0">
                <a:solidFill>
                  <a:srgbClr val="FF0000"/>
                </a:solidFill>
                <a:cs typeface="Verdana"/>
              </a:rPr>
              <a:t> </a:t>
            </a:r>
            <a:r>
              <a:rPr sz="3200" spc="-100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h</a:t>
            </a:r>
            <a:r>
              <a:rPr sz="32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95" dirty="0">
                <a:solidFill>
                  <a:srgbClr val="3F3F3F"/>
                </a:solidFill>
                <a:cs typeface="Verdana"/>
              </a:rPr>
              <a:t>t  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extracts 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statements </a:t>
            </a:r>
            <a:r>
              <a:rPr sz="3200" spc="-30" dirty="0">
                <a:solidFill>
                  <a:srgbClr val="3F3F3F"/>
                </a:solidFill>
                <a:cs typeface="Verdana"/>
              </a:rPr>
              <a:t>relevant </a:t>
            </a:r>
            <a:r>
              <a:rPr sz="3200" spc="-20" dirty="0">
                <a:solidFill>
                  <a:srgbClr val="3F3F3F"/>
                </a:solidFill>
                <a:cs typeface="Verdana"/>
              </a:rPr>
              <a:t>to </a:t>
            </a:r>
            <a:r>
              <a:rPr sz="3200" spc="145" dirty="0">
                <a:solidFill>
                  <a:srgbClr val="3F3F3F"/>
                </a:solidFill>
                <a:cs typeface="Verdana"/>
              </a:rPr>
              <a:t>a </a:t>
            </a:r>
            <a:r>
              <a:rPr sz="3200" spc="-25" dirty="0">
                <a:solidFill>
                  <a:srgbClr val="3F3F3F"/>
                </a:solidFill>
                <a:cs typeface="Verdana"/>
              </a:rPr>
              <a:t>particular </a:t>
            </a:r>
            <a:r>
              <a:rPr sz="3200" spc="-2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229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m</a:t>
            </a:r>
            <a:r>
              <a:rPr sz="3200" spc="100" dirty="0">
                <a:solidFill>
                  <a:srgbClr val="3F3F3F"/>
                </a:solidFill>
                <a:cs typeface="Verdana"/>
              </a:rPr>
              <a:t>p</a:t>
            </a:r>
            <a:r>
              <a:rPr sz="3200" spc="-45" dirty="0">
                <a:solidFill>
                  <a:srgbClr val="3F3F3F"/>
                </a:solidFill>
                <a:cs typeface="Verdana"/>
              </a:rPr>
              <a:t>u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-10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-45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-13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f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m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4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3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00" dirty="0">
                <a:solidFill>
                  <a:srgbClr val="3F3F3F"/>
                </a:solidFill>
                <a:cs typeface="Verdana"/>
              </a:rPr>
              <a:t>p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og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m</a:t>
            </a:r>
            <a:endParaRPr sz="3200" dirty="0">
              <a:cs typeface="Verdana"/>
            </a:endParaRPr>
          </a:p>
          <a:p>
            <a:pPr marL="354965" marR="228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3200" spc="-30" dirty="0">
                <a:solidFill>
                  <a:srgbClr val="3F3F3F"/>
                </a:solidFill>
                <a:cs typeface="Verdana"/>
              </a:rPr>
              <a:t>P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90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g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m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254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li</a:t>
            </a:r>
            <a:r>
              <a:rPr sz="3200" spc="229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85" dirty="0">
                <a:solidFill>
                  <a:srgbClr val="3F3F3F"/>
                </a:solidFill>
                <a:cs typeface="Verdana"/>
              </a:rPr>
              <a:t>g</a:t>
            </a:r>
            <a:r>
              <a:rPr sz="3200" spc="-15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14" dirty="0">
                <a:solidFill>
                  <a:srgbClr val="3F3F3F"/>
                </a:solidFill>
                <a:cs typeface="Verdana"/>
              </a:rPr>
              <a:t>d</a:t>
            </a:r>
            <a:r>
              <a:rPr sz="3200" spc="95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254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229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100" dirty="0">
                <a:solidFill>
                  <a:srgbClr val="3F3F3F"/>
                </a:solidFill>
                <a:cs typeface="Verdana"/>
              </a:rPr>
              <a:t>b</a:t>
            </a:r>
            <a:r>
              <a:rPr sz="3200" spc="95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240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13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4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3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m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229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45" dirty="0">
                <a:solidFill>
                  <a:srgbClr val="3F3F3F"/>
                </a:solidFill>
                <a:cs typeface="Verdana"/>
              </a:rPr>
              <a:t>h</a:t>
            </a:r>
            <a:r>
              <a:rPr sz="32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-10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-254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m</a:t>
            </a:r>
            <a:r>
              <a:rPr sz="3200" spc="-13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20" dirty="0">
                <a:solidFill>
                  <a:srgbClr val="3F3F3F"/>
                </a:solidFill>
                <a:cs typeface="Verdana"/>
              </a:rPr>
              <a:t>w</a:t>
            </a:r>
            <a:r>
              <a:rPr sz="3200" spc="-45" dirty="0">
                <a:solidFill>
                  <a:srgbClr val="3F3F3F"/>
                </a:solidFill>
                <a:cs typeface="Verdana"/>
              </a:rPr>
              <a:t>h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229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45" dirty="0">
                <a:solidFill>
                  <a:srgbClr val="3F3F3F"/>
                </a:solidFill>
                <a:cs typeface="Verdana"/>
              </a:rPr>
              <a:t>h</a:t>
            </a:r>
            <a:r>
              <a:rPr sz="32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3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40" dirty="0">
                <a:solidFill>
                  <a:srgbClr val="3F3F3F"/>
                </a:solidFill>
                <a:cs typeface="Verdana"/>
              </a:rPr>
              <a:t>l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l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o</a:t>
            </a:r>
            <a:r>
              <a:rPr sz="3200" dirty="0">
                <a:solidFill>
                  <a:srgbClr val="3F3F3F"/>
                </a:solidFill>
                <a:cs typeface="Verdana"/>
              </a:rPr>
              <a:t>w</a:t>
            </a:r>
            <a:r>
              <a:rPr sz="3200" spc="-190" dirty="0">
                <a:solidFill>
                  <a:srgbClr val="3F3F3F"/>
                </a:solidFill>
                <a:cs typeface="Verdana"/>
              </a:rPr>
              <a:t>s  </a:t>
            </a:r>
            <a:r>
              <a:rPr sz="3200" spc="-25" dirty="0">
                <a:solidFill>
                  <a:srgbClr val="3F3F3F"/>
                </a:solidFill>
                <a:cs typeface="Verdana"/>
              </a:rPr>
              <a:t>the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5" dirty="0">
                <a:solidFill>
                  <a:srgbClr val="3F3F3F"/>
                </a:solidFill>
                <a:cs typeface="Verdana"/>
              </a:rPr>
              <a:t>automatic</a:t>
            </a:r>
            <a:r>
              <a:rPr sz="3200" spc="-12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5" dirty="0">
                <a:solidFill>
                  <a:srgbClr val="3F3F3F"/>
                </a:solidFill>
                <a:cs typeface="Verdana"/>
              </a:rPr>
              <a:t>generation</a:t>
            </a:r>
            <a:r>
              <a:rPr sz="3200" spc="-13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dirty="0">
                <a:solidFill>
                  <a:srgbClr val="3F3F3F"/>
                </a:solidFill>
                <a:cs typeface="Verdana"/>
              </a:rPr>
              <a:t>of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4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3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35" dirty="0">
                <a:solidFill>
                  <a:srgbClr val="3F3F3F"/>
                </a:solidFill>
                <a:cs typeface="Verdana"/>
              </a:rPr>
              <a:t>slice</a:t>
            </a:r>
            <a:endParaRPr sz="3200" dirty="0"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5402580" cy="106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W</a:t>
            </a:r>
            <a:r>
              <a:rPr spc="-85" dirty="0"/>
              <a:t>h</a:t>
            </a:r>
            <a:r>
              <a:rPr spc="280" dirty="0"/>
              <a:t>a</a:t>
            </a:r>
            <a:r>
              <a:rPr spc="-200" dirty="0"/>
              <a:t>t</a:t>
            </a:r>
            <a:r>
              <a:rPr spc="-254" dirty="0"/>
              <a:t> </a:t>
            </a:r>
            <a:r>
              <a:rPr spc="-275" dirty="0"/>
              <a:t>i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200" dirty="0"/>
              <a:t>p</a:t>
            </a:r>
            <a:r>
              <a:rPr spc="-459" dirty="0"/>
              <a:t>r</a:t>
            </a:r>
            <a:r>
              <a:rPr spc="185" dirty="0"/>
              <a:t>o</a:t>
            </a:r>
            <a:r>
              <a:rPr spc="16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59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60" dirty="0"/>
              <a:t>g?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3200" spc="-250" dirty="0"/>
              <a:t>[2/3]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66800" y="2474847"/>
            <a:ext cx="8458199" cy="3733714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3200" spc="-335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li</a:t>
            </a:r>
            <a:r>
              <a:rPr sz="3200" spc="210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85" dirty="0">
                <a:solidFill>
                  <a:srgbClr val="3F3F3F"/>
                </a:solidFill>
                <a:cs typeface="Verdana"/>
              </a:rPr>
              <a:t>g</a:t>
            </a:r>
            <a:r>
              <a:rPr sz="3200" spc="-15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229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-100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2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-10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75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-45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-16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380" dirty="0">
                <a:solidFill>
                  <a:srgbClr val="3F3F3F"/>
                </a:solidFill>
                <a:cs typeface="Verdana"/>
              </a:rPr>
              <a:t>&lt;</a:t>
            </a:r>
            <a:r>
              <a:rPr sz="3200" spc="-240" dirty="0">
                <a:solidFill>
                  <a:srgbClr val="FF0000"/>
                </a:solidFill>
                <a:cs typeface="Verdana"/>
              </a:rPr>
              <a:t>s</a:t>
            </a:r>
            <a:r>
              <a:rPr sz="3200" spc="-130" dirty="0">
                <a:solidFill>
                  <a:srgbClr val="FF0000"/>
                </a:solidFill>
                <a:cs typeface="Verdana"/>
              </a:rPr>
              <a:t> </a:t>
            </a:r>
            <a:r>
              <a:rPr sz="3200" spc="-160" dirty="0">
                <a:solidFill>
                  <a:srgbClr val="FF0000"/>
                </a:solidFill>
                <a:cs typeface="Verdana"/>
              </a:rPr>
              <a:t>,</a:t>
            </a:r>
            <a:r>
              <a:rPr sz="3200" spc="-145" dirty="0">
                <a:solidFill>
                  <a:srgbClr val="FF0000"/>
                </a:solidFill>
                <a:cs typeface="Verdana"/>
              </a:rPr>
              <a:t> </a:t>
            </a:r>
            <a:r>
              <a:rPr sz="3200" spc="-45" dirty="0">
                <a:solidFill>
                  <a:srgbClr val="FF0000"/>
                </a:solidFill>
                <a:cs typeface="Verdana"/>
              </a:rPr>
              <a:t>v</a:t>
            </a:r>
            <a:r>
              <a:rPr sz="3200" spc="-385" dirty="0">
                <a:solidFill>
                  <a:srgbClr val="3F3F3F"/>
                </a:solidFill>
                <a:cs typeface="Verdana"/>
              </a:rPr>
              <a:t>&gt;</a:t>
            </a:r>
            <a:endParaRPr sz="3200" dirty="0">
              <a:cs typeface="Verdana"/>
            </a:endParaRPr>
          </a:p>
          <a:p>
            <a:pPr marL="756285" marR="8064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3200" spc="-35" dirty="0">
                <a:solidFill>
                  <a:srgbClr val="3F3F3F"/>
                </a:solidFill>
                <a:cs typeface="Verdana"/>
              </a:rPr>
              <a:t>Where</a:t>
            </a:r>
            <a:r>
              <a:rPr sz="3200" spc="-8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215" dirty="0">
                <a:solidFill>
                  <a:srgbClr val="FF0000"/>
                </a:solidFill>
                <a:cs typeface="Verdana"/>
              </a:rPr>
              <a:t>s</a:t>
            </a:r>
            <a:r>
              <a:rPr sz="3200" spc="-114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35" dirty="0">
                <a:solidFill>
                  <a:srgbClr val="3F3F3F"/>
                </a:solidFill>
                <a:cs typeface="Verdana"/>
              </a:rPr>
              <a:t>specifies</a:t>
            </a:r>
            <a:r>
              <a:rPr sz="3200" spc="-11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2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40" dirty="0">
                <a:solidFill>
                  <a:srgbClr val="3F3F3F"/>
                </a:solidFill>
                <a:cs typeface="Verdana"/>
              </a:rPr>
              <a:t> </a:t>
            </a:r>
            <a:r>
              <a:rPr lang="en-US" sz="3200" spc="10" dirty="0">
                <a:solidFill>
                  <a:srgbClr val="FF0000"/>
                </a:solidFill>
                <a:cs typeface="Verdana"/>
              </a:rPr>
              <a:t>statement/</a:t>
            </a:r>
            <a:r>
              <a:rPr sz="3200" spc="10" dirty="0">
                <a:solidFill>
                  <a:srgbClr val="FF0000"/>
                </a:solidFill>
                <a:cs typeface="Verdana"/>
              </a:rPr>
              <a:t>location </a:t>
            </a:r>
            <a:r>
              <a:rPr sz="3200" spc="-50" dirty="0">
                <a:solidFill>
                  <a:srgbClr val="3F3F3F"/>
                </a:solidFill>
                <a:cs typeface="Verdana"/>
              </a:rPr>
              <a:t>(statement</a:t>
            </a:r>
            <a:r>
              <a:rPr sz="3200" spc="-6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180" dirty="0">
                <a:solidFill>
                  <a:srgbClr val="3F3F3F"/>
                </a:solidFill>
                <a:cs typeface="Verdana"/>
              </a:rPr>
              <a:t>s)</a:t>
            </a:r>
            <a:r>
              <a:rPr sz="3200" spc="-13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60" dirty="0">
                <a:solidFill>
                  <a:srgbClr val="3F3F3F"/>
                </a:solidFill>
                <a:cs typeface="Verdana"/>
              </a:rPr>
              <a:t>and</a:t>
            </a:r>
            <a:r>
              <a:rPr sz="3200" spc="-12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65" dirty="0">
                <a:solidFill>
                  <a:srgbClr val="FF0000"/>
                </a:solidFill>
                <a:cs typeface="Verdana"/>
              </a:rPr>
              <a:t>v</a:t>
            </a:r>
            <a:r>
              <a:rPr sz="3200" spc="-10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35" dirty="0">
                <a:solidFill>
                  <a:srgbClr val="3F3F3F"/>
                </a:solidFill>
                <a:cs typeface="Verdana"/>
              </a:rPr>
              <a:t>specifies </a:t>
            </a:r>
            <a:r>
              <a:rPr sz="3200" spc="-55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2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2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40" dirty="0">
                <a:solidFill>
                  <a:srgbClr val="FF0000"/>
                </a:solidFill>
                <a:cs typeface="Verdana"/>
              </a:rPr>
              <a:t>v</a:t>
            </a:r>
            <a:r>
              <a:rPr sz="3200" spc="120" dirty="0">
                <a:solidFill>
                  <a:srgbClr val="FF0000"/>
                </a:solidFill>
                <a:cs typeface="Verdana"/>
              </a:rPr>
              <a:t>a</a:t>
            </a:r>
            <a:r>
              <a:rPr sz="3200" spc="-210" dirty="0">
                <a:solidFill>
                  <a:srgbClr val="FF0000"/>
                </a:solidFill>
                <a:cs typeface="Verdana"/>
              </a:rPr>
              <a:t>r</a:t>
            </a:r>
            <a:r>
              <a:rPr sz="3200" spc="-125" dirty="0">
                <a:solidFill>
                  <a:srgbClr val="FF0000"/>
                </a:solidFill>
                <a:cs typeface="Verdana"/>
              </a:rPr>
              <a:t>i</a:t>
            </a:r>
            <a:r>
              <a:rPr sz="3200" spc="135" dirty="0">
                <a:solidFill>
                  <a:srgbClr val="FF0000"/>
                </a:solidFill>
                <a:cs typeface="Verdana"/>
              </a:rPr>
              <a:t>a</a:t>
            </a:r>
            <a:r>
              <a:rPr sz="3200" spc="85" dirty="0">
                <a:solidFill>
                  <a:srgbClr val="FF0000"/>
                </a:solidFill>
                <a:cs typeface="Verdana"/>
              </a:rPr>
              <a:t>b</a:t>
            </a:r>
            <a:r>
              <a:rPr sz="3200" spc="-105" dirty="0">
                <a:solidFill>
                  <a:srgbClr val="FF0000"/>
                </a:solidFill>
                <a:cs typeface="Verdana"/>
              </a:rPr>
              <a:t>l</a:t>
            </a:r>
            <a:r>
              <a:rPr sz="3200" spc="80" dirty="0">
                <a:solidFill>
                  <a:srgbClr val="FF0000"/>
                </a:solidFill>
                <a:cs typeface="Verdana"/>
              </a:rPr>
              <a:t>e</a:t>
            </a:r>
            <a:r>
              <a:rPr sz="3200" spc="-15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190" dirty="0">
                <a:solidFill>
                  <a:srgbClr val="3F3F3F"/>
                </a:solidFill>
                <a:cs typeface="Verdana"/>
              </a:rPr>
              <a:t>(</a:t>
            </a:r>
            <a:r>
              <a:rPr sz="3200" spc="-40" dirty="0">
                <a:solidFill>
                  <a:srgbClr val="3F3F3F"/>
                </a:solidFill>
                <a:cs typeface="Verdana"/>
              </a:rPr>
              <a:t>v</a:t>
            </a:r>
            <a:r>
              <a:rPr sz="3200" spc="-140" dirty="0">
                <a:solidFill>
                  <a:srgbClr val="3F3F3F"/>
                </a:solidFill>
                <a:cs typeface="Verdana"/>
              </a:rPr>
              <a:t>)</a:t>
            </a:r>
            <a:endParaRPr sz="3200" dirty="0"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A52F0F"/>
              </a:buClr>
              <a:buFont typeface="Georgia"/>
              <a:buChar char="&gt;"/>
            </a:pPr>
            <a:endParaRPr sz="3200" dirty="0">
              <a:cs typeface="Verdana"/>
            </a:endParaRPr>
          </a:p>
          <a:p>
            <a:pPr marL="354965" marR="5080" indent="-342900">
              <a:lnSpc>
                <a:spcPct val="100000"/>
              </a:lnSpc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3200" spc="14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200" dirty="0">
                <a:solidFill>
                  <a:srgbClr val="3F3F3F"/>
                </a:solidFill>
                <a:cs typeface="Verdana"/>
              </a:rPr>
              <a:t>l</a:t>
            </a:r>
            <a:r>
              <a:rPr sz="3200" spc="-195" dirty="0">
                <a:solidFill>
                  <a:srgbClr val="3F3F3F"/>
                </a:solidFill>
                <a:cs typeface="Verdana"/>
              </a:rPr>
              <a:t>l</a:t>
            </a:r>
            <a:r>
              <a:rPr sz="3200" spc="-19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345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204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85" dirty="0">
                <a:solidFill>
                  <a:srgbClr val="3F3F3F"/>
                </a:solidFill>
                <a:cs typeface="Verdana"/>
              </a:rPr>
              <a:t>m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-170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-345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210" dirty="0">
                <a:solidFill>
                  <a:srgbClr val="3F3F3F"/>
                </a:solidFill>
                <a:cs typeface="Verdana"/>
              </a:rPr>
              <a:t> </a:t>
            </a:r>
            <a:r>
              <a:rPr lang="en-US" sz="3200" spc="-21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204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14" dirty="0">
                <a:solidFill>
                  <a:srgbClr val="3F3F3F"/>
                </a:solidFill>
                <a:cs typeface="Verdana"/>
              </a:rPr>
              <a:t>f</a:t>
            </a:r>
            <a:r>
              <a:rPr sz="3200" spc="-85" dirty="0">
                <a:solidFill>
                  <a:srgbClr val="3F3F3F"/>
                </a:solidFill>
                <a:cs typeface="Verdana"/>
              </a:rPr>
              <a:t>f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310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-20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130" dirty="0">
                <a:solidFill>
                  <a:srgbClr val="3F3F3F"/>
                </a:solidFill>
                <a:cs typeface="Verdana"/>
              </a:rPr>
              <a:t>g</a:t>
            </a:r>
            <a:r>
              <a:rPr sz="3200" spc="-19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10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-330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-190" dirty="0">
                <a:solidFill>
                  <a:srgbClr val="3F3F3F"/>
                </a:solidFill>
                <a:cs typeface="Verdana"/>
              </a:rPr>
              <a:t> </a:t>
            </a:r>
            <a:r>
              <a:rPr lang="en-US" sz="3200" spc="-19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204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85" dirty="0">
                <a:solidFill>
                  <a:srgbClr val="3F3F3F"/>
                </a:solidFill>
                <a:cs typeface="Verdana"/>
              </a:rPr>
              <a:t>f</a:t>
            </a:r>
            <a:r>
              <a:rPr sz="3200" spc="-114" dirty="0">
                <a:solidFill>
                  <a:srgbClr val="3F3F3F"/>
                </a:solidFill>
                <a:cs typeface="Verdana"/>
              </a:rPr>
              <a:t>f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310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114" dirty="0">
                <a:solidFill>
                  <a:srgbClr val="3F3F3F"/>
                </a:solidFill>
                <a:cs typeface="Verdana"/>
              </a:rPr>
              <a:t>d  </a:t>
            </a:r>
            <a:r>
              <a:rPr sz="3200" spc="145" dirty="0">
                <a:solidFill>
                  <a:srgbClr val="3F3F3F"/>
                </a:solidFill>
                <a:cs typeface="Verdana"/>
              </a:rPr>
              <a:t>b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y</a:t>
            </a:r>
            <a:r>
              <a:rPr sz="3200" spc="-17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h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21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85" dirty="0">
                <a:solidFill>
                  <a:srgbClr val="3F3F3F"/>
                </a:solidFill>
                <a:cs typeface="Verdana"/>
              </a:rPr>
              <a:t>v</a:t>
            </a:r>
            <a:r>
              <a:rPr sz="3200" spc="204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3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-20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204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145" dirty="0">
                <a:solidFill>
                  <a:srgbClr val="3F3F3F"/>
                </a:solidFill>
                <a:cs typeface="Verdana"/>
              </a:rPr>
              <a:t>b</a:t>
            </a:r>
            <a:r>
              <a:rPr sz="3200" spc="-200" dirty="0">
                <a:solidFill>
                  <a:srgbClr val="3F3F3F"/>
                </a:solidFill>
                <a:cs typeface="Verdana"/>
              </a:rPr>
              <a:t>l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345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185" dirty="0">
                <a:solidFill>
                  <a:srgbClr val="3F3F3F"/>
                </a:solidFill>
                <a:cs typeface="Verdana"/>
              </a:rPr>
              <a:t> </a:t>
            </a:r>
            <a:r>
              <a:rPr lang="en-US" sz="3200" spc="-18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85" dirty="0">
                <a:solidFill>
                  <a:srgbClr val="3F3F3F"/>
                </a:solidFill>
                <a:cs typeface="Verdana"/>
              </a:rPr>
              <a:t>m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90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-120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-225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135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160" dirty="0">
                <a:solidFill>
                  <a:srgbClr val="3F3F3F"/>
                </a:solidFill>
                <a:cs typeface="Verdana"/>
              </a:rPr>
              <a:t>d</a:t>
            </a:r>
            <a:r>
              <a:rPr sz="3200" spc="-22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20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-18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h</a:t>
            </a:r>
            <a:r>
              <a:rPr sz="3200" spc="100" dirty="0">
                <a:solidFill>
                  <a:srgbClr val="3F3F3F"/>
                </a:solidFill>
                <a:cs typeface="Verdana"/>
              </a:rPr>
              <a:t>e  </a:t>
            </a:r>
            <a:r>
              <a:rPr sz="3200" spc="-345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200" dirty="0">
                <a:solidFill>
                  <a:srgbClr val="3F3F3F"/>
                </a:solidFill>
                <a:cs typeface="Verdana"/>
              </a:rPr>
              <a:t>l</a:t>
            </a:r>
            <a:r>
              <a:rPr sz="3200" spc="-225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335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20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130" dirty="0">
                <a:solidFill>
                  <a:srgbClr val="3F3F3F"/>
                </a:solidFill>
                <a:cs typeface="Verdana"/>
              </a:rPr>
              <a:t>g</a:t>
            </a:r>
            <a:r>
              <a:rPr sz="3200" spc="-17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335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-3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-200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3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-225" dirty="0">
                <a:solidFill>
                  <a:srgbClr val="3F3F3F"/>
                </a:solidFill>
                <a:cs typeface="Verdana"/>
              </a:rPr>
              <a:t>i</a:t>
            </a:r>
            <a:r>
              <a:rPr sz="3200" spc="135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n</a:t>
            </a:r>
            <a:r>
              <a:rPr sz="3200" spc="-18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45" dirty="0">
                <a:solidFill>
                  <a:srgbClr val="3F3F3F"/>
                </a:solidFill>
                <a:cs typeface="Verdana"/>
              </a:rPr>
              <a:t>b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335" dirty="0">
                <a:solidFill>
                  <a:srgbClr val="3F3F3F"/>
                </a:solidFill>
                <a:cs typeface="Verdana"/>
              </a:rPr>
              <a:t>c</a:t>
            </a:r>
            <a:r>
              <a:rPr sz="3200" spc="110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-85" dirty="0">
                <a:solidFill>
                  <a:srgbClr val="3F3F3F"/>
                </a:solidFill>
                <a:cs typeface="Verdana"/>
              </a:rPr>
              <a:t>m</a:t>
            </a:r>
            <a:r>
              <a:rPr sz="3200" spc="140" dirty="0">
                <a:solidFill>
                  <a:srgbClr val="3F3F3F"/>
                </a:solidFill>
                <a:cs typeface="Verdana"/>
              </a:rPr>
              <a:t>e</a:t>
            </a:r>
            <a:r>
              <a:rPr sz="3200" spc="-345" dirty="0">
                <a:solidFill>
                  <a:srgbClr val="3F3F3F"/>
                </a:solidFill>
                <a:cs typeface="Verdana"/>
              </a:rPr>
              <a:t>s</a:t>
            </a:r>
            <a:r>
              <a:rPr sz="3200" spc="-21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215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17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45" dirty="0">
                <a:solidFill>
                  <a:srgbClr val="3F3F3F"/>
                </a:solidFill>
                <a:cs typeface="Verdana"/>
              </a:rPr>
              <a:t>p</a:t>
            </a:r>
            <a:r>
              <a:rPr sz="3200" spc="204" dirty="0">
                <a:solidFill>
                  <a:srgbClr val="3F3F3F"/>
                </a:solidFill>
                <a:cs typeface="Verdana"/>
              </a:rPr>
              <a:t>a</a:t>
            </a:r>
            <a:r>
              <a:rPr sz="3200" spc="-335" dirty="0">
                <a:solidFill>
                  <a:srgbClr val="3F3F3F"/>
                </a:solidFill>
                <a:cs typeface="Verdana"/>
              </a:rPr>
              <a:t>r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-185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110" dirty="0">
                <a:solidFill>
                  <a:srgbClr val="3F3F3F"/>
                </a:solidFill>
                <a:cs typeface="Verdana"/>
              </a:rPr>
              <a:t>o</a:t>
            </a:r>
            <a:r>
              <a:rPr sz="3200" spc="-100" dirty="0">
                <a:solidFill>
                  <a:srgbClr val="3F3F3F"/>
                </a:solidFill>
                <a:cs typeface="Verdana"/>
              </a:rPr>
              <a:t>f</a:t>
            </a:r>
            <a:r>
              <a:rPr sz="3200" spc="-200" dirty="0">
                <a:solidFill>
                  <a:srgbClr val="3F3F3F"/>
                </a:solidFill>
                <a:cs typeface="Verdana"/>
              </a:rPr>
              <a:t> </a:t>
            </a:r>
            <a:r>
              <a:rPr sz="3200" spc="-145" dirty="0">
                <a:solidFill>
                  <a:srgbClr val="3F3F3F"/>
                </a:solidFill>
                <a:cs typeface="Verdana"/>
              </a:rPr>
              <a:t>t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h</a:t>
            </a:r>
            <a:r>
              <a:rPr sz="3200" spc="100" dirty="0">
                <a:solidFill>
                  <a:srgbClr val="3F3F3F"/>
                </a:solidFill>
                <a:cs typeface="Verdana"/>
              </a:rPr>
              <a:t>e  </a:t>
            </a:r>
            <a:r>
              <a:rPr sz="3200" spc="-60" dirty="0">
                <a:solidFill>
                  <a:srgbClr val="3F3F3F"/>
                </a:solidFill>
                <a:cs typeface="Verdana"/>
              </a:rPr>
              <a:t>slice</a:t>
            </a:r>
            <a:endParaRPr sz="3200" dirty="0"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5749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P</a:t>
            </a:r>
            <a:r>
              <a:rPr spc="-459" dirty="0"/>
              <a:t>r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459" dirty="0"/>
              <a:t>c</a:t>
            </a:r>
            <a:r>
              <a:rPr spc="-275" dirty="0"/>
              <a:t>i</a:t>
            </a:r>
            <a:r>
              <a:rPr spc="200" dirty="0"/>
              <a:t>p</a:t>
            </a:r>
            <a:r>
              <a:rPr spc="-275" dirty="0"/>
              <a:t>l</a:t>
            </a:r>
            <a:r>
              <a:rPr spc="195" dirty="0"/>
              <a:t>e</a:t>
            </a:r>
            <a:r>
              <a:rPr spc="-260" dirty="0"/>
              <a:t> </a:t>
            </a:r>
            <a:r>
              <a:rPr spc="150" dirty="0"/>
              <a:t>o</a:t>
            </a:r>
            <a:r>
              <a:rPr spc="-140" dirty="0"/>
              <a:t>f</a:t>
            </a:r>
            <a:r>
              <a:rPr spc="-240" dirty="0"/>
              <a:t> </a:t>
            </a:r>
            <a:r>
              <a:rPr spc="200" dirty="0"/>
              <a:t>d</a:t>
            </a:r>
            <a:r>
              <a:rPr spc="195" dirty="0"/>
              <a:t>e</a:t>
            </a:r>
            <a:r>
              <a:rPr spc="235" dirty="0"/>
              <a:t>p</a:t>
            </a:r>
            <a:r>
              <a:rPr spc="195" dirty="0"/>
              <a:t>e</a:t>
            </a:r>
            <a:r>
              <a:rPr spc="-85" dirty="0"/>
              <a:t>n</a:t>
            </a:r>
            <a:r>
              <a:rPr spc="200" dirty="0"/>
              <a:t>d</a:t>
            </a:r>
            <a:r>
              <a:rPr spc="195" dirty="0"/>
              <a:t>e</a:t>
            </a:r>
            <a:r>
              <a:rPr spc="-85" dirty="0"/>
              <a:t>n</a:t>
            </a:r>
            <a:r>
              <a:rPr spc="459" dirty="0"/>
              <a:t>c</a:t>
            </a:r>
            <a:r>
              <a:rPr spc="195" dirty="0"/>
              <a:t>e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713882"/>
            <a:ext cx="8382000" cy="3559308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2800" spc="30" dirty="0">
                <a:solidFill>
                  <a:srgbClr val="3F3F3F"/>
                </a:solidFill>
                <a:latin typeface="Verdana"/>
                <a:cs typeface="Verdana"/>
              </a:rPr>
              <a:t>Data</a:t>
            </a:r>
            <a:r>
              <a:rPr sz="2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80" dirty="0">
                <a:solidFill>
                  <a:srgbClr val="3F3F3F"/>
                </a:solidFill>
                <a:latin typeface="Verdana"/>
                <a:cs typeface="Verdana"/>
              </a:rPr>
              <a:t>dependence</a:t>
            </a:r>
            <a:endParaRPr sz="28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800" spc="-50" dirty="0">
                <a:solidFill>
                  <a:srgbClr val="3F3F3F"/>
                </a:solidFill>
                <a:latin typeface="Verdana"/>
                <a:cs typeface="Verdana"/>
              </a:rPr>
              <a:t>Definition</a:t>
            </a:r>
            <a:r>
              <a:rPr sz="2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2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Verdana"/>
                <a:cs typeface="Verdana"/>
              </a:rPr>
              <a:t>variable</a:t>
            </a:r>
            <a:r>
              <a:rPr sz="2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3F3F3F"/>
                </a:solidFill>
                <a:latin typeface="Verdana"/>
                <a:cs typeface="Verdana"/>
              </a:rPr>
              <a:t>at</a:t>
            </a:r>
            <a:r>
              <a:rPr sz="2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40" dirty="0">
                <a:solidFill>
                  <a:srgbClr val="3F3F3F"/>
                </a:solidFill>
                <a:latin typeface="Verdana"/>
                <a:cs typeface="Verdana"/>
              </a:rPr>
              <a:t>statement</a:t>
            </a:r>
            <a:r>
              <a:rPr sz="2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170" dirty="0">
                <a:solidFill>
                  <a:srgbClr val="3F3F3F"/>
                </a:solidFill>
                <a:latin typeface="Verdana"/>
                <a:cs typeface="Verdana"/>
              </a:rPr>
              <a:t>s1</a:t>
            </a:r>
            <a:r>
              <a:rPr sz="2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3F3F3F"/>
                </a:solidFill>
                <a:latin typeface="Verdana"/>
                <a:cs typeface="Verdana"/>
              </a:rPr>
              <a:t>reaches</a:t>
            </a:r>
            <a:r>
              <a:rPr sz="2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12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60" dirty="0">
                <a:solidFill>
                  <a:srgbClr val="3F3F3F"/>
                </a:solidFill>
                <a:latin typeface="Verdana"/>
                <a:cs typeface="Verdana"/>
              </a:rPr>
              <a:t>use</a:t>
            </a:r>
            <a:r>
              <a:rPr sz="2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2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65" dirty="0">
                <a:solidFill>
                  <a:srgbClr val="3F3F3F"/>
                </a:solidFill>
                <a:latin typeface="Verdana"/>
                <a:cs typeface="Verdana"/>
              </a:rPr>
              <a:t>v </a:t>
            </a:r>
            <a:r>
              <a:rPr sz="2800" spc="-5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8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8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8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8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8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800" spc="-13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endParaRPr sz="2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28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8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endParaRPr sz="2800" dirty="0">
              <a:latin typeface="Verdana"/>
              <a:cs typeface="Verdana"/>
            </a:endParaRPr>
          </a:p>
          <a:p>
            <a:pPr marL="756285" marR="721360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800" spc="-5" dirty="0">
                <a:solidFill>
                  <a:srgbClr val="3F3F3F"/>
                </a:solidFill>
                <a:latin typeface="Verdana"/>
                <a:cs typeface="Verdana"/>
              </a:rPr>
              <a:t>Conditional</a:t>
            </a:r>
            <a:r>
              <a:rPr sz="2800" spc="-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40" dirty="0">
                <a:solidFill>
                  <a:srgbClr val="3F3F3F"/>
                </a:solidFill>
                <a:latin typeface="Verdana"/>
                <a:cs typeface="Verdana"/>
              </a:rPr>
              <a:t>statement</a:t>
            </a:r>
            <a:r>
              <a:rPr sz="2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45" dirty="0">
                <a:solidFill>
                  <a:srgbClr val="3F3F3F"/>
                </a:solidFill>
                <a:latin typeface="Verdana"/>
                <a:cs typeface="Verdana"/>
              </a:rPr>
              <a:t>controls</a:t>
            </a:r>
            <a:r>
              <a:rPr sz="2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40" dirty="0">
                <a:solidFill>
                  <a:srgbClr val="3F3F3F"/>
                </a:solidFill>
                <a:latin typeface="Verdana"/>
                <a:cs typeface="Verdana"/>
              </a:rPr>
              <a:t>whether </a:t>
            </a:r>
            <a:r>
              <a:rPr sz="2800" spc="-65" dirty="0">
                <a:solidFill>
                  <a:srgbClr val="3F3F3F"/>
                </a:solidFill>
                <a:latin typeface="Verdana"/>
                <a:cs typeface="Verdana"/>
              </a:rPr>
              <a:t>or</a:t>
            </a:r>
            <a:r>
              <a:rPr sz="2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3F3F3F"/>
                </a:solidFill>
                <a:latin typeface="Verdana"/>
                <a:cs typeface="Verdana"/>
              </a:rPr>
              <a:t>not</a:t>
            </a:r>
            <a:r>
              <a:rPr sz="2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2800" spc="-5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800" spc="-210" dirty="0">
                <a:solidFill>
                  <a:srgbClr val="3F3F3F"/>
                </a:solidFill>
                <a:latin typeface="Verdana"/>
                <a:cs typeface="Verdana"/>
              </a:rPr>
              <a:t>rr</a:t>
            </a:r>
            <a:r>
              <a:rPr sz="28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8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2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8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8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8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8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8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8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-185" dirty="0">
                <a:solidFill>
                  <a:srgbClr val="3F3F3F"/>
                </a:solidFill>
                <a:latin typeface="Verdana"/>
                <a:cs typeface="Verdana"/>
              </a:rPr>
              <a:t>x</a:t>
            </a:r>
            <a:r>
              <a:rPr sz="28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8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8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8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226" y="708147"/>
            <a:ext cx="6025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E</a:t>
            </a:r>
            <a:r>
              <a:rPr spc="-405" dirty="0"/>
              <a:t>x</a:t>
            </a:r>
            <a:r>
              <a:rPr spc="280" dirty="0"/>
              <a:t>a</a:t>
            </a:r>
            <a:r>
              <a:rPr spc="-120" dirty="0"/>
              <a:t>m</a:t>
            </a:r>
            <a:r>
              <a:rPr spc="200" dirty="0"/>
              <a:t>p</a:t>
            </a:r>
            <a:r>
              <a:rPr spc="-275" dirty="0"/>
              <a:t>l</a:t>
            </a:r>
            <a:r>
              <a:rPr spc="195" dirty="0"/>
              <a:t>e</a:t>
            </a:r>
            <a:r>
              <a:rPr spc="-295" dirty="0"/>
              <a:t> </a:t>
            </a:r>
            <a:r>
              <a:rPr spc="185" dirty="0"/>
              <a:t>o</a:t>
            </a:r>
            <a:r>
              <a:rPr spc="-140" dirty="0"/>
              <a:t>f</a:t>
            </a:r>
            <a:r>
              <a:rPr spc="-275" dirty="0"/>
              <a:t> </a:t>
            </a:r>
            <a:r>
              <a:rPr spc="200" dirty="0"/>
              <a:t>p</a:t>
            </a:r>
            <a:r>
              <a:rPr spc="-459" dirty="0"/>
              <a:t>r</a:t>
            </a:r>
            <a:r>
              <a:rPr spc="185" dirty="0"/>
              <a:t>o</a:t>
            </a:r>
            <a:r>
              <a:rPr spc="16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59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338" y="1902048"/>
            <a:ext cx="1442085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latin typeface="Times New Roman"/>
                <a:cs typeface="Times New Roman"/>
              </a:rPr>
              <a:t>Original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program:</a:t>
            </a:r>
            <a:endParaRPr sz="1400" dirty="0">
              <a:latin typeface="Times New Roman"/>
              <a:cs typeface="Times New Roman"/>
            </a:endParaRPr>
          </a:p>
          <a:p>
            <a:pPr marL="144145" indent="-132080">
              <a:lnSpc>
                <a:spcPct val="100000"/>
              </a:lnSpc>
              <a:spcBef>
                <a:spcPts val="840"/>
              </a:spcBef>
              <a:buAutoNum type="arabicPlain"/>
              <a:tabLst>
                <a:tab pos="144780" algn="l"/>
              </a:tabLst>
            </a:pPr>
            <a:r>
              <a:rPr sz="1400" dirty="0">
                <a:latin typeface="Times New Roman"/>
                <a:cs typeface="Times New Roman"/>
              </a:rPr>
              <a:t>begin</a:t>
            </a:r>
          </a:p>
          <a:p>
            <a:pPr marL="144145" indent="-132080">
              <a:lnSpc>
                <a:spcPct val="100000"/>
              </a:lnSpc>
              <a:spcBef>
                <a:spcPts val="835"/>
              </a:spcBef>
              <a:buAutoNum type="arabicPlain"/>
              <a:tabLst>
                <a:tab pos="144780" algn="l"/>
              </a:tabLst>
            </a:pPr>
            <a:r>
              <a:rPr sz="1400" spc="-5" dirty="0">
                <a:latin typeface="Times New Roman"/>
                <a:cs typeface="Times New Roman"/>
              </a:rPr>
              <a:t>read(x,y)</a:t>
            </a:r>
            <a:endParaRPr sz="1400" dirty="0">
              <a:latin typeface="Times New Roman"/>
              <a:cs typeface="Times New Roman"/>
            </a:endParaRPr>
          </a:p>
          <a:p>
            <a:pPr marL="144145" indent="-132080">
              <a:lnSpc>
                <a:spcPct val="100000"/>
              </a:lnSpc>
              <a:spcBef>
                <a:spcPts val="840"/>
              </a:spcBef>
              <a:buAutoNum type="arabicPlain"/>
              <a:tabLst>
                <a:tab pos="144780" algn="l"/>
              </a:tabLst>
            </a:pPr>
            <a:r>
              <a:rPr sz="1400" spc="5" dirty="0">
                <a:latin typeface="Times New Roman"/>
                <a:cs typeface="Times New Roman"/>
              </a:rPr>
              <a:t>total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:=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0.0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imes New Roman"/>
                <a:cs typeface="Times New Roman"/>
              </a:rPr>
              <a:t>4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sum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:=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0.0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imes New Roman"/>
                <a:cs typeface="Times New Roman"/>
              </a:rPr>
              <a:t>5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if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&lt;=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9338" y="3822287"/>
            <a:ext cx="203835" cy="1626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Times New Roman"/>
                <a:cs typeface="Times New Roman"/>
              </a:rPr>
              <a:t>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808" y="3822287"/>
            <a:ext cx="1161415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5100">
              <a:lnSpc>
                <a:spcPct val="15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then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sum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:=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y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else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begin</a:t>
            </a:r>
            <a:endParaRPr sz="1400">
              <a:latin typeface="Times New Roman"/>
              <a:cs typeface="Times New Roman"/>
            </a:endParaRPr>
          </a:p>
          <a:p>
            <a:pPr marL="324485" marR="5080">
              <a:lnSpc>
                <a:spcPct val="150000"/>
              </a:lnSpc>
            </a:pPr>
            <a:r>
              <a:rPr sz="1400" spc="-5" dirty="0">
                <a:latin typeface="Times New Roman"/>
                <a:cs typeface="Times New Roman"/>
              </a:rPr>
              <a:t>read(z) </a:t>
            </a:r>
            <a:r>
              <a:rPr sz="1400" dirty="0">
                <a:latin typeface="Times New Roman"/>
                <a:cs typeface="Times New Roman"/>
              </a:rPr>
              <a:t> total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:=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x*y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338" y="5422598"/>
            <a:ext cx="1424305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27965" indent="-215900">
              <a:lnSpc>
                <a:spcPct val="100000"/>
              </a:lnSpc>
              <a:spcBef>
                <a:spcPts val="935"/>
              </a:spcBef>
              <a:buAutoNum type="arabicPlain" startAt="11"/>
              <a:tabLst>
                <a:tab pos="228600" algn="l"/>
              </a:tabLst>
            </a:pPr>
            <a:r>
              <a:rPr sz="1400" spc="-5" dirty="0">
                <a:latin typeface="Times New Roman"/>
                <a:cs typeface="Times New Roman"/>
              </a:rPr>
              <a:t>write(total,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sum)</a:t>
            </a:r>
            <a:endParaRPr sz="140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spcBef>
                <a:spcPts val="840"/>
              </a:spcBef>
              <a:buAutoNum type="arabicPlain" startAt="11"/>
              <a:tabLst>
                <a:tab pos="235585" algn="l"/>
              </a:tabLst>
            </a:pPr>
            <a:r>
              <a:rPr sz="1400" dirty="0">
                <a:latin typeface="Times New Roman"/>
                <a:cs typeface="Times New Roman"/>
              </a:rPr>
              <a:t>end.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54673" y="2934753"/>
            <a:ext cx="2362199" cy="1902893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latin typeface="Times New Roman"/>
                <a:cs typeface="Times New Roman"/>
              </a:rPr>
              <a:t>Slice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criterion: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latin typeface="Times New Roman"/>
                <a:cs typeface="Times New Roman"/>
              </a:rPr>
              <a:t>&lt;12,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z&gt;</a:t>
            </a:r>
            <a:endParaRPr sz="1400" dirty="0">
              <a:latin typeface="Times New Roman"/>
              <a:cs typeface="Times New Roman"/>
            </a:endParaRPr>
          </a:p>
          <a:p>
            <a:pPr marL="234950" marR="451484">
              <a:lnSpc>
                <a:spcPct val="15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begin 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spc="10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x,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endParaRPr lang="en-US" sz="1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34950" marR="451484">
              <a:lnSpc>
                <a:spcPct val="15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 if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&lt;=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400" dirty="0">
              <a:latin typeface="Times New Roman"/>
              <a:cs typeface="Times New Roman"/>
            </a:endParaRPr>
          </a:p>
          <a:p>
            <a:pPr marL="50165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then</a:t>
            </a:r>
            <a:endParaRPr sz="1400" dirty="0">
              <a:latin typeface="Times New Roman"/>
              <a:cs typeface="Times New Roman"/>
            </a:endParaRPr>
          </a:p>
          <a:p>
            <a:pPr marL="234950" marR="5080" indent="266065">
              <a:lnSpc>
                <a:spcPct val="150000"/>
              </a:lnSpc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spc="1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)  end.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4323" y="1902076"/>
            <a:ext cx="1659889" cy="450596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latin typeface="Times New Roman"/>
                <a:cs typeface="Times New Roman"/>
              </a:rPr>
              <a:t>Slice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criterion:</a:t>
            </a:r>
            <a:endParaRPr sz="1400">
              <a:latin typeface="Times New Roman"/>
              <a:cs typeface="Times New Roman"/>
            </a:endParaRPr>
          </a:p>
          <a:p>
            <a:pPr marL="56515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latin typeface="Times New Roman"/>
                <a:cs typeface="Times New Roman"/>
              </a:rPr>
              <a:t>&lt;</a:t>
            </a:r>
            <a:r>
              <a:rPr sz="1400" b="1" spc="10" dirty="0">
                <a:latin typeface="Times New Roman"/>
                <a:cs typeface="Times New Roman"/>
              </a:rPr>
              <a:t>9</a:t>
            </a:r>
            <a:r>
              <a:rPr sz="1400" b="1" dirty="0">
                <a:latin typeface="Times New Roman"/>
                <a:cs typeface="Times New Roman"/>
              </a:rPr>
              <a:t>,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10" dirty="0">
                <a:latin typeface="Times New Roman"/>
                <a:cs typeface="Times New Roman"/>
              </a:rPr>
              <a:t>x</a:t>
            </a:r>
            <a:r>
              <a:rPr sz="1400" b="1" dirty="0">
                <a:latin typeface="Times New Roman"/>
                <a:cs typeface="Times New Roman"/>
              </a:rPr>
              <a:t>&gt;</a:t>
            </a:r>
            <a:endParaRPr sz="1400">
              <a:latin typeface="Times New Roman"/>
              <a:cs typeface="Times New Roman"/>
            </a:endParaRPr>
          </a:p>
          <a:p>
            <a:pPr marL="234950" marR="768350">
              <a:lnSpc>
                <a:spcPct val="15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begin 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spc="10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x,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)  end.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400" b="1" dirty="0">
                <a:latin typeface="Times New Roman"/>
                <a:cs typeface="Times New Roman"/>
              </a:rPr>
              <a:t>Slice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criterion:</a:t>
            </a:r>
            <a:endParaRPr sz="1400">
              <a:latin typeface="Times New Roman"/>
              <a:cs typeface="Times New Roman"/>
            </a:endParaRPr>
          </a:p>
          <a:p>
            <a:pPr marL="234950" marR="768350" indent="-178435">
              <a:lnSpc>
                <a:spcPct val="150000"/>
              </a:lnSpc>
            </a:pPr>
            <a:r>
              <a:rPr sz="1400" b="1" dirty="0">
                <a:latin typeface="Times New Roman"/>
                <a:cs typeface="Times New Roman"/>
              </a:rPr>
              <a:t>&lt;12,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total&gt; </a:t>
            </a:r>
            <a:r>
              <a:rPr sz="1400" b="1" spc="-335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begin 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spc="10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x,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)  total</a:t>
            </a:r>
            <a:r>
              <a:rPr sz="14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:=</a:t>
            </a:r>
            <a:r>
              <a:rPr sz="1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0 </a:t>
            </a:r>
            <a:r>
              <a:rPr sz="1400" spc="-3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if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1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&lt;=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50165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then</a:t>
            </a:r>
            <a:endParaRPr sz="1400">
              <a:latin typeface="Times New Roman"/>
              <a:cs typeface="Times New Roman"/>
            </a:endParaRPr>
          </a:p>
          <a:p>
            <a:pPr marL="234950" marR="5080" indent="266065">
              <a:lnSpc>
                <a:spcPct val="1500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else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total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:=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x*y </a:t>
            </a:r>
            <a:r>
              <a:rPr sz="1400" spc="-3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end.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V</a:t>
            </a:r>
            <a:r>
              <a:rPr spc="315" dirty="0"/>
              <a:t>a</a:t>
            </a:r>
            <a:r>
              <a:rPr spc="-459" dirty="0"/>
              <a:t>r</a:t>
            </a:r>
            <a:r>
              <a:rPr spc="-275" dirty="0"/>
              <a:t>i</a:t>
            </a:r>
            <a:r>
              <a:rPr spc="280" dirty="0"/>
              <a:t>a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150" dirty="0"/>
              <a:t>o</a:t>
            </a:r>
            <a:r>
              <a:rPr spc="-140" dirty="0"/>
              <a:t>f</a:t>
            </a:r>
            <a:r>
              <a:rPr spc="-240" dirty="0"/>
              <a:t> </a:t>
            </a:r>
            <a:r>
              <a:rPr spc="200" dirty="0"/>
              <a:t>p</a:t>
            </a:r>
            <a:r>
              <a:rPr spc="-459" dirty="0"/>
              <a:t>r</a:t>
            </a:r>
            <a:r>
              <a:rPr spc="150" dirty="0"/>
              <a:t>o</a:t>
            </a:r>
            <a:r>
              <a:rPr spc="20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0" y="2629947"/>
            <a:ext cx="3416906" cy="12279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22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endParaRPr sz="1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22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endParaRPr sz="1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V</a:t>
            </a:r>
            <a:r>
              <a:rPr spc="315" dirty="0"/>
              <a:t>a</a:t>
            </a:r>
            <a:r>
              <a:rPr spc="-459" dirty="0"/>
              <a:t>r</a:t>
            </a:r>
            <a:r>
              <a:rPr spc="-275" dirty="0"/>
              <a:t>i</a:t>
            </a:r>
            <a:r>
              <a:rPr spc="280" dirty="0"/>
              <a:t>a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150" dirty="0"/>
              <a:t>o</a:t>
            </a:r>
            <a:r>
              <a:rPr spc="-140" dirty="0"/>
              <a:t>f</a:t>
            </a:r>
            <a:r>
              <a:rPr spc="-240" dirty="0"/>
              <a:t> </a:t>
            </a:r>
            <a:r>
              <a:rPr spc="200" dirty="0"/>
              <a:t>p</a:t>
            </a:r>
            <a:r>
              <a:rPr spc="-459" dirty="0"/>
              <a:t>r</a:t>
            </a:r>
            <a:r>
              <a:rPr spc="150" dirty="0"/>
              <a:t>o</a:t>
            </a:r>
            <a:r>
              <a:rPr spc="20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</a:p>
          <a:p>
            <a:pPr marL="821690">
              <a:lnSpc>
                <a:spcPct val="100000"/>
              </a:lnSpc>
              <a:spcBef>
                <a:spcPts val="15"/>
              </a:spcBef>
            </a:pPr>
            <a:r>
              <a:rPr sz="3200" spc="-590" dirty="0"/>
              <a:t>S</a:t>
            </a:r>
            <a:r>
              <a:rPr sz="3200" spc="-210" dirty="0"/>
              <a:t>t</a:t>
            </a:r>
            <a:r>
              <a:rPr sz="3200" spc="285" dirty="0"/>
              <a:t>a</a:t>
            </a:r>
            <a:r>
              <a:rPr sz="3200" spc="-210" dirty="0"/>
              <a:t>t</a:t>
            </a:r>
            <a:r>
              <a:rPr sz="3200" spc="-245" dirty="0"/>
              <a:t>i</a:t>
            </a:r>
            <a:r>
              <a:rPr sz="3200" spc="405" dirty="0"/>
              <a:t>c</a:t>
            </a:r>
            <a:r>
              <a:rPr sz="3200" spc="-220" dirty="0"/>
              <a:t> </a:t>
            </a:r>
            <a:r>
              <a:rPr sz="3200" spc="-420" dirty="0"/>
              <a:t>s</a:t>
            </a:r>
            <a:r>
              <a:rPr sz="3200" spc="-245" dirty="0"/>
              <a:t>li</a:t>
            </a:r>
            <a:r>
              <a:rPr sz="3200" spc="409" dirty="0"/>
              <a:t>c</a:t>
            </a:r>
            <a:r>
              <a:rPr sz="3200" spc="175" dirty="0"/>
              <a:t>e</a:t>
            </a:r>
            <a:r>
              <a:rPr sz="3200" spc="-425" dirty="0"/>
              <a:t>s</a:t>
            </a:r>
            <a:r>
              <a:rPr sz="3200" spc="-270" dirty="0"/>
              <a:t> </a:t>
            </a:r>
            <a:r>
              <a:rPr sz="2800" spc="-295" dirty="0"/>
              <a:t>[</a:t>
            </a:r>
            <a:r>
              <a:rPr sz="2800" spc="-220" dirty="0"/>
              <a:t>1</a:t>
            </a:r>
            <a:r>
              <a:rPr sz="2800" spc="-70" dirty="0"/>
              <a:t>/</a:t>
            </a:r>
            <a:r>
              <a:rPr sz="2800" spc="-220" dirty="0"/>
              <a:t>3</a:t>
            </a:r>
            <a:r>
              <a:rPr sz="2800" spc="-290" dirty="0"/>
              <a:t>]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6320790" cy="228219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80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-385" dirty="0">
                <a:solidFill>
                  <a:srgbClr val="3F3F3F"/>
                </a:solidFill>
                <a:latin typeface="Verdana"/>
                <a:cs typeface="Verdana"/>
              </a:rPr>
              <a:t>&gt;</a:t>
            </a:r>
            <a:endParaRPr sz="18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Where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9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7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program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point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2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i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7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subset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program </a:t>
            </a:r>
            <a:r>
              <a:rPr sz="1600" spc="-5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3F3F3F"/>
                </a:solidFill>
                <a:latin typeface="Verdana"/>
                <a:cs typeface="Verdana"/>
              </a:rPr>
              <a:t>variables</a:t>
            </a:r>
            <a:endParaRPr sz="1600" dirty="0">
              <a:latin typeface="Verdana"/>
              <a:cs typeface="Verdana"/>
            </a:endParaRPr>
          </a:p>
          <a:p>
            <a:pPr marL="354965" marR="33020" indent="-34290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Program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slice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on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slicing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criterion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&lt;</a:t>
            </a:r>
            <a:r>
              <a:rPr sz="1800" i="1" spc="-15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18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&gt;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subset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program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statements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that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preserves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behavior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 </a:t>
            </a:r>
            <a:r>
              <a:rPr sz="1800" spc="-6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original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program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at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program point </a:t>
            </a:r>
            <a:r>
              <a:rPr sz="1800" i="1" spc="105" dirty="0">
                <a:solidFill>
                  <a:srgbClr val="3F3F3F"/>
                </a:solidFill>
                <a:latin typeface="Verdana"/>
                <a:cs typeface="Verdana"/>
              </a:rPr>
              <a:t>p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with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3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607629"/>
            <a:ext cx="8675370" cy="1114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V</a:t>
            </a:r>
            <a:r>
              <a:rPr spc="315" dirty="0"/>
              <a:t>a</a:t>
            </a:r>
            <a:r>
              <a:rPr spc="-459" dirty="0"/>
              <a:t>r</a:t>
            </a:r>
            <a:r>
              <a:rPr spc="-275" dirty="0"/>
              <a:t>i</a:t>
            </a:r>
            <a:r>
              <a:rPr spc="280" dirty="0"/>
              <a:t>a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150" dirty="0"/>
              <a:t>o</a:t>
            </a:r>
            <a:r>
              <a:rPr spc="-140" dirty="0"/>
              <a:t>f</a:t>
            </a:r>
            <a:r>
              <a:rPr spc="-240" dirty="0"/>
              <a:t> </a:t>
            </a:r>
            <a:r>
              <a:rPr spc="200" dirty="0"/>
              <a:t>p</a:t>
            </a:r>
            <a:r>
              <a:rPr spc="-459" dirty="0"/>
              <a:t>r</a:t>
            </a:r>
            <a:r>
              <a:rPr spc="150" dirty="0"/>
              <a:t>o</a:t>
            </a:r>
            <a:r>
              <a:rPr spc="20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</a:p>
          <a:p>
            <a:pPr marL="821690">
              <a:lnSpc>
                <a:spcPct val="100000"/>
              </a:lnSpc>
              <a:spcBef>
                <a:spcPts val="15"/>
              </a:spcBef>
            </a:pPr>
            <a:r>
              <a:rPr sz="3200" spc="-590" dirty="0">
                <a:solidFill>
                  <a:srgbClr val="FF0000"/>
                </a:solidFill>
              </a:rPr>
              <a:t>S</a:t>
            </a:r>
            <a:r>
              <a:rPr sz="3200" spc="-210" dirty="0">
                <a:solidFill>
                  <a:srgbClr val="FF0000"/>
                </a:solidFill>
              </a:rPr>
              <a:t>t</a:t>
            </a:r>
            <a:r>
              <a:rPr sz="3200" spc="285" dirty="0">
                <a:solidFill>
                  <a:srgbClr val="FF0000"/>
                </a:solidFill>
              </a:rPr>
              <a:t>a</a:t>
            </a:r>
            <a:r>
              <a:rPr sz="3200" spc="-210" dirty="0">
                <a:solidFill>
                  <a:srgbClr val="FF0000"/>
                </a:solidFill>
              </a:rPr>
              <a:t>t</a:t>
            </a:r>
            <a:r>
              <a:rPr sz="3200" spc="-245" dirty="0">
                <a:solidFill>
                  <a:srgbClr val="FF0000"/>
                </a:solidFill>
              </a:rPr>
              <a:t>i</a:t>
            </a:r>
            <a:r>
              <a:rPr sz="3200" spc="405" dirty="0">
                <a:solidFill>
                  <a:srgbClr val="FF0000"/>
                </a:solidFill>
              </a:rPr>
              <a:t>c</a:t>
            </a:r>
            <a:r>
              <a:rPr sz="3200" spc="-220" dirty="0">
                <a:solidFill>
                  <a:srgbClr val="FF0000"/>
                </a:solidFill>
              </a:rPr>
              <a:t> </a:t>
            </a:r>
            <a:r>
              <a:rPr sz="3200" spc="-420" dirty="0">
                <a:solidFill>
                  <a:srgbClr val="FF0000"/>
                </a:solidFill>
              </a:rPr>
              <a:t>s</a:t>
            </a:r>
            <a:r>
              <a:rPr sz="3200" spc="-245" dirty="0">
                <a:solidFill>
                  <a:srgbClr val="FF0000"/>
                </a:solidFill>
              </a:rPr>
              <a:t>li</a:t>
            </a:r>
            <a:r>
              <a:rPr sz="3200" spc="409" dirty="0">
                <a:solidFill>
                  <a:srgbClr val="FF0000"/>
                </a:solidFill>
              </a:rPr>
              <a:t>c</a:t>
            </a:r>
            <a:r>
              <a:rPr sz="3200" spc="175" dirty="0">
                <a:solidFill>
                  <a:srgbClr val="FF0000"/>
                </a:solidFill>
              </a:rPr>
              <a:t>e</a:t>
            </a:r>
            <a:r>
              <a:rPr sz="3200" spc="-425" dirty="0">
                <a:solidFill>
                  <a:srgbClr val="FF0000"/>
                </a:solidFill>
              </a:rPr>
              <a:t>s</a:t>
            </a:r>
            <a:r>
              <a:rPr sz="3200" spc="-270" dirty="0">
                <a:solidFill>
                  <a:srgbClr val="FF0000"/>
                </a:solidFill>
              </a:rPr>
              <a:t> </a:t>
            </a:r>
            <a:r>
              <a:rPr sz="2800" spc="-295" dirty="0">
                <a:solidFill>
                  <a:srgbClr val="FF0000"/>
                </a:solidFill>
              </a:rPr>
              <a:t>[</a:t>
            </a:r>
            <a:r>
              <a:rPr sz="2800" spc="-220" dirty="0">
                <a:solidFill>
                  <a:srgbClr val="FF0000"/>
                </a:solidFill>
              </a:rPr>
              <a:t>2</a:t>
            </a:r>
            <a:r>
              <a:rPr sz="2800" spc="-70" dirty="0">
                <a:solidFill>
                  <a:srgbClr val="FF0000"/>
                </a:solidFill>
              </a:rPr>
              <a:t>/</a:t>
            </a:r>
            <a:r>
              <a:rPr sz="2800" spc="-220" dirty="0">
                <a:solidFill>
                  <a:srgbClr val="FF0000"/>
                </a:solidFill>
              </a:rPr>
              <a:t>3</a:t>
            </a:r>
            <a:r>
              <a:rPr sz="2800" spc="-290" dirty="0"/>
              <a:t>]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2479011" y="2619206"/>
            <a:ext cx="6291580" cy="272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38455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85" dirty="0">
                <a:solidFill>
                  <a:srgbClr val="FF0000"/>
                </a:solidFill>
                <a:latin typeface="Verdana"/>
                <a:cs typeface="Verdana"/>
              </a:rPr>
              <a:t>Slices</a:t>
            </a:r>
            <a:r>
              <a:rPr sz="18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0000"/>
                </a:solidFill>
                <a:latin typeface="Verdana"/>
                <a:cs typeface="Verdana"/>
              </a:rPr>
              <a:t>derived</a:t>
            </a:r>
            <a:r>
              <a:rPr sz="18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0000"/>
                </a:solidFill>
                <a:latin typeface="Verdana"/>
                <a:cs typeface="Verdana"/>
              </a:rPr>
              <a:t>from</a:t>
            </a:r>
            <a:r>
              <a:rPr sz="18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1800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source</a:t>
            </a:r>
            <a:r>
              <a:rPr sz="1800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30" dirty="0">
                <a:solidFill>
                  <a:srgbClr val="FF0000"/>
                </a:solidFill>
                <a:latin typeface="Verdana"/>
                <a:cs typeface="Verdana"/>
              </a:rPr>
              <a:t>code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Verdana"/>
                <a:cs typeface="Verdana"/>
              </a:rPr>
              <a:t>for</a:t>
            </a:r>
            <a:r>
              <a:rPr sz="18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all</a:t>
            </a:r>
            <a:r>
              <a:rPr sz="1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possible </a:t>
            </a:r>
            <a:r>
              <a:rPr sz="1800" spc="-6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v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40" dirty="0">
                <a:solidFill>
                  <a:srgbClr val="FF0000"/>
                </a:solidFill>
                <a:latin typeface="Verdana"/>
                <a:cs typeface="Verdana"/>
              </a:rPr>
              <a:t>l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ss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5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t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800" dirty="0"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Contains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all</a:t>
            </a:r>
            <a:r>
              <a:rPr sz="1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statements</a:t>
            </a:r>
            <a:r>
              <a:rPr sz="1800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Verdana"/>
                <a:cs typeface="Verdana"/>
              </a:rPr>
              <a:t>that</a:t>
            </a:r>
            <a:r>
              <a:rPr sz="1800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Verdana"/>
                <a:cs typeface="Verdana"/>
              </a:rPr>
              <a:t>may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0000"/>
                </a:solidFill>
                <a:latin typeface="Verdana"/>
                <a:cs typeface="Verdana"/>
              </a:rPr>
              <a:t>affect</a:t>
            </a:r>
            <a:r>
              <a:rPr sz="1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Verdana"/>
                <a:cs typeface="Verdana"/>
              </a:rPr>
              <a:t>variable</a:t>
            </a:r>
            <a:r>
              <a:rPr sz="18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0000"/>
                </a:solidFill>
                <a:latin typeface="Verdana"/>
                <a:cs typeface="Verdana"/>
              </a:rPr>
              <a:t>for </a:t>
            </a:r>
            <a:r>
              <a:rPr sz="1800" spc="-6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FF0000"/>
                </a:solidFill>
                <a:latin typeface="Verdana"/>
                <a:cs typeface="Verdana"/>
              </a:rPr>
              <a:t>v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-105" dirty="0">
                <a:solidFill>
                  <a:srgbClr val="FF0000"/>
                </a:solidFill>
                <a:latin typeface="Verdana"/>
                <a:cs typeface="Verdana"/>
              </a:rPr>
              <a:t>y</a:t>
            </a:r>
            <a:r>
              <a:rPr sz="1800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800" spc="9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-254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b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04" dirty="0">
                <a:solidFill>
                  <a:srgbClr val="FF0000"/>
                </a:solidFill>
                <a:latin typeface="Verdana"/>
                <a:cs typeface="Verdana"/>
              </a:rPr>
              <a:t>x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229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ti</a:t>
            </a:r>
            <a:r>
              <a:rPr sz="1800" spc="9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354965" marR="1280795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9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rr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22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114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70" dirty="0">
                <a:solidFill>
                  <a:srgbClr val="3F3F3F"/>
                </a:solidFill>
                <a:latin typeface="Verdana"/>
                <a:cs typeface="Verdana"/>
              </a:rPr>
              <a:t>e 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approximations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V</a:t>
            </a:r>
            <a:r>
              <a:rPr spc="315" dirty="0"/>
              <a:t>a</a:t>
            </a:r>
            <a:r>
              <a:rPr spc="-459" dirty="0"/>
              <a:t>r</a:t>
            </a:r>
            <a:r>
              <a:rPr spc="-275" dirty="0"/>
              <a:t>i</a:t>
            </a:r>
            <a:r>
              <a:rPr spc="280" dirty="0"/>
              <a:t>a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150" dirty="0"/>
              <a:t>o</a:t>
            </a:r>
            <a:r>
              <a:rPr spc="-140" dirty="0"/>
              <a:t>f</a:t>
            </a:r>
            <a:r>
              <a:rPr spc="-240" dirty="0"/>
              <a:t> </a:t>
            </a:r>
            <a:r>
              <a:rPr spc="200" dirty="0"/>
              <a:t>p</a:t>
            </a:r>
            <a:r>
              <a:rPr spc="-459" dirty="0"/>
              <a:t>r</a:t>
            </a:r>
            <a:r>
              <a:rPr spc="150" dirty="0"/>
              <a:t>o</a:t>
            </a:r>
            <a:r>
              <a:rPr spc="20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</a:p>
          <a:p>
            <a:pPr marL="821690">
              <a:lnSpc>
                <a:spcPct val="100000"/>
              </a:lnSpc>
              <a:spcBef>
                <a:spcPts val="15"/>
              </a:spcBef>
            </a:pPr>
            <a:r>
              <a:rPr sz="3200" spc="-590" dirty="0"/>
              <a:t>S</a:t>
            </a:r>
            <a:r>
              <a:rPr sz="3200" spc="-210" dirty="0"/>
              <a:t>t</a:t>
            </a:r>
            <a:r>
              <a:rPr sz="3200" spc="285" dirty="0"/>
              <a:t>a</a:t>
            </a:r>
            <a:r>
              <a:rPr sz="3200" spc="-210" dirty="0"/>
              <a:t>t</a:t>
            </a:r>
            <a:r>
              <a:rPr sz="3200" spc="-245" dirty="0"/>
              <a:t>i</a:t>
            </a:r>
            <a:r>
              <a:rPr sz="3200" spc="405" dirty="0"/>
              <a:t>c</a:t>
            </a:r>
            <a:r>
              <a:rPr sz="3200" spc="-220" dirty="0"/>
              <a:t> </a:t>
            </a:r>
            <a:r>
              <a:rPr sz="3200" spc="-420" dirty="0"/>
              <a:t>s</a:t>
            </a:r>
            <a:r>
              <a:rPr sz="3200" spc="-245" dirty="0"/>
              <a:t>li</a:t>
            </a:r>
            <a:r>
              <a:rPr sz="3200" spc="409" dirty="0"/>
              <a:t>c</a:t>
            </a:r>
            <a:r>
              <a:rPr sz="3200" spc="175" dirty="0"/>
              <a:t>e</a:t>
            </a:r>
            <a:r>
              <a:rPr sz="3200" spc="-425" dirty="0"/>
              <a:t>s</a:t>
            </a:r>
            <a:r>
              <a:rPr sz="3200" spc="-270" dirty="0"/>
              <a:t> </a:t>
            </a:r>
            <a:r>
              <a:rPr sz="2800" spc="-295" dirty="0"/>
              <a:t>[</a:t>
            </a:r>
            <a:r>
              <a:rPr sz="2800" spc="-220" dirty="0"/>
              <a:t>3</a:t>
            </a:r>
            <a:r>
              <a:rPr sz="2800" spc="-70" dirty="0"/>
              <a:t>/</a:t>
            </a:r>
            <a:r>
              <a:rPr sz="2800" spc="-220" dirty="0"/>
              <a:t>3</a:t>
            </a:r>
            <a:r>
              <a:rPr sz="2800" spc="-290" dirty="0"/>
              <a:t>]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5972175" cy="186690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og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endParaRPr sz="18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17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1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4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75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1600" spc="17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16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14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1156335" algn="l"/>
              </a:tabLst>
            </a:pPr>
            <a:r>
              <a:rPr sz="1400" spc="-4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4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400" spc="-9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400" spc="114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4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13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400" spc="-8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400" spc="5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400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4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400" spc="95" dirty="0">
                <a:solidFill>
                  <a:srgbClr val="3F3F3F"/>
                </a:solidFill>
                <a:latin typeface="Verdana"/>
                <a:cs typeface="Verdana"/>
              </a:rPr>
              <a:t>q</a:t>
            </a:r>
            <a:r>
              <a:rPr sz="14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4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400" spc="-95" dirty="0">
                <a:solidFill>
                  <a:srgbClr val="3F3F3F"/>
                </a:solidFill>
                <a:latin typeface="Verdana"/>
                <a:cs typeface="Verdana"/>
              </a:rPr>
              <a:t>ti</a:t>
            </a:r>
            <a:r>
              <a:rPr sz="1400" spc="7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400" spc="-3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400" spc="-18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4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400" spc="-18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4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4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2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400" spc="7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400" spc="-11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400" spc="-5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4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4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endParaRPr sz="14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Program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5" dirty="0">
                <a:solidFill>
                  <a:srgbClr val="3F3F3F"/>
                </a:solidFill>
                <a:latin typeface="Verdana"/>
                <a:cs typeface="Verdana"/>
              </a:rPr>
              <a:t>Dependence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3F3F3F"/>
                </a:solidFill>
                <a:latin typeface="Verdana"/>
                <a:cs typeface="Verdana"/>
              </a:rPr>
              <a:t>Graph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3F3F3F"/>
                </a:solidFill>
                <a:latin typeface="Verdana"/>
                <a:cs typeface="Verdana"/>
              </a:rPr>
              <a:t>(PDG)</a:t>
            </a:r>
            <a:endParaRPr sz="160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1156335" algn="l"/>
              </a:tabLst>
            </a:pPr>
            <a:r>
              <a:rPr sz="1400" spc="-45" dirty="0">
                <a:solidFill>
                  <a:srgbClr val="3F3F3F"/>
                </a:solidFill>
                <a:latin typeface="Verdana"/>
                <a:cs typeface="Verdana"/>
              </a:rPr>
              <a:t>Slice</a:t>
            </a:r>
            <a:r>
              <a:rPr sz="14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135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4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40" dirty="0">
                <a:solidFill>
                  <a:srgbClr val="3F3F3F"/>
                </a:solidFill>
                <a:latin typeface="Verdana"/>
                <a:cs typeface="Verdana"/>
              </a:rPr>
              <a:t>computed</a:t>
            </a:r>
            <a:r>
              <a:rPr sz="14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3F3F3F"/>
                </a:solidFill>
                <a:latin typeface="Verdana"/>
                <a:cs typeface="Verdana"/>
              </a:rPr>
              <a:t>as</a:t>
            </a:r>
            <a:r>
              <a:rPr sz="14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3F3F3F"/>
                </a:solidFill>
                <a:latin typeface="Verdana"/>
                <a:cs typeface="Verdana"/>
              </a:rPr>
              <a:t>graph</a:t>
            </a:r>
            <a:r>
              <a:rPr sz="14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F3F3F"/>
                </a:solidFill>
                <a:latin typeface="Verdana"/>
                <a:cs typeface="Verdana"/>
              </a:rPr>
              <a:t>reachability</a:t>
            </a:r>
            <a:r>
              <a:rPr sz="14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3F3F3F"/>
                </a:solidFill>
                <a:latin typeface="Verdana"/>
                <a:cs typeface="Verdana"/>
              </a:rPr>
              <a:t>problem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226" y="687181"/>
            <a:ext cx="6868795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Recall: control flow graph (CFG)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675"/>
              </a:spcBef>
              <a:buSzPct val="79166"/>
              <a:buChar char="•"/>
              <a:tabLst>
                <a:tab pos="354965" algn="l"/>
                <a:tab pos="355600" algn="l"/>
              </a:tabLst>
            </a:pPr>
            <a:r>
              <a:rPr dirty="0"/>
              <a:t>Each</a:t>
            </a:r>
            <a:r>
              <a:rPr spc="-10" dirty="0"/>
              <a:t> </a:t>
            </a:r>
            <a:r>
              <a:rPr spc="-5" dirty="0"/>
              <a:t>program</a:t>
            </a:r>
            <a:r>
              <a:rPr spc="10" dirty="0"/>
              <a:t> </a:t>
            </a:r>
            <a:r>
              <a:rPr spc="-5" dirty="0"/>
              <a:t>statement </a:t>
            </a:r>
            <a:r>
              <a:rPr spc="5" dirty="0"/>
              <a:t>is</a:t>
            </a:r>
            <a:r>
              <a:rPr spc="-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5" dirty="0"/>
              <a:t>node</a:t>
            </a: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SzPct val="79166"/>
              <a:buChar char="•"/>
              <a:tabLst>
                <a:tab pos="354965" algn="l"/>
                <a:tab pos="355600" algn="l"/>
              </a:tabLst>
            </a:pPr>
            <a:r>
              <a:rPr dirty="0"/>
              <a:t>A directed </a:t>
            </a:r>
            <a:r>
              <a:rPr spc="-5" dirty="0"/>
              <a:t>edge will connect between any </a:t>
            </a:r>
            <a:r>
              <a:rPr dirty="0"/>
              <a:t>2 </a:t>
            </a:r>
            <a:r>
              <a:rPr spc="-5" dirty="0"/>
              <a:t>nodes </a:t>
            </a:r>
            <a:r>
              <a:rPr spc="-710" dirty="0"/>
              <a:t> </a:t>
            </a:r>
            <a:r>
              <a:rPr spc="-5" dirty="0"/>
              <a:t>that</a:t>
            </a:r>
            <a:r>
              <a:rPr spc="5" dirty="0"/>
              <a:t> </a:t>
            </a:r>
            <a:r>
              <a:rPr spc="-10" dirty="0"/>
              <a:t>represent</a:t>
            </a:r>
            <a:r>
              <a:rPr spc="50" dirty="0"/>
              <a:t> </a:t>
            </a:r>
            <a:r>
              <a:rPr spc="-5" dirty="0"/>
              <a:t>statements</a:t>
            </a:r>
            <a:r>
              <a:rPr spc="30" dirty="0"/>
              <a:t> </a:t>
            </a:r>
            <a:r>
              <a:rPr spc="-5" dirty="0"/>
              <a:t>with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5" dirty="0"/>
              <a:t>possible</a:t>
            </a:r>
            <a:r>
              <a:rPr spc="30" dirty="0"/>
              <a:t> </a:t>
            </a:r>
            <a:r>
              <a:rPr spc="-10" dirty="0"/>
              <a:t>control </a:t>
            </a:r>
            <a:r>
              <a:rPr spc="-5" dirty="0"/>
              <a:t> flow</a:t>
            </a:r>
            <a:r>
              <a:rPr spc="5" dirty="0"/>
              <a:t> </a:t>
            </a:r>
            <a:r>
              <a:rPr spc="-5" dirty="0"/>
              <a:t>between</a:t>
            </a:r>
            <a:r>
              <a:rPr spc="25" dirty="0"/>
              <a:t> </a:t>
            </a:r>
            <a:r>
              <a:rPr spc="-5" dirty="0"/>
              <a:t>them</a:t>
            </a:r>
          </a:p>
          <a:p>
            <a:pPr marL="354965" indent="-342900">
              <a:lnSpc>
                <a:spcPct val="100000"/>
              </a:lnSpc>
              <a:spcBef>
                <a:spcPts val="575"/>
              </a:spcBef>
              <a:buSzPct val="79166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Special nodes:</a:t>
            </a:r>
            <a:r>
              <a:rPr spc="15" dirty="0"/>
              <a:t> </a:t>
            </a:r>
            <a:r>
              <a:rPr spc="-5" dirty="0"/>
              <a:t>start,</a:t>
            </a:r>
            <a:r>
              <a:rPr spc="-10" dirty="0"/>
              <a:t> </a:t>
            </a:r>
            <a:r>
              <a:rPr spc="-5" dirty="0"/>
              <a:t>stop</a:t>
            </a:r>
          </a:p>
          <a:p>
            <a:pPr marL="354965" indent="-342900">
              <a:lnSpc>
                <a:spcPct val="100000"/>
              </a:lnSpc>
              <a:spcBef>
                <a:spcPts val="580"/>
              </a:spcBef>
              <a:buSzPct val="79166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Definitions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689" y="4182206"/>
            <a:ext cx="100330" cy="112268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spc="-5" dirty="0">
                <a:solidFill>
                  <a:srgbClr val="000066"/>
                </a:solidFill>
                <a:latin typeface="Trebuchet MS"/>
                <a:cs typeface="Trebuchet MS"/>
              </a:rPr>
              <a:t>–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solidFill>
                  <a:srgbClr val="000066"/>
                </a:solidFill>
                <a:latin typeface="Trebuchet MS"/>
                <a:cs typeface="Trebuchet MS"/>
              </a:rPr>
              <a:t>–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solidFill>
                  <a:srgbClr val="000066"/>
                </a:solidFill>
                <a:latin typeface="Trebuchet MS"/>
                <a:cs typeface="Trebuchet MS"/>
              </a:rPr>
              <a:t>–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2689" y="5767746"/>
            <a:ext cx="100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0066"/>
                </a:solidFill>
                <a:latin typeface="Trebuchet MS"/>
                <a:cs typeface="Trebuchet MS"/>
              </a:rPr>
              <a:t>–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9395" y="4192475"/>
            <a:ext cx="4730750" cy="2220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256540" algn="l"/>
              </a:tabLst>
            </a:pP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:	directed</a:t>
            </a:r>
            <a:r>
              <a:rPr sz="2000" spc="-5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path</a:t>
            </a:r>
            <a:r>
              <a:rPr sz="2000" spc="-2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from</a:t>
            </a:r>
            <a:r>
              <a:rPr sz="2000" spc="-3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I</a:t>
            </a:r>
            <a:r>
              <a:rPr sz="2000" spc="1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000066"/>
                </a:solidFill>
                <a:latin typeface="Trebuchet MS"/>
                <a:cs typeface="Trebuchet MS"/>
              </a:rPr>
              <a:t>to</a:t>
            </a:r>
            <a:r>
              <a:rPr sz="2000" spc="-2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j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56540" algn="l"/>
              </a:tabLst>
            </a:pP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:	</a:t>
            </a:r>
            <a:r>
              <a:rPr sz="2000" spc="5" dirty="0">
                <a:solidFill>
                  <a:srgbClr val="000066"/>
                </a:solidFill>
                <a:latin typeface="Trebuchet MS"/>
                <a:cs typeface="Trebuchet MS"/>
              </a:rPr>
              <a:t>set</a:t>
            </a:r>
            <a:r>
              <a:rPr sz="2000" spc="-4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of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 nodes</a:t>
            </a:r>
            <a:r>
              <a:rPr sz="2000" spc="-1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that</a:t>
            </a:r>
            <a:r>
              <a:rPr sz="2000" spc="-4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are</a:t>
            </a:r>
            <a:r>
              <a:rPr sz="2000" spc="-1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influenced</a:t>
            </a:r>
            <a:r>
              <a:rPr sz="2000" spc="-6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by</a:t>
            </a:r>
            <a:r>
              <a:rPr sz="2000" spc="-1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  <a:p>
            <a:pPr marL="259079" marR="389255" indent="-247015">
              <a:lnSpc>
                <a:spcPct val="120000"/>
              </a:lnSpc>
              <a:tabLst>
                <a:tab pos="256540" algn="l"/>
              </a:tabLst>
            </a:pP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:	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all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 of</a:t>
            </a:r>
            <a:r>
              <a:rPr sz="2000" spc="-2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the</a:t>
            </a:r>
            <a:r>
              <a:rPr sz="2000" spc="-1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variables</a:t>
            </a:r>
            <a:r>
              <a:rPr sz="2000" spc="-4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that</a:t>
            </a:r>
            <a:r>
              <a:rPr sz="2000" spc="-3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are</a:t>
            </a:r>
            <a:r>
              <a:rPr sz="2000" spc="-1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defined </a:t>
            </a:r>
            <a:r>
              <a:rPr sz="2000" spc="-59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(modified)</a:t>
            </a:r>
            <a:r>
              <a:rPr sz="2000" spc="-4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at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statement</a:t>
            </a:r>
            <a:r>
              <a:rPr sz="2000" spc="-3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  <a:p>
            <a:pPr marL="259079" marR="5080" indent="-247015">
              <a:lnSpc>
                <a:spcPct val="120000"/>
              </a:lnSpc>
              <a:tabLst>
                <a:tab pos="256540" algn="l"/>
              </a:tabLst>
            </a:pP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:	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all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 of</a:t>
            </a:r>
            <a:r>
              <a:rPr sz="2000" spc="-3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the</a:t>
            </a:r>
            <a:r>
              <a:rPr sz="2000" spc="-2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variables</a:t>
            </a:r>
            <a:r>
              <a:rPr sz="2000" spc="-3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that</a:t>
            </a:r>
            <a:r>
              <a:rPr sz="2000" spc="-4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are</a:t>
            </a:r>
            <a:r>
              <a:rPr sz="2000" spc="-2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referenced </a:t>
            </a:r>
            <a:r>
              <a:rPr sz="2000" spc="-58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(used)</a:t>
            </a:r>
            <a:r>
              <a:rPr sz="2000" spc="-2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at</a:t>
            </a:r>
            <a:r>
              <a:rPr sz="2000" spc="-1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000066"/>
                </a:solidFill>
                <a:latin typeface="Trebuchet MS"/>
                <a:cs typeface="Trebuchet MS"/>
              </a:rPr>
              <a:t>statement</a:t>
            </a:r>
            <a:r>
              <a:rPr sz="2000" spc="-5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000066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81200" y="4267200"/>
            <a:ext cx="1295400" cy="756285"/>
            <a:chOff x="1981200" y="4267200"/>
            <a:chExt cx="1295400" cy="7562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0" y="4267200"/>
              <a:ext cx="1295400" cy="3840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200" y="4648199"/>
              <a:ext cx="865631" cy="37490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81200" y="5105400"/>
            <a:ext cx="937259" cy="39928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81200" y="5562600"/>
            <a:ext cx="864108" cy="4175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603" y="1105898"/>
            <a:ext cx="594995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280" dirty="0"/>
              <a:t>R</a:t>
            </a:r>
            <a:r>
              <a:rPr sz="3200" spc="175" dirty="0"/>
              <a:t>e</a:t>
            </a:r>
            <a:r>
              <a:rPr sz="3200" spc="409" dirty="0"/>
              <a:t>c</a:t>
            </a:r>
            <a:r>
              <a:rPr sz="3200" spc="254" dirty="0"/>
              <a:t>a</a:t>
            </a:r>
            <a:r>
              <a:rPr sz="3200" spc="-245" dirty="0"/>
              <a:t>l</a:t>
            </a:r>
            <a:r>
              <a:rPr sz="3200" spc="-275" dirty="0"/>
              <a:t>l</a:t>
            </a:r>
            <a:r>
              <a:rPr sz="3200" spc="-570" dirty="0"/>
              <a:t>:</a:t>
            </a:r>
            <a:r>
              <a:rPr sz="3200" spc="-220" dirty="0"/>
              <a:t> </a:t>
            </a:r>
            <a:r>
              <a:rPr sz="3200" spc="180" dirty="0"/>
              <a:t>p</a:t>
            </a:r>
            <a:r>
              <a:rPr sz="3200" spc="-409" dirty="0"/>
              <a:t>r</a:t>
            </a:r>
            <a:r>
              <a:rPr sz="3200" spc="135" dirty="0"/>
              <a:t>o</a:t>
            </a:r>
            <a:r>
              <a:rPr sz="3200" spc="180" dirty="0"/>
              <a:t>g</a:t>
            </a:r>
            <a:r>
              <a:rPr sz="3200" spc="-409" dirty="0"/>
              <a:t>r</a:t>
            </a:r>
            <a:r>
              <a:rPr sz="3200" spc="254" dirty="0"/>
              <a:t>a</a:t>
            </a:r>
            <a:r>
              <a:rPr sz="3200" spc="-110" dirty="0"/>
              <a:t>m</a:t>
            </a:r>
            <a:r>
              <a:rPr sz="3200" spc="-254" dirty="0"/>
              <a:t> </a:t>
            </a:r>
            <a:r>
              <a:rPr sz="3200" spc="215" dirty="0"/>
              <a:t>d</a:t>
            </a:r>
            <a:r>
              <a:rPr sz="3200" spc="175" dirty="0"/>
              <a:t>e</a:t>
            </a:r>
            <a:r>
              <a:rPr sz="3200" spc="180" dirty="0"/>
              <a:t>p</a:t>
            </a:r>
            <a:r>
              <a:rPr sz="3200" spc="175" dirty="0"/>
              <a:t>e</a:t>
            </a:r>
            <a:r>
              <a:rPr sz="3200" spc="-75" dirty="0"/>
              <a:t>n</a:t>
            </a:r>
            <a:r>
              <a:rPr sz="3200" spc="180" dirty="0"/>
              <a:t>d</a:t>
            </a:r>
            <a:r>
              <a:rPr sz="3200" spc="175" dirty="0"/>
              <a:t>e</a:t>
            </a:r>
            <a:r>
              <a:rPr sz="3200" spc="-75" dirty="0"/>
              <a:t>n</a:t>
            </a:r>
            <a:r>
              <a:rPr sz="3200" spc="409" dirty="0"/>
              <a:t>c</a:t>
            </a:r>
            <a:r>
              <a:rPr sz="3200" spc="125" dirty="0"/>
              <a:t>e  </a:t>
            </a:r>
            <a:r>
              <a:rPr sz="3200" spc="150" dirty="0"/>
              <a:t>g</a:t>
            </a:r>
            <a:r>
              <a:rPr sz="3200" spc="-409" dirty="0"/>
              <a:t>r</a:t>
            </a:r>
            <a:r>
              <a:rPr sz="3200" spc="285" dirty="0"/>
              <a:t>a</a:t>
            </a:r>
            <a:r>
              <a:rPr sz="3200" spc="180" dirty="0"/>
              <a:t>p</a:t>
            </a:r>
            <a:r>
              <a:rPr sz="3200" spc="-75" dirty="0"/>
              <a:t>h</a:t>
            </a:r>
            <a:r>
              <a:rPr sz="3200" spc="-425" dirty="0"/>
              <a:t>s</a:t>
            </a:r>
            <a:r>
              <a:rPr sz="3200" spc="-254" dirty="0"/>
              <a:t> </a:t>
            </a:r>
            <a:r>
              <a:rPr sz="3200" spc="-275" dirty="0"/>
              <a:t>(</a:t>
            </a:r>
            <a:r>
              <a:rPr sz="3200" spc="-45" dirty="0"/>
              <a:t>P</a:t>
            </a:r>
            <a:r>
              <a:rPr sz="3200" spc="-70" dirty="0"/>
              <a:t>D</a:t>
            </a:r>
            <a:r>
              <a:rPr sz="3200" spc="300" dirty="0"/>
              <a:t>G</a:t>
            </a:r>
            <a:r>
              <a:rPr sz="3200" spc="-275" dirty="0"/>
              <a:t>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479011" y="2492696"/>
            <a:ext cx="6367145" cy="27324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16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Directed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3F3F3F"/>
                </a:solidFill>
                <a:latin typeface="Verdana"/>
                <a:cs typeface="Verdana"/>
              </a:rPr>
              <a:t>edges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represent</a:t>
            </a:r>
            <a:endParaRPr sz="1800">
              <a:latin typeface="Verdana"/>
              <a:cs typeface="Verdana"/>
            </a:endParaRPr>
          </a:p>
          <a:p>
            <a:pPr marL="756285" marR="30480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Control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dependence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3F3F3F"/>
                </a:solidFill>
                <a:latin typeface="Verdana"/>
                <a:cs typeface="Verdana"/>
              </a:rPr>
              <a:t>(bold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lines)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20" dirty="0">
                <a:solidFill>
                  <a:srgbClr val="3F3F3F"/>
                </a:solidFill>
                <a:latin typeface="Verdana"/>
                <a:cs typeface="Verdana"/>
              </a:rPr>
              <a:t>–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3F3F3F"/>
                </a:solidFill>
                <a:latin typeface="Verdana"/>
                <a:cs typeface="Verdana"/>
              </a:rPr>
              <a:t>between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3F3F3F"/>
                </a:solidFill>
                <a:latin typeface="Verdana"/>
                <a:cs typeface="Verdana"/>
              </a:rPr>
              <a:t>predicate </a:t>
            </a:r>
            <a:r>
              <a:rPr sz="1600" spc="-5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25" dirty="0">
                <a:solidFill>
                  <a:srgbClr val="3F3F3F"/>
                </a:solidFill>
                <a:latin typeface="Verdana"/>
                <a:cs typeface="Verdana"/>
              </a:rPr>
              <a:t>Data</a:t>
            </a:r>
            <a:r>
              <a:rPr sz="16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dependence</a:t>
            </a: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3F3F3F"/>
                </a:solidFill>
                <a:latin typeface="Verdana"/>
                <a:cs typeface="Verdana"/>
              </a:rPr>
              <a:t>(Regular</a:t>
            </a:r>
            <a:r>
              <a:rPr sz="1600" spc="-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Lines)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20" dirty="0">
                <a:solidFill>
                  <a:srgbClr val="3F3F3F"/>
                </a:solidFill>
                <a:latin typeface="Verdana"/>
                <a:cs typeface="Verdana"/>
              </a:rPr>
              <a:t>–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3F3F3F"/>
                </a:solidFill>
                <a:latin typeface="Verdana"/>
                <a:cs typeface="Verdana"/>
              </a:rPr>
              <a:t>between</a:t>
            </a:r>
            <a:r>
              <a:rPr sz="1600" spc="-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statements </a:t>
            </a:r>
            <a:r>
              <a:rPr sz="1600" spc="-5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3F3F3F"/>
                </a:solidFill>
                <a:latin typeface="Verdana"/>
                <a:cs typeface="Verdana"/>
              </a:rPr>
              <a:t>modifying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variable</a:t>
            </a:r>
            <a:r>
              <a:rPr sz="16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those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that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may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reference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endParaRPr sz="1600">
              <a:latin typeface="Verdana"/>
              <a:cs typeface="Verdana"/>
            </a:endParaRPr>
          </a:p>
          <a:p>
            <a:pPr marL="354965" marR="3048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Special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“entry”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3F3F3F"/>
                </a:solidFill>
                <a:latin typeface="Verdana"/>
                <a:cs typeface="Verdana"/>
              </a:rPr>
              <a:t>node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connected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all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nodes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that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not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control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dependant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4606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65" dirty="0"/>
              <a:t>S</a:t>
            </a:r>
            <a:r>
              <a:rPr spc="-200" dirty="0"/>
              <a:t>t</a:t>
            </a:r>
            <a:r>
              <a:rPr spc="280" dirty="0"/>
              <a:t>a</a:t>
            </a:r>
            <a:r>
              <a:rPr spc="-200" dirty="0"/>
              <a:t>t</a:t>
            </a:r>
            <a:r>
              <a:rPr spc="-275" dirty="0"/>
              <a:t>i</a:t>
            </a:r>
            <a:r>
              <a:rPr spc="450" dirty="0"/>
              <a:t>c</a:t>
            </a:r>
            <a:r>
              <a:rPr spc="-250" dirty="0"/>
              <a:t> </a:t>
            </a:r>
            <a:r>
              <a:rPr spc="-509" dirty="0"/>
              <a:t>s</a:t>
            </a:r>
            <a:r>
              <a:rPr spc="-275" dirty="0"/>
              <a:t>li</a:t>
            </a:r>
            <a:r>
              <a:rPr spc="459" dirty="0"/>
              <a:t>c</a:t>
            </a:r>
            <a:r>
              <a:rPr spc="195" dirty="0"/>
              <a:t>e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195" dirty="0"/>
              <a:t>e</a:t>
            </a:r>
            <a:r>
              <a:rPr spc="-405" dirty="0"/>
              <a:t>x</a:t>
            </a:r>
            <a:r>
              <a:rPr spc="280" dirty="0"/>
              <a:t>a</a:t>
            </a:r>
            <a:r>
              <a:rPr spc="-120" dirty="0"/>
              <a:t>m</a:t>
            </a:r>
            <a:r>
              <a:rPr spc="200" dirty="0"/>
              <a:t>p</a:t>
            </a:r>
            <a:r>
              <a:rPr spc="-275" dirty="0"/>
              <a:t>l</a:t>
            </a:r>
            <a:r>
              <a:rPr spc="19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0800" y="2057400"/>
            <a:ext cx="3102610" cy="529568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5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45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400" spc="-21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400" spc="-190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400" spc="-254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204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24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2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2000" spc="17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2000" spc="-170" dirty="0">
                <a:solidFill>
                  <a:srgbClr val="FF0000"/>
                </a:solidFill>
                <a:latin typeface="Verdana"/>
                <a:cs typeface="Verdana"/>
              </a:rPr>
              <a:t>(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70" dirty="0">
                <a:solidFill>
                  <a:srgbClr val="FF0000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{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-155" dirty="0" err="1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45" dirty="0" err="1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2000" spc="-110" dirty="0" err="1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GB" sz="2000" spc="-155" dirty="0" err="1" smtClean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lang="en-GB" sz="2000" spc="-155" dirty="0" smtClean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lang="en-GB" sz="2000" spc="-160" dirty="0" smtClean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lang="en-GB" sz="2000" spc="-160" dirty="0" smtClean="0">
                <a:solidFill>
                  <a:srgbClr val="3F3F3F"/>
                </a:solidFill>
                <a:latin typeface="Verdana"/>
                <a:cs typeface="Verdana"/>
              </a:rPr>
              <a:t>3.3 </a:t>
            </a:r>
            <a:r>
              <a:rPr lang="en-GB" sz="2000" spc="-160" dirty="0" err="1" smtClean="0">
                <a:solidFill>
                  <a:srgbClr val="3F3F3F"/>
                </a:solidFill>
                <a:latin typeface="Verdana"/>
                <a:cs typeface="Verdana"/>
              </a:rPr>
              <a:t>int</a:t>
            </a:r>
            <a:r>
              <a:rPr lang="en-GB" sz="2000" spc="-160" dirty="0" smtClean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5" dirty="0" smtClean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 smtClean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 smtClean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4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0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5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-15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1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6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20" dirty="0">
                <a:solidFill>
                  <a:srgbClr val="FF0000"/>
                </a:solidFill>
                <a:latin typeface="Verdana"/>
                <a:cs typeface="Verdana"/>
              </a:rPr>
              <a:t>w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il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2000" spc="-210" dirty="0">
                <a:solidFill>
                  <a:srgbClr val="FF0000"/>
                </a:solidFill>
                <a:latin typeface="Verdana"/>
                <a:cs typeface="Verdana"/>
              </a:rPr>
              <a:t>(</a:t>
            </a:r>
            <a:r>
              <a:rPr sz="2000" spc="-15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40" dirty="0">
                <a:solidFill>
                  <a:srgbClr val="FF0000"/>
                </a:solidFill>
                <a:latin typeface="Verdana"/>
                <a:cs typeface="Verdana"/>
              </a:rPr>
              <a:t>&lt;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10</a:t>
            </a:r>
            <a:r>
              <a:rPr sz="2000" spc="-170" dirty="0">
                <a:solidFill>
                  <a:srgbClr val="FF0000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595755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7	</a:t>
            </a: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{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8</a:t>
            </a:r>
            <a:r>
              <a:rPr sz="2000" spc="-4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1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9</a:t>
            </a:r>
            <a:r>
              <a:rPr sz="2000" spc="-4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20" dirty="0">
                <a:solidFill>
                  <a:srgbClr val="FF0000"/>
                </a:solidFill>
                <a:latin typeface="Verdana"/>
                <a:cs typeface="Verdana"/>
              </a:rPr>
              <a:t>+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524635" algn="l"/>
              </a:tabLst>
            </a:pP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10	</a:t>
            </a: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}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384935" algn="l"/>
              </a:tabLst>
            </a:pP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22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20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000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384300" algn="l"/>
              </a:tabLst>
            </a:pP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2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220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2000" spc="10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-440" dirty="0">
                <a:solidFill>
                  <a:srgbClr val="FF0000"/>
                </a:solidFill>
                <a:latin typeface="Verdana"/>
                <a:cs typeface="Verdana"/>
              </a:rPr>
              <a:t>&lt;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&lt;</a:t>
            </a:r>
            <a:r>
              <a:rPr sz="2000" spc="-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352" y="979385"/>
            <a:ext cx="7809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DD7E18"/>
                </a:solidFill>
                <a:latin typeface="Trebuchet MS"/>
                <a:cs typeface="Trebuchet MS"/>
              </a:rPr>
              <a:t>PDG</a:t>
            </a:r>
            <a:r>
              <a:rPr sz="3600" b="1" spc="-20" dirty="0">
                <a:solidFill>
                  <a:srgbClr val="DD7E18"/>
                </a:solidFill>
                <a:latin typeface="Trebuchet MS"/>
                <a:cs typeface="Trebuchet MS"/>
              </a:rPr>
              <a:t> </a:t>
            </a:r>
            <a:r>
              <a:rPr sz="3600" b="1" spc="5" dirty="0">
                <a:solidFill>
                  <a:srgbClr val="DD7E18"/>
                </a:solidFill>
                <a:latin typeface="Trebuchet MS"/>
                <a:cs typeface="Trebuchet MS"/>
              </a:rPr>
              <a:t>of</a:t>
            </a:r>
            <a:r>
              <a:rPr sz="3600" b="1" spc="-15" dirty="0">
                <a:solidFill>
                  <a:srgbClr val="DD7E18"/>
                </a:solidFill>
                <a:latin typeface="Trebuchet MS"/>
                <a:cs typeface="Trebuchet MS"/>
              </a:rPr>
              <a:t> </a:t>
            </a:r>
            <a:r>
              <a:rPr sz="3600" b="1" spc="5" dirty="0">
                <a:solidFill>
                  <a:srgbClr val="DD7E18"/>
                </a:solidFill>
                <a:latin typeface="Trebuchet MS"/>
                <a:cs typeface="Trebuchet MS"/>
              </a:rPr>
              <a:t>previous</a:t>
            </a:r>
            <a:r>
              <a:rPr sz="3600" b="1" spc="15" dirty="0">
                <a:solidFill>
                  <a:srgbClr val="DD7E18"/>
                </a:solidFill>
                <a:latin typeface="Trebuchet MS"/>
                <a:cs typeface="Trebuchet MS"/>
              </a:rPr>
              <a:t> </a:t>
            </a:r>
            <a:r>
              <a:rPr sz="3600" b="1" dirty="0">
                <a:solidFill>
                  <a:srgbClr val="DD7E18"/>
                </a:solidFill>
                <a:latin typeface="Trebuchet MS"/>
                <a:cs typeface="Trebuchet MS"/>
              </a:rPr>
              <a:t>static</a:t>
            </a:r>
            <a:r>
              <a:rPr sz="3600" b="1" spc="-20" dirty="0">
                <a:solidFill>
                  <a:srgbClr val="DD7E18"/>
                </a:solidFill>
                <a:latin typeface="Trebuchet MS"/>
                <a:cs typeface="Trebuchet MS"/>
              </a:rPr>
              <a:t> </a:t>
            </a:r>
            <a:r>
              <a:rPr sz="3600" b="1" spc="-10" dirty="0">
                <a:solidFill>
                  <a:srgbClr val="DD7E18"/>
                </a:solidFill>
                <a:latin typeface="Trebuchet MS"/>
                <a:cs typeface="Trebuchet MS"/>
              </a:rPr>
              <a:t>slice</a:t>
            </a:r>
            <a:r>
              <a:rPr sz="3600" b="1" dirty="0">
                <a:solidFill>
                  <a:srgbClr val="DD7E18"/>
                </a:solidFill>
                <a:latin typeface="Trebuchet MS"/>
                <a:cs typeface="Trebuchet MS"/>
              </a:rPr>
              <a:t> 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57827" y="2494788"/>
            <a:ext cx="620395" cy="390525"/>
            <a:chOff x="3957827" y="2494788"/>
            <a:chExt cx="620395" cy="390525"/>
          </a:xfrm>
        </p:grpSpPr>
        <p:sp>
          <p:nvSpPr>
            <p:cNvPr id="4" name="object 4"/>
            <p:cNvSpPr/>
            <p:nvPr/>
          </p:nvSpPr>
          <p:spPr>
            <a:xfrm>
              <a:off x="3962399" y="249936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304800" y="381000"/>
                  </a:moveTo>
                  <a:lnTo>
                    <a:pt x="250195" y="377929"/>
                  </a:lnTo>
                  <a:lnTo>
                    <a:pt x="198726" y="369075"/>
                  </a:lnTo>
                  <a:lnTo>
                    <a:pt x="151271" y="354979"/>
                  </a:lnTo>
                  <a:lnTo>
                    <a:pt x="108707" y="336178"/>
                  </a:lnTo>
                  <a:lnTo>
                    <a:pt x="71914" y="313214"/>
                  </a:lnTo>
                  <a:lnTo>
                    <a:pt x="41768" y="286624"/>
                  </a:lnTo>
                  <a:lnTo>
                    <a:pt x="4933" y="224728"/>
                  </a:lnTo>
                  <a:lnTo>
                    <a:pt x="0" y="190500"/>
                  </a:lnTo>
                  <a:lnTo>
                    <a:pt x="4933" y="156271"/>
                  </a:lnTo>
                  <a:lnTo>
                    <a:pt x="41768" y="94375"/>
                  </a:lnTo>
                  <a:lnTo>
                    <a:pt x="71914" y="67785"/>
                  </a:lnTo>
                  <a:lnTo>
                    <a:pt x="108707" y="44821"/>
                  </a:lnTo>
                  <a:lnTo>
                    <a:pt x="151271" y="26020"/>
                  </a:lnTo>
                  <a:lnTo>
                    <a:pt x="198726" y="11924"/>
                  </a:lnTo>
                  <a:lnTo>
                    <a:pt x="250195" y="3070"/>
                  </a:lnTo>
                  <a:lnTo>
                    <a:pt x="304800" y="0"/>
                  </a:lnTo>
                  <a:lnTo>
                    <a:pt x="359806" y="3070"/>
                  </a:lnTo>
                  <a:lnTo>
                    <a:pt x="411488" y="11924"/>
                  </a:lnTo>
                  <a:lnTo>
                    <a:pt x="459006" y="26020"/>
                  </a:lnTo>
                  <a:lnTo>
                    <a:pt x="501519" y="44821"/>
                  </a:lnTo>
                  <a:lnTo>
                    <a:pt x="538187" y="67785"/>
                  </a:lnTo>
                  <a:lnTo>
                    <a:pt x="568169" y="94375"/>
                  </a:lnTo>
                  <a:lnTo>
                    <a:pt x="604716" y="156271"/>
                  </a:lnTo>
                  <a:lnTo>
                    <a:pt x="609600" y="190500"/>
                  </a:lnTo>
                  <a:lnTo>
                    <a:pt x="604716" y="224728"/>
                  </a:lnTo>
                  <a:lnTo>
                    <a:pt x="568169" y="286624"/>
                  </a:lnTo>
                  <a:lnTo>
                    <a:pt x="538187" y="313214"/>
                  </a:lnTo>
                  <a:lnTo>
                    <a:pt x="501519" y="336178"/>
                  </a:lnTo>
                  <a:lnTo>
                    <a:pt x="459006" y="354979"/>
                  </a:lnTo>
                  <a:lnTo>
                    <a:pt x="411488" y="369075"/>
                  </a:lnTo>
                  <a:lnTo>
                    <a:pt x="359806" y="377929"/>
                  </a:lnTo>
                  <a:lnTo>
                    <a:pt x="304800" y="3810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57827" y="2494788"/>
              <a:ext cx="620395" cy="390525"/>
            </a:xfrm>
            <a:custGeom>
              <a:avLst/>
              <a:gdLst/>
              <a:ahLst/>
              <a:cxnLst/>
              <a:rect l="l" t="t" r="r" b="b"/>
              <a:pathLst>
                <a:path w="620395" h="390525">
                  <a:moveTo>
                    <a:pt x="310895" y="390144"/>
                  </a:moveTo>
                  <a:lnTo>
                    <a:pt x="278892" y="390144"/>
                  </a:lnTo>
                  <a:lnTo>
                    <a:pt x="248412" y="387096"/>
                  </a:lnTo>
                  <a:lnTo>
                    <a:pt x="190500" y="374904"/>
                  </a:lnTo>
                  <a:lnTo>
                    <a:pt x="138684" y="358140"/>
                  </a:lnTo>
                  <a:lnTo>
                    <a:pt x="91440" y="333756"/>
                  </a:lnTo>
                  <a:lnTo>
                    <a:pt x="54864" y="304800"/>
                  </a:lnTo>
                  <a:lnTo>
                    <a:pt x="45720" y="297180"/>
                  </a:lnTo>
                  <a:lnTo>
                    <a:pt x="38100" y="289560"/>
                  </a:lnTo>
                  <a:lnTo>
                    <a:pt x="32004" y="280416"/>
                  </a:lnTo>
                  <a:lnTo>
                    <a:pt x="25908" y="272796"/>
                  </a:lnTo>
                  <a:lnTo>
                    <a:pt x="19812" y="263652"/>
                  </a:lnTo>
                  <a:lnTo>
                    <a:pt x="10668" y="245364"/>
                  </a:lnTo>
                  <a:lnTo>
                    <a:pt x="7620" y="234696"/>
                  </a:lnTo>
                  <a:lnTo>
                    <a:pt x="4572" y="225552"/>
                  </a:lnTo>
                  <a:lnTo>
                    <a:pt x="1524" y="214884"/>
                  </a:lnTo>
                  <a:lnTo>
                    <a:pt x="1524" y="205740"/>
                  </a:lnTo>
                  <a:lnTo>
                    <a:pt x="0" y="195072"/>
                  </a:lnTo>
                  <a:lnTo>
                    <a:pt x="1524" y="184404"/>
                  </a:lnTo>
                  <a:lnTo>
                    <a:pt x="1524" y="175260"/>
                  </a:lnTo>
                  <a:lnTo>
                    <a:pt x="4572" y="164592"/>
                  </a:lnTo>
                  <a:lnTo>
                    <a:pt x="19812" y="128016"/>
                  </a:lnTo>
                  <a:lnTo>
                    <a:pt x="45720" y="92964"/>
                  </a:lnTo>
                  <a:lnTo>
                    <a:pt x="91440" y="56388"/>
                  </a:lnTo>
                  <a:lnTo>
                    <a:pt x="137160" y="33528"/>
                  </a:lnTo>
                  <a:lnTo>
                    <a:pt x="190500" y="15240"/>
                  </a:lnTo>
                  <a:lnTo>
                    <a:pt x="248412" y="4572"/>
                  </a:lnTo>
                  <a:lnTo>
                    <a:pt x="309372" y="0"/>
                  </a:lnTo>
                  <a:lnTo>
                    <a:pt x="341376" y="1524"/>
                  </a:lnTo>
                  <a:lnTo>
                    <a:pt x="371856" y="4572"/>
                  </a:lnTo>
                  <a:lnTo>
                    <a:pt x="400812" y="9144"/>
                  </a:lnTo>
                  <a:lnTo>
                    <a:pt x="310895" y="9144"/>
                  </a:lnTo>
                  <a:lnTo>
                    <a:pt x="278892" y="10667"/>
                  </a:lnTo>
                  <a:lnTo>
                    <a:pt x="220980" y="18288"/>
                  </a:lnTo>
                  <a:lnTo>
                    <a:pt x="166116" y="32003"/>
                  </a:lnTo>
                  <a:lnTo>
                    <a:pt x="118872" y="51816"/>
                  </a:lnTo>
                  <a:lnTo>
                    <a:pt x="77724" y="77724"/>
                  </a:lnTo>
                  <a:lnTo>
                    <a:pt x="45720" y="106680"/>
                  </a:lnTo>
                  <a:lnTo>
                    <a:pt x="39624" y="115824"/>
                  </a:lnTo>
                  <a:lnTo>
                    <a:pt x="33528" y="123444"/>
                  </a:lnTo>
                  <a:lnTo>
                    <a:pt x="27432" y="132588"/>
                  </a:lnTo>
                  <a:lnTo>
                    <a:pt x="22860" y="140208"/>
                  </a:lnTo>
                  <a:lnTo>
                    <a:pt x="13716" y="167640"/>
                  </a:lnTo>
                  <a:lnTo>
                    <a:pt x="10668" y="185928"/>
                  </a:lnTo>
                  <a:lnTo>
                    <a:pt x="10668" y="204216"/>
                  </a:lnTo>
                  <a:lnTo>
                    <a:pt x="15240" y="231648"/>
                  </a:lnTo>
                  <a:lnTo>
                    <a:pt x="19812" y="240792"/>
                  </a:lnTo>
                  <a:lnTo>
                    <a:pt x="22860" y="249936"/>
                  </a:lnTo>
                  <a:lnTo>
                    <a:pt x="27432" y="257556"/>
                  </a:lnTo>
                  <a:lnTo>
                    <a:pt x="33528" y="266700"/>
                  </a:lnTo>
                  <a:lnTo>
                    <a:pt x="39624" y="274320"/>
                  </a:lnTo>
                  <a:lnTo>
                    <a:pt x="45720" y="283464"/>
                  </a:lnTo>
                  <a:lnTo>
                    <a:pt x="77724" y="312420"/>
                  </a:lnTo>
                  <a:lnTo>
                    <a:pt x="118872" y="338328"/>
                  </a:lnTo>
                  <a:lnTo>
                    <a:pt x="166116" y="358140"/>
                  </a:lnTo>
                  <a:lnTo>
                    <a:pt x="220980" y="371856"/>
                  </a:lnTo>
                  <a:lnTo>
                    <a:pt x="278892" y="379476"/>
                  </a:lnTo>
                  <a:lnTo>
                    <a:pt x="309372" y="381000"/>
                  </a:lnTo>
                  <a:lnTo>
                    <a:pt x="402336" y="381000"/>
                  </a:lnTo>
                  <a:lnTo>
                    <a:pt x="371856" y="387096"/>
                  </a:lnTo>
                  <a:lnTo>
                    <a:pt x="310895" y="390144"/>
                  </a:lnTo>
                  <a:close/>
                </a:path>
                <a:path w="620395" h="390525">
                  <a:moveTo>
                    <a:pt x="402336" y="381000"/>
                  </a:moveTo>
                  <a:lnTo>
                    <a:pt x="309372" y="381000"/>
                  </a:lnTo>
                  <a:lnTo>
                    <a:pt x="341376" y="379476"/>
                  </a:lnTo>
                  <a:lnTo>
                    <a:pt x="370332" y="376428"/>
                  </a:lnTo>
                  <a:lnTo>
                    <a:pt x="426720" y="365760"/>
                  </a:lnTo>
                  <a:lnTo>
                    <a:pt x="478536" y="348996"/>
                  </a:lnTo>
                  <a:lnTo>
                    <a:pt x="522732" y="326136"/>
                  </a:lnTo>
                  <a:lnTo>
                    <a:pt x="559308" y="298704"/>
                  </a:lnTo>
                  <a:lnTo>
                    <a:pt x="580644" y="274320"/>
                  </a:lnTo>
                  <a:lnTo>
                    <a:pt x="592836" y="259080"/>
                  </a:lnTo>
                  <a:lnTo>
                    <a:pt x="597408" y="249936"/>
                  </a:lnTo>
                  <a:lnTo>
                    <a:pt x="603504" y="231648"/>
                  </a:lnTo>
                  <a:lnTo>
                    <a:pt x="606552" y="224028"/>
                  </a:lnTo>
                  <a:lnTo>
                    <a:pt x="608076" y="213360"/>
                  </a:lnTo>
                  <a:lnTo>
                    <a:pt x="609600" y="204216"/>
                  </a:lnTo>
                  <a:lnTo>
                    <a:pt x="609600" y="185928"/>
                  </a:lnTo>
                  <a:lnTo>
                    <a:pt x="597408" y="140208"/>
                  </a:lnTo>
                  <a:lnTo>
                    <a:pt x="574548" y="108204"/>
                  </a:lnTo>
                  <a:lnTo>
                    <a:pt x="559308" y="92964"/>
                  </a:lnTo>
                  <a:lnTo>
                    <a:pt x="542544" y="77724"/>
                  </a:lnTo>
                  <a:lnTo>
                    <a:pt x="501396" y="51816"/>
                  </a:lnTo>
                  <a:lnTo>
                    <a:pt x="454152" y="32003"/>
                  </a:lnTo>
                  <a:lnTo>
                    <a:pt x="399287" y="18288"/>
                  </a:lnTo>
                  <a:lnTo>
                    <a:pt x="341376" y="10667"/>
                  </a:lnTo>
                  <a:lnTo>
                    <a:pt x="310895" y="9144"/>
                  </a:lnTo>
                  <a:lnTo>
                    <a:pt x="400812" y="9144"/>
                  </a:lnTo>
                  <a:lnTo>
                    <a:pt x="457200" y="22860"/>
                  </a:lnTo>
                  <a:lnTo>
                    <a:pt x="505968" y="44196"/>
                  </a:lnTo>
                  <a:lnTo>
                    <a:pt x="548639" y="70104"/>
                  </a:lnTo>
                  <a:lnTo>
                    <a:pt x="565404" y="85344"/>
                  </a:lnTo>
                  <a:lnTo>
                    <a:pt x="574548" y="92964"/>
                  </a:lnTo>
                  <a:lnTo>
                    <a:pt x="582168" y="100584"/>
                  </a:lnTo>
                  <a:lnTo>
                    <a:pt x="594360" y="118872"/>
                  </a:lnTo>
                  <a:lnTo>
                    <a:pt x="600456" y="126492"/>
                  </a:lnTo>
                  <a:lnTo>
                    <a:pt x="605028" y="135636"/>
                  </a:lnTo>
                  <a:lnTo>
                    <a:pt x="609600" y="146304"/>
                  </a:lnTo>
                  <a:lnTo>
                    <a:pt x="615696" y="164592"/>
                  </a:lnTo>
                  <a:lnTo>
                    <a:pt x="617220" y="175260"/>
                  </a:lnTo>
                  <a:lnTo>
                    <a:pt x="618744" y="184404"/>
                  </a:lnTo>
                  <a:lnTo>
                    <a:pt x="620268" y="195072"/>
                  </a:lnTo>
                  <a:lnTo>
                    <a:pt x="618744" y="205740"/>
                  </a:lnTo>
                  <a:lnTo>
                    <a:pt x="618744" y="214884"/>
                  </a:lnTo>
                  <a:lnTo>
                    <a:pt x="605028" y="254508"/>
                  </a:lnTo>
                  <a:lnTo>
                    <a:pt x="594360" y="271272"/>
                  </a:lnTo>
                  <a:lnTo>
                    <a:pt x="582168" y="289560"/>
                  </a:lnTo>
                  <a:lnTo>
                    <a:pt x="548639" y="320040"/>
                  </a:lnTo>
                  <a:lnTo>
                    <a:pt x="483108" y="358140"/>
                  </a:lnTo>
                  <a:lnTo>
                    <a:pt x="429768" y="374904"/>
                  </a:lnTo>
                  <a:lnTo>
                    <a:pt x="40233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92056" y="253392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67027" y="3866388"/>
            <a:ext cx="620395" cy="390525"/>
            <a:chOff x="1367027" y="3866388"/>
            <a:chExt cx="620395" cy="390525"/>
          </a:xfrm>
        </p:grpSpPr>
        <p:sp>
          <p:nvSpPr>
            <p:cNvPr id="8" name="object 8"/>
            <p:cNvSpPr/>
            <p:nvPr/>
          </p:nvSpPr>
          <p:spPr>
            <a:xfrm>
              <a:off x="1371599" y="387096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304800" y="381000"/>
                  </a:moveTo>
                  <a:lnTo>
                    <a:pt x="250195" y="377929"/>
                  </a:lnTo>
                  <a:lnTo>
                    <a:pt x="198726" y="369075"/>
                  </a:lnTo>
                  <a:lnTo>
                    <a:pt x="151271" y="354979"/>
                  </a:lnTo>
                  <a:lnTo>
                    <a:pt x="108707" y="336178"/>
                  </a:lnTo>
                  <a:lnTo>
                    <a:pt x="71914" y="313214"/>
                  </a:lnTo>
                  <a:lnTo>
                    <a:pt x="41768" y="286624"/>
                  </a:lnTo>
                  <a:lnTo>
                    <a:pt x="4933" y="224728"/>
                  </a:lnTo>
                  <a:lnTo>
                    <a:pt x="0" y="190500"/>
                  </a:lnTo>
                  <a:lnTo>
                    <a:pt x="4933" y="156271"/>
                  </a:lnTo>
                  <a:lnTo>
                    <a:pt x="41768" y="94375"/>
                  </a:lnTo>
                  <a:lnTo>
                    <a:pt x="71914" y="67785"/>
                  </a:lnTo>
                  <a:lnTo>
                    <a:pt x="108707" y="44821"/>
                  </a:lnTo>
                  <a:lnTo>
                    <a:pt x="151271" y="26020"/>
                  </a:lnTo>
                  <a:lnTo>
                    <a:pt x="198726" y="11924"/>
                  </a:lnTo>
                  <a:lnTo>
                    <a:pt x="250195" y="3070"/>
                  </a:lnTo>
                  <a:lnTo>
                    <a:pt x="304800" y="0"/>
                  </a:lnTo>
                  <a:lnTo>
                    <a:pt x="359806" y="3070"/>
                  </a:lnTo>
                  <a:lnTo>
                    <a:pt x="411488" y="11924"/>
                  </a:lnTo>
                  <a:lnTo>
                    <a:pt x="459006" y="26020"/>
                  </a:lnTo>
                  <a:lnTo>
                    <a:pt x="501519" y="44821"/>
                  </a:lnTo>
                  <a:lnTo>
                    <a:pt x="538187" y="67785"/>
                  </a:lnTo>
                  <a:lnTo>
                    <a:pt x="568169" y="94375"/>
                  </a:lnTo>
                  <a:lnTo>
                    <a:pt x="604716" y="156271"/>
                  </a:lnTo>
                  <a:lnTo>
                    <a:pt x="609600" y="190500"/>
                  </a:lnTo>
                  <a:lnTo>
                    <a:pt x="604716" y="224728"/>
                  </a:lnTo>
                  <a:lnTo>
                    <a:pt x="568169" y="286624"/>
                  </a:lnTo>
                  <a:lnTo>
                    <a:pt x="538187" y="313214"/>
                  </a:lnTo>
                  <a:lnTo>
                    <a:pt x="501519" y="336178"/>
                  </a:lnTo>
                  <a:lnTo>
                    <a:pt x="459006" y="354979"/>
                  </a:lnTo>
                  <a:lnTo>
                    <a:pt x="411488" y="369075"/>
                  </a:lnTo>
                  <a:lnTo>
                    <a:pt x="359806" y="377929"/>
                  </a:lnTo>
                  <a:lnTo>
                    <a:pt x="304800" y="381000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67027" y="3866388"/>
              <a:ext cx="620395" cy="390525"/>
            </a:xfrm>
            <a:custGeom>
              <a:avLst/>
              <a:gdLst/>
              <a:ahLst/>
              <a:cxnLst/>
              <a:rect l="l" t="t" r="r" b="b"/>
              <a:pathLst>
                <a:path w="620394" h="390525">
                  <a:moveTo>
                    <a:pt x="310895" y="390144"/>
                  </a:moveTo>
                  <a:lnTo>
                    <a:pt x="278892" y="390144"/>
                  </a:lnTo>
                  <a:lnTo>
                    <a:pt x="248412" y="387096"/>
                  </a:lnTo>
                  <a:lnTo>
                    <a:pt x="190500" y="374904"/>
                  </a:lnTo>
                  <a:lnTo>
                    <a:pt x="138684" y="358140"/>
                  </a:lnTo>
                  <a:lnTo>
                    <a:pt x="91440" y="333756"/>
                  </a:lnTo>
                  <a:lnTo>
                    <a:pt x="54864" y="304800"/>
                  </a:lnTo>
                  <a:lnTo>
                    <a:pt x="45720" y="297180"/>
                  </a:lnTo>
                  <a:lnTo>
                    <a:pt x="38100" y="289560"/>
                  </a:lnTo>
                  <a:lnTo>
                    <a:pt x="32004" y="280416"/>
                  </a:lnTo>
                  <a:lnTo>
                    <a:pt x="25908" y="272796"/>
                  </a:lnTo>
                  <a:lnTo>
                    <a:pt x="19812" y="263652"/>
                  </a:lnTo>
                  <a:lnTo>
                    <a:pt x="10668" y="245364"/>
                  </a:lnTo>
                  <a:lnTo>
                    <a:pt x="7620" y="234696"/>
                  </a:lnTo>
                  <a:lnTo>
                    <a:pt x="4572" y="225552"/>
                  </a:lnTo>
                  <a:lnTo>
                    <a:pt x="1524" y="214884"/>
                  </a:lnTo>
                  <a:lnTo>
                    <a:pt x="1524" y="205740"/>
                  </a:lnTo>
                  <a:lnTo>
                    <a:pt x="0" y="195072"/>
                  </a:lnTo>
                  <a:lnTo>
                    <a:pt x="1524" y="184404"/>
                  </a:lnTo>
                  <a:lnTo>
                    <a:pt x="1524" y="175260"/>
                  </a:lnTo>
                  <a:lnTo>
                    <a:pt x="4572" y="164592"/>
                  </a:lnTo>
                  <a:lnTo>
                    <a:pt x="19812" y="128016"/>
                  </a:lnTo>
                  <a:lnTo>
                    <a:pt x="45720" y="92964"/>
                  </a:lnTo>
                  <a:lnTo>
                    <a:pt x="91440" y="56388"/>
                  </a:lnTo>
                  <a:lnTo>
                    <a:pt x="137160" y="33528"/>
                  </a:lnTo>
                  <a:lnTo>
                    <a:pt x="190500" y="15240"/>
                  </a:lnTo>
                  <a:lnTo>
                    <a:pt x="248412" y="4572"/>
                  </a:lnTo>
                  <a:lnTo>
                    <a:pt x="309372" y="0"/>
                  </a:lnTo>
                  <a:lnTo>
                    <a:pt x="341376" y="1524"/>
                  </a:lnTo>
                  <a:lnTo>
                    <a:pt x="371856" y="4572"/>
                  </a:lnTo>
                  <a:lnTo>
                    <a:pt x="400812" y="9144"/>
                  </a:lnTo>
                  <a:lnTo>
                    <a:pt x="310895" y="9144"/>
                  </a:lnTo>
                  <a:lnTo>
                    <a:pt x="278892" y="10667"/>
                  </a:lnTo>
                  <a:lnTo>
                    <a:pt x="220980" y="18288"/>
                  </a:lnTo>
                  <a:lnTo>
                    <a:pt x="166116" y="32003"/>
                  </a:lnTo>
                  <a:lnTo>
                    <a:pt x="118872" y="51816"/>
                  </a:lnTo>
                  <a:lnTo>
                    <a:pt x="77724" y="77724"/>
                  </a:lnTo>
                  <a:lnTo>
                    <a:pt x="45720" y="106680"/>
                  </a:lnTo>
                  <a:lnTo>
                    <a:pt x="39624" y="115824"/>
                  </a:lnTo>
                  <a:lnTo>
                    <a:pt x="33528" y="123444"/>
                  </a:lnTo>
                  <a:lnTo>
                    <a:pt x="27432" y="132588"/>
                  </a:lnTo>
                  <a:lnTo>
                    <a:pt x="22860" y="140208"/>
                  </a:lnTo>
                  <a:lnTo>
                    <a:pt x="13716" y="167640"/>
                  </a:lnTo>
                  <a:lnTo>
                    <a:pt x="10668" y="185928"/>
                  </a:lnTo>
                  <a:lnTo>
                    <a:pt x="10668" y="204216"/>
                  </a:lnTo>
                  <a:lnTo>
                    <a:pt x="15240" y="231648"/>
                  </a:lnTo>
                  <a:lnTo>
                    <a:pt x="19812" y="240792"/>
                  </a:lnTo>
                  <a:lnTo>
                    <a:pt x="22860" y="249936"/>
                  </a:lnTo>
                  <a:lnTo>
                    <a:pt x="27432" y="257556"/>
                  </a:lnTo>
                  <a:lnTo>
                    <a:pt x="33528" y="266700"/>
                  </a:lnTo>
                  <a:lnTo>
                    <a:pt x="39624" y="274320"/>
                  </a:lnTo>
                  <a:lnTo>
                    <a:pt x="45720" y="283464"/>
                  </a:lnTo>
                  <a:lnTo>
                    <a:pt x="77724" y="312420"/>
                  </a:lnTo>
                  <a:lnTo>
                    <a:pt x="118872" y="338328"/>
                  </a:lnTo>
                  <a:lnTo>
                    <a:pt x="166116" y="358140"/>
                  </a:lnTo>
                  <a:lnTo>
                    <a:pt x="220980" y="371856"/>
                  </a:lnTo>
                  <a:lnTo>
                    <a:pt x="278892" y="379476"/>
                  </a:lnTo>
                  <a:lnTo>
                    <a:pt x="309372" y="381000"/>
                  </a:lnTo>
                  <a:lnTo>
                    <a:pt x="402336" y="381000"/>
                  </a:lnTo>
                  <a:lnTo>
                    <a:pt x="371856" y="387096"/>
                  </a:lnTo>
                  <a:lnTo>
                    <a:pt x="310895" y="390144"/>
                  </a:lnTo>
                  <a:close/>
                </a:path>
                <a:path w="620394" h="390525">
                  <a:moveTo>
                    <a:pt x="402336" y="381000"/>
                  </a:moveTo>
                  <a:lnTo>
                    <a:pt x="309372" y="381000"/>
                  </a:lnTo>
                  <a:lnTo>
                    <a:pt x="341376" y="379476"/>
                  </a:lnTo>
                  <a:lnTo>
                    <a:pt x="370332" y="376428"/>
                  </a:lnTo>
                  <a:lnTo>
                    <a:pt x="426720" y="365760"/>
                  </a:lnTo>
                  <a:lnTo>
                    <a:pt x="478536" y="348996"/>
                  </a:lnTo>
                  <a:lnTo>
                    <a:pt x="522732" y="326136"/>
                  </a:lnTo>
                  <a:lnTo>
                    <a:pt x="559308" y="298704"/>
                  </a:lnTo>
                  <a:lnTo>
                    <a:pt x="580644" y="274320"/>
                  </a:lnTo>
                  <a:lnTo>
                    <a:pt x="592836" y="259080"/>
                  </a:lnTo>
                  <a:lnTo>
                    <a:pt x="597408" y="249936"/>
                  </a:lnTo>
                  <a:lnTo>
                    <a:pt x="603504" y="231648"/>
                  </a:lnTo>
                  <a:lnTo>
                    <a:pt x="606552" y="224028"/>
                  </a:lnTo>
                  <a:lnTo>
                    <a:pt x="608076" y="213360"/>
                  </a:lnTo>
                  <a:lnTo>
                    <a:pt x="609600" y="204216"/>
                  </a:lnTo>
                  <a:lnTo>
                    <a:pt x="609600" y="185928"/>
                  </a:lnTo>
                  <a:lnTo>
                    <a:pt x="597408" y="140208"/>
                  </a:lnTo>
                  <a:lnTo>
                    <a:pt x="574548" y="108204"/>
                  </a:lnTo>
                  <a:lnTo>
                    <a:pt x="559308" y="92964"/>
                  </a:lnTo>
                  <a:lnTo>
                    <a:pt x="542544" y="77724"/>
                  </a:lnTo>
                  <a:lnTo>
                    <a:pt x="501396" y="51816"/>
                  </a:lnTo>
                  <a:lnTo>
                    <a:pt x="454152" y="32003"/>
                  </a:lnTo>
                  <a:lnTo>
                    <a:pt x="399287" y="18288"/>
                  </a:lnTo>
                  <a:lnTo>
                    <a:pt x="341376" y="10667"/>
                  </a:lnTo>
                  <a:lnTo>
                    <a:pt x="310895" y="9144"/>
                  </a:lnTo>
                  <a:lnTo>
                    <a:pt x="400812" y="9144"/>
                  </a:lnTo>
                  <a:lnTo>
                    <a:pt x="457200" y="22860"/>
                  </a:lnTo>
                  <a:lnTo>
                    <a:pt x="505968" y="44196"/>
                  </a:lnTo>
                  <a:lnTo>
                    <a:pt x="548639" y="70104"/>
                  </a:lnTo>
                  <a:lnTo>
                    <a:pt x="565404" y="85344"/>
                  </a:lnTo>
                  <a:lnTo>
                    <a:pt x="574548" y="92964"/>
                  </a:lnTo>
                  <a:lnTo>
                    <a:pt x="582168" y="100584"/>
                  </a:lnTo>
                  <a:lnTo>
                    <a:pt x="594360" y="118872"/>
                  </a:lnTo>
                  <a:lnTo>
                    <a:pt x="600456" y="126492"/>
                  </a:lnTo>
                  <a:lnTo>
                    <a:pt x="605028" y="135636"/>
                  </a:lnTo>
                  <a:lnTo>
                    <a:pt x="609600" y="146304"/>
                  </a:lnTo>
                  <a:lnTo>
                    <a:pt x="615696" y="164592"/>
                  </a:lnTo>
                  <a:lnTo>
                    <a:pt x="617220" y="175260"/>
                  </a:lnTo>
                  <a:lnTo>
                    <a:pt x="618744" y="184404"/>
                  </a:lnTo>
                  <a:lnTo>
                    <a:pt x="620268" y="195072"/>
                  </a:lnTo>
                  <a:lnTo>
                    <a:pt x="618744" y="205740"/>
                  </a:lnTo>
                  <a:lnTo>
                    <a:pt x="618744" y="214884"/>
                  </a:lnTo>
                  <a:lnTo>
                    <a:pt x="605028" y="254508"/>
                  </a:lnTo>
                  <a:lnTo>
                    <a:pt x="594360" y="271272"/>
                  </a:lnTo>
                  <a:lnTo>
                    <a:pt x="582168" y="289560"/>
                  </a:lnTo>
                  <a:lnTo>
                    <a:pt x="548639" y="320040"/>
                  </a:lnTo>
                  <a:lnTo>
                    <a:pt x="483108" y="358140"/>
                  </a:lnTo>
                  <a:lnTo>
                    <a:pt x="429768" y="374904"/>
                  </a:lnTo>
                  <a:lnTo>
                    <a:pt x="40233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01225" y="390552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38627" y="3942588"/>
            <a:ext cx="620395" cy="390525"/>
            <a:chOff x="2738627" y="3942588"/>
            <a:chExt cx="620395" cy="390525"/>
          </a:xfrm>
        </p:grpSpPr>
        <p:sp>
          <p:nvSpPr>
            <p:cNvPr id="12" name="object 12"/>
            <p:cNvSpPr/>
            <p:nvPr/>
          </p:nvSpPr>
          <p:spPr>
            <a:xfrm>
              <a:off x="2743199" y="394716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304800" y="381000"/>
                  </a:moveTo>
                  <a:lnTo>
                    <a:pt x="250195" y="377929"/>
                  </a:lnTo>
                  <a:lnTo>
                    <a:pt x="198726" y="369075"/>
                  </a:lnTo>
                  <a:lnTo>
                    <a:pt x="151271" y="354979"/>
                  </a:lnTo>
                  <a:lnTo>
                    <a:pt x="108707" y="336178"/>
                  </a:lnTo>
                  <a:lnTo>
                    <a:pt x="71914" y="313214"/>
                  </a:lnTo>
                  <a:lnTo>
                    <a:pt x="41768" y="286624"/>
                  </a:lnTo>
                  <a:lnTo>
                    <a:pt x="4933" y="224728"/>
                  </a:lnTo>
                  <a:lnTo>
                    <a:pt x="0" y="190500"/>
                  </a:lnTo>
                  <a:lnTo>
                    <a:pt x="4933" y="156271"/>
                  </a:lnTo>
                  <a:lnTo>
                    <a:pt x="41768" y="94375"/>
                  </a:lnTo>
                  <a:lnTo>
                    <a:pt x="71914" y="67785"/>
                  </a:lnTo>
                  <a:lnTo>
                    <a:pt x="108707" y="44821"/>
                  </a:lnTo>
                  <a:lnTo>
                    <a:pt x="151271" y="26020"/>
                  </a:lnTo>
                  <a:lnTo>
                    <a:pt x="198726" y="11924"/>
                  </a:lnTo>
                  <a:lnTo>
                    <a:pt x="250195" y="3070"/>
                  </a:lnTo>
                  <a:lnTo>
                    <a:pt x="304800" y="0"/>
                  </a:lnTo>
                  <a:lnTo>
                    <a:pt x="359806" y="3070"/>
                  </a:lnTo>
                  <a:lnTo>
                    <a:pt x="411488" y="11924"/>
                  </a:lnTo>
                  <a:lnTo>
                    <a:pt x="459006" y="26020"/>
                  </a:lnTo>
                  <a:lnTo>
                    <a:pt x="501519" y="44821"/>
                  </a:lnTo>
                  <a:lnTo>
                    <a:pt x="538187" y="67785"/>
                  </a:lnTo>
                  <a:lnTo>
                    <a:pt x="568169" y="94375"/>
                  </a:lnTo>
                  <a:lnTo>
                    <a:pt x="604716" y="156271"/>
                  </a:lnTo>
                  <a:lnTo>
                    <a:pt x="609600" y="190500"/>
                  </a:lnTo>
                  <a:lnTo>
                    <a:pt x="604716" y="224728"/>
                  </a:lnTo>
                  <a:lnTo>
                    <a:pt x="568169" y="286624"/>
                  </a:lnTo>
                  <a:lnTo>
                    <a:pt x="538187" y="313214"/>
                  </a:lnTo>
                  <a:lnTo>
                    <a:pt x="501519" y="336178"/>
                  </a:lnTo>
                  <a:lnTo>
                    <a:pt x="459006" y="354979"/>
                  </a:lnTo>
                  <a:lnTo>
                    <a:pt x="411488" y="369075"/>
                  </a:lnTo>
                  <a:lnTo>
                    <a:pt x="359806" y="377929"/>
                  </a:lnTo>
                  <a:lnTo>
                    <a:pt x="304800" y="381000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38627" y="3942588"/>
              <a:ext cx="620395" cy="390525"/>
            </a:xfrm>
            <a:custGeom>
              <a:avLst/>
              <a:gdLst/>
              <a:ahLst/>
              <a:cxnLst/>
              <a:rect l="l" t="t" r="r" b="b"/>
              <a:pathLst>
                <a:path w="620395" h="390525">
                  <a:moveTo>
                    <a:pt x="310895" y="390144"/>
                  </a:moveTo>
                  <a:lnTo>
                    <a:pt x="278892" y="390144"/>
                  </a:lnTo>
                  <a:lnTo>
                    <a:pt x="248412" y="387096"/>
                  </a:lnTo>
                  <a:lnTo>
                    <a:pt x="190500" y="374904"/>
                  </a:lnTo>
                  <a:lnTo>
                    <a:pt x="138684" y="358140"/>
                  </a:lnTo>
                  <a:lnTo>
                    <a:pt x="91440" y="333756"/>
                  </a:lnTo>
                  <a:lnTo>
                    <a:pt x="54864" y="304800"/>
                  </a:lnTo>
                  <a:lnTo>
                    <a:pt x="45720" y="297180"/>
                  </a:lnTo>
                  <a:lnTo>
                    <a:pt x="38100" y="289560"/>
                  </a:lnTo>
                  <a:lnTo>
                    <a:pt x="32004" y="280416"/>
                  </a:lnTo>
                  <a:lnTo>
                    <a:pt x="25908" y="272796"/>
                  </a:lnTo>
                  <a:lnTo>
                    <a:pt x="19812" y="263652"/>
                  </a:lnTo>
                  <a:lnTo>
                    <a:pt x="10668" y="245364"/>
                  </a:lnTo>
                  <a:lnTo>
                    <a:pt x="7620" y="234696"/>
                  </a:lnTo>
                  <a:lnTo>
                    <a:pt x="4572" y="225552"/>
                  </a:lnTo>
                  <a:lnTo>
                    <a:pt x="1524" y="214884"/>
                  </a:lnTo>
                  <a:lnTo>
                    <a:pt x="1524" y="205740"/>
                  </a:lnTo>
                  <a:lnTo>
                    <a:pt x="0" y="195072"/>
                  </a:lnTo>
                  <a:lnTo>
                    <a:pt x="1524" y="184404"/>
                  </a:lnTo>
                  <a:lnTo>
                    <a:pt x="1524" y="175260"/>
                  </a:lnTo>
                  <a:lnTo>
                    <a:pt x="4572" y="164592"/>
                  </a:lnTo>
                  <a:lnTo>
                    <a:pt x="19812" y="128016"/>
                  </a:lnTo>
                  <a:lnTo>
                    <a:pt x="45720" y="92964"/>
                  </a:lnTo>
                  <a:lnTo>
                    <a:pt x="91440" y="56388"/>
                  </a:lnTo>
                  <a:lnTo>
                    <a:pt x="137160" y="33528"/>
                  </a:lnTo>
                  <a:lnTo>
                    <a:pt x="190500" y="15240"/>
                  </a:lnTo>
                  <a:lnTo>
                    <a:pt x="248412" y="4572"/>
                  </a:lnTo>
                  <a:lnTo>
                    <a:pt x="309372" y="0"/>
                  </a:lnTo>
                  <a:lnTo>
                    <a:pt x="341376" y="1524"/>
                  </a:lnTo>
                  <a:lnTo>
                    <a:pt x="371856" y="4572"/>
                  </a:lnTo>
                  <a:lnTo>
                    <a:pt x="400812" y="9144"/>
                  </a:lnTo>
                  <a:lnTo>
                    <a:pt x="310895" y="9144"/>
                  </a:lnTo>
                  <a:lnTo>
                    <a:pt x="278892" y="10667"/>
                  </a:lnTo>
                  <a:lnTo>
                    <a:pt x="220980" y="18288"/>
                  </a:lnTo>
                  <a:lnTo>
                    <a:pt x="166116" y="32003"/>
                  </a:lnTo>
                  <a:lnTo>
                    <a:pt x="118872" y="51816"/>
                  </a:lnTo>
                  <a:lnTo>
                    <a:pt x="77724" y="77724"/>
                  </a:lnTo>
                  <a:lnTo>
                    <a:pt x="45720" y="106680"/>
                  </a:lnTo>
                  <a:lnTo>
                    <a:pt x="39624" y="115824"/>
                  </a:lnTo>
                  <a:lnTo>
                    <a:pt x="33528" y="123444"/>
                  </a:lnTo>
                  <a:lnTo>
                    <a:pt x="27432" y="132588"/>
                  </a:lnTo>
                  <a:lnTo>
                    <a:pt x="22860" y="140208"/>
                  </a:lnTo>
                  <a:lnTo>
                    <a:pt x="13716" y="167640"/>
                  </a:lnTo>
                  <a:lnTo>
                    <a:pt x="10668" y="185928"/>
                  </a:lnTo>
                  <a:lnTo>
                    <a:pt x="10668" y="204216"/>
                  </a:lnTo>
                  <a:lnTo>
                    <a:pt x="15240" y="231648"/>
                  </a:lnTo>
                  <a:lnTo>
                    <a:pt x="19812" y="240792"/>
                  </a:lnTo>
                  <a:lnTo>
                    <a:pt x="22860" y="249936"/>
                  </a:lnTo>
                  <a:lnTo>
                    <a:pt x="27432" y="257556"/>
                  </a:lnTo>
                  <a:lnTo>
                    <a:pt x="33528" y="266700"/>
                  </a:lnTo>
                  <a:lnTo>
                    <a:pt x="39624" y="274320"/>
                  </a:lnTo>
                  <a:lnTo>
                    <a:pt x="45720" y="283464"/>
                  </a:lnTo>
                  <a:lnTo>
                    <a:pt x="77724" y="312420"/>
                  </a:lnTo>
                  <a:lnTo>
                    <a:pt x="118872" y="338328"/>
                  </a:lnTo>
                  <a:lnTo>
                    <a:pt x="166116" y="358140"/>
                  </a:lnTo>
                  <a:lnTo>
                    <a:pt x="220980" y="371856"/>
                  </a:lnTo>
                  <a:lnTo>
                    <a:pt x="278892" y="379476"/>
                  </a:lnTo>
                  <a:lnTo>
                    <a:pt x="309372" y="381000"/>
                  </a:lnTo>
                  <a:lnTo>
                    <a:pt x="402336" y="381000"/>
                  </a:lnTo>
                  <a:lnTo>
                    <a:pt x="371856" y="387096"/>
                  </a:lnTo>
                  <a:lnTo>
                    <a:pt x="310895" y="390144"/>
                  </a:lnTo>
                  <a:close/>
                </a:path>
                <a:path w="620395" h="390525">
                  <a:moveTo>
                    <a:pt x="402336" y="381000"/>
                  </a:moveTo>
                  <a:lnTo>
                    <a:pt x="309372" y="381000"/>
                  </a:lnTo>
                  <a:lnTo>
                    <a:pt x="341376" y="379476"/>
                  </a:lnTo>
                  <a:lnTo>
                    <a:pt x="370332" y="376428"/>
                  </a:lnTo>
                  <a:lnTo>
                    <a:pt x="426720" y="365760"/>
                  </a:lnTo>
                  <a:lnTo>
                    <a:pt x="478536" y="348996"/>
                  </a:lnTo>
                  <a:lnTo>
                    <a:pt x="522732" y="326136"/>
                  </a:lnTo>
                  <a:lnTo>
                    <a:pt x="559308" y="298704"/>
                  </a:lnTo>
                  <a:lnTo>
                    <a:pt x="580644" y="274320"/>
                  </a:lnTo>
                  <a:lnTo>
                    <a:pt x="592836" y="259080"/>
                  </a:lnTo>
                  <a:lnTo>
                    <a:pt x="597408" y="249936"/>
                  </a:lnTo>
                  <a:lnTo>
                    <a:pt x="603504" y="231648"/>
                  </a:lnTo>
                  <a:lnTo>
                    <a:pt x="606552" y="224028"/>
                  </a:lnTo>
                  <a:lnTo>
                    <a:pt x="608076" y="213360"/>
                  </a:lnTo>
                  <a:lnTo>
                    <a:pt x="609600" y="204216"/>
                  </a:lnTo>
                  <a:lnTo>
                    <a:pt x="609600" y="185928"/>
                  </a:lnTo>
                  <a:lnTo>
                    <a:pt x="597408" y="140208"/>
                  </a:lnTo>
                  <a:lnTo>
                    <a:pt x="574548" y="108204"/>
                  </a:lnTo>
                  <a:lnTo>
                    <a:pt x="559308" y="92964"/>
                  </a:lnTo>
                  <a:lnTo>
                    <a:pt x="542544" y="77724"/>
                  </a:lnTo>
                  <a:lnTo>
                    <a:pt x="501396" y="51816"/>
                  </a:lnTo>
                  <a:lnTo>
                    <a:pt x="454152" y="32003"/>
                  </a:lnTo>
                  <a:lnTo>
                    <a:pt x="399287" y="18288"/>
                  </a:lnTo>
                  <a:lnTo>
                    <a:pt x="341376" y="10667"/>
                  </a:lnTo>
                  <a:lnTo>
                    <a:pt x="310895" y="9144"/>
                  </a:lnTo>
                  <a:lnTo>
                    <a:pt x="400812" y="9144"/>
                  </a:lnTo>
                  <a:lnTo>
                    <a:pt x="457200" y="22860"/>
                  </a:lnTo>
                  <a:lnTo>
                    <a:pt x="505968" y="44196"/>
                  </a:lnTo>
                  <a:lnTo>
                    <a:pt x="548639" y="70104"/>
                  </a:lnTo>
                  <a:lnTo>
                    <a:pt x="565404" y="85344"/>
                  </a:lnTo>
                  <a:lnTo>
                    <a:pt x="574548" y="92964"/>
                  </a:lnTo>
                  <a:lnTo>
                    <a:pt x="582168" y="100584"/>
                  </a:lnTo>
                  <a:lnTo>
                    <a:pt x="594360" y="118872"/>
                  </a:lnTo>
                  <a:lnTo>
                    <a:pt x="600456" y="126492"/>
                  </a:lnTo>
                  <a:lnTo>
                    <a:pt x="605028" y="135636"/>
                  </a:lnTo>
                  <a:lnTo>
                    <a:pt x="609600" y="146304"/>
                  </a:lnTo>
                  <a:lnTo>
                    <a:pt x="615696" y="164592"/>
                  </a:lnTo>
                  <a:lnTo>
                    <a:pt x="617220" y="175260"/>
                  </a:lnTo>
                  <a:lnTo>
                    <a:pt x="618744" y="184404"/>
                  </a:lnTo>
                  <a:lnTo>
                    <a:pt x="620268" y="195072"/>
                  </a:lnTo>
                  <a:lnTo>
                    <a:pt x="618744" y="205740"/>
                  </a:lnTo>
                  <a:lnTo>
                    <a:pt x="618744" y="214884"/>
                  </a:lnTo>
                  <a:lnTo>
                    <a:pt x="605028" y="254508"/>
                  </a:lnTo>
                  <a:lnTo>
                    <a:pt x="594360" y="271272"/>
                  </a:lnTo>
                  <a:lnTo>
                    <a:pt x="582168" y="289560"/>
                  </a:lnTo>
                  <a:lnTo>
                    <a:pt x="548639" y="320040"/>
                  </a:lnTo>
                  <a:lnTo>
                    <a:pt x="483108" y="358140"/>
                  </a:lnTo>
                  <a:lnTo>
                    <a:pt x="429768" y="374904"/>
                  </a:lnTo>
                  <a:lnTo>
                    <a:pt x="40233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72821" y="39816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57827" y="3942588"/>
            <a:ext cx="620395" cy="390525"/>
            <a:chOff x="3957827" y="3942588"/>
            <a:chExt cx="620395" cy="390525"/>
          </a:xfrm>
        </p:grpSpPr>
        <p:sp>
          <p:nvSpPr>
            <p:cNvPr id="16" name="object 16"/>
            <p:cNvSpPr/>
            <p:nvPr/>
          </p:nvSpPr>
          <p:spPr>
            <a:xfrm>
              <a:off x="3962399" y="394716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304800" y="381000"/>
                  </a:moveTo>
                  <a:lnTo>
                    <a:pt x="250195" y="377929"/>
                  </a:lnTo>
                  <a:lnTo>
                    <a:pt x="198726" y="369075"/>
                  </a:lnTo>
                  <a:lnTo>
                    <a:pt x="151271" y="354979"/>
                  </a:lnTo>
                  <a:lnTo>
                    <a:pt x="108707" y="336178"/>
                  </a:lnTo>
                  <a:lnTo>
                    <a:pt x="71914" y="313214"/>
                  </a:lnTo>
                  <a:lnTo>
                    <a:pt x="41768" y="286624"/>
                  </a:lnTo>
                  <a:lnTo>
                    <a:pt x="4933" y="224728"/>
                  </a:lnTo>
                  <a:lnTo>
                    <a:pt x="0" y="190500"/>
                  </a:lnTo>
                  <a:lnTo>
                    <a:pt x="4933" y="156271"/>
                  </a:lnTo>
                  <a:lnTo>
                    <a:pt x="41768" y="94375"/>
                  </a:lnTo>
                  <a:lnTo>
                    <a:pt x="71914" y="67785"/>
                  </a:lnTo>
                  <a:lnTo>
                    <a:pt x="108707" y="44821"/>
                  </a:lnTo>
                  <a:lnTo>
                    <a:pt x="151271" y="26020"/>
                  </a:lnTo>
                  <a:lnTo>
                    <a:pt x="198726" y="11924"/>
                  </a:lnTo>
                  <a:lnTo>
                    <a:pt x="250195" y="3070"/>
                  </a:lnTo>
                  <a:lnTo>
                    <a:pt x="304800" y="0"/>
                  </a:lnTo>
                  <a:lnTo>
                    <a:pt x="359806" y="3070"/>
                  </a:lnTo>
                  <a:lnTo>
                    <a:pt x="411488" y="11924"/>
                  </a:lnTo>
                  <a:lnTo>
                    <a:pt x="459006" y="26020"/>
                  </a:lnTo>
                  <a:lnTo>
                    <a:pt x="501519" y="44821"/>
                  </a:lnTo>
                  <a:lnTo>
                    <a:pt x="538187" y="67785"/>
                  </a:lnTo>
                  <a:lnTo>
                    <a:pt x="568169" y="94375"/>
                  </a:lnTo>
                  <a:lnTo>
                    <a:pt x="604716" y="156271"/>
                  </a:lnTo>
                  <a:lnTo>
                    <a:pt x="609600" y="190500"/>
                  </a:lnTo>
                  <a:lnTo>
                    <a:pt x="604716" y="224728"/>
                  </a:lnTo>
                  <a:lnTo>
                    <a:pt x="568169" y="286624"/>
                  </a:lnTo>
                  <a:lnTo>
                    <a:pt x="538187" y="313214"/>
                  </a:lnTo>
                  <a:lnTo>
                    <a:pt x="501519" y="336178"/>
                  </a:lnTo>
                  <a:lnTo>
                    <a:pt x="459006" y="354979"/>
                  </a:lnTo>
                  <a:lnTo>
                    <a:pt x="411488" y="369075"/>
                  </a:lnTo>
                  <a:lnTo>
                    <a:pt x="359806" y="377929"/>
                  </a:lnTo>
                  <a:lnTo>
                    <a:pt x="304800" y="3810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57827" y="3942588"/>
              <a:ext cx="620395" cy="390525"/>
            </a:xfrm>
            <a:custGeom>
              <a:avLst/>
              <a:gdLst/>
              <a:ahLst/>
              <a:cxnLst/>
              <a:rect l="l" t="t" r="r" b="b"/>
              <a:pathLst>
                <a:path w="620395" h="390525">
                  <a:moveTo>
                    <a:pt x="310895" y="390144"/>
                  </a:moveTo>
                  <a:lnTo>
                    <a:pt x="278892" y="390144"/>
                  </a:lnTo>
                  <a:lnTo>
                    <a:pt x="248412" y="387096"/>
                  </a:lnTo>
                  <a:lnTo>
                    <a:pt x="190500" y="374904"/>
                  </a:lnTo>
                  <a:lnTo>
                    <a:pt x="138684" y="358140"/>
                  </a:lnTo>
                  <a:lnTo>
                    <a:pt x="91440" y="333756"/>
                  </a:lnTo>
                  <a:lnTo>
                    <a:pt x="54864" y="304800"/>
                  </a:lnTo>
                  <a:lnTo>
                    <a:pt x="45720" y="297180"/>
                  </a:lnTo>
                  <a:lnTo>
                    <a:pt x="38100" y="289560"/>
                  </a:lnTo>
                  <a:lnTo>
                    <a:pt x="32004" y="280416"/>
                  </a:lnTo>
                  <a:lnTo>
                    <a:pt x="25908" y="272796"/>
                  </a:lnTo>
                  <a:lnTo>
                    <a:pt x="19812" y="263652"/>
                  </a:lnTo>
                  <a:lnTo>
                    <a:pt x="10668" y="245364"/>
                  </a:lnTo>
                  <a:lnTo>
                    <a:pt x="7620" y="234696"/>
                  </a:lnTo>
                  <a:lnTo>
                    <a:pt x="4572" y="225552"/>
                  </a:lnTo>
                  <a:lnTo>
                    <a:pt x="1524" y="214884"/>
                  </a:lnTo>
                  <a:lnTo>
                    <a:pt x="1524" y="205740"/>
                  </a:lnTo>
                  <a:lnTo>
                    <a:pt x="0" y="195072"/>
                  </a:lnTo>
                  <a:lnTo>
                    <a:pt x="1524" y="184404"/>
                  </a:lnTo>
                  <a:lnTo>
                    <a:pt x="1524" y="175260"/>
                  </a:lnTo>
                  <a:lnTo>
                    <a:pt x="4572" y="164592"/>
                  </a:lnTo>
                  <a:lnTo>
                    <a:pt x="19812" y="128016"/>
                  </a:lnTo>
                  <a:lnTo>
                    <a:pt x="45720" y="92964"/>
                  </a:lnTo>
                  <a:lnTo>
                    <a:pt x="91440" y="56388"/>
                  </a:lnTo>
                  <a:lnTo>
                    <a:pt x="137160" y="33528"/>
                  </a:lnTo>
                  <a:lnTo>
                    <a:pt x="190500" y="15240"/>
                  </a:lnTo>
                  <a:lnTo>
                    <a:pt x="248412" y="4572"/>
                  </a:lnTo>
                  <a:lnTo>
                    <a:pt x="309372" y="0"/>
                  </a:lnTo>
                  <a:lnTo>
                    <a:pt x="341376" y="1524"/>
                  </a:lnTo>
                  <a:lnTo>
                    <a:pt x="371856" y="4572"/>
                  </a:lnTo>
                  <a:lnTo>
                    <a:pt x="400812" y="9144"/>
                  </a:lnTo>
                  <a:lnTo>
                    <a:pt x="310895" y="9144"/>
                  </a:lnTo>
                  <a:lnTo>
                    <a:pt x="278892" y="10667"/>
                  </a:lnTo>
                  <a:lnTo>
                    <a:pt x="220980" y="18288"/>
                  </a:lnTo>
                  <a:lnTo>
                    <a:pt x="166116" y="32003"/>
                  </a:lnTo>
                  <a:lnTo>
                    <a:pt x="118872" y="51816"/>
                  </a:lnTo>
                  <a:lnTo>
                    <a:pt x="77724" y="77724"/>
                  </a:lnTo>
                  <a:lnTo>
                    <a:pt x="45720" y="106680"/>
                  </a:lnTo>
                  <a:lnTo>
                    <a:pt x="39624" y="115824"/>
                  </a:lnTo>
                  <a:lnTo>
                    <a:pt x="33528" y="123444"/>
                  </a:lnTo>
                  <a:lnTo>
                    <a:pt x="27432" y="132588"/>
                  </a:lnTo>
                  <a:lnTo>
                    <a:pt x="22860" y="140208"/>
                  </a:lnTo>
                  <a:lnTo>
                    <a:pt x="13716" y="167640"/>
                  </a:lnTo>
                  <a:lnTo>
                    <a:pt x="10668" y="185928"/>
                  </a:lnTo>
                  <a:lnTo>
                    <a:pt x="10668" y="204216"/>
                  </a:lnTo>
                  <a:lnTo>
                    <a:pt x="15240" y="231648"/>
                  </a:lnTo>
                  <a:lnTo>
                    <a:pt x="19812" y="240792"/>
                  </a:lnTo>
                  <a:lnTo>
                    <a:pt x="22860" y="249936"/>
                  </a:lnTo>
                  <a:lnTo>
                    <a:pt x="27432" y="257556"/>
                  </a:lnTo>
                  <a:lnTo>
                    <a:pt x="33528" y="266700"/>
                  </a:lnTo>
                  <a:lnTo>
                    <a:pt x="39624" y="274320"/>
                  </a:lnTo>
                  <a:lnTo>
                    <a:pt x="45720" y="283464"/>
                  </a:lnTo>
                  <a:lnTo>
                    <a:pt x="77724" y="312420"/>
                  </a:lnTo>
                  <a:lnTo>
                    <a:pt x="118872" y="338328"/>
                  </a:lnTo>
                  <a:lnTo>
                    <a:pt x="166116" y="358140"/>
                  </a:lnTo>
                  <a:lnTo>
                    <a:pt x="220980" y="371856"/>
                  </a:lnTo>
                  <a:lnTo>
                    <a:pt x="278892" y="379476"/>
                  </a:lnTo>
                  <a:lnTo>
                    <a:pt x="309372" y="381000"/>
                  </a:lnTo>
                  <a:lnTo>
                    <a:pt x="402336" y="381000"/>
                  </a:lnTo>
                  <a:lnTo>
                    <a:pt x="371856" y="387096"/>
                  </a:lnTo>
                  <a:lnTo>
                    <a:pt x="310895" y="390144"/>
                  </a:lnTo>
                  <a:close/>
                </a:path>
                <a:path w="620395" h="390525">
                  <a:moveTo>
                    <a:pt x="402336" y="381000"/>
                  </a:moveTo>
                  <a:lnTo>
                    <a:pt x="309372" y="381000"/>
                  </a:lnTo>
                  <a:lnTo>
                    <a:pt x="341376" y="379476"/>
                  </a:lnTo>
                  <a:lnTo>
                    <a:pt x="370332" y="376428"/>
                  </a:lnTo>
                  <a:lnTo>
                    <a:pt x="426720" y="365760"/>
                  </a:lnTo>
                  <a:lnTo>
                    <a:pt x="478536" y="348996"/>
                  </a:lnTo>
                  <a:lnTo>
                    <a:pt x="522732" y="326136"/>
                  </a:lnTo>
                  <a:lnTo>
                    <a:pt x="559308" y="298704"/>
                  </a:lnTo>
                  <a:lnTo>
                    <a:pt x="580644" y="274320"/>
                  </a:lnTo>
                  <a:lnTo>
                    <a:pt x="592836" y="259080"/>
                  </a:lnTo>
                  <a:lnTo>
                    <a:pt x="597408" y="249936"/>
                  </a:lnTo>
                  <a:lnTo>
                    <a:pt x="603504" y="231648"/>
                  </a:lnTo>
                  <a:lnTo>
                    <a:pt x="606552" y="224028"/>
                  </a:lnTo>
                  <a:lnTo>
                    <a:pt x="608076" y="213360"/>
                  </a:lnTo>
                  <a:lnTo>
                    <a:pt x="609600" y="204216"/>
                  </a:lnTo>
                  <a:lnTo>
                    <a:pt x="609600" y="185928"/>
                  </a:lnTo>
                  <a:lnTo>
                    <a:pt x="597408" y="140208"/>
                  </a:lnTo>
                  <a:lnTo>
                    <a:pt x="574548" y="108204"/>
                  </a:lnTo>
                  <a:lnTo>
                    <a:pt x="559308" y="92964"/>
                  </a:lnTo>
                  <a:lnTo>
                    <a:pt x="542544" y="77724"/>
                  </a:lnTo>
                  <a:lnTo>
                    <a:pt x="501396" y="51816"/>
                  </a:lnTo>
                  <a:lnTo>
                    <a:pt x="454152" y="32003"/>
                  </a:lnTo>
                  <a:lnTo>
                    <a:pt x="399287" y="18288"/>
                  </a:lnTo>
                  <a:lnTo>
                    <a:pt x="341376" y="10667"/>
                  </a:lnTo>
                  <a:lnTo>
                    <a:pt x="310895" y="9144"/>
                  </a:lnTo>
                  <a:lnTo>
                    <a:pt x="400812" y="9144"/>
                  </a:lnTo>
                  <a:lnTo>
                    <a:pt x="457200" y="22860"/>
                  </a:lnTo>
                  <a:lnTo>
                    <a:pt x="505968" y="44196"/>
                  </a:lnTo>
                  <a:lnTo>
                    <a:pt x="548639" y="70104"/>
                  </a:lnTo>
                  <a:lnTo>
                    <a:pt x="565404" y="85344"/>
                  </a:lnTo>
                  <a:lnTo>
                    <a:pt x="574548" y="92964"/>
                  </a:lnTo>
                  <a:lnTo>
                    <a:pt x="582168" y="100584"/>
                  </a:lnTo>
                  <a:lnTo>
                    <a:pt x="594360" y="118872"/>
                  </a:lnTo>
                  <a:lnTo>
                    <a:pt x="600456" y="126492"/>
                  </a:lnTo>
                  <a:lnTo>
                    <a:pt x="605028" y="135636"/>
                  </a:lnTo>
                  <a:lnTo>
                    <a:pt x="609600" y="146304"/>
                  </a:lnTo>
                  <a:lnTo>
                    <a:pt x="615696" y="164592"/>
                  </a:lnTo>
                  <a:lnTo>
                    <a:pt x="617220" y="175260"/>
                  </a:lnTo>
                  <a:lnTo>
                    <a:pt x="618744" y="184404"/>
                  </a:lnTo>
                  <a:lnTo>
                    <a:pt x="620268" y="195072"/>
                  </a:lnTo>
                  <a:lnTo>
                    <a:pt x="618744" y="205740"/>
                  </a:lnTo>
                  <a:lnTo>
                    <a:pt x="618744" y="214884"/>
                  </a:lnTo>
                  <a:lnTo>
                    <a:pt x="605028" y="254508"/>
                  </a:lnTo>
                  <a:lnTo>
                    <a:pt x="594360" y="271272"/>
                  </a:lnTo>
                  <a:lnTo>
                    <a:pt x="582168" y="289560"/>
                  </a:lnTo>
                  <a:lnTo>
                    <a:pt x="548639" y="320040"/>
                  </a:lnTo>
                  <a:lnTo>
                    <a:pt x="483108" y="358140"/>
                  </a:lnTo>
                  <a:lnTo>
                    <a:pt x="429768" y="374904"/>
                  </a:lnTo>
                  <a:lnTo>
                    <a:pt x="40233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92056" y="39816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77028" y="3942588"/>
            <a:ext cx="620395" cy="390525"/>
            <a:chOff x="5177028" y="3942588"/>
            <a:chExt cx="620395" cy="390525"/>
          </a:xfrm>
        </p:grpSpPr>
        <p:sp>
          <p:nvSpPr>
            <p:cNvPr id="20" name="object 20"/>
            <p:cNvSpPr/>
            <p:nvPr/>
          </p:nvSpPr>
          <p:spPr>
            <a:xfrm>
              <a:off x="5181599" y="394716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304800" y="381000"/>
                  </a:moveTo>
                  <a:lnTo>
                    <a:pt x="250195" y="377929"/>
                  </a:lnTo>
                  <a:lnTo>
                    <a:pt x="198726" y="369075"/>
                  </a:lnTo>
                  <a:lnTo>
                    <a:pt x="151271" y="354979"/>
                  </a:lnTo>
                  <a:lnTo>
                    <a:pt x="108707" y="336178"/>
                  </a:lnTo>
                  <a:lnTo>
                    <a:pt x="71914" y="313214"/>
                  </a:lnTo>
                  <a:lnTo>
                    <a:pt x="41768" y="286624"/>
                  </a:lnTo>
                  <a:lnTo>
                    <a:pt x="4933" y="224728"/>
                  </a:lnTo>
                  <a:lnTo>
                    <a:pt x="0" y="190500"/>
                  </a:lnTo>
                  <a:lnTo>
                    <a:pt x="4933" y="156271"/>
                  </a:lnTo>
                  <a:lnTo>
                    <a:pt x="41768" y="94375"/>
                  </a:lnTo>
                  <a:lnTo>
                    <a:pt x="71914" y="67785"/>
                  </a:lnTo>
                  <a:lnTo>
                    <a:pt x="108707" y="44821"/>
                  </a:lnTo>
                  <a:lnTo>
                    <a:pt x="151271" y="26020"/>
                  </a:lnTo>
                  <a:lnTo>
                    <a:pt x="198726" y="11924"/>
                  </a:lnTo>
                  <a:lnTo>
                    <a:pt x="250195" y="3070"/>
                  </a:lnTo>
                  <a:lnTo>
                    <a:pt x="304800" y="0"/>
                  </a:lnTo>
                  <a:lnTo>
                    <a:pt x="359806" y="3070"/>
                  </a:lnTo>
                  <a:lnTo>
                    <a:pt x="411488" y="11924"/>
                  </a:lnTo>
                  <a:lnTo>
                    <a:pt x="459006" y="26020"/>
                  </a:lnTo>
                  <a:lnTo>
                    <a:pt x="501519" y="44821"/>
                  </a:lnTo>
                  <a:lnTo>
                    <a:pt x="538187" y="67785"/>
                  </a:lnTo>
                  <a:lnTo>
                    <a:pt x="568169" y="94375"/>
                  </a:lnTo>
                  <a:lnTo>
                    <a:pt x="604716" y="156271"/>
                  </a:lnTo>
                  <a:lnTo>
                    <a:pt x="609600" y="190500"/>
                  </a:lnTo>
                  <a:lnTo>
                    <a:pt x="604716" y="224728"/>
                  </a:lnTo>
                  <a:lnTo>
                    <a:pt x="568169" y="286624"/>
                  </a:lnTo>
                  <a:lnTo>
                    <a:pt x="538187" y="313214"/>
                  </a:lnTo>
                  <a:lnTo>
                    <a:pt x="501519" y="336178"/>
                  </a:lnTo>
                  <a:lnTo>
                    <a:pt x="459006" y="354979"/>
                  </a:lnTo>
                  <a:lnTo>
                    <a:pt x="411488" y="369075"/>
                  </a:lnTo>
                  <a:lnTo>
                    <a:pt x="359806" y="377929"/>
                  </a:lnTo>
                  <a:lnTo>
                    <a:pt x="304800" y="3810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77028" y="3942588"/>
              <a:ext cx="620395" cy="390525"/>
            </a:xfrm>
            <a:custGeom>
              <a:avLst/>
              <a:gdLst/>
              <a:ahLst/>
              <a:cxnLst/>
              <a:rect l="l" t="t" r="r" b="b"/>
              <a:pathLst>
                <a:path w="620395" h="390525">
                  <a:moveTo>
                    <a:pt x="310895" y="390144"/>
                  </a:moveTo>
                  <a:lnTo>
                    <a:pt x="278892" y="390144"/>
                  </a:lnTo>
                  <a:lnTo>
                    <a:pt x="248412" y="387096"/>
                  </a:lnTo>
                  <a:lnTo>
                    <a:pt x="190500" y="374904"/>
                  </a:lnTo>
                  <a:lnTo>
                    <a:pt x="138684" y="358140"/>
                  </a:lnTo>
                  <a:lnTo>
                    <a:pt x="91440" y="333756"/>
                  </a:lnTo>
                  <a:lnTo>
                    <a:pt x="54864" y="304800"/>
                  </a:lnTo>
                  <a:lnTo>
                    <a:pt x="45720" y="297180"/>
                  </a:lnTo>
                  <a:lnTo>
                    <a:pt x="38100" y="289560"/>
                  </a:lnTo>
                  <a:lnTo>
                    <a:pt x="32004" y="280416"/>
                  </a:lnTo>
                  <a:lnTo>
                    <a:pt x="25908" y="272796"/>
                  </a:lnTo>
                  <a:lnTo>
                    <a:pt x="19812" y="263652"/>
                  </a:lnTo>
                  <a:lnTo>
                    <a:pt x="10668" y="245364"/>
                  </a:lnTo>
                  <a:lnTo>
                    <a:pt x="7620" y="234696"/>
                  </a:lnTo>
                  <a:lnTo>
                    <a:pt x="4572" y="225552"/>
                  </a:lnTo>
                  <a:lnTo>
                    <a:pt x="1524" y="214884"/>
                  </a:lnTo>
                  <a:lnTo>
                    <a:pt x="1524" y="205740"/>
                  </a:lnTo>
                  <a:lnTo>
                    <a:pt x="0" y="195072"/>
                  </a:lnTo>
                  <a:lnTo>
                    <a:pt x="1524" y="184404"/>
                  </a:lnTo>
                  <a:lnTo>
                    <a:pt x="1524" y="175260"/>
                  </a:lnTo>
                  <a:lnTo>
                    <a:pt x="4572" y="164592"/>
                  </a:lnTo>
                  <a:lnTo>
                    <a:pt x="19812" y="128016"/>
                  </a:lnTo>
                  <a:lnTo>
                    <a:pt x="45720" y="92964"/>
                  </a:lnTo>
                  <a:lnTo>
                    <a:pt x="91440" y="56388"/>
                  </a:lnTo>
                  <a:lnTo>
                    <a:pt x="137160" y="33528"/>
                  </a:lnTo>
                  <a:lnTo>
                    <a:pt x="190500" y="15240"/>
                  </a:lnTo>
                  <a:lnTo>
                    <a:pt x="248412" y="4572"/>
                  </a:lnTo>
                  <a:lnTo>
                    <a:pt x="309372" y="0"/>
                  </a:lnTo>
                  <a:lnTo>
                    <a:pt x="341376" y="1524"/>
                  </a:lnTo>
                  <a:lnTo>
                    <a:pt x="371856" y="4572"/>
                  </a:lnTo>
                  <a:lnTo>
                    <a:pt x="400812" y="9144"/>
                  </a:lnTo>
                  <a:lnTo>
                    <a:pt x="310895" y="9144"/>
                  </a:lnTo>
                  <a:lnTo>
                    <a:pt x="278892" y="10667"/>
                  </a:lnTo>
                  <a:lnTo>
                    <a:pt x="220980" y="18288"/>
                  </a:lnTo>
                  <a:lnTo>
                    <a:pt x="166116" y="32003"/>
                  </a:lnTo>
                  <a:lnTo>
                    <a:pt x="118872" y="51816"/>
                  </a:lnTo>
                  <a:lnTo>
                    <a:pt x="77724" y="77724"/>
                  </a:lnTo>
                  <a:lnTo>
                    <a:pt x="45720" y="106680"/>
                  </a:lnTo>
                  <a:lnTo>
                    <a:pt x="39624" y="115824"/>
                  </a:lnTo>
                  <a:lnTo>
                    <a:pt x="33528" y="123444"/>
                  </a:lnTo>
                  <a:lnTo>
                    <a:pt x="27432" y="132588"/>
                  </a:lnTo>
                  <a:lnTo>
                    <a:pt x="22860" y="140208"/>
                  </a:lnTo>
                  <a:lnTo>
                    <a:pt x="13716" y="167640"/>
                  </a:lnTo>
                  <a:lnTo>
                    <a:pt x="10668" y="185928"/>
                  </a:lnTo>
                  <a:lnTo>
                    <a:pt x="10668" y="204216"/>
                  </a:lnTo>
                  <a:lnTo>
                    <a:pt x="15240" y="231648"/>
                  </a:lnTo>
                  <a:lnTo>
                    <a:pt x="19812" y="240792"/>
                  </a:lnTo>
                  <a:lnTo>
                    <a:pt x="22860" y="249936"/>
                  </a:lnTo>
                  <a:lnTo>
                    <a:pt x="27432" y="257556"/>
                  </a:lnTo>
                  <a:lnTo>
                    <a:pt x="33528" y="266700"/>
                  </a:lnTo>
                  <a:lnTo>
                    <a:pt x="39624" y="274320"/>
                  </a:lnTo>
                  <a:lnTo>
                    <a:pt x="45720" y="283464"/>
                  </a:lnTo>
                  <a:lnTo>
                    <a:pt x="77724" y="312420"/>
                  </a:lnTo>
                  <a:lnTo>
                    <a:pt x="118872" y="338328"/>
                  </a:lnTo>
                  <a:lnTo>
                    <a:pt x="166116" y="358140"/>
                  </a:lnTo>
                  <a:lnTo>
                    <a:pt x="220980" y="371856"/>
                  </a:lnTo>
                  <a:lnTo>
                    <a:pt x="278892" y="379476"/>
                  </a:lnTo>
                  <a:lnTo>
                    <a:pt x="309372" y="381000"/>
                  </a:lnTo>
                  <a:lnTo>
                    <a:pt x="402336" y="381000"/>
                  </a:lnTo>
                  <a:lnTo>
                    <a:pt x="371856" y="387096"/>
                  </a:lnTo>
                  <a:lnTo>
                    <a:pt x="310895" y="390144"/>
                  </a:lnTo>
                  <a:close/>
                </a:path>
                <a:path w="620395" h="390525">
                  <a:moveTo>
                    <a:pt x="402336" y="381000"/>
                  </a:moveTo>
                  <a:lnTo>
                    <a:pt x="309372" y="381000"/>
                  </a:lnTo>
                  <a:lnTo>
                    <a:pt x="341376" y="379476"/>
                  </a:lnTo>
                  <a:lnTo>
                    <a:pt x="370332" y="376428"/>
                  </a:lnTo>
                  <a:lnTo>
                    <a:pt x="426720" y="365760"/>
                  </a:lnTo>
                  <a:lnTo>
                    <a:pt x="478536" y="348996"/>
                  </a:lnTo>
                  <a:lnTo>
                    <a:pt x="522732" y="326136"/>
                  </a:lnTo>
                  <a:lnTo>
                    <a:pt x="559308" y="298704"/>
                  </a:lnTo>
                  <a:lnTo>
                    <a:pt x="580644" y="274320"/>
                  </a:lnTo>
                  <a:lnTo>
                    <a:pt x="592836" y="259080"/>
                  </a:lnTo>
                  <a:lnTo>
                    <a:pt x="597408" y="249936"/>
                  </a:lnTo>
                  <a:lnTo>
                    <a:pt x="603504" y="231648"/>
                  </a:lnTo>
                  <a:lnTo>
                    <a:pt x="606552" y="224028"/>
                  </a:lnTo>
                  <a:lnTo>
                    <a:pt x="608076" y="213360"/>
                  </a:lnTo>
                  <a:lnTo>
                    <a:pt x="609600" y="204216"/>
                  </a:lnTo>
                  <a:lnTo>
                    <a:pt x="609600" y="185928"/>
                  </a:lnTo>
                  <a:lnTo>
                    <a:pt x="597408" y="140208"/>
                  </a:lnTo>
                  <a:lnTo>
                    <a:pt x="574548" y="108204"/>
                  </a:lnTo>
                  <a:lnTo>
                    <a:pt x="559308" y="92964"/>
                  </a:lnTo>
                  <a:lnTo>
                    <a:pt x="542544" y="77724"/>
                  </a:lnTo>
                  <a:lnTo>
                    <a:pt x="501396" y="51816"/>
                  </a:lnTo>
                  <a:lnTo>
                    <a:pt x="454152" y="32003"/>
                  </a:lnTo>
                  <a:lnTo>
                    <a:pt x="399287" y="18288"/>
                  </a:lnTo>
                  <a:lnTo>
                    <a:pt x="341376" y="10667"/>
                  </a:lnTo>
                  <a:lnTo>
                    <a:pt x="310895" y="9144"/>
                  </a:lnTo>
                  <a:lnTo>
                    <a:pt x="400812" y="9144"/>
                  </a:lnTo>
                  <a:lnTo>
                    <a:pt x="457200" y="22860"/>
                  </a:lnTo>
                  <a:lnTo>
                    <a:pt x="505968" y="44196"/>
                  </a:lnTo>
                  <a:lnTo>
                    <a:pt x="548639" y="70104"/>
                  </a:lnTo>
                  <a:lnTo>
                    <a:pt x="565404" y="85344"/>
                  </a:lnTo>
                  <a:lnTo>
                    <a:pt x="574548" y="92964"/>
                  </a:lnTo>
                  <a:lnTo>
                    <a:pt x="582168" y="100584"/>
                  </a:lnTo>
                  <a:lnTo>
                    <a:pt x="594360" y="118872"/>
                  </a:lnTo>
                  <a:lnTo>
                    <a:pt x="600456" y="126492"/>
                  </a:lnTo>
                  <a:lnTo>
                    <a:pt x="605028" y="135636"/>
                  </a:lnTo>
                  <a:lnTo>
                    <a:pt x="609600" y="146304"/>
                  </a:lnTo>
                  <a:lnTo>
                    <a:pt x="615696" y="164592"/>
                  </a:lnTo>
                  <a:lnTo>
                    <a:pt x="617220" y="175260"/>
                  </a:lnTo>
                  <a:lnTo>
                    <a:pt x="618744" y="184404"/>
                  </a:lnTo>
                  <a:lnTo>
                    <a:pt x="620268" y="195072"/>
                  </a:lnTo>
                  <a:lnTo>
                    <a:pt x="618744" y="205740"/>
                  </a:lnTo>
                  <a:lnTo>
                    <a:pt x="618744" y="214884"/>
                  </a:lnTo>
                  <a:lnTo>
                    <a:pt x="605028" y="254508"/>
                  </a:lnTo>
                  <a:lnTo>
                    <a:pt x="594360" y="271272"/>
                  </a:lnTo>
                  <a:lnTo>
                    <a:pt x="582168" y="289560"/>
                  </a:lnTo>
                  <a:lnTo>
                    <a:pt x="548639" y="320040"/>
                  </a:lnTo>
                  <a:lnTo>
                    <a:pt x="483108" y="358140"/>
                  </a:lnTo>
                  <a:lnTo>
                    <a:pt x="429768" y="374904"/>
                  </a:lnTo>
                  <a:lnTo>
                    <a:pt x="40233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11178" y="398165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96228" y="4018788"/>
            <a:ext cx="696595" cy="390525"/>
            <a:chOff x="6396228" y="4018788"/>
            <a:chExt cx="696595" cy="390525"/>
          </a:xfrm>
        </p:grpSpPr>
        <p:sp>
          <p:nvSpPr>
            <p:cNvPr id="24" name="object 24"/>
            <p:cNvSpPr/>
            <p:nvPr/>
          </p:nvSpPr>
          <p:spPr>
            <a:xfrm>
              <a:off x="6400799" y="4023360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342900" y="381000"/>
                  </a:moveTo>
                  <a:lnTo>
                    <a:pt x="281369" y="377929"/>
                  </a:lnTo>
                  <a:lnTo>
                    <a:pt x="223413" y="369075"/>
                  </a:lnTo>
                  <a:lnTo>
                    <a:pt x="170010" y="354979"/>
                  </a:lnTo>
                  <a:lnTo>
                    <a:pt x="122139" y="336178"/>
                  </a:lnTo>
                  <a:lnTo>
                    <a:pt x="80778" y="313214"/>
                  </a:lnTo>
                  <a:lnTo>
                    <a:pt x="46905" y="286624"/>
                  </a:lnTo>
                  <a:lnTo>
                    <a:pt x="21499" y="256949"/>
                  </a:lnTo>
                  <a:lnTo>
                    <a:pt x="0" y="190500"/>
                  </a:lnTo>
                  <a:lnTo>
                    <a:pt x="5537" y="156271"/>
                  </a:lnTo>
                  <a:lnTo>
                    <a:pt x="46905" y="94375"/>
                  </a:lnTo>
                  <a:lnTo>
                    <a:pt x="80778" y="67785"/>
                  </a:lnTo>
                  <a:lnTo>
                    <a:pt x="122139" y="44821"/>
                  </a:lnTo>
                  <a:lnTo>
                    <a:pt x="170010" y="26020"/>
                  </a:lnTo>
                  <a:lnTo>
                    <a:pt x="223413" y="11924"/>
                  </a:lnTo>
                  <a:lnTo>
                    <a:pt x="281369" y="3070"/>
                  </a:lnTo>
                  <a:lnTo>
                    <a:pt x="342900" y="0"/>
                  </a:lnTo>
                  <a:lnTo>
                    <a:pt x="404832" y="3070"/>
                  </a:lnTo>
                  <a:lnTo>
                    <a:pt x="463001" y="11924"/>
                  </a:lnTo>
                  <a:lnTo>
                    <a:pt x="516466" y="26020"/>
                  </a:lnTo>
                  <a:lnTo>
                    <a:pt x="564287" y="44821"/>
                  </a:lnTo>
                  <a:lnTo>
                    <a:pt x="605523" y="67785"/>
                  </a:lnTo>
                  <a:lnTo>
                    <a:pt x="639233" y="94375"/>
                  </a:lnTo>
                  <a:lnTo>
                    <a:pt x="664476" y="124050"/>
                  </a:lnTo>
                  <a:lnTo>
                    <a:pt x="685800" y="190500"/>
                  </a:lnTo>
                  <a:lnTo>
                    <a:pt x="680312" y="224728"/>
                  </a:lnTo>
                  <a:lnTo>
                    <a:pt x="639233" y="286624"/>
                  </a:lnTo>
                  <a:lnTo>
                    <a:pt x="605523" y="313214"/>
                  </a:lnTo>
                  <a:lnTo>
                    <a:pt x="564287" y="336178"/>
                  </a:lnTo>
                  <a:lnTo>
                    <a:pt x="516466" y="354979"/>
                  </a:lnTo>
                  <a:lnTo>
                    <a:pt x="463001" y="369075"/>
                  </a:lnTo>
                  <a:lnTo>
                    <a:pt x="404832" y="377929"/>
                  </a:lnTo>
                  <a:lnTo>
                    <a:pt x="342900" y="381000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96228" y="4018788"/>
              <a:ext cx="696595" cy="390525"/>
            </a:xfrm>
            <a:custGeom>
              <a:avLst/>
              <a:gdLst/>
              <a:ahLst/>
              <a:cxnLst/>
              <a:rect l="l" t="t" r="r" b="b"/>
              <a:pathLst>
                <a:path w="696595" h="390525">
                  <a:moveTo>
                    <a:pt x="348996" y="390144"/>
                  </a:moveTo>
                  <a:lnTo>
                    <a:pt x="312419" y="390144"/>
                  </a:lnTo>
                  <a:lnTo>
                    <a:pt x="278892" y="387096"/>
                  </a:lnTo>
                  <a:lnTo>
                    <a:pt x="213360" y="374904"/>
                  </a:lnTo>
                  <a:lnTo>
                    <a:pt x="155448" y="358140"/>
                  </a:lnTo>
                  <a:lnTo>
                    <a:pt x="91440" y="327660"/>
                  </a:lnTo>
                  <a:lnTo>
                    <a:pt x="42672" y="289560"/>
                  </a:lnTo>
                  <a:lnTo>
                    <a:pt x="16764" y="254508"/>
                  </a:lnTo>
                  <a:lnTo>
                    <a:pt x="3048" y="216408"/>
                  </a:lnTo>
                  <a:lnTo>
                    <a:pt x="0" y="195072"/>
                  </a:lnTo>
                  <a:lnTo>
                    <a:pt x="1524" y="184404"/>
                  </a:lnTo>
                  <a:lnTo>
                    <a:pt x="3048" y="175260"/>
                  </a:lnTo>
                  <a:lnTo>
                    <a:pt x="4572" y="164592"/>
                  </a:lnTo>
                  <a:lnTo>
                    <a:pt x="7620" y="155448"/>
                  </a:lnTo>
                  <a:lnTo>
                    <a:pt x="12192" y="146304"/>
                  </a:lnTo>
                  <a:lnTo>
                    <a:pt x="16764" y="135636"/>
                  </a:lnTo>
                  <a:lnTo>
                    <a:pt x="21336" y="126492"/>
                  </a:lnTo>
                  <a:lnTo>
                    <a:pt x="28956" y="118872"/>
                  </a:lnTo>
                  <a:lnTo>
                    <a:pt x="35052" y="109728"/>
                  </a:lnTo>
                  <a:lnTo>
                    <a:pt x="70104" y="77724"/>
                  </a:lnTo>
                  <a:lnTo>
                    <a:pt x="128016" y="44196"/>
                  </a:lnTo>
                  <a:lnTo>
                    <a:pt x="182880" y="22860"/>
                  </a:lnTo>
                  <a:lnTo>
                    <a:pt x="245364" y="9144"/>
                  </a:lnTo>
                  <a:lnTo>
                    <a:pt x="312419" y="1524"/>
                  </a:lnTo>
                  <a:lnTo>
                    <a:pt x="347472" y="0"/>
                  </a:lnTo>
                  <a:lnTo>
                    <a:pt x="384048" y="1524"/>
                  </a:lnTo>
                  <a:lnTo>
                    <a:pt x="417576" y="4572"/>
                  </a:lnTo>
                  <a:lnTo>
                    <a:pt x="451104" y="9144"/>
                  </a:lnTo>
                  <a:lnTo>
                    <a:pt x="348996" y="9144"/>
                  </a:lnTo>
                  <a:lnTo>
                    <a:pt x="313943" y="10667"/>
                  </a:lnTo>
                  <a:lnTo>
                    <a:pt x="246888" y="18288"/>
                  </a:lnTo>
                  <a:lnTo>
                    <a:pt x="185928" y="32003"/>
                  </a:lnTo>
                  <a:lnTo>
                    <a:pt x="132588" y="51816"/>
                  </a:lnTo>
                  <a:lnTo>
                    <a:pt x="97536" y="71628"/>
                  </a:lnTo>
                  <a:lnTo>
                    <a:pt x="86868" y="77724"/>
                  </a:lnTo>
                  <a:lnTo>
                    <a:pt x="76200" y="85344"/>
                  </a:lnTo>
                  <a:lnTo>
                    <a:pt x="67056" y="92964"/>
                  </a:lnTo>
                  <a:lnTo>
                    <a:pt x="57912" y="99060"/>
                  </a:lnTo>
                  <a:lnTo>
                    <a:pt x="50292" y="108204"/>
                  </a:lnTo>
                  <a:lnTo>
                    <a:pt x="42672" y="115824"/>
                  </a:lnTo>
                  <a:lnTo>
                    <a:pt x="36576" y="123444"/>
                  </a:lnTo>
                  <a:lnTo>
                    <a:pt x="30480" y="132588"/>
                  </a:lnTo>
                  <a:lnTo>
                    <a:pt x="24384" y="140208"/>
                  </a:lnTo>
                  <a:lnTo>
                    <a:pt x="19812" y="149352"/>
                  </a:lnTo>
                  <a:lnTo>
                    <a:pt x="13716" y="167640"/>
                  </a:lnTo>
                  <a:lnTo>
                    <a:pt x="10668" y="185928"/>
                  </a:lnTo>
                  <a:lnTo>
                    <a:pt x="10668" y="204216"/>
                  </a:lnTo>
                  <a:lnTo>
                    <a:pt x="13716" y="222504"/>
                  </a:lnTo>
                  <a:lnTo>
                    <a:pt x="19812" y="240792"/>
                  </a:lnTo>
                  <a:lnTo>
                    <a:pt x="24384" y="249936"/>
                  </a:lnTo>
                  <a:lnTo>
                    <a:pt x="30480" y="257556"/>
                  </a:lnTo>
                  <a:lnTo>
                    <a:pt x="36576" y="266700"/>
                  </a:lnTo>
                  <a:lnTo>
                    <a:pt x="76200" y="304800"/>
                  </a:lnTo>
                  <a:lnTo>
                    <a:pt x="108204" y="326136"/>
                  </a:lnTo>
                  <a:lnTo>
                    <a:pt x="158495" y="348996"/>
                  </a:lnTo>
                  <a:lnTo>
                    <a:pt x="216407" y="365760"/>
                  </a:lnTo>
                  <a:lnTo>
                    <a:pt x="278892" y="376428"/>
                  </a:lnTo>
                  <a:lnTo>
                    <a:pt x="347472" y="381000"/>
                  </a:lnTo>
                  <a:lnTo>
                    <a:pt x="451104" y="381000"/>
                  </a:lnTo>
                  <a:lnTo>
                    <a:pt x="417576" y="387096"/>
                  </a:lnTo>
                  <a:lnTo>
                    <a:pt x="348996" y="390144"/>
                  </a:lnTo>
                  <a:close/>
                </a:path>
                <a:path w="696595" h="390525">
                  <a:moveTo>
                    <a:pt x="451104" y="381000"/>
                  </a:moveTo>
                  <a:lnTo>
                    <a:pt x="347472" y="381000"/>
                  </a:lnTo>
                  <a:lnTo>
                    <a:pt x="382524" y="379476"/>
                  </a:lnTo>
                  <a:lnTo>
                    <a:pt x="416052" y="376428"/>
                  </a:lnTo>
                  <a:lnTo>
                    <a:pt x="480060" y="365760"/>
                  </a:lnTo>
                  <a:lnTo>
                    <a:pt x="537972" y="348996"/>
                  </a:lnTo>
                  <a:lnTo>
                    <a:pt x="588263" y="326136"/>
                  </a:lnTo>
                  <a:lnTo>
                    <a:pt x="598932" y="318516"/>
                  </a:lnTo>
                  <a:lnTo>
                    <a:pt x="609600" y="312420"/>
                  </a:lnTo>
                  <a:lnTo>
                    <a:pt x="620268" y="304800"/>
                  </a:lnTo>
                  <a:lnTo>
                    <a:pt x="629412" y="298704"/>
                  </a:lnTo>
                  <a:lnTo>
                    <a:pt x="638556" y="291084"/>
                  </a:lnTo>
                  <a:lnTo>
                    <a:pt x="646175" y="283464"/>
                  </a:lnTo>
                  <a:lnTo>
                    <a:pt x="653796" y="274320"/>
                  </a:lnTo>
                  <a:lnTo>
                    <a:pt x="659892" y="266700"/>
                  </a:lnTo>
                  <a:lnTo>
                    <a:pt x="665988" y="257556"/>
                  </a:lnTo>
                  <a:lnTo>
                    <a:pt x="672084" y="249936"/>
                  </a:lnTo>
                  <a:lnTo>
                    <a:pt x="676656" y="240792"/>
                  </a:lnTo>
                  <a:lnTo>
                    <a:pt x="682752" y="222504"/>
                  </a:lnTo>
                  <a:lnTo>
                    <a:pt x="685800" y="204216"/>
                  </a:lnTo>
                  <a:lnTo>
                    <a:pt x="685800" y="185928"/>
                  </a:lnTo>
                  <a:lnTo>
                    <a:pt x="682752" y="167640"/>
                  </a:lnTo>
                  <a:lnTo>
                    <a:pt x="676656" y="149352"/>
                  </a:lnTo>
                  <a:lnTo>
                    <a:pt x="672084" y="140208"/>
                  </a:lnTo>
                  <a:lnTo>
                    <a:pt x="665988" y="132588"/>
                  </a:lnTo>
                  <a:lnTo>
                    <a:pt x="659892" y="123444"/>
                  </a:lnTo>
                  <a:lnTo>
                    <a:pt x="620268" y="85344"/>
                  </a:lnTo>
                  <a:lnTo>
                    <a:pt x="598932" y="71628"/>
                  </a:lnTo>
                  <a:lnTo>
                    <a:pt x="588263" y="64008"/>
                  </a:lnTo>
                  <a:lnTo>
                    <a:pt x="563880" y="53340"/>
                  </a:lnTo>
                  <a:lnTo>
                    <a:pt x="537972" y="41148"/>
                  </a:lnTo>
                  <a:lnTo>
                    <a:pt x="510539" y="32003"/>
                  </a:lnTo>
                  <a:lnTo>
                    <a:pt x="449580" y="18288"/>
                  </a:lnTo>
                  <a:lnTo>
                    <a:pt x="382524" y="10667"/>
                  </a:lnTo>
                  <a:lnTo>
                    <a:pt x="348996" y="9144"/>
                  </a:lnTo>
                  <a:lnTo>
                    <a:pt x="451104" y="9144"/>
                  </a:lnTo>
                  <a:lnTo>
                    <a:pt x="513587" y="22860"/>
                  </a:lnTo>
                  <a:lnTo>
                    <a:pt x="568452" y="44196"/>
                  </a:lnTo>
                  <a:lnTo>
                    <a:pt x="605028" y="62484"/>
                  </a:lnTo>
                  <a:lnTo>
                    <a:pt x="653796" y="100584"/>
                  </a:lnTo>
                  <a:lnTo>
                    <a:pt x="679704" y="135636"/>
                  </a:lnTo>
                  <a:lnTo>
                    <a:pt x="693420" y="175260"/>
                  </a:lnTo>
                  <a:lnTo>
                    <a:pt x="694944" y="184404"/>
                  </a:lnTo>
                  <a:lnTo>
                    <a:pt x="696468" y="195072"/>
                  </a:lnTo>
                  <a:lnTo>
                    <a:pt x="694944" y="205740"/>
                  </a:lnTo>
                  <a:lnTo>
                    <a:pt x="693420" y="214884"/>
                  </a:lnTo>
                  <a:lnTo>
                    <a:pt x="691896" y="225552"/>
                  </a:lnTo>
                  <a:lnTo>
                    <a:pt x="688848" y="234696"/>
                  </a:lnTo>
                  <a:lnTo>
                    <a:pt x="684275" y="243840"/>
                  </a:lnTo>
                  <a:lnTo>
                    <a:pt x="679704" y="254508"/>
                  </a:lnTo>
                  <a:lnTo>
                    <a:pt x="675131" y="263652"/>
                  </a:lnTo>
                  <a:lnTo>
                    <a:pt x="667512" y="272796"/>
                  </a:lnTo>
                  <a:lnTo>
                    <a:pt x="661416" y="280416"/>
                  </a:lnTo>
                  <a:lnTo>
                    <a:pt x="626364" y="312420"/>
                  </a:lnTo>
                  <a:lnTo>
                    <a:pt x="568452" y="345948"/>
                  </a:lnTo>
                  <a:lnTo>
                    <a:pt x="513587" y="367284"/>
                  </a:lnTo>
                  <a:lnTo>
                    <a:pt x="483108" y="374904"/>
                  </a:lnTo>
                  <a:lnTo>
                    <a:pt x="451104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612106" y="4057887"/>
            <a:ext cx="262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latin typeface="Arial MT"/>
                <a:cs typeface="Arial MT"/>
              </a:rPr>
              <a:t>1</a:t>
            </a:r>
            <a:r>
              <a:rPr sz="180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615428" y="3866388"/>
            <a:ext cx="620395" cy="390525"/>
            <a:chOff x="7615428" y="3866388"/>
            <a:chExt cx="620395" cy="390525"/>
          </a:xfrm>
        </p:grpSpPr>
        <p:sp>
          <p:nvSpPr>
            <p:cNvPr id="28" name="object 28"/>
            <p:cNvSpPr/>
            <p:nvPr/>
          </p:nvSpPr>
          <p:spPr>
            <a:xfrm>
              <a:off x="7619999" y="387096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304800" y="381000"/>
                  </a:moveTo>
                  <a:lnTo>
                    <a:pt x="250195" y="377929"/>
                  </a:lnTo>
                  <a:lnTo>
                    <a:pt x="198726" y="369075"/>
                  </a:lnTo>
                  <a:lnTo>
                    <a:pt x="151271" y="354979"/>
                  </a:lnTo>
                  <a:lnTo>
                    <a:pt x="108707" y="336178"/>
                  </a:lnTo>
                  <a:lnTo>
                    <a:pt x="71914" y="313214"/>
                  </a:lnTo>
                  <a:lnTo>
                    <a:pt x="41768" y="286624"/>
                  </a:lnTo>
                  <a:lnTo>
                    <a:pt x="4933" y="224728"/>
                  </a:lnTo>
                  <a:lnTo>
                    <a:pt x="0" y="190500"/>
                  </a:lnTo>
                  <a:lnTo>
                    <a:pt x="4933" y="156271"/>
                  </a:lnTo>
                  <a:lnTo>
                    <a:pt x="41768" y="94375"/>
                  </a:lnTo>
                  <a:lnTo>
                    <a:pt x="71914" y="67785"/>
                  </a:lnTo>
                  <a:lnTo>
                    <a:pt x="108707" y="44821"/>
                  </a:lnTo>
                  <a:lnTo>
                    <a:pt x="151271" y="26020"/>
                  </a:lnTo>
                  <a:lnTo>
                    <a:pt x="198726" y="11924"/>
                  </a:lnTo>
                  <a:lnTo>
                    <a:pt x="250195" y="3070"/>
                  </a:lnTo>
                  <a:lnTo>
                    <a:pt x="304800" y="0"/>
                  </a:lnTo>
                  <a:lnTo>
                    <a:pt x="359806" y="3070"/>
                  </a:lnTo>
                  <a:lnTo>
                    <a:pt x="411488" y="11924"/>
                  </a:lnTo>
                  <a:lnTo>
                    <a:pt x="459006" y="26020"/>
                  </a:lnTo>
                  <a:lnTo>
                    <a:pt x="501519" y="44821"/>
                  </a:lnTo>
                  <a:lnTo>
                    <a:pt x="538187" y="67785"/>
                  </a:lnTo>
                  <a:lnTo>
                    <a:pt x="568169" y="94375"/>
                  </a:lnTo>
                  <a:lnTo>
                    <a:pt x="604716" y="156271"/>
                  </a:lnTo>
                  <a:lnTo>
                    <a:pt x="609600" y="190500"/>
                  </a:lnTo>
                  <a:lnTo>
                    <a:pt x="604716" y="224728"/>
                  </a:lnTo>
                  <a:lnTo>
                    <a:pt x="568169" y="286624"/>
                  </a:lnTo>
                  <a:lnTo>
                    <a:pt x="538187" y="313214"/>
                  </a:lnTo>
                  <a:lnTo>
                    <a:pt x="501519" y="336178"/>
                  </a:lnTo>
                  <a:lnTo>
                    <a:pt x="459006" y="354979"/>
                  </a:lnTo>
                  <a:lnTo>
                    <a:pt x="411488" y="369075"/>
                  </a:lnTo>
                  <a:lnTo>
                    <a:pt x="359806" y="377929"/>
                  </a:lnTo>
                  <a:lnTo>
                    <a:pt x="304800" y="3810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15428" y="3866388"/>
              <a:ext cx="620395" cy="390525"/>
            </a:xfrm>
            <a:custGeom>
              <a:avLst/>
              <a:gdLst/>
              <a:ahLst/>
              <a:cxnLst/>
              <a:rect l="l" t="t" r="r" b="b"/>
              <a:pathLst>
                <a:path w="620395" h="390525">
                  <a:moveTo>
                    <a:pt x="310895" y="390144"/>
                  </a:moveTo>
                  <a:lnTo>
                    <a:pt x="278892" y="390144"/>
                  </a:lnTo>
                  <a:lnTo>
                    <a:pt x="248412" y="387096"/>
                  </a:lnTo>
                  <a:lnTo>
                    <a:pt x="190500" y="374904"/>
                  </a:lnTo>
                  <a:lnTo>
                    <a:pt x="138684" y="358140"/>
                  </a:lnTo>
                  <a:lnTo>
                    <a:pt x="91440" y="333756"/>
                  </a:lnTo>
                  <a:lnTo>
                    <a:pt x="54864" y="304800"/>
                  </a:lnTo>
                  <a:lnTo>
                    <a:pt x="45720" y="297180"/>
                  </a:lnTo>
                  <a:lnTo>
                    <a:pt x="38100" y="289560"/>
                  </a:lnTo>
                  <a:lnTo>
                    <a:pt x="32004" y="280416"/>
                  </a:lnTo>
                  <a:lnTo>
                    <a:pt x="25908" y="272796"/>
                  </a:lnTo>
                  <a:lnTo>
                    <a:pt x="19812" y="263652"/>
                  </a:lnTo>
                  <a:lnTo>
                    <a:pt x="10668" y="245364"/>
                  </a:lnTo>
                  <a:lnTo>
                    <a:pt x="7620" y="234696"/>
                  </a:lnTo>
                  <a:lnTo>
                    <a:pt x="4572" y="225552"/>
                  </a:lnTo>
                  <a:lnTo>
                    <a:pt x="1524" y="214884"/>
                  </a:lnTo>
                  <a:lnTo>
                    <a:pt x="1524" y="205740"/>
                  </a:lnTo>
                  <a:lnTo>
                    <a:pt x="0" y="195072"/>
                  </a:lnTo>
                  <a:lnTo>
                    <a:pt x="1524" y="184404"/>
                  </a:lnTo>
                  <a:lnTo>
                    <a:pt x="1524" y="175260"/>
                  </a:lnTo>
                  <a:lnTo>
                    <a:pt x="4572" y="164592"/>
                  </a:lnTo>
                  <a:lnTo>
                    <a:pt x="19812" y="128016"/>
                  </a:lnTo>
                  <a:lnTo>
                    <a:pt x="45720" y="92964"/>
                  </a:lnTo>
                  <a:lnTo>
                    <a:pt x="91440" y="56388"/>
                  </a:lnTo>
                  <a:lnTo>
                    <a:pt x="137160" y="33528"/>
                  </a:lnTo>
                  <a:lnTo>
                    <a:pt x="190500" y="15240"/>
                  </a:lnTo>
                  <a:lnTo>
                    <a:pt x="248412" y="4572"/>
                  </a:lnTo>
                  <a:lnTo>
                    <a:pt x="309372" y="0"/>
                  </a:lnTo>
                  <a:lnTo>
                    <a:pt x="341376" y="1524"/>
                  </a:lnTo>
                  <a:lnTo>
                    <a:pt x="371856" y="4572"/>
                  </a:lnTo>
                  <a:lnTo>
                    <a:pt x="400812" y="9144"/>
                  </a:lnTo>
                  <a:lnTo>
                    <a:pt x="310895" y="9144"/>
                  </a:lnTo>
                  <a:lnTo>
                    <a:pt x="278892" y="10667"/>
                  </a:lnTo>
                  <a:lnTo>
                    <a:pt x="220980" y="18288"/>
                  </a:lnTo>
                  <a:lnTo>
                    <a:pt x="166116" y="32003"/>
                  </a:lnTo>
                  <a:lnTo>
                    <a:pt x="118872" y="51816"/>
                  </a:lnTo>
                  <a:lnTo>
                    <a:pt x="77724" y="77724"/>
                  </a:lnTo>
                  <a:lnTo>
                    <a:pt x="45720" y="106680"/>
                  </a:lnTo>
                  <a:lnTo>
                    <a:pt x="39624" y="115824"/>
                  </a:lnTo>
                  <a:lnTo>
                    <a:pt x="33528" y="123444"/>
                  </a:lnTo>
                  <a:lnTo>
                    <a:pt x="27432" y="132588"/>
                  </a:lnTo>
                  <a:lnTo>
                    <a:pt x="22860" y="140208"/>
                  </a:lnTo>
                  <a:lnTo>
                    <a:pt x="13716" y="167640"/>
                  </a:lnTo>
                  <a:lnTo>
                    <a:pt x="10668" y="185928"/>
                  </a:lnTo>
                  <a:lnTo>
                    <a:pt x="10668" y="204216"/>
                  </a:lnTo>
                  <a:lnTo>
                    <a:pt x="15240" y="231648"/>
                  </a:lnTo>
                  <a:lnTo>
                    <a:pt x="19812" y="240792"/>
                  </a:lnTo>
                  <a:lnTo>
                    <a:pt x="22860" y="249936"/>
                  </a:lnTo>
                  <a:lnTo>
                    <a:pt x="27432" y="257556"/>
                  </a:lnTo>
                  <a:lnTo>
                    <a:pt x="33528" y="266700"/>
                  </a:lnTo>
                  <a:lnTo>
                    <a:pt x="39624" y="274320"/>
                  </a:lnTo>
                  <a:lnTo>
                    <a:pt x="45720" y="283464"/>
                  </a:lnTo>
                  <a:lnTo>
                    <a:pt x="77724" y="312420"/>
                  </a:lnTo>
                  <a:lnTo>
                    <a:pt x="118872" y="338328"/>
                  </a:lnTo>
                  <a:lnTo>
                    <a:pt x="166116" y="358140"/>
                  </a:lnTo>
                  <a:lnTo>
                    <a:pt x="220980" y="371856"/>
                  </a:lnTo>
                  <a:lnTo>
                    <a:pt x="278892" y="379476"/>
                  </a:lnTo>
                  <a:lnTo>
                    <a:pt x="309372" y="381000"/>
                  </a:lnTo>
                  <a:lnTo>
                    <a:pt x="402336" y="381000"/>
                  </a:lnTo>
                  <a:lnTo>
                    <a:pt x="371856" y="387096"/>
                  </a:lnTo>
                  <a:lnTo>
                    <a:pt x="310895" y="390144"/>
                  </a:lnTo>
                  <a:close/>
                </a:path>
                <a:path w="620395" h="390525">
                  <a:moveTo>
                    <a:pt x="402336" y="381000"/>
                  </a:moveTo>
                  <a:lnTo>
                    <a:pt x="309372" y="381000"/>
                  </a:lnTo>
                  <a:lnTo>
                    <a:pt x="341376" y="379476"/>
                  </a:lnTo>
                  <a:lnTo>
                    <a:pt x="370332" y="376428"/>
                  </a:lnTo>
                  <a:lnTo>
                    <a:pt x="426720" y="365760"/>
                  </a:lnTo>
                  <a:lnTo>
                    <a:pt x="478536" y="348996"/>
                  </a:lnTo>
                  <a:lnTo>
                    <a:pt x="522732" y="326136"/>
                  </a:lnTo>
                  <a:lnTo>
                    <a:pt x="559308" y="298704"/>
                  </a:lnTo>
                  <a:lnTo>
                    <a:pt x="580644" y="274320"/>
                  </a:lnTo>
                  <a:lnTo>
                    <a:pt x="592836" y="259080"/>
                  </a:lnTo>
                  <a:lnTo>
                    <a:pt x="597408" y="249936"/>
                  </a:lnTo>
                  <a:lnTo>
                    <a:pt x="603504" y="231648"/>
                  </a:lnTo>
                  <a:lnTo>
                    <a:pt x="606552" y="224028"/>
                  </a:lnTo>
                  <a:lnTo>
                    <a:pt x="608076" y="213360"/>
                  </a:lnTo>
                  <a:lnTo>
                    <a:pt x="609600" y="204216"/>
                  </a:lnTo>
                  <a:lnTo>
                    <a:pt x="609600" y="185928"/>
                  </a:lnTo>
                  <a:lnTo>
                    <a:pt x="597408" y="140208"/>
                  </a:lnTo>
                  <a:lnTo>
                    <a:pt x="574548" y="108204"/>
                  </a:lnTo>
                  <a:lnTo>
                    <a:pt x="559308" y="92964"/>
                  </a:lnTo>
                  <a:lnTo>
                    <a:pt x="542544" y="77724"/>
                  </a:lnTo>
                  <a:lnTo>
                    <a:pt x="501396" y="51816"/>
                  </a:lnTo>
                  <a:lnTo>
                    <a:pt x="454152" y="32003"/>
                  </a:lnTo>
                  <a:lnTo>
                    <a:pt x="399287" y="18288"/>
                  </a:lnTo>
                  <a:lnTo>
                    <a:pt x="341376" y="10667"/>
                  </a:lnTo>
                  <a:lnTo>
                    <a:pt x="310895" y="9144"/>
                  </a:lnTo>
                  <a:lnTo>
                    <a:pt x="400812" y="9144"/>
                  </a:lnTo>
                  <a:lnTo>
                    <a:pt x="457200" y="22860"/>
                  </a:lnTo>
                  <a:lnTo>
                    <a:pt x="505968" y="44196"/>
                  </a:lnTo>
                  <a:lnTo>
                    <a:pt x="548639" y="70104"/>
                  </a:lnTo>
                  <a:lnTo>
                    <a:pt x="565404" y="85344"/>
                  </a:lnTo>
                  <a:lnTo>
                    <a:pt x="574548" y="92964"/>
                  </a:lnTo>
                  <a:lnTo>
                    <a:pt x="582168" y="100584"/>
                  </a:lnTo>
                  <a:lnTo>
                    <a:pt x="594360" y="118872"/>
                  </a:lnTo>
                  <a:lnTo>
                    <a:pt x="600456" y="126492"/>
                  </a:lnTo>
                  <a:lnTo>
                    <a:pt x="605028" y="135636"/>
                  </a:lnTo>
                  <a:lnTo>
                    <a:pt x="609600" y="146304"/>
                  </a:lnTo>
                  <a:lnTo>
                    <a:pt x="615696" y="164592"/>
                  </a:lnTo>
                  <a:lnTo>
                    <a:pt x="617220" y="175260"/>
                  </a:lnTo>
                  <a:lnTo>
                    <a:pt x="618744" y="184404"/>
                  </a:lnTo>
                  <a:lnTo>
                    <a:pt x="620268" y="195072"/>
                  </a:lnTo>
                  <a:lnTo>
                    <a:pt x="618744" y="205740"/>
                  </a:lnTo>
                  <a:lnTo>
                    <a:pt x="618744" y="214884"/>
                  </a:lnTo>
                  <a:lnTo>
                    <a:pt x="605028" y="254508"/>
                  </a:lnTo>
                  <a:lnTo>
                    <a:pt x="594360" y="271272"/>
                  </a:lnTo>
                  <a:lnTo>
                    <a:pt x="582168" y="289560"/>
                  </a:lnTo>
                  <a:lnTo>
                    <a:pt x="548639" y="320040"/>
                  </a:lnTo>
                  <a:lnTo>
                    <a:pt x="483108" y="358140"/>
                  </a:lnTo>
                  <a:lnTo>
                    <a:pt x="429768" y="374904"/>
                  </a:lnTo>
                  <a:lnTo>
                    <a:pt x="40233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787152" y="390552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</a:t>
            </a:r>
            <a:r>
              <a:rPr sz="180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891027" y="5085588"/>
            <a:ext cx="620395" cy="390525"/>
            <a:chOff x="2891027" y="5085588"/>
            <a:chExt cx="620395" cy="390525"/>
          </a:xfrm>
        </p:grpSpPr>
        <p:sp>
          <p:nvSpPr>
            <p:cNvPr id="32" name="object 32"/>
            <p:cNvSpPr/>
            <p:nvPr/>
          </p:nvSpPr>
          <p:spPr>
            <a:xfrm>
              <a:off x="2895599" y="509016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304800" y="381000"/>
                  </a:moveTo>
                  <a:lnTo>
                    <a:pt x="250195" y="377929"/>
                  </a:lnTo>
                  <a:lnTo>
                    <a:pt x="198726" y="369075"/>
                  </a:lnTo>
                  <a:lnTo>
                    <a:pt x="151271" y="354979"/>
                  </a:lnTo>
                  <a:lnTo>
                    <a:pt x="108707" y="336178"/>
                  </a:lnTo>
                  <a:lnTo>
                    <a:pt x="71914" y="313214"/>
                  </a:lnTo>
                  <a:lnTo>
                    <a:pt x="41768" y="286624"/>
                  </a:lnTo>
                  <a:lnTo>
                    <a:pt x="4933" y="224728"/>
                  </a:lnTo>
                  <a:lnTo>
                    <a:pt x="0" y="190500"/>
                  </a:lnTo>
                  <a:lnTo>
                    <a:pt x="4933" y="156271"/>
                  </a:lnTo>
                  <a:lnTo>
                    <a:pt x="41768" y="94375"/>
                  </a:lnTo>
                  <a:lnTo>
                    <a:pt x="71914" y="67785"/>
                  </a:lnTo>
                  <a:lnTo>
                    <a:pt x="108707" y="44821"/>
                  </a:lnTo>
                  <a:lnTo>
                    <a:pt x="151271" y="26020"/>
                  </a:lnTo>
                  <a:lnTo>
                    <a:pt x="198726" y="11924"/>
                  </a:lnTo>
                  <a:lnTo>
                    <a:pt x="250195" y="3070"/>
                  </a:lnTo>
                  <a:lnTo>
                    <a:pt x="304800" y="0"/>
                  </a:lnTo>
                  <a:lnTo>
                    <a:pt x="359806" y="3070"/>
                  </a:lnTo>
                  <a:lnTo>
                    <a:pt x="411488" y="11924"/>
                  </a:lnTo>
                  <a:lnTo>
                    <a:pt x="459006" y="26020"/>
                  </a:lnTo>
                  <a:lnTo>
                    <a:pt x="501519" y="44821"/>
                  </a:lnTo>
                  <a:lnTo>
                    <a:pt x="538187" y="67785"/>
                  </a:lnTo>
                  <a:lnTo>
                    <a:pt x="568169" y="94375"/>
                  </a:lnTo>
                  <a:lnTo>
                    <a:pt x="604716" y="156271"/>
                  </a:lnTo>
                  <a:lnTo>
                    <a:pt x="609600" y="190500"/>
                  </a:lnTo>
                  <a:lnTo>
                    <a:pt x="604716" y="224728"/>
                  </a:lnTo>
                  <a:lnTo>
                    <a:pt x="568169" y="286624"/>
                  </a:lnTo>
                  <a:lnTo>
                    <a:pt x="538187" y="313214"/>
                  </a:lnTo>
                  <a:lnTo>
                    <a:pt x="501519" y="336178"/>
                  </a:lnTo>
                  <a:lnTo>
                    <a:pt x="459006" y="354979"/>
                  </a:lnTo>
                  <a:lnTo>
                    <a:pt x="411488" y="369075"/>
                  </a:lnTo>
                  <a:lnTo>
                    <a:pt x="359806" y="377929"/>
                  </a:lnTo>
                  <a:lnTo>
                    <a:pt x="304800" y="381000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91027" y="5085588"/>
              <a:ext cx="620395" cy="390525"/>
            </a:xfrm>
            <a:custGeom>
              <a:avLst/>
              <a:gdLst/>
              <a:ahLst/>
              <a:cxnLst/>
              <a:rect l="l" t="t" r="r" b="b"/>
              <a:pathLst>
                <a:path w="620395" h="390525">
                  <a:moveTo>
                    <a:pt x="310895" y="390144"/>
                  </a:moveTo>
                  <a:lnTo>
                    <a:pt x="278892" y="390144"/>
                  </a:lnTo>
                  <a:lnTo>
                    <a:pt x="248412" y="387096"/>
                  </a:lnTo>
                  <a:lnTo>
                    <a:pt x="190500" y="374904"/>
                  </a:lnTo>
                  <a:lnTo>
                    <a:pt x="138684" y="358140"/>
                  </a:lnTo>
                  <a:lnTo>
                    <a:pt x="91440" y="333756"/>
                  </a:lnTo>
                  <a:lnTo>
                    <a:pt x="54864" y="304800"/>
                  </a:lnTo>
                  <a:lnTo>
                    <a:pt x="45720" y="297180"/>
                  </a:lnTo>
                  <a:lnTo>
                    <a:pt x="38100" y="289560"/>
                  </a:lnTo>
                  <a:lnTo>
                    <a:pt x="32004" y="280416"/>
                  </a:lnTo>
                  <a:lnTo>
                    <a:pt x="25908" y="272796"/>
                  </a:lnTo>
                  <a:lnTo>
                    <a:pt x="19812" y="263652"/>
                  </a:lnTo>
                  <a:lnTo>
                    <a:pt x="10668" y="245364"/>
                  </a:lnTo>
                  <a:lnTo>
                    <a:pt x="7620" y="234696"/>
                  </a:lnTo>
                  <a:lnTo>
                    <a:pt x="4572" y="225552"/>
                  </a:lnTo>
                  <a:lnTo>
                    <a:pt x="1524" y="214884"/>
                  </a:lnTo>
                  <a:lnTo>
                    <a:pt x="1524" y="205740"/>
                  </a:lnTo>
                  <a:lnTo>
                    <a:pt x="0" y="195072"/>
                  </a:lnTo>
                  <a:lnTo>
                    <a:pt x="1524" y="184404"/>
                  </a:lnTo>
                  <a:lnTo>
                    <a:pt x="1524" y="175260"/>
                  </a:lnTo>
                  <a:lnTo>
                    <a:pt x="4572" y="164592"/>
                  </a:lnTo>
                  <a:lnTo>
                    <a:pt x="19812" y="128016"/>
                  </a:lnTo>
                  <a:lnTo>
                    <a:pt x="45720" y="92964"/>
                  </a:lnTo>
                  <a:lnTo>
                    <a:pt x="91440" y="56388"/>
                  </a:lnTo>
                  <a:lnTo>
                    <a:pt x="137160" y="33528"/>
                  </a:lnTo>
                  <a:lnTo>
                    <a:pt x="190500" y="15240"/>
                  </a:lnTo>
                  <a:lnTo>
                    <a:pt x="248412" y="4572"/>
                  </a:lnTo>
                  <a:lnTo>
                    <a:pt x="309372" y="0"/>
                  </a:lnTo>
                  <a:lnTo>
                    <a:pt x="341376" y="1524"/>
                  </a:lnTo>
                  <a:lnTo>
                    <a:pt x="371856" y="4572"/>
                  </a:lnTo>
                  <a:lnTo>
                    <a:pt x="400812" y="9144"/>
                  </a:lnTo>
                  <a:lnTo>
                    <a:pt x="310895" y="9144"/>
                  </a:lnTo>
                  <a:lnTo>
                    <a:pt x="278892" y="10667"/>
                  </a:lnTo>
                  <a:lnTo>
                    <a:pt x="220980" y="18288"/>
                  </a:lnTo>
                  <a:lnTo>
                    <a:pt x="166116" y="32003"/>
                  </a:lnTo>
                  <a:lnTo>
                    <a:pt x="118872" y="51816"/>
                  </a:lnTo>
                  <a:lnTo>
                    <a:pt x="77724" y="77724"/>
                  </a:lnTo>
                  <a:lnTo>
                    <a:pt x="45720" y="106680"/>
                  </a:lnTo>
                  <a:lnTo>
                    <a:pt x="39624" y="115824"/>
                  </a:lnTo>
                  <a:lnTo>
                    <a:pt x="33528" y="123444"/>
                  </a:lnTo>
                  <a:lnTo>
                    <a:pt x="27432" y="132588"/>
                  </a:lnTo>
                  <a:lnTo>
                    <a:pt x="22860" y="140208"/>
                  </a:lnTo>
                  <a:lnTo>
                    <a:pt x="13716" y="167640"/>
                  </a:lnTo>
                  <a:lnTo>
                    <a:pt x="10668" y="185928"/>
                  </a:lnTo>
                  <a:lnTo>
                    <a:pt x="10668" y="204216"/>
                  </a:lnTo>
                  <a:lnTo>
                    <a:pt x="15240" y="231648"/>
                  </a:lnTo>
                  <a:lnTo>
                    <a:pt x="19812" y="240792"/>
                  </a:lnTo>
                  <a:lnTo>
                    <a:pt x="22860" y="249936"/>
                  </a:lnTo>
                  <a:lnTo>
                    <a:pt x="27432" y="257556"/>
                  </a:lnTo>
                  <a:lnTo>
                    <a:pt x="33528" y="266700"/>
                  </a:lnTo>
                  <a:lnTo>
                    <a:pt x="39624" y="274320"/>
                  </a:lnTo>
                  <a:lnTo>
                    <a:pt x="45720" y="283464"/>
                  </a:lnTo>
                  <a:lnTo>
                    <a:pt x="77724" y="312420"/>
                  </a:lnTo>
                  <a:lnTo>
                    <a:pt x="118872" y="338328"/>
                  </a:lnTo>
                  <a:lnTo>
                    <a:pt x="166116" y="358140"/>
                  </a:lnTo>
                  <a:lnTo>
                    <a:pt x="220980" y="371856"/>
                  </a:lnTo>
                  <a:lnTo>
                    <a:pt x="278892" y="379476"/>
                  </a:lnTo>
                  <a:lnTo>
                    <a:pt x="309372" y="381000"/>
                  </a:lnTo>
                  <a:lnTo>
                    <a:pt x="402336" y="381000"/>
                  </a:lnTo>
                  <a:lnTo>
                    <a:pt x="371856" y="387096"/>
                  </a:lnTo>
                  <a:lnTo>
                    <a:pt x="310895" y="390144"/>
                  </a:lnTo>
                  <a:close/>
                </a:path>
                <a:path w="620395" h="390525">
                  <a:moveTo>
                    <a:pt x="402336" y="381000"/>
                  </a:moveTo>
                  <a:lnTo>
                    <a:pt x="309372" y="381000"/>
                  </a:lnTo>
                  <a:lnTo>
                    <a:pt x="341376" y="379476"/>
                  </a:lnTo>
                  <a:lnTo>
                    <a:pt x="370332" y="376428"/>
                  </a:lnTo>
                  <a:lnTo>
                    <a:pt x="426720" y="365760"/>
                  </a:lnTo>
                  <a:lnTo>
                    <a:pt x="478536" y="348996"/>
                  </a:lnTo>
                  <a:lnTo>
                    <a:pt x="522732" y="326136"/>
                  </a:lnTo>
                  <a:lnTo>
                    <a:pt x="559308" y="298704"/>
                  </a:lnTo>
                  <a:lnTo>
                    <a:pt x="580644" y="274320"/>
                  </a:lnTo>
                  <a:lnTo>
                    <a:pt x="592836" y="259080"/>
                  </a:lnTo>
                  <a:lnTo>
                    <a:pt x="597408" y="249936"/>
                  </a:lnTo>
                  <a:lnTo>
                    <a:pt x="603504" y="231648"/>
                  </a:lnTo>
                  <a:lnTo>
                    <a:pt x="606552" y="224028"/>
                  </a:lnTo>
                  <a:lnTo>
                    <a:pt x="608076" y="213360"/>
                  </a:lnTo>
                  <a:lnTo>
                    <a:pt x="609600" y="204216"/>
                  </a:lnTo>
                  <a:lnTo>
                    <a:pt x="609600" y="185928"/>
                  </a:lnTo>
                  <a:lnTo>
                    <a:pt x="597408" y="140208"/>
                  </a:lnTo>
                  <a:lnTo>
                    <a:pt x="574548" y="108204"/>
                  </a:lnTo>
                  <a:lnTo>
                    <a:pt x="559308" y="92964"/>
                  </a:lnTo>
                  <a:lnTo>
                    <a:pt x="542544" y="77724"/>
                  </a:lnTo>
                  <a:lnTo>
                    <a:pt x="501396" y="51816"/>
                  </a:lnTo>
                  <a:lnTo>
                    <a:pt x="454152" y="32003"/>
                  </a:lnTo>
                  <a:lnTo>
                    <a:pt x="399287" y="18288"/>
                  </a:lnTo>
                  <a:lnTo>
                    <a:pt x="341376" y="10667"/>
                  </a:lnTo>
                  <a:lnTo>
                    <a:pt x="310895" y="9144"/>
                  </a:lnTo>
                  <a:lnTo>
                    <a:pt x="400812" y="9144"/>
                  </a:lnTo>
                  <a:lnTo>
                    <a:pt x="457200" y="22860"/>
                  </a:lnTo>
                  <a:lnTo>
                    <a:pt x="505968" y="44196"/>
                  </a:lnTo>
                  <a:lnTo>
                    <a:pt x="548639" y="70104"/>
                  </a:lnTo>
                  <a:lnTo>
                    <a:pt x="565404" y="85344"/>
                  </a:lnTo>
                  <a:lnTo>
                    <a:pt x="574548" y="92964"/>
                  </a:lnTo>
                  <a:lnTo>
                    <a:pt x="582168" y="100584"/>
                  </a:lnTo>
                  <a:lnTo>
                    <a:pt x="594360" y="118872"/>
                  </a:lnTo>
                  <a:lnTo>
                    <a:pt x="600456" y="126492"/>
                  </a:lnTo>
                  <a:lnTo>
                    <a:pt x="605028" y="135636"/>
                  </a:lnTo>
                  <a:lnTo>
                    <a:pt x="609600" y="146304"/>
                  </a:lnTo>
                  <a:lnTo>
                    <a:pt x="615696" y="164592"/>
                  </a:lnTo>
                  <a:lnTo>
                    <a:pt x="617220" y="175260"/>
                  </a:lnTo>
                  <a:lnTo>
                    <a:pt x="618744" y="184404"/>
                  </a:lnTo>
                  <a:lnTo>
                    <a:pt x="620268" y="195072"/>
                  </a:lnTo>
                  <a:lnTo>
                    <a:pt x="618744" y="205740"/>
                  </a:lnTo>
                  <a:lnTo>
                    <a:pt x="618744" y="214884"/>
                  </a:lnTo>
                  <a:lnTo>
                    <a:pt x="605028" y="254508"/>
                  </a:lnTo>
                  <a:lnTo>
                    <a:pt x="594360" y="271272"/>
                  </a:lnTo>
                  <a:lnTo>
                    <a:pt x="582168" y="289560"/>
                  </a:lnTo>
                  <a:lnTo>
                    <a:pt x="548639" y="320040"/>
                  </a:lnTo>
                  <a:lnTo>
                    <a:pt x="483108" y="358140"/>
                  </a:lnTo>
                  <a:lnTo>
                    <a:pt x="429768" y="374904"/>
                  </a:lnTo>
                  <a:lnTo>
                    <a:pt x="40233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125184" y="51246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719827" y="5085588"/>
            <a:ext cx="696595" cy="390525"/>
            <a:chOff x="4719827" y="5085588"/>
            <a:chExt cx="696595" cy="390525"/>
          </a:xfrm>
        </p:grpSpPr>
        <p:sp>
          <p:nvSpPr>
            <p:cNvPr id="36" name="object 36"/>
            <p:cNvSpPr/>
            <p:nvPr/>
          </p:nvSpPr>
          <p:spPr>
            <a:xfrm>
              <a:off x="4724399" y="5090160"/>
              <a:ext cx="685800" cy="381000"/>
            </a:xfrm>
            <a:custGeom>
              <a:avLst/>
              <a:gdLst/>
              <a:ahLst/>
              <a:cxnLst/>
              <a:rect l="l" t="t" r="r" b="b"/>
              <a:pathLst>
                <a:path w="685800" h="381000">
                  <a:moveTo>
                    <a:pt x="342900" y="381000"/>
                  </a:moveTo>
                  <a:lnTo>
                    <a:pt x="281369" y="377929"/>
                  </a:lnTo>
                  <a:lnTo>
                    <a:pt x="223413" y="369075"/>
                  </a:lnTo>
                  <a:lnTo>
                    <a:pt x="170010" y="354979"/>
                  </a:lnTo>
                  <a:lnTo>
                    <a:pt x="122139" y="336178"/>
                  </a:lnTo>
                  <a:lnTo>
                    <a:pt x="80778" y="313214"/>
                  </a:lnTo>
                  <a:lnTo>
                    <a:pt x="46905" y="286624"/>
                  </a:lnTo>
                  <a:lnTo>
                    <a:pt x="21499" y="256949"/>
                  </a:lnTo>
                  <a:lnTo>
                    <a:pt x="0" y="190500"/>
                  </a:lnTo>
                  <a:lnTo>
                    <a:pt x="5537" y="156271"/>
                  </a:lnTo>
                  <a:lnTo>
                    <a:pt x="46905" y="94375"/>
                  </a:lnTo>
                  <a:lnTo>
                    <a:pt x="80778" y="67785"/>
                  </a:lnTo>
                  <a:lnTo>
                    <a:pt x="122139" y="44821"/>
                  </a:lnTo>
                  <a:lnTo>
                    <a:pt x="170010" y="26020"/>
                  </a:lnTo>
                  <a:lnTo>
                    <a:pt x="223413" y="11924"/>
                  </a:lnTo>
                  <a:lnTo>
                    <a:pt x="281369" y="3070"/>
                  </a:lnTo>
                  <a:lnTo>
                    <a:pt x="342900" y="0"/>
                  </a:lnTo>
                  <a:lnTo>
                    <a:pt x="404832" y="3070"/>
                  </a:lnTo>
                  <a:lnTo>
                    <a:pt x="463001" y="11924"/>
                  </a:lnTo>
                  <a:lnTo>
                    <a:pt x="516466" y="26020"/>
                  </a:lnTo>
                  <a:lnTo>
                    <a:pt x="564287" y="44821"/>
                  </a:lnTo>
                  <a:lnTo>
                    <a:pt x="605523" y="67785"/>
                  </a:lnTo>
                  <a:lnTo>
                    <a:pt x="639233" y="94375"/>
                  </a:lnTo>
                  <a:lnTo>
                    <a:pt x="664476" y="124050"/>
                  </a:lnTo>
                  <a:lnTo>
                    <a:pt x="685800" y="190500"/>
                  </a:lnTo>
                  <a:lnTo>
                    <a:pt x="680312" y="224728"/>
                  </a:lnTo>
                  <a:lnTo>
                    <a:pt x="639233" y="286624"/>
                  </a:lnTo>
                  <a:lnTo>
                    <a:pt x="605523" y="313214"/>
                  </a:lnTo>
                  <a:lnTo>
                    <a:pt x="564287" y="336178"/>
                  </a:lnTo>
                  <a:lnTo>
                    <a:pt x="516466" y="354979"/>
                  </a:lnTo>
                  <a:lnTo>
                    <a:pt x="463001" y="369075"/>
                  </a:lnTo>
                  <a:lnTo>
                    <a:pt x="404832" y="377929"/>
                  </a:lnTo>
                  <a:lnTo>
                    <a:pt x="342900" y="3810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19827" y="5085588"/>
              <a:ext cx="696595" cy="390525"/>
            </a:xfrm>
            <a:custGeom>
              <a:avLst/>
              <a:gdLst/>
              <a:ahLst/>
              <a:cxnLst/>
              <a:rect l="l" t="t" r="r" b="b"/>
              <a:pathLst>
                <a:path w="696595" h="390525">
                  <a:moveTo>
                    <a:pt x="348996" y="390144"/>
                  </a:moveTo>
                  <a:lnTo>
                    <a:pt x="312419" y="390144"/>
                  </a:lnTo>
                  <a:lnTo>
                    <a:pt x="278892" y="387096"/>
                  </a:lnTo>
                  <a:lnTo>
                    <a:pt x="213360" y="374904"/>
                  </a:lnTo>
                  <a:lnTo>
                    <a:pt x="155448" y="358140"/>
                  </a:lnTo>
                  <a:lnTo>
                    <a:pt x="91440" y="327660"/>
                  </a:lnTo>
                  <a:lnTo>
                    <a:pt x="42672" y="289560"/>
                  </a:lnTo>
                  <a:lnTo>
                    <a:pt x="16764" y="254508"/>
                  </a:lnTo>
                  <a:lnTo>
                    <a:pt x="3048" y="216408"/>
                  </a:lnTo>
                  <a:lnTo>
                    <a:pt x="0" y="195072"/>
                  </a:lnTo>
                  <a:lnTo>
                    <a:pt x="1524" y="184404"/>
                  </a:lnTo>
                  <a:lnTo>
                    <a:pt x="3048" y="175260"/>
                  </a:lnTo>
                  <a:lnTo>
                    <a:pt x="4572" y="164592"/>
                  </a:lnTo>
                  <a:lnTo>
                    <a:pt x="7620" y="155448"/>
                  </a:lnTo>
                  <a:lnTo>
                    <a:pt x="12192" y="146304"/>
                  </a:lnTo>
                  <a:lnTo>
                    <a:pt x="16764" y="135636"/>
                  </a:lnTo>
                  <a:lnTo>
                    <a:pt x="21336" y="126492"/>
                  </a:lnTo>
                  <a:lnTo>
                    <a:pt x="28956" y="118872"/>
                  </a:lnTo>
                  <a:lnTo>
                    <a:pt x="35052" y="109728"/>
                  </a:lnTo>
                  <a:lnTo>
                    <a:pt x="70104" y="77724"/>
                  </a:lnTo>
                  <a:lnTo>
                    <a:pt x="128016" y="44196"/>
                  </a:lnTo>
                  <a:lnTo>
                    <a:pt x="182880" y="22860"/>
                  </a:lnTo>
                  <a:lnTo>
                    <a:pt x="245364" y="9144"/>
                  </a:lnTo>
                  <a:lnTo>
                    <a:pt x="312419" y="1524"/>
                  </a:lnTo>
                  <a:lnTo>
                    <a:pt x="347472" y="0"/>
                  </a:lnTo>
                  <a:lnTo>
                    <a:pt x="384048" y="1524"/>
                  </a:lnTo>
                  <a:lnTo>
                    <a:pt x="417576" y="4572"/>
                  </a:lnTo>
                  <a:lnTo>
                    <a:pt x="451104" y="9144"/>
                  </a:lnTo>
                  <a:lnTo>
                    <a:pt x="348996" y="9144"/>
                  </a:lnTo>
                  <a:lnTo>
                    <a:pt x="313943" y="10667"/>
                  </a:lnTo>
                  <a:lnTo>
                    <a:pt x="246888" y="18288"/>
                  </a:lnTo>
                  <a:lnTo>
                    <a:pt x="185928" y="32003"/>
                  </a:lnTo>
                  <a:lnTo>
                    <a:pt x="132588" y="51816"/>
                  </a:lnTo>
                  <a:lnTo>
                    <a:pt x="97536" y="71628"/>
                  </a:lnTo>
                  <a:lnTo>
                    <a:pt x="86868" y="77724"/>
                  </a:lnTo>
                  <a:lnTo>
                    <a:pt x="76200" y="85344"/>
                  </a:lnTo>
                  <a:lnTo>
                    <a:pt x="67056" y="92964"/>
                  </a:lnTo>
                  <a:lnTo>
                    <a:pt x="57912" y="99060"/>
                  </a:lnTo>
                  <a:lnTo>
                    <a:pt x="50292" y="108204"/>
                  </a:lnTo>
                  <a:lnTo>
                    <a:pt x="42672" y="115824"/>
                  </a:lnTo>
                  <a:lnTo>
                    <a:pt x="36576" y="123444"/>
                  </a:lnTo>
                  <a:lnTo>
                    <a:pt x="30480" y="132588"/>
                  </a:lnTo>
                  <a:lnTo>
                    <a:pt x="24384" y="140208"/>
                  </a:lnTo>
                  <a:lnTo>
                    <a:pt x="19812" y="149352"/>
                  </a:lnTo>
                  <a:lnTo>
                    <a:pt x="13716" y="167640"/>
                  </a:lnTo>
                  <a:lnTo>
                    <a:pt x="10668" y="185928"/>
                  </a:lnTo>
                  <a:lnTo>
                    <a:pt x="10668" y="204216"/>
                  </a:lnTo>
                  <a:lnTo>
                    <a:pt x="13716" y="222504"/>
                  </a:lnTo>
                  <a:lnTo>
                    <a:pt x="19812" y="240792"/>
                  </a:lnTo>
                  <a:lnTo>
                    <a:pt x="24384" y="249936"/>
                  </a:lnTo>
                  <a:lnTo>
                    <a:pt x="30480" y="257556"/>
                  </a:lnTo>
                  <a:lnTo>
                    <a:pt x="36576" y="266700"/>
                  </a:lnTo>
                  <a:lnTo>
                    <a:pt x="76200" y="304800"/>
                  </a:lnTo>
                  <a:lnTo>
                    <a:pt x="108204" y="326136"/>
                  </a:lnTo>
                  <a:lnTo>
                    <a:pt x="158495" y="348996"/>
                  </a:lnTo>
                  <a:lnTo>
                    <a:pt x="216407" y="365760"/>
                  </a:lnTo>
                  <a:lnTo>
                    <a:pt x="278892" y="376428"/>
                  </a:lnTo>
                  <a:lnTo>
                    <a:pt x="347472" y="381000"/>
                  </a:lnTo>
                  <a:lnTo>
                    <a:pt x="451104" y="381000"/>
                  </a:lnTo>
                  <a:lnTo>
                    <a:pt x="417576" y="387096"/>
                  </a:lnTo>
                  <a:lnTo>
                    <a:pt x="348996" y="390144"/>
                  </a:lnTo>
                  <a:close/>
                </a:path>
                <a:path w="696595" h="390525">
                  <a:moveTo>
                    <a:pt x="451104" y="381000"/>
                  </a:moveTo>
                  <a:lnTo>
                    <a:pt x="347472" y="381000"/>
                  </a:lnTo>
                  <a:lnTo>
                    <a:pt x="382524" y="379476"/>
                  </a:lnTo>
                  <a:lnTo>
                    <a:pt x="416052" y="376428"/>
                  </a:lnTo>
                  <a:lnTo>
                    <a:pt x="480060" y="365760"/>
                  </a:lnTo>
                  <a:lnTo>
                    <a:pt x="537972" y="348996"/>
                  </a:lnTo>
                  <a:lnTo>
                    <a:pt x="588263" y="326136"/>
                  </a:lnTo>
                  <a:lnTo>
                    <a:pt x="598932" y="318516"/>
                  </a:lnTo>
                  <a:lnTo>
                    <a:pt x="609600" y="312420"/>
                  </a:lnTo>
                  <a:lnTo>
                    <a:pt x="620268" y="304800"/>
                  </a:lnTo>
                  <a:lnTo>
                    <a:pt x="629412" y="298704"/>
                  </a:lnTo>
                  <a:lnTo>
                    <a:pt x="638556" y="291084"/>
                  </a:lnTo>
                  <a:lnTo>
                    <a:pt x="646175" y="283464"/>
                  </a:lnTo>
                  <a:lnTo>
                    <a:pt x="653796" y="274320"/>
                  </a:lnTo>
                  <a:lnTo>
                    <a:pt x="659892" y="266700"/>
                  </a:lnTo>
                  <a:lnTo>
                    <a:pt x="665988" y="257556"/>
                  </a:lnTo>
                  <a:lnTo>
                    <a:pt x="672084" y="249936"/>
                  </a:lnTo>
                  <a:lnTo>
                    <a:pt x="676656" y="240792"/>
                  </a:lnTo>
                  <a:lnTo>
                    <a:pt x="682752" y="222504"/>
                  </a:lnTo>
                  <a:lnTo>
                    <a:pt x="685800" y="204216"/>
                  </a:lnTo>
                  <a:lnTo>
                    <a:pt x="685800" y="185928"/>
                  </a:lnTo>
                  <a:lnTo>
                    <a:pt x="682752" y="167640"/>
                  </a:lnTo>
                  <a:lnTo>
                    <a:pt x="676656" y="149352"/>
                  </a:lnTo>
                  <a:lnTo>
                    <a:pt x="672084" y="140208"/>
                  </a:lnTo>
                  <a:lnTo>
                    <a:pt x="665988" y="132588"/>
                  </a:lnTo>
                  <a:lnTo>
                    <a:pt x="659892" y="123444"/>
                  </a:lnTo>
                  <a:lnTo>
                    <a:pt x="620268" y="85344"/>
                  </a:lnTo>
                  <a:lnTo>
                    <a:pt x="598932" y="71628"/>
                  </a:lnTo>
                  <a:lnTo>
                    <a:pt x="588263" y="64008"/>
                  </a:lnTo>
                  <a:lnTo>
                    <a:pt x="563880" y="53340"/>
                  </a:lnTo>
                  <a:lnTo>
                    <a:pt x="537972" y="41148"/>
                  </a:lnTo>
                  <a:lnTo>
                    <a:pt x="510539" y="32003"/>
                  </a:lnTo>
                  <a:lnTo>
                    <a:pt x="449580" y="18288"/>
                  </a:lnTo>
                  <a:lnTo>
                    <a:pt x="382524" y="10667"/>
                  </a:lnTo>
                  <a:lnTo>
                    <a:pt x="348996" y="9144"/>
                  </a:lnTo>
                  <a:lnTo>
                    <a:pt x="451104" y="9144"/>
                  </a:lnTo>
                  <a:lnTo>
                    <a:pt x="513587" y="22860"/>
                  </a:lnTo>
                  <a:lnTo>
                    <a:pt x="568452" y="44196"/>
                  </a:lnTo>
                  <a:lnTo>
                    <a:pt x="605028" y="62484"/>
                  </a:lnTo>
                  <a:lnTo>
                    <a:pt x="653796" y="100584"/>
                  </a:lnTo>
                  <a:lnTo>
                    <a:pt x="679704" y="135636"/>
                  </a:lnTo>
                  <a:lnTo>
                    <a:pt x="693420" y="175260"/>
                  </a:lnTo>
                  <a:lnTo>
                    <a:pt x="694944" y="184404"/>
                  </a:lnTo>
                  <a:lnTo>
                    <a:pt x="696468" y="195072"/>
                  </a:lnTo>
                  <a:lnTo>
                    <a:pt x="694944" y="205740"/>
                  </a:lnTo>
                  <a:lnTo>
                    <a:pt x="693420" y="214884"/>
                  </a:lnTo>
                  <a:lnTo>
                    <a:pt x="691896" y="225552"/>
                  </a:lnTo>
                  <a:lnTo>
                    <a:pt x="688848" y="234696"/>
                  </a:lnTo>
                  <a:lnTo>
                    <a:pt x="684275" y="243840"/>
                  </a:lnTo>
                  <a:lnTo>
                    <a:pt x="679704" y="254508"/>
                  </a:lnTo>
                  <a:lnTo>
                    <a:pt x="675131" y="263652"/>
                  </a:lnTo>
                  <a:lnTo>
                    <a:pt x="667512" y="272796"/>
                  </a:lnTo>
                  <a:lnTo>
                    <a:pt x="661416" y="280416"/>
                  </a:lnTo>
                  <a:lnTo>
                    <a:pt x="626364" y="312420"/>
                  </a:lnTo>
                  <a:lnTo>
                    <a:pt x="568452" y="345948"/>
                  </a:lnTo>
                  <a:lnTo>
                    <a:pt x="513587" y="367284"/>
                  </a:lnTo>
                  <a:lnTo>
                    <a:pt x="483108" y="374904"/>
                  </a:lnTo>
                  <a:lnTo>
                    <a:pt x="451104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90591" y="51246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752600" y="2875788"/>
            <a:ext cx="6788150" cy="2219325"/>
            <a:chOff x="1752600" y="2875788"/>
            <a:chExt cx="6788150" cy="2219325"/>
          </a:xfrm>
        </p:grpSpPr>
        <p:sp>
          <p:nvSpPr>
            <p:cNvPr id="40" name="object 40"/>
            <p:cNvSpPr/>
            <p:nvPr/>
          </p:nvSpPr>
          <p:spPr>
            <a:xfrm>
              <a:off x="1752587" y="2875800"/>
              <a:ext cx="6096635" cy="1149350"/>
            </a:xfrm>
            <a:custGeom>
              <a:avLst/>
              <a:gdLst/>
              <a:ahLst/>
              <a:cxnLst/>
              <a:rect l="l" t="t" r="r" b="b"/>
              <a:pathLst>
                <a:path w="6096634" h="1149350">
                  <a:moveTo>
                    <a:pt x="4953012" y="1147572"/>
                  </a:moveTo>
                  <a:lnTo>
                    <a:pt x="4935347" y="1124712"/>
                  </a:lnTo>
                  <a:lnTo>
                    <a:pt x="4901196" y="1080516"/>
                  </a:lnTo>
                  <a:lnTo>
                    <a:pt x="4886642" y="1111694"/>
                  </a:lnTo>
                  <a:lnTo>
                    <a:pt x="2517660" y="0"/>
                  </a:lnTo>
                  <a:lnTo>
                    <a:pt x="2515374" y="4559"/>
                  </a:lnTo>
                  <a:lnTo>
                    <a:pt x="2513076" y="0"/>
                  </a:lnTo>
                  <a:lnTo>
                    <a:pt x="70091" y="962939"/>
                  </a:lnTo>
                  <a:lnTo>
                    <a:pt x="57912" y="931164"/>
                  </a:lnTo>
                  <a:lnTo>
                    <a:pt x="0" y="995172"/>
                  </a:lnTo>
                  <a:lnTo>
                    <a:pt x="85344" y="1002792"/>
                  </a:lnTo>
                  <a:lnTo>
                    <a:pt x="75425" y="976884"/>
                  </a:lnTo>
                  <a:lnTo>
                    <a:pt x="73533" y="971931"/>
                  </a:lnTo>
                  <a:lnTo>
                    <a:pt x="2490305" y="19913"/>
                  </a:lnTo>
                  <a:lnTo>
                    <a:pt x="1426984" y="941082"/>
                  </a:lnTo>
                  <a:lnTo>
                    <a:pt x="1405128" y="915911"/>
                  </a:lnTo>
                  <a:lnTo>
                    <a:pt x="1371600" y="995159"/>
                  </a:lnTo>
                  <a:lnTo>
                    <a:pt x="1455420" y="973823"/>
                  </a:lnTo>
                  <a:lnTo>
                    <a:pt x="1440865" y="957059"/>
                  </a:lnTo>
                  <a:lnTo>
                    <a:pt x="1433372" y="948436"/>
                  </a:lnTo>
                  <a:lnTo>
                    <a:pt x="2510040" y="15519"/>
                  </a:lnTo>
                  <a:lnTo>
                    <a:pt x="2510040" y="918959"/>
                  </a:lnTo>
                  <a:lnTo>
                    <a:pt x="2476512" y="918959"/>
                  </a:lnTo>
                  <a:lnTo>
                    <a:pt x="2514612" y="995159"/>
                  </a:lnTo>
                  <a:lnTo>
                    <a:pt x="2546616" y="931151"/>
                  </a:lnTo>
                  <a:lnTo>
                    <a:pt x="2552712" y="918959"/>
                  </a:lnTo>
                  <a:lnTo>
                    <a:pt x="2520708" y="918959"/>
                  </a:lnTo>
                  <a:lnTo>
                    <a:pt x="2520708" y="16154"/>
                  </a:lnTo>
                  <a:lnTo>
                    <a:pt x="3599484" y="1023010"/>
                  </a:lnTo>
                  <a:lnTo>
                    <a:pt x="3576840" y="1046975"/>
                  </a:lnTo>
                  <a:lnTo>
                    <a:pt x="3657612" y="1071359"/>
                  </a:lnTo>
                  <a:lnTo>
                    <a:pt x="3643134" y="1031735"/>
                  </a:lnTo>
                  <a:lnTo>
                    <a:pt x="3628656" y="992111"/>
                  </a:lnTo>
                  <a:lnTo>
                    <a:pt x="3606165" y="1015936"/>
                  </a:lnTo>
                  <a:lnTo>
                    <a:pt x="2541752" y="22593"/>
                  </a:lnTo>
                  <a:lnTo>
                    <a:pt x="4882896" y="1119708"/>
                  </a:lnTo>
                  <a:lnTo>
                    <a:pt x="4869192" y="1149096"/>
                  </a:lnTo>
                  <a:lnTo>
                    <a:pt x="4953012" y="1147572"/>
                  </a:lnTo>
                  <a:close/>
                </a:path>
                <a:path w="6096634" h="1149350">
                  <a:moveTo>
                    <a:pt x="6096012" y="995172"/>
                  </a:moveTo>
                  <a:lnTo>
                    <a:pt x="6082855" y="982980"/>
                  </a:lnTo>
                  <a:lnTo>
                    <a:pt x="6033528" y="937260"/>
                  </a:lnTo>
                  <a:lnTo>
                    <a:pt x="6024702" y="970470"/>
                  </a:lnTo>
                  <a:lnTo>
                    <a:pt x="2592336" y="0"/>
                  </a:lnTo>
                  <a:lnTo>
                    <a:pt x="2590812" y="9144"/>
                  </a:lnTo>
                  <a:lnTo>
                    <a:pt x="6022340" y="979385"/>
                  </a:lnTo>
                  <a:lnTo>
                    <a:pt x="6013716" y="1011936"/>
                  </a:lnTo>
                  <a:lnTo>
                    <a:pt x="6096012" y="995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91400" y="4709159"/>
              <a:ext cx="1143000" cy="381000"/>
            </a:xfrm>
            <a:custGeom>
              <a:avLst/>
              <a:gdLst/>
              <a:ahLst/>
              <a:cxnLst/>
              <a:rect l="l" t="t" r="r" b="b"/>
              <a:pathLst>
                <a:path w="1143000" h="381000">
                  <a:moveTo>
                    <a:pt x="11430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1143000" y="0"/>
                  </a:lnTo>
                  <a:lnTo>
                    <a:pt x="1143000" y="381000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86828" y="4704588"/>
              <a:ext cx="1153795" cy="390525"/>
            </a:xfrm>
            <a:custGeom>
              <a:avLst/>
              <a:gdLst/>
              <a:ahLst/>
              <a:cxnLst/>
              <a:rect l="l" t="t" r="r" b="b"/>
              <a:pathLst>
                <a:path w="1153795" h="390525">
                  <a:moveTo>
                    <a:pt x="1153668" y="390144"/>
                  </a:moveTo>
                  <a:lnTo>
                    <a:pt x="0" y="390144"/>
                  </a:lnTo>
                  <a:lnTo>
                    <a:pt x="0" y="0"/>
                  </a:lnTo>
                  <a:lnTo>
                    <a:pt x="1153668" y="0"/>
                  </a:lnTo>
                  <a:lnTo>
                    <a:pt x="1153668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381000"/>
                  </a:lnTo>
                  <a:lnTo>
                    <a:pt x="4572" y="381000"/>
                  </a:lnTo>
                  <a:lnTo>
                    <a:pt x="10668" y="385572"/>
                  </a:lnTo>
                  <a:lnTo>
                    <a:pt x="1153668" y="385572"/>
                  </a:lnTo>
                  <a:lnTo>
                    <a:pt x="1153668" y="390144"/>
                  </a:lnTo>
                  <a:close/>
                </a:path>
                <a:path w="1153795" h="390525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1153795" h="390525">
                  <a:moveTo>
                    <a:pt x="1143000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1143000" y="4572"/>
                  </a:lnTo>
                  <a:lnTo>
                    <a:pt x="1143000" y="9144"/>
                  </a:lnTo>
                  <a:close/>
                </a:path>
                <a:path w="1153795" h="390525">
                  <a:moveTo>
                    <a:pt x="1143000" y="385572"/>
                  </a:moveTo>
                  <a:lnTo>
                    <a:pt x="1143000" y="4572"/>
                  </a:lnTo>
                  <a:lnTo>
                    <a:pt x="1147572" y="9144"/>
                  </a:lnTo>
                  <a:lnTo>
                    <a:pt x="1153668" y="9144"/>
                  </a:lnTo>
                  <a:lnTo>
                    <a:pt x="1153668" y="381000"/>
                  </a:lnTo>
                  <a:lnTo>
                    <a:pt x="1147572" y="381000"/>
                  </a:lnTo>
                  <a:lnTo>
                    <a:pt x="1143000" y="385572"/>
                  </a:lnTo>
                  <a:close/>
                </a:path>
                <a:path w="1153795" h="390525">
                  <a:moveTo>
                    <a:pt x="1153668" y="9144"/>
                  </a:moveTo>
                  <a:lnTo>
                    <a:pt x="1147572" y="9144"/>
                  </a:lnTo>
                  <a:lnTo>
                    <a:pt x="1143000" y="4572"/>
                  </a:lnTo>
                  <a:lnTo>
                    <a:pt x="1153668" y="4572"/>
                  </a:lnTo>
                  <a:lnTo>
                    <a:pt x="1153668" y="9144"/>
                  </a:lnTo>
                  <a:close/>
                </a:path>
                <a:path w="1153795" h="390525">
                  <a:moveTo>
                    <a:pt x="10668" y="385572"/>
                  </a:moveTo>
                  <a:lnTo>
                    <a:pt x="4572" y="381000"/>
                  </a:lnTo>
                  <a:lnTo>
                    <a:pt x="10668" y="381000"/>
                  </a:lnTo>
                  <a:lnTo>
                    <a:pt x="10668" y="385572"/>
                  </a:lnTo>
                  <a:close/>
                </a:path>
                <a:path w="1153795" h="390525">
                  <a:moveTo>
                    <a:pt x="1143000" y="385572"/>
                  </a:moveTo>
                  <a:lnTo>
                    <a:pt x="10668" y="385572"/>
                  </a:lnTo>
                  <a:lnTo>
                    <a:pt x="10668" y="381000"/>
                  </a:lnTo>
                  <a:lnTo>
                    <a:pt x="1143000" y="381000"/>
                  </a:lnTo>
                  <a:lnTo>
                    <a:pt x="1143000" y="385572"/>
                  </a:lnTo>
                  <a:close/>
                </a:path>
                <a:path w="1153795" h="390525">
                  <a:moveTo>
                    <a:pt x="1153668" y="385572"/>
                  </a:moveTo>
                  <a:lnTo>
                    <a:pt x="1143000" y="385572"/>
                  </a:lnTo>
                  <a:lnTo>
                    <a:pt x="1147572" y="381000"/>
                  </a:lnTo>
                  <a:lnTo>
                    <a:pt x="1153668" y="381000"/>
                  </a:lnTo>
                  <a:lnTo>
                    <a:pt x="1153668" y="385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410641" y="4743686"/>
            <a:ext cx="1104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Slice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Point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214627" y="1961388"/>
            <a:ext cx="6748780" cy="4150360"/>
            <a:chOff x="1214627" y="1961388"/>
            <a:chExt cx="6748780" cy="4150360"/>
          </a:xfrm>
        </p:grpSpPr>
        <p:sp>
          <p:nvSpPr>
            <p:cNvPr id="45" name="object 45"/>
            <p:cNvSpPr/>
            <p:nvPr/>
          </p:nvSpPr>
          <p:spPr>
            <a:xfrm>
              <a:off x="2884932" y="3561587"/>
              <a:ext cx="5078095" cy="2219325"/>
            </a:xfrm>
            <a:custGeom>
              <a:avLst/>
              <a:gdLst/>
              <a:ahLst/>
              <a:cxnLst/>
              <a:rect l="l" t="t" r="r" b="b"/>
              <a:pathLst>
                <a:path w="5078095" h="2219325">
                  <a:moveTo>
                    <a:pt x="21336" y="2119884"/>
                  </a:moveTo>
                  <a:lnTo>
                    <a:pt x="15240" y="2110740"/>
                  </a:lnTo>
                  <a:lnTo>
                    <a:pt x="12192" y="2101596"/>
                  </a:lnTo>
                  <a:lnTo>
                    <a:pt x="10668" y="2092452"/>
                  </a:lnTo>
                  <a:lnTo>
                    <a:pt x="9144" y="2087880"/>
                  </a:lnTo>
                  <a:lnTo>
                    <a:pt x="0" y="2089404"/>
                  </a:lnTo>
                  <a:lnTo>
                    <a:pt x="0" y="2093976"/>
                  </a:lnTo>
                  <a:lnTo>
                    <a:pt x="3048" y="2104644"/>
                  </a:lnTo>
                  <a:lnTo>
                    <a:pt x="7620" y="2115312"/>
                  </a:lnTo>
                  <a:lnTo>
                    <a:pt x="13716" y="2124456"/>
                  </a:lnTo>
                  <a:lnTo>
                    <a:pt x="15240" y="2125980"/>
                  </a:lnTo>
                  <a:lnTo>
                    <a:pt x="21336" y="2119884"/>
                  </a:lnTo>
                  <a:close/>
                </a:path>
                <a:path w="5078095" h="2219325">
                  <a:moveTo>
                    <a:pt x="24384" y="2025396"/>
                  </a:moveTo>
                  <a:lnTo>
                    <a:pt x="15240" y="2022348"/>
                  </a:lnTo>
                  <a:lnTo>
                    <a:pt x="10668" y="2031492"/>
                  </a:lnTo>
                  <a:lnTo>
                    <a:pt x="6096" y="2045208"/>
                  </a:lnTo>
                  <a:lnTo>
                    <a:pt x="3048" y="2057400"/>
                  </a:lnTo>
                  <a:lnTo>
                    <a:pt x="3048" y="2058924"/>
                  </a:lnTo>
                  <a:lnTo>
                    <a:pt x="12192" y="2060448"/>
                  </a:lnTo>
                  <a:lnTo>
                    <a:pt x="15240" y="2048256"/>
                  </a:lnTo>
                  <a:lnTo>
                    <a:pt x="19812" y="2036064"/>
                  </a:lnTo>
                  <a:lnTo>
                    <a:pt x="24384" y="2025396"/>
                  </a:lnTo>
                  <a:close/>
                </a:path>
                <a:path w="5078095" h="2219325">
                  <a:moveTo>
                    <a:pt x="54864" y="1967484"/>
                  </a:moveTo>
                  <a:lnTo>
                    <a:pt x="47244" y="1962912"/>
                  </a:lnTo>
                  <a:lnTo>
                    <a:pt x="47244" y="1964436"/>
                  </a:lnTo>
                  <a:lnTo>
                    <a:pt x="38100" y="1978152"/>
                  </a:lnTo>
                  <a:lnTo>
                    <a:pt x="30480" y="1991868"/>
                  </a:lnTo>
                  <a:lnTo>
                    <a:pt x="27432" y="1996440"/>
                  </a:lnTo>
                  <a:lnTo>
                    <a:pt x="36576" y="2001012"/>
                  </a:lnTo>
                  <a:lnTo>
                    <a:pt x="38100" y="1996440"/>
                  </a:lnTo>
                  <a:lnTo>
                    <a:pt x="45720" y="1982724"/>
                  </a:lnTo>
                  <a:lnTo>
                    <a:pt x="54864" y="1969008"/>
                  </a:lnTo>
                  <a:lnTo>
                    <a:pt x="54864" y="1967484"/>
                  </a:lnTo>
                  <a:close/>
                </a:path>
                <a:path w="5078095" h="2219325">
                  <a:moveTo>
                    <a:pt x="73152" y="2161032"/>
                  </a:moveTo>
                  <a:lnTo>
                    <a:pt x="62484" y="2154936"/>
                  </a:lnTo>
                  <a:lnTo>
                    <a:pt x="50292" y="2145792"/>
                  </a:lnTo>
                  <a:lnTo>
                    <a:pt x="41148" y="2139696"/>
                  </a:lnTo>
                  <a:lnTo>
                    <a:pt x="35052" y="2147316"/>
                  </a:lnTo>
                  <a:lnTo>
                    <a:pt x="57912" y="2162556"/>
                  </a:lnTo>
                  <a:lnTo>
                    <a:pt x="68580" y="2168652"/>
                  </a:lnTo>
                  <a:lnTo>
                    <a:pt x="73152" y="2161032"/>
                  </a:lnTo>
                  <a:close/>
                </a:path>
                <a:path w="5078095" h="2219325">
                  <a:moveTo>
                    <a:pt x="91440" y="1912620"/>
                  </a:moveTo>
                  <a:lnTo>
                    <a:pt x="83820" y="1906524"/>
                  </a:lnTo>
                  <a:lnTo>
                    <a:pt x="65532" y="1935480"/>
                  </a:lnTo>
                  <a:lnTo>
                    <a:pt x="62484" y="1938528"/>
                  </a:lnTo>
                  <a:lnTo>
                    <a:pt x="70104" y="1944624"/>
                  </a:lnTo>
                  <a:lnTo>
                    <a:pt x="91440" y="1912620"/>
                  </a:lnTo>
                  <a:close/>
                </a:path>
                <a:path w="5078095" h="2219325">
                  <a:moveTo>
                    <a:pt x="132588" y="2186940"/>
                  </a:moveTo>
                  <a:lnTo>
                    <a:pt x="124968" y="2185416"/>
                  </a:lnTo>
                  <a:lnTo>
                    <a:pt x="108204" y="2177796"/>
                  </a:lnTo>
                  <a:lnTo>
                    <a:pt x="97536" y="2173224"/>
                  </a:lnTo>
                  <a:lnTo>
                    <a:pt x="92964" y="2182368"/>
                  </a:lnTo>
                  <a:lnTo>
                    <a:pt x="105156" y="2186940"/>
                  </a:lnTo>
                  <a:lnTo>
                    <a:pt x="121920" y="2194560"/>
                  </a:lnTo>
                  <a:lnTo>
                    <a:pt x="129540" y="2196084"/>
                  </a:lnTo>
                  <a:lnTo>
                    <a:pt x="132588" y="2186940"/>
                  </a:lnTo>
                  <a:close/>
                </a:path>
                <a:path w="5078095" h="2219325">
                  <a:moveTo>
                    <a:pt x="196596" y="2205228"/>
                  </a:moveTo>
                  <a:lnTo>
                    <a:pt x="193548" y="2205228"/>
                  </a:lnTo>
                  <a:lnTo>
                    <a:pt x="160020" y="2196084"/>
                  </a:lnTo>
                  <a:lnTo>
                    <a:pt x="156972" y="2205228"/>
                  </a:lnTo>
                  <a:lnTo>
                    <a:pt x="175260" y="2209800"/>
                  </a:lnTo>
                  <a:lnTo>
                    <a:pt x="192024" y="2214372"/>
                  </a:lnTo>
                  <a:lnTo>
                    <a:pt x="195072" y="2214372"/>
                  </a:lnTo>
                  <a:lnTo>
                    <a:pt x="196596" y="2205228"/>
                  </a:lnTo>
                  <a:close/>
                </a:path>
                <a:path w="5078095" h="2219325">
                  <a:moveTo>
                    <a:pt x="262128" y="2217420"/>
                  </a:moveTo>
                  <a:lnTo>
                    <a:pt x="260858" y="2209800"/>
                  </a:lnTo>
                  <a:lnTo>
                    <a:pt x="260604" y="2208276"/>
                  </a:lnTo>
                  <a:lnTo>
                    <a:pt x="254508" y="2209800"/>
                  </a:lnTo>
                  <a:lnTo>
                    <a:pt x="225552" y="2209800"/>
                  </a:lnTo>
                  <a:lnTo>
                    <a:pt x="224028" y="2208276"/>
                  </a:lnTo>
                  <a:lnTo>
                    <a:pt x="222504" y="2218944"/>
                  </a:lnTo>
                  <a:lnTo>
                    <a:pt x="254508" y="2218944"/>
                  </a:lnTo>
                  <a:lnTo>
                    <a:pt x="262128" y="2217420"/>
                  </a:lnTo>
                  <a:close/>
                </a:path>
                <a:path w="5078095" h="2219325">
                  <a:moveTo>
                    <a:pt x="327660" y="2203704"/>
                  </a:moveTo>
                  <a:lnTo>
                    <a:pt x="324612" y="2194560"/>
                  </a:lnTo>
                  <a:lnTo>
                    <a:pt x="318516" y="2196084"/>
                  </a:lnTo>
                  <a:lnTo>
                    <a:pt x="301752" y="2200656"/>
                  </a:lnTo>
                  <a:lnTo>
                    <a:pt x="288036" y="2203704"/>
                  </a:lnTo>
                  <a:lnTo>
                    <a:pt x="291084" y="2212848"/>
                  </a:lnTo>
                  <a:lnTo>
                    <a:pt x="303276" y="2209800"/>
                  </a:lnTo>
                  <a:lnTo>
                    <a:pt x="320040" y="2205228"/>
                  </a:lnTo>
                  <a:lnTo>
                    <a:pt x="327660" y="2203704"/>
                  </a:lnTo>
                  <a:close/>
                </a:path>
                <a:path w="5078095" h="2219325">
                  <a:moveTo>
                    <a:pt x="390144" y="2177796"/>
                  </a:moveTo>
                  <a:lnTo>
                    <a:pt x="385572" y="2168652"/>
                  </a:lnTo>
                  <a:lnTo>
                    <a:pt x="382524" y="2171700"/>
                  </a:lnTo>
                  <a:lnTo>
                    <a:pt x="367284" y="2177796"/>
                  </a:lnTo>
                  <a:lnTo>
                    <a:pt x="352044" y="2185416"/>
                  </a:lnTo>
                  <a:lnTo>
                    <a:pt x="355092" y="2193036"/>
                  </a:lnTo>
                  <a:lnTo>
                    <a:pt x="370332" y="2186940"/>
                  </a:lnTo>
                  <a:lnTo>
                    <a:pt x="387096" y="2179320"/>
                  </a:lnTo>
                  <a:lnTo>
                    <a:pt x="390144" y="2177796"/>
                  </a:lnTo>
                  <a:close/>
                </a:path>
                <a:path w="5078095" h="2219325">
                  <a:moveTo>
                    <a:pt x="446532" y="2141220"/>
                  </a:moveTo>
                  <a:lnTo>
                    <a:pt x="440436" y="2133600"/>
                  </a:lnTo>
                  <a:lnTo>
                    <a:pt x="437388" y="2136648"/>
                  </a:lnTo>
                  <a:lnTo>
                    <a:pt x="425196" y="2145792"/>
                  </a:lnTo>
                  <a:lnTo>
                    <a:pt x="411480" y="2154936"/>
                  </a:lnTo>
                  <a:lnTo>
                    <a:pt x="409956" y="2154936"/>
                  </a:lnTo>
                  <a:lnTo>
                    <a:pt x="416052" y="2164080"/>
                  </a:lnTo>
                  <a:lnTo>
                    <a:pt x="416052" y="2162556"/>
                  </a:lnTo>
                  <a:lnTo>
                    <a:pt x="443484" y="2144268"/>
                  </a:lnTo>
                  <a:lnTo>
                    <a:pt x="446532" y="2141220"/>
                  </a:lnTo>
                  <a:close/>
                </a:path>
                <a:path w="5078095" h="2219325">
                  <a:moveTo>
                    <a:pt x="487680" y="2086356"/>
                  </a:moveTo>
                  <a:lnTo>
                    <a:pt x="478536" y="2083308"/>
                  </a:lnTo>
                  <a:lnTo>
                    <a:pt x="475488" y="2090928"/>
                  </a:lnTo>
                  <a:lnTo>
                    <a:pt x="470916" y="2100072"/>
                  </a:lnTo>
                  <a:lnTo>
                    <a:pt x="464820" y="2109216"/>
                  </a:lnTo>
                  <a:lnTo>
                    <a:pt x="460248" y="2115312"/>
                  </a:lnTo>
                  <a:lnTo>
                    <a:pt x="467868" y="2121408"/>
                  </a:lnTo>
                  <a:lnTo>
                    <a:pt x="472440" y="2115312"/>
                  </a:lnTo>
                  <a:lnTo>
                    <a:pt x="478536" y="2106168"/>
                  </a:lnTo>
                  <a:lnTo>
                    <a:pt x="484632" y="2095500"/>
                  </a:lnTo>
                  <a:lnTo>
                    <a:pt x="487680" y="2086356"/>
                  </a:lnTo>
                  <a:close/>
                </a:path>
                <a:path w="5078095" h="2219325">
                  <a:moveTo>
                    <a:pt x="495300" y="2019300"/>
                  </a:moveTo>
                  <a:lnTo>
                    <a:pt x="484632" y="2019300"/>
                  </a:lnTo>
                  <a:lnTo>
                    <a:pt x="484632" y="2020824"/>
                  </a:lnTo>
                  <a:lnTo>
                    <a:pt x="486156" y="2033016"/>
                  </a:lnTo>
                  <a:lnTo>
                    <a:pt x="486156" y="2045208"/>
                  </a:lnTo>
                  <a:lnTo>
                    <a:pt x="484632" y="2057400"/>
                  </a:lnTo>
                  <a:lnTo>
                    <a:pt x="493776" y="2057400"/>
                  </a:lnTo>
                  <a:lnTo>
                    <a:pt x="495300" y="2046732"/>
                  </a:lnTo>
                  <a:lnTo>
                    <a:pt x="495300" y="2019300"/>
                  </a:lnTo>
                  <a:close/>
                </a:path>
                <a:path w="5078095" h="2219325">
                  <a:moveTo>
                    <a:pt x="522732" y="1975104"/>
                  </a:moveTo>
                  <a:lnTo>
                    <a:pt x="518896" y="1970532"/>
                  </a:lnTo>
                  <a:lnTo>
                    <a:pt x="467868" y="1909572"/>
                  </a:lnTo>
                  <a:lnTo>
                    <a:pt x="448056" y="1991868"/>
                  </a:lnTo>
                  <a:lnTo>
                    <a:pt x="479920" y="1984717"/>
                  </a:lnTo>
                  <a:lnTo>
                    <a:pt x="481584" y="1991868"/>
                  </a:lnTo>
                  <a:lnTo>
                    <a:pt x="490728" y="1990344"/>
                  </a:lnTo>
                  <a:lnTo>
                    <a:pt x="489521" y="1982558"/>
                  </a:lnTo>
                  <a:lnTo>
                    <a:pt x="522732" y="1975104"/>
                  </a:lnTo>
                  <a:close/>
                </a:path>
                <a:path w="5078095" h="2219325">
                  <a:moveTo>
                    <a:pt x="1563611" y="359664"/>
                  </a:moveTo>
                  <a:lnTo>
                    <a:pt x="1555991" y="353568"/>
                  </a:lnTo>
                  <a:lnTo>
                    <a:pt x="1531607" y="382524"/>
                  </a:lnTo>
                  <a:lnTo>
                    <a:pt x="1539227" y="388620"/>
                  </a:lnTo>
                  <a:lnTo>
                    <a:pt x="1563611" y="359664"/>
                  </a:lnTo>
                  <a:close/>
                </a:path>
                <a:path w="5078095" h="2219325">
                  <a:moveTo>
                    <a:pt x="1604759" y="307848"/>
                  </a:moveTo>
                  <a:lnTo>
                    <a:pt x="1598663" y="301752"/>
                  </a:lnTo>
                  <a:lnTo>
                    <a:pt x="1589519" y="310896"/>
                  </a:lnTo>
                  <a:lnTo>
                    <a:pt x="1574279" y="330708"/>
                  </a:lnTo>
                  <a:lnTo>
                    <a:pt x="1580375" y="336804"/>
                  </a:lnTo>
                  <a:lnTo>
                    <a:pt x="1597139" y="316992"/>
                  </a:lnTo>
                  <a:lnTo>
                    <a:pt x="1604759" y="307848"/>
                  </a:lnTo>
                  <a:close/>
                </a:path>
                <a:path w="5078095" h="2219325">
                  <a:moveTo>
                    <a:pt x="1650479" y="259080"/>
                  </a:moveTo>
                  <a:lnTo>
                    <a:pt x="1642859" y="251460"/>
                  </a:lnTo>
                  <a:lnTo>
                    <a:pt x="1619999" y="277368"/>
                  </a:lnTo>
                  <a:lnTo>
                    <a:pt x="1616951" y="280416"/>
                  </a:lnTo>
                  <a:lnTo>
                    <a:pt x="1624571" y="286512"/>
                  </a:lnTo>
                  <a:lnTo>
                    <a:pt x="1627619" y="283464"/>
                  </a:lnTo>
                  <a:lnTo>
                    <a:pt x="1650479" y="259080"/>
                  </a:lnTo>
                  <a:close/>
                </a:path>
                <a:path w="5078095" h="2219325">
                  <a:moveTo>
                    <a:pt x="1697723" y="211836"/>
                  </a:moveTo>
                  <a:lnTo>
                    <a:pt x="1691627" y="205740"/>
                  </a:lnTo>
                  <a:lnTo>
                    <a:pt x="1687055" y="208788"/>
                  </a:lnTo>
                  <a:lnTo>
                    <a:pt x="1668767" y="225552"/>
                  </a:lnTo>
                  <a:lnTo>
                    <a:pt x="1662671" y="231648"/>
                  </a:lnTo>
                  <a:lnTo>
                    <a:pt x="1670291" y="237744"/>
                  </a:lnTo>
                  <a:lnTo>
                    <a:pt x="1676387" y="233172"/>
                  </a:lnTo>
                  <a:lnTo>
                    <a:pt x="1697723" y="211836"/>
                  </a:lnTo>
                  <a:close/>
                </a:path>
                <a:path w="5078095" h="2219325">
                  <a:moveTo>
                    <a:pt x="1725168" y="533412"/>
                  </a:moveTo>
                  <a:lnTo>
                    <a:pt x="1687068" y="533412"/>
                  </a:lnTo>
                  <a:lnTo>
                    <a:pt x="1687068" y="542556"/>
                  </a:lnTo>
                  <a:lnTo>
                    <a:pt x="1725168" y="542556"/>
                  </a:lnTo>
                  <a:lnTo>
                    <a:pt x="1725168" y="533412"/>
                  </a:lnTo>
                  <a:close/>
                </a:path>
                <a:path w="5078095" h="2219325">
                  <a:moveTo>
                    <a:pt x="1749539" y="170688"/>
                  </a:moveTo>
                  <a:lnTo>
                    <a:pt x="1743443" y="163068"/>
                  </a:lnTo>
                  <a:lnTo>
                    <a:pt x="1723631" y="178308"/>
                  </a:lnTo>
                  <a:lnTo>
                    <a:pt x="1712963" y="185928"/>
                  </a:lnTo>
                  <a:lnTo>
                    <a:pt x="1719059" y="193548"/>
                  </a:lnTo>
                  <a:lnTo>
                    <a:pt x="1729727" y="184404"/>
                  </a:lnTo>
                  <a:lnTo>
                    <a:pt x="1749539" y="170688"/>
                  </a:lnTo>
                  <a:close/>
                </a:path>
                <a:path w="5078095" h="2219325">
                  <a:moveTo>
                    <a:pt x="1792224" y="533412"/>
                  </a:moveTo>
                  <a:lnTo>
                    <a:pt x="1754124" y="533412"/>
                  </a:lnTo>
                  <a:lnTo>
                    <a:pt x="1754124" y="542556"/>
                  </a:lnTo>
                  <a:lnTo>
                    <a:pt x="1792224" y="542556"/>
                  </a:lnTo>
                  <a:lnTo>
                    <a:pt x="1792224" y="533412"/>
                  </a:lnTo>
                  <a:close/>
                </a:path>
                <a:path w="5078095" h="2219325">
                  <a:moveTo>
                    <a:pt x="1804403" y="134112"/>
                  </a:moveTo>
                  <a:lnTo>
                    <a:pt x="1799831" y="124968"/>
                  </a:lnTo>
                  <a:lnTo>
                    <a:pt x="1786115" y="134112"/>
                  </a:lnTo>
                  <a:lnTo>
                    <a:pt x="1766303" y="146304"/>
                  </a:lnTo>
                  <a:lnTo>
                    <a:pt x="1772399" y="153924"/>
                  </a:lnTo>
                  <a:lnTo>
                    <a:pt x="1804403" y="134112"/>
                  </a:lnTo>
                  <a:close/>
                </a:path>
                <a:path w="5078095" h="2219325">
                  <a:moveTo>
                    <a:pt x="1859280" y="533412"/>
                  </a:moveTo>
                  <a:lnTo>
                    <a:pt x="1821180" y="533412"/>
                  </a:lnTo>
                  <a:lnTo>
                    <a:pt x="1821180" y="542556"/>
                  </a:lnTo>
                  <a:lnTo>
                    <a:pt x="1859280" y="542556"/>
                  </a:lnTo>
                  <a:lnTo>
                    <a:pt x="1859280" y="533412"/>
                  </a:lnTo>
                  <a:close/>
                </a:path>
                <a:path w="5078095" h="2219325">
                  <a:moveTo>
                    <a:pt x="1862315" y="102120"/>
                  </a:moveTo>
                  <a:lnTo>
                    <a:pt x="1857743" y="94500"/>
                  </a:lnTo>
                  <a:lnTo>
                    <a:pt x="1824215" y="111264"/>
                  </a:lnTo>
                  <a:lnTo>
                    <a:pt x="1828787" y="120408"/>
                  </a:lnTo>
                  <a:lnTo>
                    <a:pt x="1837931" y="114312"/>
                  </a:lnTo>
                  <a:lnTo>
                    <a:pt x="1862315" y="102120"/>
                  </a:lnTo>
                  <a:close/>
                </a:path>
                <a:path w="5078095" h="2219325">
                  <a:moveTo>
                    <a:pt x="1923275" y="76212"/>
                  </a:moveTo>
                  <a:lnTo>
                    <a:pt x="1920227" y="67068"/>
                  </a:lnTo>
                  <a:lnTo>
                    <a:pt x="1912607" y="70116"/>
                  </a:lnTo>
                  <a:lnTo>
                    <a:pt x="1885175" y="82308"/>
                  </a:lnTo>
                  <a:lnTo>
                    <a:pt x="1883651" y="82308"/>
                  </a:lnTo>
                  <a:lnTo>
                    <a:pt x="1888223" y="89928"/>
                  </a:lnTo>
                  <a:lnTo>
                    <a:pt x="1915655" y="79260"/>
                  </a:lnTo>
                  <a:lnTo>
                    <a:pt x="1923275" y="76212"/>
                  </a:lnTo>
                  <a:close/>
                </a:path>
                <a:path w="5078095" h="2219325">
                  <a:moveTo>
                    <a:pt x="1926336" y="533412"/>
                  </a:moveTo>
                  <a:lnTo>
                    <a:pt x="1888236" y="533412"/>
                  </a:lnTo>
                  <a:lnTo>
                    <a:pt x="1888236" y="542556"/>
                  </a:lnTo>
                  <a:lnTo>
                    <a:pt x="1926336" y="542556"/>
                  </a:lnTo>
                  <a:lnTo>
                    <a:pt x="1926336" y="533412"/>
                  </a:lnTo>
                  <a:close/>
                </a:path>
                <a:path w="5078095" h="2219325">
                  <a:moveTo>
                    <a:pt x="1985759" y="56400"/>
                  </a:moveTo>
                  <a:lnTo>
                    <a:pt x="1984235" y="47256"/>
                  </a:lnTo>
                  <a:lnTo>
                    <a:pt x="1972043" y="50304"/>
                  </a:lnTo>
                  <a:lnTo>
                    <a:pt x="1947659" y="57924"/>
                  </a:lnTo>
                  <a:lnTo>
                    <a:pt x="1950707" y="67068"/>
                  </a:lnTo>
                  <a:lnTo>
                    <a:pt x="1975091" y="59448"/>
                  </a:lnTo>
                  <a:lnTo>
                    <a:pt x="1985759" y="56400"/>
                  </a:lnTo>
                  <a:close/>
                </a:path>
                <a:path w="5078095" h="2219325">
                  <a:moveTo>
                    <a:pt x="1991868" y="533412"/>
                  </a:moveTo>
                  <a:lnTo>
                    <a:pt x="1953768" y="533412"/>
                  </a:lnTo>
                  <a:lnTo>
                    <a:pt x="1953768" y="542556"/>
                  </a:lnTo>
                  <a:lnTo>
                    <a:pt x="1991868" y="542556"/>
                  </a:lnTo>
                  <a:lnTo>
                    <a:pt x="1991868" y="533412"/>
                  </a:lnTo>
                  <a:close/>
                </a:path>
                <a:path w="5078095" h="2219325">
                  <a:moveTo>
                    <a:pt x="2051291" y="39636"/>
                  </a:moveTo>
                  <a:lnTo>
                    <a:pt x="2048243" y="30492"/>
                  </a:lnTo>
                  <a:lnTo>
                    <a:pt x="2037575" y="33540"/>
                  </a:lnTo>
                  <a:lnTo>
                    <a:pt x="2011667" y="39636"/>
                  </a:lnTo>
                  <a:lnTo>
                    <a:pt x="2013191" y="48780"/>
                  </a:lnTo>
                  <a:lnTo>
                    <a:pt x="2040623" y="42684"/>
                  </a:lnTo>
                  <a:lnTo>
                    <a:pt x="2051291" y="39636"/>
                  </a:lnTo>
                  <a:close/>
                </a:path>
                <a:path w="5078095" h="2219325">
                  <a:moveTo>
                    <a:pt x="2058924" y="533412"/>
                  </a:moveTo>
                  <a:lnTo>
                    <a:pt x="2020824" y="533412"/>
                  </a:lnTo>
                  <a:lnTo>
                    <a:pt x="2020824" y="542556"/>
                  </a:lnTo>
                  <a:lnTo>
                    <a:pt x="2058924" y="542556"/>
                  </a:lnTo>
                  <a:lnTo>
                    <a:pt x="2058924" y="533412"/>
                  </a:lnTo>
                  <a:close/>
                </a:path>
                <a:path w="5078095" h="2219325">
                  <a:moveTo>
                    <a:pt x="2115299" y="27444"/>
                  </a:moveTo>
                  <a:lnTo>
                    <a:pt x="2113775" y="18300"/>
                  </a:lnTo>
                  <a:lnTo>
                    <a:pt x="2110727" y="18300"/>
                  </a:lnTo>
                  <a:lnTo>
                    <a:pt x="2077199" y="24396"/>
                  </a:lnTo>
                  <a:lnTo>
                    <a:pt x="2078723" y="33540"/>
                  </a:lnTo>
                  <a:lnTo>
                    <a:pt x="2112251" y="28968"/>
                  </a:lnTo>
                  <a:lnTo>
                    <a:pt x="2115299" y="27444"/>
                  </a:lnTo>
                  <a:close/>
                </a:path>
                <a:path w="5078095" h="2219325">
                  <a:moveTo>
                    <a:pt x="2125980" y="533412"/>
                  </a:moveTo>
                  <a:lnTo>
                    <a:pt x="2087880" y="533412"/>
                  </a:lnTo>
                  <a:lnTo>
                    <a:pt x="2087880" y="542556"/>
                  </a:lnTo>
                  <a:lnTo>
                    <a:pt x="2125980" y="542556"/>
                  </a:lnTo>
                  <a:lnTo>
                    <a:pt x="2125980" y="533412"/>
                  </a:lnTo>
                  <a:close/>
                </a:path>
                <a:path w="5078095" h="2219325">
                  <a:moveTo>
                    <a:pt x="2182355" y="18300"/>
                  </a:moveTo>
                  <a:lnTo>
                    <a:pt x="2180831" y="9156"/>
                  </a:lnTo>
                  <a:lnTo>
                    <a:pt x="2148827" y="13728"/>
                  </a:lnTo>
                  <a:lnTo>
                    <a:pt x="2142731" y="13728"/>
                  </a:lnTo>
                  <a:lnTo>
                    <a:pt x="2144255" y="22872"/>
                  </a:lnTo>
                  <a:lnTo>
                    <a:pt x="2150351" y="22872"/>
                  </a:lnTo>
                  <a:lnTo>
                    <a:pt x="2182355" y="18300"/>
                  </a:lnTo>
                  <a:close/>
                </a:path>
                <a:path w="5078095" h="2219325">
                  <a:moveTo>
                    <a:pt x="2193036" y="533412"/>
                  </a:moveTo>
                  <a:lnTo>
                    <a:pt x="2154936" y="533412"/>
                  </a:lnTo>
                  <a:lnTo>
                    <a:pt x="2154936" y="542556"/>
                  </a:lnTo>
                  <a:lnTo>
                    <a:pt x="2193036" y="542556"/>
                  </a:lnTo>
                  <a:lnTo>
                    <a:pt x="2193036" y="533412"/>
                  </a:lnTo>
                  <a:close/>
                </a:path>
                <a:path w="5078095" h="2219325">
                  <a:moveTo>
                    <a:pt x="2247900" y="4572"/>
                  </a:moveTo>
                  <a:lnTo>
                    <a:pt x="2232660" y="4572"/>
                  </a:lnTo>
                  <a:lnTo>
                    <a:pt x="2209800" y="6096"/>
                  </a:lnTo>
                  <a:lnTo>
                    <a:pt x="2209800" y="16764"/>
                  </a:lnTo>
                  <a:lnTo>
                    <a:pt x="2234184" y="13716"/>
                  </a:lnTo>
                  <a:lnTo>
                    <a:pt x="2247900" y="13716"/>
                  </a:lnTo>
                  <a:lnTo>
                    <a:pt x="2247900" y="4572"/>
                  </a:lnTo>
                  <a:close/>
                </a:path>
                <a:path w="5078095" h="2219325">
                  <a:moveTo>
                    <a:pt x="2296668" y="537984"/>
                  </a:moveTo>
                  <a:lnTo>
                    <a:pt x="2287524" y="533412"/>
                  </a:lnTo>
                  <a:lnTo>
                    <a:pt x="2220468" y="499884"/>
                  </a:lnTo>
                  <a:lnTo>
                    <a:pt x="2220468" y="576084"/>
                  </a:lnTo>
                  <a:lnTo>
                    <a:pt x="2287524" y="542556"/>
                  </a:lnTo>
                  <a:lnTo>
                    <a:pt x="2296668" y="537984"/>
                  </a:lnTo>
                  <a:close/>
                </a:path>
                <a:path w="5078095" h="2219325">
                  <a:moveTo>
                    <a:pt x="2314956" y="10668"/>
                  </a:moveTo>
                  <a:lnTo>
                    <a:pt x="2313432" y="1524"/>
                  </a:lnTo>
                  <a:lnTo>
                    <a:pt x="2275332" y="1524"/>
                  </a:lnTo>
                  <a:lnTo>
                    <a:pt x="2276856" y="12192"/>
                  </a:lnTo>
                  <a:lnTo>
                    <a:pt x="2278380" y="12192"/>
                  </a:lnTo>
                  <a:lnTo>
                    <a:pt x="2314956" y="10668"/>
                  </a:lnTo>
                  <a:close/>
                </a:path>
                <a:path w="5078095" h="2219325">
                  <a:moveTo>
                    <a:pt x="2380488" y="0"/>
                  </a:moveTo>
                  <a:lnTo>
                    <a:pt x="2342388" y="0"/>
                  </a:lnTo>
                  <a:lnTo>
                    <a:pt x="2342388" y="9144"/>
                  </a:lnTo>
                  <a:lnTo>
                    <a:pt x="2380488" y="9144"/>
                  </a:lnTo>
                  <a:lnTo>
                    <a:pt x="2380488" y="0"/>
                  </a:lnTo>
                  <a:close/>
                </a:path>
                <a:path w="5078095" h="2219325">
                  <a:moveTo>
                    <a:pt x="2447544" y="1524"/>
                  </a:moveTo>
                  <a:lnTo>
                    <a:pt x="2424684" y="0"/>
                  </a:lnTo>
                  <a:lnTo>
                    <a:pt x="2409444" y="0"/>
                  </a:lnTo>
                  <a:lnTo>
                    <a:pt x="2409444" y="9144"/>
                  </a:lnTo>
                  <a:lnTo>
                    <a:pt x="2424684" y="10668"/>
                  </a:lnTo>
                  <a:lnTo>
                    <a:pt x="2447544" y="10668"/>
                  </a:lnTo>
                  <a:lnTo>
                    <a:pt x="2447544" y="1524"/>
                  </a:lnTo>
                  <a:close/>
                </a:path>
                <a:path w="5078095" h="2219325">
                  <a:moveTo>
                    <a:pt x="2514600" y="4572"/>
                  </a:moveTo>
                  <a:lnTo>
                    <a:pt x="2478024" y="1524"/>
                  </a:lnTo>
                  <a:lnTo>
                    <a:pt x="2476500" y="1524"/>
                  </a:lnTo>
                  <a:lnTo>
                    <a:pt x="2476500" y="12192"/>
                  </a:lnTo>
                  <a:lnTo>
                    <a:pt x="2478024" y="12192"/>
                  </a:lnTo>
                  <a:lnTo>
                    <a:pt x="2514600" y="13716"/>
                  </a:lnTo>
                  <a:lnTo>
                    <a:pt x="2514600" y="4572"/>
                  </a:lnTo>
                  <a:close/>
                </a:path>
                <a:path w="5078095" h="2219325">
                  <a:moveTo>
                    <a:pt x="2581656" y="7620"/>
                  </a:moveTo>
                  <a:lnTo>
                    <a:pt x="2543556" y="6096"/>
                  </a:lnTo>
                  <a:lnTo>
                    <a:pt x="2542032" y="15240"/>
                  </a:lnTo>
                  <a:lnTo>
                    <a:pt x="2580132" y="16764"/>
                  </a:lnTo>
                  <a:lnTo>
                    <a:pt x="2581656" y="7620"/>
                  </a:lnTo>
                  <a:close/>
                </a:path>
                <a:path w="5078095" h="2219325">
                  <a:moveTo>
                    <a:pt x="2602992" y="771156"/>
                  </a:moveTo>
                  <a:lnTo>
                    <a:pt x="2599944" y="762012"/>
                  </a:lnTo>
                  <a:lnTo>
                    <a:pt x="463600" y="1499870"/>
                  </a:lnTo>
                  <a:lnTo>
                    <a:pt x="452628" y="1467624"/>
                  </a:lnTo>
                  <a:lnTo>
                    <a:pt x="391668" y="1528584"/>
                  </a:lnTo>
                  <a:lnTo>
                    <a:pt x="477012" y="1539252"/>
                  </a:lnTo>
                  <a:lnTo>
                    <a:pt x="467664" y="1511820"/>
                  </a:lnTo>
                  <a:lnTo>
                    <a:pt x="466242" y="1507642"/>
                  </a:lnTo>
                  <a:lnTo>
                    <a:pt x="2602992" y="771156"/>
                  </a:lnTo>
                  <a:close/>
                </a:path>
                <a:path w="5078095" h="2219325">
                  <a:moveTo>
                    <a:pt x="2647175" y="12204"/>
                  </a:moveTo>
                  <a:lnTo>
                    <a:pt x="2609075" y="10680"/>
                  </a:lnTo>
                  <a:lnTo>
                    <a:pt x="2609075" y="19824"/>
                  </a:lnTo>
                  <a:lnTo>
                    <a:pt x="2647175" y="22872"/>
                  </a:lnTo>
                  <a:lnTo>
                    <a:pt x="2647175" y="12204"/>
                  </a:lnTo>
                  <a:close/>
                </a:path>
                <a:path w="5078095" h="2219325">
                  <a:moveTo>
                    <a:pt x="2714231" y="18300"/>
                  </a:moveTo>
                  <a:lnTo>
                    <a:pt x="2711183" y="18300"/>
                  </a:lnTo>
                  <a:lnTo>
                    <a:pt x="2676131" y="15252"/>
                  </a:lnTo>
                  <a:lnTo>
                    <a:pt x="2674607" y="24396"/>
                  </a:lnTo>
                  <a:lnTo>
                    <a:pt x="2711183" y="28968"/>
                  </a:lnTo>
                  <a:lnTo>
                    <a:pt x="2712707" y="28968"/>
                  </a:lnTo>
                  <a:lnTo>
                    <a:pt x="2714231" y="18300"/>
                  </a:lnTo>
                  <a:close/>
                </a:path>
                <a:path w="5078095" h="2219325">
                  <a:moveTo>
                    <a:pt x="2779763" y="25920"/>
                  </a:moveTo>
                  <a:lnTo>
                    <a:pt x="2775191" y="25920"/>
                  </a:lnTo>
                  <a:lnTo>
                    <a:pt x="2743187" y="21348"/>
                  </a:lnTo>
                  <a:lnTo>
                    <a:pt x="2741663" y="32016"/>
                  </a:lnTo>
                  <a:lnTo>
                    <a:pt x="2773667" y="35064"/>
                  </a:lnTo>
                  <a:lnTo>
                    <a:pt x="2779763" y="35064"/>
                  </a:lnTo>
                  <a:lnTo>
                    <a:pt x="2779763" y="25920"/>
                  </a:lnTo>
                  <a:close/>
                </a:path>
                <a:path w="5078095" h="2219325">
                  <a:moveTo>
                    <a:pt x="2846819" y="33540"/>
                  </a:moveTo>
                  <a:lnTo>
                    <a:pt x="2839199" y="32016"/>
                  </a:lnTo>
                  <a:lnTo>
                    <a:pt x="2808719" y="28968"/>
                  </a:lnTo>
                  <a:lnTo>
                    <a:pt x="2807195" y="38112"/>
                  </a:lnTo>
                  <a:lnTo>
                    <a:pt x="2839199" y="42684"/>
                  </a:lnTo>
                  <a:lnTo>
                    <a:pt x="2845295" y="42684"/>
                  </a:lnTo>
                  <a:lnTo>
                    <a:pt x="2846819" y="33540"/>
                  </a:lnTo>
                  <a:close/>
                </a:path>
                <a:path w="5078095" h="2219325">
                  <a:moveTo>
                    <a:pt x="2912351" y="41160"/>
                  </a:moveTo>
                  <a:lnTo>
                    <a:pt x="2906255" y="41160"/>
                  </a:lnTo>
                  <a:lnTo>
                    <a:pt x="2875775" y="36588"/>
                  </a:lnTo>
                  <a:lnTo>
                    <a:pt x="2874251" y="47256"/>
                  </a:lnTo>
                  <a:lnTo>
                    <a:pt x="2904731" y="50304"/>
                  </a:lnTo>
                  <a:lnTo>
                    <a:pt x="2912351" y="51828"/>
                  </a:lnTo>
                  <a:lnTo>
                    <a:pt x="2912351" y="41160"/>
                  </a:lnTo>
                  <a:close/>
                </a:path>
                <a:path w="5078095" h="2219325">
                  <a:moveTo>
                    <a:pt x="2979407" y="50304"/>
                  </a:moveTo>
                  <a:lnTo>
                    <a:pt x="2974835" y="50304"/>
                  </a:lnTo>
                  <a:lnTo>
                    <a:pt x="2941307" y="45732"/>
                  </a:lnTo>
                  <a:lnTo>
                    <a:pt x="2939783" y="54876"/>
                  </a:lnTo>
                  <a:lnTo>
                    <a:pt x="2973311" y="59448"/>
                  </a:lnTo>
                  <a:lnTo>
                    <a:pt x="2977883" y="59448"/>
                  </a:lnTo>
                  <a:lnTo>
                    <a:pt x="2979407" y="50304"/>
                  </a:lnTo>
                  <a:close/>
                </a:path>
                <a:path w="5078095" h="2219325">
                  <a:moveTo>
                    <a:pt x="3044939" y="59436"/>
                  </a:moveTo>
                  <a:lnTo>
                    <a:pt x="3043415" y="59436"/>
                  </a:lnTo>
                  <a:lnTo>
                    <a:pt x="3006839" y="54864"/>
                  </a:lnTo>
                  <a:lnTo>
                    <a:pt x="3005315" y="64008"/>
                  </a:lnTo>
                  <a:lnTo>
                    <a:pt x="3041891" y="68580"/>
                  </a:lnTo>
                  <a:lnTo>
                    <a:pt x="3043415" y="70104"/>
                  </a:lnTo>
                  <a:lnTo>
                    <a:pt x="3044939" y="59436"/>
                  </a:lnTo>
                  <a:close/>
                </a:path>
                <a:path w="5078095" h="2219325">
                  <a:moveTo>
                    <a:pt x="3110471" y="70104"/>
                  </a:moveTo>
                  <a:lnTo>
                    <a:pt x="3073895" y="64008"/>
                  </a:lnTo>
                  <a:lnTo>
                    <a:pt x="3072371" y="73152"/>
                  </a:lnTo>
                  <a:lnTo>
                    <a:pt x="3110471" y="79248"/>
                  </a:lnTo>
                  <a:lnTo>
                    <a:pt x="3110471" y="70104"/>
                  </a:lnTo>
                  <a:close/>
                </a:path>
                <a:path w="5078095" h="2219325">
                  <a:moveTo>
                    <a:pt x="3177527" y="80772"/>
                  </a:moveTo>
                  <a:lnTo>
                    <a:pt x="3139427" y="74676"/>
                  </a:lnTo>
                  <a:lnTo>
                    <a:pt x="3137903" y="83820"/>
                  </a:lnTo>
                  <a:lnTo>
                    <a:pt x="3176003" y="89916"/>
                  </a:lnTo>
                  <a:lnTo>
                    <a:pt x="3177527" y="80772"/>
                  </a:lnTo>
                  <a:close/>
                </a:path>
                <a:path w="5078095" h="2219325">
                  <a:moveTo>
                    <a:pt x="3243059" y="89916"/>
                  </a:moveTo>
                  <a:lnTo>
                    <a:pt x="3204959" y="83820"/>
                  </a:lnTo>
                  <a:lnTo>
                    <a:pt x="3203435" y="94488"/>
                  </a:lnTo>
                  <a:lnTo>
                    <a:pt x="3241535" y="100584"/>
                  </a:lnTo>
                  <a:lnTo>
                    <a:pt x="3243059" y="89916"/>
                  </a:lnTo>
                  <a:close/>
                </a:path>
                <a:path w="5078095" h="2219325">
                  <a:moveTo>
                    <a:pt x="3308591" y="102108"/>
                  </a:moveTo>
                  <a:lnTo>
                    <a:pt x="3270491" y="94488"/>
                  </a:lnTo>
                  <a:lnTo>
                    <a:pt x="3268967" y="105156"/>
                  </a:lnTo>
                  <a:lnTo>
                    <a:pt x="3307067" y="111252"/>
                  </a:lnTo>
                  <a:lnTo>
                    <a:pt x="3308591" y="102108"/>
                  </a:lnTo>
                  <a:close/>
                </a:path>
                <a:path w="5078095" h="2219325">
                  <a:moveTo>
                    <a:pt x="3374136" y="112776"/>
                  </a:moveTo>
                  <a:lnTo>
                    <a:pt x="3337560" y="106680"/>
                  </a:lnTo>
                  <a:lnTo>
                    <a:pt x="3336036" y="115824"/>
                  </a:lnTo>
                  <a:lnTo>
                    <a:pt x="3372612" y="121920"/>
                  </a:lnTo>
                  <a:lnTo>
                    <a:pt x="3374136" y="112776"/>
                  </a:lnTo>
                  <a:close/>
                </a:path>
                <a:path w="5078095" h="2219325">
                  <a:moveTo>
                    <a:pt x="3439655" y="123444"/>
                  </a:moveTo>
                  <a:lnTo>
                    <a:pt x="3403079" y="117348"/>
                  </a:lnTo>
                  <a:lnTo>
                    <a:pt x="3401555" y="126492"/>
                  </a:lnTo>
                  <a:lnTo>
                    <a:pt x="3438131" y="132588"/>
                  </a:lnTo>
                  <a:lnTo>
                    <a:pt x="3439655" y="123444"/>
                  </a:lnTo>
                  <a:close/>
                </a:path>
                <a:path w="5078095" h="2219325">
                  <a:moveTo>
                    <a:pt x="3505187" y="135636"/>
                  </a:moveTo>
                  <a:lnTo>
                    <a:pt x="3468611" y="129540"/>
                  </a:lnTo>
                  <a:lnTo>
                    <a:pt x="3467087" y="138684"/>
                  </a:lnTo>
                  <a:lnTo>
                    <a:pt x="3503663" y="144780"/>
                  </a:lnTo>
                  <a:lnTo>
                    <a:pt x="3505187" y="135636"/>
                  </a:lnTo>
                  <a:close/>
                </a:path>
                <a:path w="5078095" h="2219325">
                  <a:moveTo>
                    <a:pt x="3570719" y="147828"/>
                  </a:moveTo>
                  <a:lnTo>
                    <a:pt x="3567671" y="146304"/>
                  </a:lnTo>
                  <a:lnTo>
                    <a:pt x="3534143" y="140208"/>
                  </a:lnTo>
                  <a:lnTo>
                    <a:pt x="3532619" y="149352"/>
                  </a:lnTo>
                  <a:lnTo>
                    <a:pt x="3566147" y="156972"/>
                  </a:lnTo>
                  <a:lnTo>
                    <a:pt x="3569195" y="156972"/>
                  </a:lnTo>
                  <a:lnTo>
                    <a:pt x="3570719" y="147828"/>
                  </a:lnTo>
                  <a:close/>
                </a:path>
                <a:path w="5078095" h="2219325">
                  <a:moveTo>
                    <a:pt x="3637775" y="160020"/>
                  </a:moveTo>
                  <a:lnTo>
                    <a:pt x="3599675" y="152400"/>
                  </a:lnTo>
                  <a:lnTo>
                    <a:pt x="3598151" y="161544"/>
                  </a:lnTo>
                  <a:lnTo>
                    <a:pt x="3634727" y="169164"/>
                  </a:lnTo>
                  <a:lnTo>
                    <a:pt x="3637775" y="160020"/>
                  </a:lnTo>
                  <a:close/>
                </a:path>
                <a:path w="5078095" h="2219325">
                  <a:moveTo>
                    <a:pt x="3703307" y="172212"/>
                  </a:moveTo>
                  <a:lnTo>
                    <a:pt x="3665207" y="164592"/>
                  </a:lnTo>
                  <a:lnTo>
                    <a:pt x="3663683" y="173736"/>
                  </a:lnTo>
                  <a:lnTo>
                    <a:pt x="3700259" y="181356"/>
                  </a:lnTo>
                  <a:lnTo>
                    <a:pt x="3703307" y="172212"/>
                  </a:lnTo>
                  <a:close/>
                </a:path>
                <a:path w="5078095" h="2219325">
                  <a:moveTo>
                    <a:pt x="3768839" y="184404"/>
                  </a:moveTo>
                  <a:lnTo>
                    <a:pt x="3730739" y="176784"/>
                  </a:lnTo>
                  <a:lnTo>
                    <a:pt x="3729215" y="185928"/>
                  </a:lnTo>
                  <a:lnTo>
                    <a:pt x="3765791" y="193548"/>
                  </a:lnTo>
                  <a:lnTo>
                    <a:pt x="3768839" y="184404"/>
                  </a:lnTo>
                  <a:close/>
                </a:path>
                <a:path w="5078095" h="2219325">
                  <a:moveTo>
                    <a:pt x="3832860" y="196608"/>
                  </a:moveTo>
                  <a:lnTo>
                    <a:pt x="3796284" y="190512"/>
                  </a:lnTo>
                  <a:lnTo>
                    <a:pt x="3794760" y="199656"/>
                  </a:lnTo>
                  <a:lnTo>
                    <a:pt x="3831336" y="205752"/>
                  </a:lnTo>
                  <a:lnTo>
                    <a:pt x="3832860" y="196608"/>
                  </a:lnTo>
                  <a:close/>
                </a:path>
                <a:path w="5078095" h="2219325">
                  <a:moveTo>
                    <a:pt x="3898392" y="210324"/>
                  </a:moveTo>
                  <a:lnTo>
                    <a:pt x="3890772" y="208800"/>
                  </a:lnTo>
                  <a:lnTo>
                    <a:pt x="3861816" y="202704"/>
                  </a:lnTo>
                  <a:lnTo>
                    <a:pt x="3860292" y="211848"/>
                  </a:lnTo>
                  <a:lnTo>
                    <a:pt x="3889248" y="217944"/>
                  </a:lnTo>
                  <a:lnTo>
                    <a:pt x="3896868" y="219468"/>
                  </a:lnTo>
                  <a:lnTo>
                    <a:pt x="3898392" y="210324"/>
                  </a:lnTo>
                  <a:close/>
                </a:path>
                <a:path w="5078095" h="2219325">
                  <a:moveTo>
                    <a:pt x="3963924" y="222516"/>
                  </a:moveTo>
                  <a:lnTo>
                    <a:pt x="3927348" y="214896"/>
                  </a:lnTo>
                  <a:lnTo>
                    <a:pt x="3925824" y="224040"/>
                  </a:lnTo>
                  <a:lnTo>
                    <a:pt x="3962400" y="231660"/>
                  </a:lnTo>
                  <a:lnTo>
                    <a:pt x="3963924" y="222516"/>
                  </a:lnTo>
                  <a:close/>
                </a:path>
                <a:path w="5078095" h="2219325">
                  <a:moveTo>
                    <a:pt x="4029456" y="236232"/>
                  </a:moveTo>
                  <a:lnTo>
                    <a:pt x="3992880" y="228612"/>
                  </a:lnTo>
                  <a:lnTo>
                    <a:pt x="3991356" y="237756"/>
                  </a:lnTo>
                  <a:lnTo>
                    <a:pt x="4027932" y="245376"/>
                  </a:lnTo>
                  <a:lnTo>
                    <a:pt x="4029456" y="236232"/>
                  </a:lnTo>
                  <a:close/>
                </a:path>
                <a:path w="5078095" h="2219325">
                  <a:moveTo>
                    <a:pt x="4094988" y="248424"/>
                  </a:moveTo>
                  <a:lnTo>
                    <a:pt x="4058412" y="240804"/>
                  </a:lnTo>
                  <a:lnTo>
                    <a:pt x="4055364" y="249948"/>
                  </a:lnTo>
                  <a:lnTo>
                    <a:pt x="4093464" y="257568"/>
                  </a:lnTo>
                  <a:lnTo>
                    <a:pt x="4094988" y="248424"/>
                  </a:lnTo>
                  <a:close/>
                </a:path>
                <a:path w="5078095" h="2219325">
                  <a:moveTo>
                    <a:pt x="4160520" y="262140"/>
                  </a:moveTo>
                  <a:lnTo>
                    <a:pt x="4123944" y="254520"/>
                  </a:lnTo>
                  <a:lnTo>
                    <a:pt x="4120896" y="263664"/>
                  </a:lnTo>
                  <a:lnTo>
                    <a:pt x="4158996" y="271284"/>
                  </a:lnTo>
                  <a:lnTo>
                    <a:pt x="4160520" y="262140"/>
                  </a:lnTo>
                  <a:close/>
                </a:path>
                <a:path w="5078095" h="2219325">
                  <a:moveTo>
                    <a:pt x="4226039" y="275844"/>
                  </a:moveTo>
                  <a:lnTo>
                    <a:pt x="4224515" y="274320"/>
                  </a:lnTo>
                  <a:lnTo>
                    <a:pt x="4187939" y="268224"/>
                  </a:lnTo>
                  <a:lnTo>
                    <a:pt x="4186415" y="277368"/>
                  </a:lnTo>
                  <a:lnTo>
                    <a:pt x="4222991" y="284988"/>
                  </a:lnTo>
                  <a:lnTo>
                    <a:pt x="4224515" y="284988"/>
                  </a:lnTo>
                  <a:lnTo>
                    <a:pt x="4226039" y="275844"/>
                  </a:lnTo>
                  <a:close/>
                </a:path>
                <a:path w="5078095" h="2219325">
                  <a:moveTo>
                    <a:pt x="4291571" y="288036"/>
                  </a:moveTo>
                  <a:lnTo>
                    <a:pt x="4253471" y="280416"/>
                  </a:lnTo>
                  <a:lnTo>
                    <a:pt x="4251947" y="291084"/>
                  </a:lnTo>
                  <a:lnTo>
                    <a:pt x="4290047" y="298704"/>
                  </a:lnTo>
                  <a:lnTo>
                    <a:pt x="4291571" y="288036"/>
                  </a:lnTo>
                  <a:close/>
                </a:path>
                <a:path w="5078095" h="2219325">
                  <a:moveTo>
                    <a:pt x="4357103" y="301752"/>
                  </a:moveTo>
                  <a:lnTo>
                    <a:pt x="4319003" y="294132"/>
                  </a:lnTo>
                  <a:lnTo>
                    <a:pt x="4317479" y="303276"/>
                  </a:lnTo>
                  <a:lnTo>
                    <a:pt x="4354055" y="310896"/>
                  </a:lnTo>
                  <a:lnTo>
                    <a:pt x="4357103" y="301752"/>
                  </a:lnTo>
                  <a:close/>
                </a:path>
                <a:path w="5078095" h="2219325">
                  <a:moveTo>
                    <a:pt x="4421111" y="315468"/>
                  </a:moveTo>
                  <a:lnTo>
                    <a:pt x="4395203" y="309372"/>
                  </a:lnTo>
                  <a:lnTo>
                    <a:pt x="4384535" y="307848"/>
                  </a:lnTo>
                  <a:lnTo>
                    <a:pt x="4383011" y="316992"/>
                  </a:lnTo>
                  <a:lnTo>
                    <a:pt x="4392155" y="318516"/>
                  </a:lnTo>
                  <a:lnTo>
                    <a:pt x="4419587" y="324612"/>
                  </a:lnTo>
                  <a:lnTo>
                    <a:pt x="4421111" y="315468"/>
                  </a:lnTo>
                  <a:close/>
                </a:path>
                <a:path w="5078095" h="2219325">
                  <a:moveTo>
                    <a:pt x="4486643" y="329184"/>
                  </a:moveTo>
                  <a:lnTo>
                    <a:pt x="4450067" y="321564"/>
                  </a:lnTo>
                  <a:lnTo>
                    <a:pt x="4448543" y="330708"/>
                  </a:lnTo>
                  <a:lnTo>
                    <a:pt x="4485119" y="338328"/>
                  </a:lnTo>
                  <a:lnTo>
                    <a:pt x="4486643" y="329184"/>
                  </a:lnTo>
                  <a:close/>
                </a:path>
                <a:path w="5078095" h="2219325">
                  <a:moveTo>
                    <a:pt x="4552188" y="342900"/>
                  </a:moveTo>
                  <a:lnTo>
                    <a:pt x="4515612" y="335280"/>
                  </a:lnTo>
                  <a:lnTo>
                    <a:pt x="4512564" y="344424"/>
                  </a:lnTo>
                  <a:lnTo>
                    <a:pt x="4550664" y="352044"/>
                  </a:lnTo>
                  <a:lnTo>
                    <a:pt x="4552188" y="342900"/>
                  </a:lnTo>
                  <a:close/>
                </a:path>
                <a:path w="5078095" h="2219325">
                  <a:moveTo>
                    <a:pt x="4617707" y="356616"/>
                  </a:moveTo>
                  <a:lnTo>
                    <a:pt x="4581131" y="348996"/>
                  </a:lnTo>
                  <a:lnTo>
                    <a:pt x="4578083" y="358140"/>
                  </a:lnTo>
                  <a:lnTo>
                    <a:pt x="4616183" y="365760"/>
                  </a:lnTo>
                  <a:lnTo>
                    <a:pt x="4617707" y="356616"/>
                  </a:lnTo>
                  <a:close/>
                </a:path>
                <a:path w="5078095" h="2219325">
                  <a:moveTo>
                    <a:pt x="4735055" y="385572"/>
                  </a:moveTo>
                  <a:lnTo>
                    <a:pt x="4725695" y="377952"/>
                  </a:lnTo>
                  <a:lnTo>
                    <a:pt x="4669536" y="332232"/>
                  </a:lnTo>
                  <a:lnTo>
                    <a:pt x="4661890" y="366242"/>
                  </a:lnTo>
                  <a:lnTo>
                    <a:pt x="4645139" y="362712"/>
                  </a:lnTo>
                  <a:lnTo>
                    <a:pt x="4643615" y="371856"/>
                  </a:lnTo>
                  <a:lnTo>
                    <a:pt x="4659871" y="375285"/>
                  </a:lnTo>
                  <a:lnTo>
                    <a:pt x="4652759" y="406908"/>
                  </a:lnTo>
                  <a:lnTo>
                    <a:pt x="4735055" y="385572"/>
                  </a:lnTo>
                  <a:close/>
                </a:path>
                <a:path w="5078095" h="2219325">
                  <a:moveTo>
                    <a:pt x="5077968" y="766572"/>
                  </a:moveTo>
                  <a:lnTo>
                    <a:pt x="5071872" y="754380"/>
                  </a:lnTo>
                  <a:lnTo>
                    <a:pt x="5039868" y="690372"/>
                  </a:lnTo>
                  <a:lnTo>
                    <a:pt x="5001768" y="766572"/>
                  </a:lnTo>
                  <a:lnTo>
                    <a:pt x="5035296" y="766572"/>
                  </a:lnTo>
                  <a:lnTo>
                    <a:pt x="5035296" y="1147572"/>
                  </a:lnTo>
                  <a:lnTo>
                    <a:pt x="5045964" y="1147572"/>
                  </a:lnTo>
                  <a:lnTo>
                    <a:pt x="5045964" y="766572"/>
                  </a:lnTo>
                  <a:lnTo>
                    <a:pt x="5077968" y="766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6476" y="4251960"/>
              <a:ext cx="4649723" cy="185928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663952" y="4325111"/>
              <a:ext cx="236220" cy="841375"/>
            </a:xfrm>
            <a:custGeom>
              <a:avLst/>
              <a:gdLst/>
              <a:ahLst/>
              <a:cxnLst/>
              <a:rect l="l" t="t" r="r" b="b"/>
              <a:pathLst>
                <a:path w="236219" h="841375">
                  <a:moveTo>
                    <a:pt x="210311" y="33528"/>
                  </a:moveTo>
                  <a:lnTo>
                    <a:pt x="202691" y="27432"/>
                  </a:lnTo>
                  <a:lnTo>
                    <a:pt x="228599" y="0"/>
                  </a:lnTo>
                  <a:lnTo>
                    <a:pt x="236219" y="6096"/>
                  </a:lnTo>
                  <a:lnTo>
                    <a:pt x="210311" y="33528"/>
                  </a:lnTo>
                  <a:close/>
                </a:path>
                <a:path w="236219" h="841375">
                  <a:moveTo>
                    <a:pt x="164591" y="82296"/>
                  </a:moveTo>
                  <a:lnTo>
                    <a:pt x="156971" y="76200"/>
                  </a:lnTo>
                  <a:lnTo>
                    <a:pt x="164591" y="68580"/>
                  </a:lnTo>
                  <a:lnTo>
                    <a:pt x="182879" y="48768"/>
                  </a:lnTo>
                  <a:lnTo>
                    <a:pt x="190499" y="54864"/>
                  </a:lnTo>
                  <a:lnTo>
                    <a:pt x="172211" y="74676"/>
                  </a:lnTo>
                  <a:lnTo>
                    <a:pt x="164591" y="82296"/>
                  </a:lnTo>
                  <a:close/>
                </a:path>
                <a:path w="236219" h="841375">
                  <a:moveTo>
                    <a:pt x="121919" y="134112"/>
                  </a:moveTo>
                  <a:lnTo>
                    <a:pt x="114299" y="128016"/>
                  </a:lnTo>
                  <a:lnTo>
                    <a:pt x="124967" y="114300"/>
                  </a:lnTo>
                  <a:lnTo>
                    <a:pt x="138683" y="97536"/>
                  </a:lnTo>
                  <a:lnTo>
                    <a:pt x="146303" y="103632"/>
                  </a:lnTo>
                  <a:lnTo>
                    <a:pt x="132587" y="120396"/>
                  </a:lnTo>
                  <a:lnTo>
                    <a:pt x="121919" y="134112"/>
                  </a:lnTo>
                  <a:close/>
                </a:path>
                <a:path w="236219" h="841375">
                  <a:moveTo>
                    <a:pt x="80771" y="185927"/>
                  </a:moveTo>
                  <a:lnTo>
                    <a:pt x="73151" y="181356"/>
                  </a:lnTo>
                  <a:lnTo>
                    <a:pt x="96011" y="149352"/>
                  </a:lnTo>
                  <a:lnTo>
                    <a:pt x="103631" y="155448"/>
                  </a:lnTo>
                  <a:lnTo>
                    <a:pt x="96011" y="166115"/>
                  </a:lnTo>
                  <a:lnTo>
                    <a:pt x="80771" y="185927"/>
                  </a:lnTo>
                  <a:close/>
                </a:path>
                <a:path w="236219" h="841375">
                  <a:moveTo>
                    <a:pt x="47243" y="242315"/>
                  </a:moveTo>
                  <a:lnTo>
                    <a:pt x="38100" y="237744"/>
                  </a:lnTo>
                  <a:lnTo>
                    <a:pt x="41147" y="231648"/>
                  </a:lnTo>
                  <a:lnTo>
                    <a:pt x="56388" y="207264"/>
                  </a:lnTo>
                  <a:lnTo>
                    <a:pt x="57912" y="204215"/>
                  </a:lnTo>
                  <a:lnTo>
                    <a:pt x="65531" y="210312"/>
                  </a:lnTo>
                  <a:lnTo>
                    <a:pt x="64007" y="213360"/>
                  </a:lnTo>
                  <a:lnTo>
                    <a:pt x="50291" y="236220"/>
                  </a:lnTo>
                  <a:lnTo>
                    <a:pt x="47243" y="242315"/>
                  </a:lnTo>
                  <a:close/>
                </a:path>
                <a:path w="236219" h="841375">
                  <a:moveTo>
                    <a:pt x="21336" y="303276"/>
                  </a:moveTo>
                  <a:lnTo>
                    <a:pt x="12191" y="300227"/>
                  </a:lnTo>
                  <a:lnTo>
                    <a:pt x="18288" y="280415"/>
                  </a:lnTo>
                  <a:lnTo>
                    <a:pt x="25907" y="263652"/>
                  </a:lnTo>
                  <a:lnTo>
                    <a:pt x="35051" y="268224"/>
                  </a:lnTo>
                  <a:lnTo>
                    <a:pt x="27431" y="284988"/>
                  </a:lnTo>
                  <a:lnTo>
                    <a:pt x="21336" y="303276"/>
                  </a:lnTo>
                  <a:close/>
                </a:path>
                <a:path w="236219" h="841375">
                  <a:moveTo>
                    <a:pt x="9143" y="367283"/>
                  </a:moveTo>
                  <a:lnTo>
                    <a:pt x="0" y="367283"/>
                  </a:lnTo>
                  <a:lnTo>
                    <a:pt x="0" y="358140"/>
                  </a:lnTo>
                  <a:lnTo>
                    <a:pt x="1524" y="344424"/>
                  </a:lnTo>
                  <a:lnTo>
                    <a:pt x="4571" y="332232"/>
                  </a:lnTo>
                  <a:lnTo>
                    <a:pt x="4571" y="329183"/>
                  </a:lnTo>
                  <a:lnTo>
                    <a:pt x="13715" y="330708"/>
                  </a:lnTo>
                  <a:lnTo>
                    <a:pt x="13715" y="333756"/>
                  </a:lnTo>
                  <a:lnTo>
                    <a:pt x="10667" y="345948"/>
                  </a:lnTo>
                  <a:lnTo>
                    <a:pt x="9143" y="358140"/>
                  </a:lnTo>
                  <a:lnTo>
                    <a:pt x="9143" y="367283"/>
                  </a:lnTo>
                  <a:close/>
                </a:path>
                <a:path w="236219" h="841375">
                  <a:moveTo>
                    <a:pt x="3047" y="434340"/>
                  </a:moveTo>
                  <a:lnTo>
                    <a:pt x="1524" y="425196"/>
                  </a:lnTo>
                  <a:lnTo>
                    <a:pt x="0" y="411480"/>
                  </a:lnTo>
                  <a:lnTo>
                    <a:pt x="0" y="396240"/>
                  </a:lnTo>
                  <a:lnTo>
                    <a:pt x="9143" y="396240"/>
                  </a:lnTo>
                  <a:lnTo>
                    <a:pt x="9143" y="409956"/>
                  </a:lnTo>
                  <a:lnTo>
                    <a:pt x="12191" y="423672"/>
                  </a:lnTo>
                  <a:lnTo>
                    <a:pt x="13715" y="432816"/>
                  </a:lnTo>
                  <a:lnTo>
                    <a:pt x="3047" y="434340"/>
                  </a:lnTo>
                  <a:close/>
                </a:path>
                <a:path w="236219" h="841375">
                  <a:moveTo>
                    <a:pt x="21336" y="499872"/>
                  </a:moveTo>
                  <a:lnTo>
                    <a:pt x="18288" y="493776"/>
                  </a:lnTo>
                  <a:lnTo>
                    <a:pt x="10667" y="466344"/>
                  </a:lnTo>
                  <a:lnTo>
                    <a:pt x="9143" y="463296"/>
                  </a:lnTo>
                  <a:lnTo>
                    <a:pt x="18288" y="460248"/>
                  </a:lnTo>
                  <a:lnTo>
                    <a:pt x="19812" y="463296"/>
                  </a:lnTo>
                  <a:lnTo>
                    <a:pt x="27431" y="490728"/>
                  </a:lnTo>
                  <a:lnTo>
                    <a:pt x="30479" y="496824"/>
                  </a:lnTo>
                  <a:lnTo>
                    <a:pt x="21336" y="499872"/>
                  </a:lnTo>
                  <a:close/>
                </a:path>
                <a:path w="236219" h="841375">
                  <a:moveTo>
                    <a:pt x="47243" y="560832"/>
                  </a:moveTo>
                  <a:lnTo>
                    <a:pt x="41147" y="550164"/>
                  </a:lnTo>
                  <a:lnTo>
                    <a:pt x="32003" y="525780"/>
                  </a:lnTo>
                  <a:lnTo>
                    <a:pt x="39624" y="522732"/>
                  </a:lnTo>
                  <a:lnTo>
                    <a:pt x="50291" y="547116"/>
                  </a:lnTo>
                  <a:lnTo>
                    <a:pt x="54863" y="557783"/>
                  </a:lnTo>
                  <a:lnTo>
                    <a:pt x="47243" y="560832"/>
                  </a:lnTo>
                  <a:close/>
                </a:path>
                <a:path w="236219" h="841375">
                  <a:moveTo>
                    <a:pt x="77724" y="620268"/>
                  </a:moveTo>
                  <a:lnTo>
                    <a:pt x="71627" y="608076"/>
                  </a:lnTo>
                  <a:lnTo>
                    <a:pt x="59436" y="586740"/>
                  </a:lnTo>
                  <a:lnTo>
                    <a:pt x="68579" y="582168"/>
                  </a:lnTo>
                  <a:lnTo>
                    <a:pt x="79247" y="603504"/>
                  </a:lnTo>
                  <a:lnTo>
                    <a:pt x="86867" y="615696"/>
                  </a:lnTo>
                  <a:lnTo>
                    <a:pt x="77724" y="620268"/>
                  </a:lnTo>
                  <a:close/>
                </a:path>
                <a:path w="236219" h="841375">
                  <a:moveTo>
                    <a:pt x="112775" y="678180"/>
                  </a:moveTo>
                  <a:lnTo>
                    <a:pt x="105155" y="665988"/>
                  </a:lnTo>
                  <a:lnTo>
                    <a:pt x="92963" y="644652"/>
                  </a:lnTo>
                  <a:lnTo>
                    <a:pt x="100583" y="640080"/>
                  </a:lnTo>
                  <a:lnTo>
                    <a:pt x="114299" y="661416"/>
                  </a:lnTo>
                  <a:lnTo>
                    <a:pt x="120395" y="672084"/>
                  </a:lnTo>
                  <a:lnTo>
                    <a:pt x="112775" y="678180"/>
                  </a:lnTo>
                  <a:close/>
                </a:path>
                <a:path w="236219" h="841375">
                  <a:moveTo>
                    <a:pt x="150875" y="733044"/>
                  </a:moveTo>
                  <a:lnTo>
                    <a:pt x="144779" y="725423"/>
                  </a:lnTo>
                  <a:lnTo>
                    <a:pt x="129539" y="701040"/>
                  </a:lnTo>
                  <a:lnTo>
                    <a:pt x="137159" y="696468"/>
                  </a:lnTo>
                  <a:lnTo>
                    <a:pt x="158495" y="728471"/>
                  </a:lnTo>
                  <a:lnTo>
                    <a:pt x="150875" y="733044"/>
                  </a:lnTo>
                  <a:close/>
                </a:path>
                <a:path w="236219" h="841375">
                  <a:moveTo>
                    <a:pt x="184604" y="782079"/>
                  </a:moveTo>
                  <a:lnTo>
                    <a:pt x="166115" y="757427"/>
                  </a:lnTo>
                  <a:lnTo>
                    <a:pt x="173735" y="751332"/>
                  </a:lnTo>
                  <a:lnTo>
                    <a:pt x="192570" y="776444"/>
                  </a:lnTo>
                  <a:lnTo>
                    <a:pt x="184604" y="782079"/>
                  </a:lnTo>
                  <a:close/>
                </a:path>
                <a:path w="236219" h="841375">
                  <a:moveTo>
                    <a:pt x="223889" y="787908"/>
                  </a:moveTo>
                  <a:lnTo>
                    <a:pt x="188975" y="787908"/>
                  </a:lnTo>
                  <a:lnTo>
                    <a:pt x="196595" y="781812"/>
                  </a:lnTo>
                  <a:lnTo>
                    <a:pt x="192570" y="776444"/>
                  </a:lnTo>
                  <a:lnTo>
                    <a:pt x="219455" y="757427"/>
                  </a:lnTo>
                  <a:lnTo>
                    <a:pt x="223889" y="787908"/>
                  </a:lnTo>
                  <a:close/>
                </a:path>
                <a:path w="236219" h="841375">
                  <a:moveTo>
                    <a:pt x="188975" y="787908"/>
                  </a:moveTo>
                  <a:lnTo>
                    <a:pt x="184604" y="782079"/>
                  </a:lnTo>
                  <a:lnTo>
                    <a:pt x="192570" y="776444"/>
                  </a:lnTo>
                  <a:lnTo>
                    <a:pt x="196595" y="781812"/>
                  </a:lnTo>
                  <a:lnTo>
                    <a:pt x="188975" y="787908"/>
                  </a:lnTo>
                  <a:close/>
                </a:path>
                <a:path w="236219" h="841375">
                  <a:moveTo>
                    <a:pt x="231647" y="841248"/>
                  </a:moveTo>
                  <a:lnTo>
                    <a:pt x="156971" y="801623"/>
                  </a:lnTo>
                  <a:lnTo>
                    <a:pt x="184604" y="782079"/>
                  </a:lnTo>
                  <a:lnTo>
                    <a:pt x="188975" y="787908"/>
                  </a:lnTo>
                  <a:lnTo>
                    <a:pt x="223889" y="787908"/>
                  </a:lnTo>
                  <a:lnTo>
                    <a:pt x="231647" y="841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219200" y="1965959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2057400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2057400" y="0"/>
                  </a:lnTo>
                  <a:lnTo>
                    <a:pt x="2057400" y="990599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14627" y="1961388"/>
              <a:ext cx="2068195" cy="1000125"/>
            </a:xfrm>
            <a:custGeom>
              <a:avLst/>
              <a:gdLst/>
              <a:ahLst/>
              <a:cxnLst/>
              <a:rect l="l" t="t" r="r" b="b"/>
              <a:pathLst>
                <a:path w="2068195" h="1000125">
                  <a:moveTo>
                    <a:pt x="2068068" y="999744"/>
                  </a:moveTo>
                  <a:lnTo>
                    <a:pt x="0" y="999744"/>
                  </a:lnTo>
                  <a:lnTo>
                    <a:pt x="0" y="0"/>
                  </a:lnTo>
                  <a:lnTo>
                    <a:pt x="2068068" y="0"/>
                  </a:lnTo>
                  <a:lnTo>
                    <a:pt x="2068068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990600"/>
                  </a:lnTo>
                  <a:lnTo>
                    <a:pt x="4572" y="990600"/>
                  </a:lnTo>
                  <a:lnTo>
                    <a:pt x="10668" y="995172"/>
                  </a:lnTo>
                  <a:lnTo>
                    <a:pt x="2068068" y="995172"/>
                  </a:lnTo>
                  <a:lnTo>
                    <a:pt x="2068068" y="999744"/>
                  </a:lnTo>
                  <a:close/>
                </a:path>
                <a:path w="2068195" h="1000125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2068195" h="1000125">
                  <a:moveTo>
                    <a:pt x="2057400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2057400" y="4572"/>
                  </a:lnTo>
                  <a:lnTo>
                    <a:pt x="2057400" y="9144"/>
                  </a:lnTo>
                  <a:close/>
                </a:path>
                <a:path w="2068195" h="1000125">
                  <a:moveTo>
                    <a:pt x="2057400" y="995172"/>
                  </a:moveTo>
                  <a:lnTo>
                    <a:pt x="2057400" y="4572"/>
                  </a:lnTo>
                  <a:lnTo>
                    <a:pt x="2061972" y="9144"/>
                  </a:lnTo>
                  <a:lnTo>
                    <a:pt x="2068068" y="9144"/>
                  </a:lnTo>
                  <a:lnTo>
                    <a:pt x="2068068" y="990600"/>
                  </a:lnTo>
                  <a:lnTo>
                    <a:pt x="2061972" y="990600"/>
                  </a:lnTo>
                  <a:lnTo>
                    <a:pt x="2057400" y="995172"/>
                  </a:lnTo>
                  <a:close/>
                </a:path>
                <a:path w="2068195" h="1000125">
                  <a:moveTo>
                    <a:pt x="2068068" y="9144"/>
                  </a:moveTo>
                  <a:lnTo>
                    <a:pt x="2061972" y="9144"/>
                  </a:lnTo>
                  <a:lnTo>
                    <a:pt x="2057400" y="4572"/>
                  </a:lnTo>
                  <a:lnTo>
                    <a:pt x="2068068" y="4572"/>
                  </a:lnTo>
                  <a:lnTo>
                    <a:pt x="2068068" y="9144"/>
                  </a:lnTo>
                  <a:close/>
                </a:path>
                <a:path w="2068195" h="1000125">
                  <a:moveTo>
                    <a:pt x="10668" y="995172"/>
                  </a:moveTo>
                  <a:lnTo>
                    <a:pt x="4572" y="990600"/>
                  </a:lnTo>
                  <a:lnTo>
                    <a:pt x="10668" y="990600"/>
                  </a:lnTo>
                  <a:lnTo>
                    <a:pt x="10668" y="995172"/>
                  </a:lnTo>
                  <a:close/>
                </a:path>
                <a:path w="2068195" h="1000125">
                  <a:moveTo>
                    <a:pt x="2057400" y="995172"/>
                  </a:moveTo>
                  <a:lnTo>
                    <a:pt x="10668" y="995172"/>
                  </a:lnTo>
                  <a:lnTo>
                    <a:pt x="10668" y="990600"/>
                  </a:lnTo>
                  <a:lnTo>
                    <a:pt x="2057400" y="990600"/>
                  </a:lnTo>
                  <a:lnTo>
                    <a:pt x="2057400" y="995172"/>
                  </a:lnTo>
                  <a:close/>
                </a:path>
                <a:path w="2068195" h="1000125">
                  <a:moveTo>
                    <a:pt x="2068068" y="995172"/>
                  </a:moveTo>
                  <a:lnTo>
                    <a:pt x="2057400" y="995172"/>
                  </a:lnTo>
                  <a:lnTo>
                    <a:pt x="2061972" y="990600"/>
                  </a:lnTo>
                  <a:lnTo>
                    <a:pt x="2068068" y="990600"/>
                  </a:lnTo>
                  <a:lnTo>
                    <a:pt x="2068068" y="995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219200" y="1965960"/>
            <a:ext cx="2057400" cy="99060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96240" marR="292735" indent="-99695">
              <a:lnSpc>
                <a:spcPts val="3360"/>
              </a:lnSpc>
              <a:spcBef>
                <a:spcPts val="45"/>
              </a:spcBef>
            </a:pPr>
            <a:r>
              <a:rPr sz="1400" dirty="0">
                <a:latin typeface="Arial MT"/>
                <a:cs typeface="Arial MT"/>
              </a:rPr>
              <a:t>Control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Dep.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Edge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Dep.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Edge</a:t>
            </a:r>
          </a:p>
        </p:txBody>
      </p:sp>
      <p:sp>
        <p:nvSpPr>
          <p:cNvPr id="51" name="object 51"/>
          <p:cNvSpPr/>
          <p:nvPr/>
        </p:nvSpPr>
        <p:spPr>
          <a:xfrm>
            <a:off x="1524000" y="2308859"/>
            <a:ext cx="1524000" cy="534035"/>
          </a:xfrm>
          <a:custGeom>
            <a:avLst/>
            <a:gdLst/>
            <a:ahLst/>
            <a:cxnLst/>
            <a:rect l="l" t="t" r="r" b="b"/>
            <a:pathLst>
              <a:path w="1524000" h="534035">
                <a:moveTo>
                  <a:pt x="38100" y="490740"/>
                </a:moveTo>
                <a:lnTo>
                  <a:pt x="0" y="490740"/>
                </a:lnTo>
                <a:lnTo>
                  <a:pt x="0" y="499884"/>
                </a:lnTo>
                <a:lnTo>
                  <a:pt x="38100" y="499884"/>
                </a:lnTo>
                <a:lnTo>
                  <a:pt x="38100" y="490740"/>
                </a:lnTo>
                <a:close/>
              </a:path>
              <a:path w="1524000" h="534035">
                <a:moveTo>
                  <a:pt x="105156" y="490740"/>
                </a:moveTo>
                <a:lnTo>
                  <a:pt x="67056" y="490740"/>
                </a:lnTo>
                <a:lnTo>
                  <a:pt x="67056" y="499884"/>
                </a:lnTo>
                <a:lnTo>
                  <a:pt x="105156" y="499884"/>
                </a:lnTo>
                <a:lnTo>
                  <a:pt x="105156" y="490740"/>
                </a:lnTo>
                <a:close/>
              </a:path>
              <a:path w="1524000" h="534035">
                <a:moveTo>
                  <a:pt x="172212" y="490740"/>
                </a:moveTo>
                <a:lnTo>
                  <a:pt x="134112" y="490740"/>
                </a:lnTo>
                <a:lnTo>
                  <a:pt x="134112" y="499884"/>
                </a:lnTo>
                <a:lnTo>
                  <a:pt x="172212" y="499884"/>
                </a:lnTo>
                <a:lnTo>
                  <a:pt x="172212" y="490740"/>
                </a:lnTo>
                <a:close/>
              </a:path>
              <a:path w="1524000" h="534035">
                <a:moveTo>
                  <a:pt x="239268" y="490740"/>
                </a:moveTo>
                <a:lnTo>
                  <a:pt x="201168" y="490740"/>
                </a:lnTo>
                <a:lnTo>
                  <a:pt x="201168" y="499884"/>
                </a:lnTo>
                <a:lnTo>
                  <a:pt x="239268" y="499884"/>
                </a:lnTo>
                <a:lnTo>
                  <a:pt x="239268" y="490740"/>
                </a:lnTo>
                <a:close/>
              </a:path>
              <a:path w="1524000" h="534035">
                <a:moveTo>
                  <a:pt x="304800" y="490740"/>
                </a:moveTo>
                <a:lnTo>
                  <a:pt x="266700" y="490740"/>
                </a:lnTo>
                <a:lnTo>
                  <a:pt x="266700" y="499884"/>
                </a:lnTo>
                <a:lnTo>
                  <a:pt x="304800" y="499884"/>
                </a:lnTo>
                <a:lnTo>
                  <a:pt x="304800" y="490740"/>
                </a:lnTo>
                <a:close/>
              </a:path>
              <a:path w="1524000" h="534035">
                <a:moveTo>
                  <a:pt x="371856" y="490740"/>
                </a:moveTo>
                <a:lnTo>
                  <a:pt x="333756" y="490740"/>
                </a:lnTo>
                <a:lnTo>
                  <a:pt x="333756" y="499884"/>
                </a:lnTo>
                <a:lnTo>
                  <a:pt x="371856" y="499884"/>
                </a:lnTo>
                <a:lnTo>
                  <a:pt x="371856" y="490740"/>
                </a:lnTo>
                <a:close/>
              </a:path>
              <a:path w="1524000" h="534035">
                <a:moveTo>
                  <a:pt x="438912" y="490740"/>
                </a:moveTo>
                <a:lnTo>
                  <a:pt x="400812" y="490740"/>
                </a:lnTo>
                <a:lnTo>
                  <a:pt x="400812" y="499884"/>
                </a:lnTo>
                <a:lnTo>
                  <a:pt x="438912" y="499884"/>
                </a:lnTo>
                <a:lnTo>
                  <a:pt x="438912" y="490740"/>
                </a:lnTo>
                <a:close/>
              </a:path>
              <a:path w="1524000" h="534035">
                <a:moveTo>
                  <a:pt x="505968" y="490740"/>
                </a:moveTo>
                <a:lnTo>
                  <a:pt x="467868" y="490740"/>
                </a:lnTo>
                <a:lnTo>
                  <a:pt x="467868" y="499884"/>
                </a:lnTo>
                <a:lnTo>
                  <a:pt x="505968" y="499884"/>
                </a:lnTo>
                <a:lnTo>
                  <a:pt x="505968" y="490740"/>
                </a:lnTo>
                <a:close/>
              </a:path>
              <a:path w="1524000" h="534035">
                <a:moveTo>
                  <a:pt x="571500" y="490740"/>
                </a:moveTo>
                <a:lnTo>
                  <a:pt x="533400" y="490740"/>
                </a:lnTo>
                <a:lnTo>
                  <a:pt x="533400" y="499884"/>
                </a:lnTo>
                <a:lnTo>
                  <a:pt x="571500" y="499884"/>
                </a:lnTo>
                <a:lnTo>
                  <a:pt x="571500" y="490740"/>
                </a:lnTo>
                <a:close/>
              </a:path>
              <a:path w="1524000" h="534035">
                <a:moveTo>
                  <a:pt x="638556" y="490740"/>
                </a:moveTo>
                <a:lnTo>
                  <a:pt x="600456" y="490740"/>
                </a:lnTo>
                <a:lnTo>
                  <a:pt x="600456" y="499884"/>
                </a:lnTo>
                <a:lnTo>
                  <a:pt x="638556" y="499884"/>
                </a:lnTo>
                <a:lnTo>
                  <a:pt x="638556" y="490740"/>
                </a:lnTo>
                <a:close/>
              </a:path>
              <a:path w="1524000" h="534035">
                <a:moveTo>
                  <a:pt x="705612" y="490740"/>
                </a:moveTo>
                <a:lnTo>
                  <a:pt x="667512" y="490740"/>
                </a:lnTo>
                <a:lnTo>
                  <a:pt x="667512" y="499884"/>
                </a:lnTo>
                <a:lnTo>
                  <a:pt x="705612" y="499884"/>
                </a:lnTo>
                <a:lnTo>
                  <a:pt x="705612" y="490740"/>
                </a:lnTo>
                <a:close/>
              </a:path>
              <a:path w="1524000" h="534035">
                <a:moveTo>
                  <a:pt x="772668" y="490740"/>
                </a:moveTo>
                <a:lnTo>
                  <a:pt x="734568" y="490740"/>
                </a:lnTo>
                <a:lnTo>
                  <a:pt x="734568" y="499884"/>
                </a:lnTo>
                <a:lnTo>
                  <a:pt x="772668" y="499884"/>
                </a:lnTo>
                <a:lnTo>
                  <a:pt x="772668" y="490740"/>
                </a:lnTo>
                <a:close/>
              </a:path>
              <a:path w="1524000" h="534035">
                <a:moveTo>
                  <a:pt x="838200" y="490740"/>
                </a:moveTo>
                <a:lnTo>
                  <a:pt x="800100" y="490740"/>
                </a:lnTo>
                <a:lnTo>
                  <a:pt x="800100" y="499884"/>
                </a:lnTo>
                <a:lnTo>
                  <a:pt x="838200" y="499884"/>
                </a:lnTo>
                <a:lnTo>
                  <a:pt x="838200" y="490740"/>
                </a:lnTo>
                <a:close/>
              </a:path>
              <a:path w="1524000" h="534035">
                <a:moveTo>
                  <a:pt x="905256" y="490740"/>
                </a:moveTo>
                <a:lnTo>
                  <a:pt x="867156" y="490740"/>
                </a:lnTo>
                <a:lnTo>
                  <a:pt x="867156" y="499884"/>
                </a:lnTo>
                <a:lnTo>
                  <a:pt x="905256" y="499884"/>
                </a:lnTo>
                <a:lnTo>
                  <a:pt x="905256" y="490740"/>
                </a:lnTo>
                <a:close/>
              </a:path>
              <a:path w="1524000" h="534035">
                <a:moveTo>
                  <a:pt x="972312" y="490740"/>
                </a:moveTo>
                <a:lnTo>
                  <a:pt x="934212" y="490740"/>
                </a:lnTo>
                <a:lnTo>
                  <a:pt x="934212" y="499884"/>
                </a:lnTo>
                <a:lnTo>
                  <a:pt x="972312" y="499884"/>
                </a:lnTo>
                <a:lnTo>
                  <a:pt x="972312" y="490740"/>
                </a:lnTo>
                <a:close/>
              </a:path>
              <a:path w="1524000" h="534035">
                <a:moveTo>
                  <a:pt x="1039368" y="490740"/>
                </a:moveTo>
                <a:lnTo>
                  <a:pt x="1001268" y="490740"/>
                </a:lnTo>
                <a:lnTo>
                  <a:pt x="1001268" y="499884"/>
                </a:lnTo>
                <a:lnTo>
                  <a:pt x="1039368" y="499884"/>
                </a:lnTo>
                <a:lnTo>
                  <a:pt x="1039368" y="490740"/>
                </a:lnTo>
                <a:close/>
              </a:path>
              <a:path w="1524000" h="534035">
                <a:moveTo>
                  <a:pt x="1104900" y="490740"/>
                </a:moveTo>
                <a:lnTo>
                  <a:pt x="1066800" y="490740"/>
                </a:lnTo>
                <a:lnTo>
                  <a:pt x="1066800" y="499884"/>
                </a:lnTo>
                <a:lnTo>
                  <a:pt x="1104900" y="499884"/>
                </a:lnTo>
                <a:lnTo>
                  <a:pt x="1104900" y="490740"/>
                </a:lnTo>
                <a:close/>
              </a:path>
              <a:path w="1524000" h="534035">
                <a:moveTo>
                  <a:pt x="1171956" y="490740"/>
                </a:moveTo>
                <a:lnTo>
                  <a:pt x="1133856" y="490740"/>
                </a:lnTo>
                <a:lnTo>
                  <a:pt x="1133856" y="499884"/>
                </a:lnTo>
                <a:lnTo>
                  <a:pt x="1171956" y="499884"/>
                </a:lnTo>
                <a:lnTo>
                  <a:pt x="1171956" y="490740"/>
                </a:lnTo>
                <a:close/>
              </a:path>
              <a:path w="1524000" h="534035">
                <a:moveTo>
                  <a:pt x="1239012" y="490740"/>
                </a:moveTo>
                <a:lnTo>
                  <a:pt x="1200912" y="490740"/>
                </a:lnTo>
                <a:lnTo>
                  <a:pt x="1200912" y="499884"/>
                </a:lnTo>
                <a:lnTo>
                  <a:pt x="1239012" y="499884"/>
                </a:lnTo>
                <a:lnTo>
                  <a:pt x="1239012" y="490740"/>
                </a:lnTo>
                <a:close/>
              </a:path>
              <a:path w="1524000" h="534035">
                <a:moveTo>
                  <a:pt x="1306055" y="490740"/>
                </a:moveTo>
                <a:lnTo>
                  <a:pt x="1267955" y="490740"/>
                </a:lnTo>
                <a:lnTo>
                  <a:pt x="1267955" y="499884"/>
                </a:lnTo>
                <a:lnTo>
                  <a:pt x="1306055" y="499884"/>
                </a:lnTo>
                <a:lnTo>
                  <a:pt x="1306055" y="490740"/>
                </a:lnTo>
                <a:close/>
              </a:path>
              <a:path w="1524000" h="534035">
                <a:moveTo>
                  <a:pt x="1371600" y="490740"/>
                </a:moveTo>
                <a:lnTo>
                  <a:pt x="1333500" y="490740"/>
                </a:lnTo>
                <a:lnTo>
                  <a:pt x="1333500" y="499884"/>
                </a:lnTo>
                <a:lnTo>
                  <a:pt x="1371600" y="499884"/>
                </a:lnTo>
                <a:lnTo>
                  <a:pt x="1371600" y="490740"/>
                </a:lnTo>
                <a:close/>
              </a:path>
              <a:path w="1524000" h="534035">
                <a:moveTo>
                  <a:pt x="1438643" y="490740"/>
                </a:moveTo>
                <a:lnTo>
                  <a:pt x="1400543" y="490740"/>
                </a:lnTo>
                <a:lnTo>
                  <a:pt x="1400543" y="499884"/>
                </a:lnTo>
                <a:lnTo>
                  <a:pt x="1438643" y="499884"/>
                </a:lnTo>
                <a:lnTo>
                  <a:pt x="1438643" y="490740"/>
                </a:lnTo>
                <a:close/>
              </a:path>
              <a:path w="1524000" h="534035">
                <a:moveTo>
                  <a:pt x="1524000" y="495312"/>
                </a:moveTo>
                <a:lnTo>
                  <a:pt x="1447800" y="457212"/>
                </a:lnTo>
                <a:lnTo>
                  <a:pt x="1447800" y="533412"/>
                </a:lnTo>
                <a:lnTo>
                  <a:pt x="1524000" y="495312"/>
                </a:lnTo>
                <a:close/>
              </a:path>
              <a:path w="1524000" h="534035">
                <a:moveTo>
                  <a:pt x="1524000" y="38100"/>
                </a:moveTo>
                <a:lnTo>
                  <a:pt x="1514856" y="33528"/>
                </a:lnTo>
                <a:lnTo>
                  <a:pt x="1447800" y="0"/>
                </a:lnTo>
                <a:lnTo>
                  <a:pt x="1447800" y="33528"/>
                </a:lnTo>
                <a:lnTo>
                  <a:pt x="0" y="33528"/>
                </a:lnTo>
                <a:lnTo>
                  <a:pt x="0" y="42672"/>
                </a:lnTo>
                <a:lnTo>
                  <a:pt x="1447800" y="42672"/>
                </a:lnTo>
                <a:lnTo>
                  <a:pt x="1447800" y="76200"/>
                </a:lnTo>
                <a:lnTo>
                  <a:pt x="1514856" y="42672"/>
                </a:lnTo>
                <a:lnTo>
                  <a:pt x="15240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607629"/>
            <a:ext cx="8675370" cy="1114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V</a:t>
            </a:r>
            <a:r>
              <a:rPr spc="315" dirty="0"/>
              <a:t>a</a:t>
            </a:r>
            <a:r>
              <a:rPr spc="-459" dirty="0"/>
              <a:t>r</a:t>
            </a:r>
            <a:r>
              <a:rPr spc="-275" dirty="0"/>
              <a:t>i</a:t>
            </a:r>
            <a:r>
              <a:rPr spc="280" dirty="0"/>
              <a:t>a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150" dirty="0"/>
              <a:t>o</a:t>
            </a:r>
            <a:r>
              <a:rPr spc="-140" dirty="0"/>
              <a:t>f</a:t>
            </a:r>
            <a:r>
              <a:rPr spc="-240" dirty="0"/>
              <a:t> </a:t>
            </a:r>
            <a:r>
              <a:rPr spc="200" dirty="0"/>
              <a:t>p</a:t>
            </a:r>
            <a:r>
              <a:rPr spc="-459" dirty="0"/>
              <a:t>r</a:t>
            </a:r>
            <a:r>
              <a:rPr spc="150" dirty="0"/>
              <a:t>o</a:t>
            </a:r>
            <a:r>
              <a:rPr spc="20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</a:p>
          <a:p>
            <a:pPr marL="821690">
              <a:lnSpc>
                <a:spcPct val="100000"/>
              </a:lnSpc>
              <a:spcBef>
                <a:spcPts val="15"/>
              </a:spcBef>
            </a:pPr>
            <a:r>
              <a:rPr sz="3200" spc="-70" dirty="0">
                <a:solidFill>
                  <a:srgbClr val="FF0000"/>
                </a:solidFill>
              </a:rPr>
              <a:t>D</a:t>
            </a:r>
            <a:r>
              <a:rPr sz="3200" spc="-200" dirty="0">
                <a:solidFill>
                  <a:srgbClr val="FF0000"/>
                </a:solidFill>
              </a:rPr>
              <a:t>y</a:t>
            </a:r>
            <a:r>
              <a:rPr sz="3200" spc="-75" dirty="0">
                <a:solidFill>
                  <a:srgbClr val="FF0000"/>
                </a:solidFill>
              </a:rPr>
              <a:t>n</a:t>
            </a:r>
            <a:r>
              <a:rPr sz="3200" spc="254" dirty="0">
                <a:solidFill>
                  <a:srgbClr val="FF0000"/>
                </a:solidFill>
              </a:rPr>
              <a:t>a</a:t>
            </a:r>
            <a:r>
              <a:rPr sz="3200" spc="-105" dirty="0">
                <a:solidFill>
                  <a:srgbClr val="FF0000"/>
                </a:solidFill>
              </a:rPr>
              <a:t>m</a:t>
            </a:r>
            <a:r>
              <a:rPr sz="3200" spc="-245" dirty="0">
                <a:solidFill>
                  <a:srgbClr val="FF0000"/>
                </a:solidFill>
              </a:rPr>
              <a:t>i</a:t>
            </a:r>
            <a:r>
              <a:rPr sz="3200" spc="405" dirty="0">
                <a:solidFill>
                  <a:srgbClr val="FF0000"/>
                </a:solidFill>
              </a:rPr>
              <a:t>c</a:t>
            </a:r>
            <a:r>
              <a:rPr sz="3200" spc="-254" dirty="0">
                <a:solidFill>
                  <a:srgbClr val="FF0000"/>
                </a:solidFill>
              </a:rPr>
              <a:t> </a:t>
            </a:r>
            <a:r>
              <a:rPr sz="3200" spc="-420" dirty="0">
                <a:solidFill>
                  <a:srgbClr val="FF0000"/>
                </a:solidFill>
              </a:rPr>
              <a:t>s</a:t>
            </a:r>
            <a:r>
              <a:rPr sz="3200" spc="-245" dirty="0">
                <a:solidFill>
                  <a:srgbClr val="FF0000"/>
                </a:solidFill>
              </a:rPr>
              <a:t>li</a:t>
            </a:r>
            <a:r>
              <a:rPr sz="3200" spc="380" dirty="0">
                <a:solidFill>
                  <a:srgbClr val="FF0000"/>
                </a:solidFill>
              </a:rPr>
              <a:t>c</a:t>
            </a:r>
            <a:r>
              <a:rPr sz="3200" spc="204" dirty="0">
                <a:solidFill>
                  <a:srgbClr val="FF0000"/>
                </a:solidFill>
              </a:rPr>
              <a:t>e</a:t>
            </a:r>
            <a:r>
              <a:rPr sz="3200" spc="-425" dirty="0">
                <a:solidFill>
                  <a:srgbClr val="FF0000"/>
                </a:solidFill>
              </a:rPr>
              <a:t>s</a:t>
            </a:r>
            <a:endParaRPr sz="32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8974" y="2617681"/>
            <a:ext cx="6348095" cy="456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10185" indent="-342900" algn="just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5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400" spc="-15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2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14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95" dirty="0">
                <a:solidFill>
                  <a:srgbClr val="3F3F3F"/>
                </a:solidFill>
                <a:latin typeface="Verdana"/>
                <a:cs typeface="Verdana"/>
              </a:rPr>
              <a:t>f  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14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30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3F3F3F"/>
                </a:solidFill>
                <a:latin typeface="Verdana"/>
                <a:cs typeface="Verdana"/>
              </a:rPr>
              <a:t>a  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204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8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1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3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endParaRPr sz="2400" dirty="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45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14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229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43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2400" spc="-2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525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21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400" spc="-2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21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400" spc="-1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400" spc="-509" dirty="0">
                <a:solidFill>
                  <a:srgbClr val="3F3F3F"/>
                </a:solidFill>
                <a:latin typeface="Verdana"/>
                <a:cs typeface="Verdana"/>
              </a:rPr>
              <a:t>&gt;</a:t>
            </a:r>
            <a:endParaRPr sz="2400" dirty="0">
              <a:latin typeface="Verdana"/>
              <a:cs typeface="Verdana"/>
            </a:endParaRPr>
          </a:p>
          <a:p>
            <a:pPr marL="756285" marR="361315" lvl="1" indent="-287020" algn="just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14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39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i</a:t>
            </a:r>
            <a:r>
              <a:rPr sz="2000" spc="-26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2000" spc="114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0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20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2000" spc="8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spc="90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2000" spc="17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20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2000" spc="8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12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0000"/>
                </a:solidFill>
                <a:latin typeface="Verdana"/>
                <a:cs typeface="Verdana"/>
              </a:rPr>
              <a:t>v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210" dirty="0">
                <a:solidFill>
                  <a:srgbClr val="FF0000"/>
                </a:solidFill>
                <a:latin typeface="Verdana"/>
                <a:cs typeface="Verdana"/>
              </a:rPr>
              <a:t>s  </a:t>
            </a:r>
            <a:r>
              <a:rPr sz="2000" spc="114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2000" spc="8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2000" spc="-28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2000" spc="17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20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FF0000"/>
                </a:solidFill>
                <a:latin typeface="Verdana"/>
                <a:cs typeface="Verdana"/>
              </a:rPr>
              <a:t>v</a:t>
            </a:r>
            <a:r>
              <a:rPr sz="2000" spc="15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000" spc="-26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15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000" spc="114" dirty="0">
                <a:solidFill>
                  <a:srgbClr val="FF0000"/>
                </a:solidFill>
                <a:latin typeface="Verdana"/>
                <a:cs typeface="Verdana"/>
              </a:rPr>
              <a:t>b</a:t>
            </a:r>
            <a:r>
              <a:rPr sz="2000" spc="-135" dirty="0">
                <a:solidFill>
                  <a:srgbClr val="FF0000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endParaRPr sz="20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5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2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14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400" spc="-2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9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2400" spc="-29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endParaRPr sz="2400" dirty="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ll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3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4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0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2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260" dirty="0">
                <a:solidFill>
                  <a:srgbClr val="3F3F3F"/>
                </a:solidFill>
                <a:latin typeface="Verdana"/>
                <a:cs typeface="Verdana"/>
              </a:rPr>
              <a:t>z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9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400" spc="-5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400" spc="10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2400" dirty="0"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10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0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10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9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5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400" spc="-15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2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29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14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229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250" dirty="0">
                <a:solidFill>
                  <a:srgbClr val="3F3F3F"/>
                </a:solidFill>
                <a:latin typeface="Verdana"/>
                <a:cs typeface="Verdana"/>
              </a:rPr>
              <a:t>s  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5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300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14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400" spc="-229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9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rr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5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105" dirty="0">
                <a:solidFill>
                  <a:srgbClr val="3F3F3F"/>
                </a:solidFill>
                <a:latin typeface="Verdana"/>
                <a:cs typeface="Verdana"/>
              </a:rPr>
              <a:t>d  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400" spc="9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0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400" spc="2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3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8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5849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-405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spc="280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pc="-120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spc="200" dirty="0">
                <a:solidFill>
                  <a:schemeClr val="accent1">
                    <a:lumMod val="50000"/>
                  </a:schemeClr>
                </a:solidFill>
              </a:rPr>
              <a:t>p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-29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185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pc="-140" dirty="0">
                <a:solidFill>
                  <a:schemeClr val="accent1">
                    <a:lumMod val="50000"/>
                  </a:schemeClr>
                </a:solidFill>
              </a:rPr>
              <a:t>f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235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spc="-229" dirty="0">
                <a:solidFill>
                  <a:schemeClr val="accent1">
                    <a:lumMod val="50000"/>
                  </a:schemeClr>
                </a:solidFill>
              </a:rPr>
              <a:t>y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pc="315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pc="-155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pc="450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spc="-25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-509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li</a:t>
            </a:r>
            <a:r>
              <a:rPr spc="459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-480" dirty="0">
                <a:solidFill>
                  <a:schemeClr val="accent1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68" y="2494925"/>
            <a:ext cx="2632710" cy="37338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15"/>
              </a:spcBef>
              <a:buClr>
                <a:srgbClr val="A52F0F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2000" spc="-26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2000" spc="15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000" spc="125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29" dirty="0">
                <a:solidFill>
                  <a:srgbClr val="FF0000"/>
                </a:solidFill>
                <a:latin typeface="Verdana"/>
                <a:cs typeface="Verdana"/>
              </a:rPr>
              <a:t>(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2000" spc="-170" dirty="0">
                <a:solidFill>
                  <a:srgbClr val="FF0000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  <a:p>
            <a:pPr marL="12700" marR="241935">
              <a:lnSpc>
                <a:spcPts val="2930"/>
              </a:lnSpc>
              <a:spcBef>
                <a:spcPts val="170"/>
              </a:spcBef>
              <a:buClr>
                <a:srgbClr val="A52F0F"/>
              </a:buClr>
              <a:buAutoNum type="arabicPeriod"/>
              <a:tabLst>
                <a:tab pos="469265" algn="l"/>
                <a:tab pos="469900" algn="l"/>
                <a:tab pos="678180" algn="l"/>
              </a:tabLst>
            </a:pPr>
            <a:r>
              <a:rPr sz="2000" spc="-85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2000" spc="8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spc="-254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20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39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370" dirty="0">
                <a:solidFill>
                  <a:srgbClr val="FF0000"/>
                </a:solidFill>
                <a:latin typeface="Verdana"/>
                <a:cs typeface="Verdana"/>
              </a:rPr>
              <a:t>: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9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3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2000" spc="70" dirty="0">
                <a:solidFill>
                  <a:srgbClr val="FF0000"/>
                </a:solidFill>
                <a:latin typeface="Verdana"/>
                <a:cs typeface="Verdana"/>
              </a:rPr>
              <a:t>o  </a:t>
            </a:r>
            <a:r>
              <a:rPr sz="2000" spc="-155" dirty="0">
                <a:solidFill>
                  <a:srgbClr val="A52F0F"/>
                </a:solidFill>
                <a:latin typeface="Verdana"/>
                <a:cs typeface="Verdana"/>
              </a:rPr>
              <a:t>3</a:t>
            </a:r>
            <a:r>
              <a:rPr sz="2000" spc="-175" dirty="0">
                <a:solidFill>
                  <a:srgbClr val="A52F0F"/>
                </a:solidFill>
                <a:latin typeface="Verdana"/>
                <a:cs typeface="Verdana"/>
              </a:rPr>
              <a:t>.</a:t>
            </a:r>
            <a:r>
              <a:rPr sz="2000" dirty="0">
                <a:solidFill>
                  <a:srgbClr val="A52F0F"/>
                </a:solidFill>
                <a:latin typeface="Verdana"/>
                <a:cs typeface="Verdana"/>
              </a:rPr>
              <a:t>		</a:t>
            </a:r>
            <a:r>
              <a:rPr sz="2000" spc="165" dirty="0">
                <a:solidFill>
                  <a:srgbClr val="DD7E18"/>
                </a:solidFill>
                <a:latin typeface="Verdana"/>
                <a:cs typeface="Verdana"/>
              </a:rPr>
              <a:t>a</a:t>
            </a:r>
            <a:r>
              <a:rPr sz="2000" spc="-150" dirty="0">
                <a:solidFill>
                  <a:srgbClr val="DD7E18"/>
                </a:solidFill>
                <a:latin typeface="Verdana"/>
                <a:cs typeface="Verdana"/>
              </a:rPr>
              <a:t> </a:t>
            </a:r>
            <a:r>
              <a:rPr sz="2000" spc="-370" dirty="0">
                <a:solidFill>
                  <a:srgbClr val="DD7E18"/>
                </a:solidFill>
                <a:latin typeface="Verdana"/>
                <a:cs typeface="Verdana"/>
              </a:rPr>
              <a:t>:</a:t>
            </a:r>
            <a:r>
              <a:rPr sz="2000" spc="-425" dirty="0">
                <a:solidFill>
                  <a:srgbClr val="DD7E18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DD7E18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DD7E18"/>
                </a:solidFill>
                <a:latin typeface="Verdana"/>
                <a:cs typeface="Verdana"/>
              </a:rPr>
              <a:t>2</a:t>
            </a:r>
            <a:endParaRPr sz="2000" dirty="0">
              <a:latin typeface="Verdana"/>
              <a:cs typeface="Verdana"/>
            </a:endParaRPr>
          </a:p>
          <a:p>
            <a:pPr marL="748665" indent="-736600">
              <a:lnSpc>
                <a:spcPct val="100000"/>
              </a:lnSpc>
              <a:spcBef>
                <a:spcPts val="330"/>
              </a:spcBef>
              <a:buClr>
                <a:srgbClr val="A52F0F"/>
              </a:buClr>
              <a:buAutoNum type="arabicPeriod" startAt="4"/>
              <a:tabLst>
                <a:tab pos="748665" algn="l"/>
                <a:tab pos="749300" algn="l"/>
              </a:tabLst>
            </a:pP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75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20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254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sz="2000" spc="-420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440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endParaRPr sz="2000" dirty="0">
              <a:latin typeface="Verdana"/>
              <a:cs typeface="Verdana"/>
            </a:endParaRPr>
          </a:p>
          <a:p>
            <a:pPr marL="12700" marR="5080">
              <a:lnSpc>
                <a:spcPts val="2930"/>
              </a:lnSpc>
              <a:spcBef>
                <a:spcPts val="170"/>
              </a:spcBef>
              <a:buClr>
                <a:srgbClr val="A52F0F"/>
              </a:buClr>
              <a:buAutoNum type="arabicPeriod" startAt="4"/>
              <a:tabLst>
                <a:tab pos="1028700" algn="l"/>
                <a:tab pos="1029335" algn="l"/>
                <a:tab pos="1307465" algn="l"/>
              </a:tabLst>
            </a:pP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75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20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254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2</a:t>
            </a:r>
            <a:r>
              <a:rPr sz="2000" spc="-440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420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2000" spc="-35" dirty="0">
                <a:solidFill>
                  <a:srgbClr val="FF0000"/>
                </a:solidFill>
                <a:latin typeface="Verdana"/>
                <a:cs typeface="Verdana"/>
              </a:rPr>
              <a:t>n  </a:t>
            </a:r>
            <a:endParaRPr lang="en-US" sz="2000" spc="-35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12700" marR="5080">
              <a:lnSpc>
                <a:spcPts val="2930"/>
              </a:lnSpc>
              <a:spcBef>
                <a:spcPts val="170"/>
              </a:spcBef>
              <a:buClr>
                <a:srgbClr val="A52F0F"/>
              </a:buClr>
              <a:tabLst>
                <a:tab pos="1028700" algn="l"/>
                <a:tab pos="1029335" algn="l"/>
                <a:tab pos="1307465" algn="l"/>
              </a:tabLst>
            </a:pPr>
            <a:r>
              <a:rPr sz="2000" spc="-155" dirty="0">
                <a:solidFill>
                  <a:srgbClr val="A52F0F"/>
                </a:solidFill>
                <a:latin typeface="Verdana"/>
                <a:cs typeface="Verdana"/>
              </a:rPr>
              <a:t>6</a:t>
            </a:r>
            <a:r>
              <a:rPr sz="2000" spc="-175" dirty="0">
                <a:solidFill>
                  <a:srgbClr val="A52F0F"/>
                </a:solidFill>
                <a:latin typeface="Verdana"/>
                <a:cs typeface="Verdana"/>
              </a:rPr>
              <a:t>.</a:t>
            </a:r>
            <a:r>
              <a:rPr sz="2000" dirty="0">
                <a:solidFill>
                  <a:srgbClr val="A52F0F"/>
                </a:solidFill>
                <a:latin typeface="Verdana"/>
                <a:cs typeface="Verdana"/>
              </a:rPr>
              <a:t>		</a:t>
            </a:r>
            <a:r>
              <a:rPr sz="2000" spc="16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370" dirty="0">
                <a:solidFill>
                  <a:srgbClr val="FF0000"/>
                </a:solidFill>
                <a:latin typeface="Verdana"/>
                <a:cs typeface="Verdana"/>
              </a:rPr>
              <a:t>: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4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1028700" algn="l"/>
              </a:tabLst>
            </a:pPr>
            <a:r>
              <a:rPr sz="2000" spc="-165" dirty="0">
                <a:solidFill>
                  <a:srgbClr val="A52F0F"/>
                </a:solidFill>
                <a:latin typeface="Verdana"/>
                <a:cs typeface="Verdana"/>
              </a:rPr>
              <a:t>7.	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else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  <a:tabLst>
                <a:tab pos="1307465" algn="l"/>
              </a:tabLst>
            </a:pPr>
            <a:r>
              <a:rPr sz="2000" spc="-155" dirty="0">
                <a:solidFill>
                  <a:srgbClr val="A52F0F"/>
                </a:solidFill>
                <a:latin typeface="Verdana"/>
                <a:cs typeface="Verdana"/>
              </a:rPr>
              <a:t>8</a:t>
            </a:r>
            <a:r>
              <a:rPr sz="2000" spc="-175" dirty="0">
                <a:solidFill>
                  <a:srgbClr val="A52F0F"/>
                </a:solidFill>
                <a:latin typeface="Verdana"/>
                <a:cs typeface="Verdana"/>
              </a:rPr>
              <a:t>.</a:t>
            </a:r>
            <a:r>
              <a:rPr sz="2000" dirty="0">
                <a:solidFill>
                  <a:srgbClr val="A52F0F"/>
                </a:solidFill>
                <a:latin typeface="Verdana"/>
                <a:cs typeface="Verdana"/>
              </a:rPr>
              <a:t>	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37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=</a:t>
            </a:r>
            <a:r>
              <a:rPr sz="20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6</a:t>
            </a:r>
            <a:endParaRPr sz="2000" dirty="0">
              <a:latin typeface="Verdana"/>
              <a:cs typeface="Verdana"/>
            </a:endParaRPr>
          </a:p>
          <a:p>
            <a:pPr marL="1028700" indent="-1016635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AutoNum type="arabicPeriod" startAt="9"/>
              <a:tabLst>
                <a:tab pos="1028700" algn="l"/>
                <a:tab pos="1029335" algn="l"/>
              </a:tabLst>
            </a:pPr>
            <a:r>
              <a:rPr sz="2000" spc="-200" dirty="0">
                <a:solidFill>
                  <a:srgbClr val="FF0000"/>
                </a:solidFill>
                <a:latin typeface="Verdana"/>
                <a:cs typeface="Verdana"/>
              </a:rPr>
              <a:t>z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370" dirty="0">
                <a:solidFill>
                  <a:srgbClr val="FF0000"/>
                </a:solidFill>
                <a:latin typeface="Verdana"/>
                <a:cs typeface="Verdana"/>
              </a:rPr>
              <a:t>: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endParaRPr sz="2000" dirty="0">
              <a:latin typeface="Verdana"/>
              <a:cs typeface="Verdana"/>
            </a:endParaRPr>
          </a:p>
          <a:p>
            <a:pPr marL="609600" indent="-597535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AutoNum type="arabicPeriod" startAt="9"/>
              <a:tabLst>
                <a:tab pos="609600" algn="l"/>
                <a:tab pos="610235" algn="l"/>
              </a:tabLst>
            </a:pPr>
            <a:r>
              <a:rPr sz="2000" spc="20" dirty="0">
                <a:solidFill>
                  <a:srgbClr val="FF0000"/>
                </a:solidFill>
                <a:latin typeface="Verdana"/>
                <a:cs typeface="Verdana"/>
              </a:rPr>
              <a:t>w</a:t>
            </a:r>
            <a:r>
              <a:rPr sz="2000" spc="-26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29" dirty="0">
                <a:solidFill>
                  <a:srgbClr val="FF0000"/>
                </a:solidFill>
                <a:latin typeface="Verdana"/>
                <a:cs typeface="Verdana"/>
              </a:rPr>
              <a:t>(</a:t>
            </a:r>
            <a:r>
              <a:rPr sz="2000" spc="-190" dirty="0">
                <a:solidFill>
                  <a:srgbClr val="FF0000"/>
                </a:solidFill>
                <a:latin typeface="Verdana"/>
                <a:cs typeface="Verdana"/>
              </a:rPr>
              <a:t>z</a:t>
            </a:r>
            <a:r>
              <a:rPr sz="2000" spc="-170" dirty="0">
                <a:solidFill>
                  <a:srgbClr val="FF0000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47590" y="2469415"/>
            <a:ext cx="2934335" cy="355663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290"/>
              </a:spcBef>
              <a:buClr>
                <a:srgbClr val="A52F0F"/>
              </a:buClr>
              <a:buFont typeface="Georgia"/>
              <a:buChar char="&gt;"/>
              <a:tabLst>
                <a:tab pos="381000" algn="l"/>
              </a:tabLst>
            </a:pPr>
            <a:r>
              <a:rPr sz="2400" spc="-100" dirty="0">
                <a:solidFill>
                  <a:srgbClr val="3F3F3F"/>
                </a:solidFill>
                <a:latin typeface="Verdana"/>
                <a:cs typeface="Verdana"/>
              </a:rPr>
              <a:t>Assumptions</a:t>
            </a:r>
            <a:endParaRPr sz="2400">
              <a:latin typeface="Verdana"/>
              <a:cs typeface="Verdana"/>
            </a:endParaRPr>
          </a:p>
          <a:p>
            <a:pPr marL="781685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782320" algn="l"/>
              </a:tabLst>
            </a:pPr>
            <a:r>
              <a:rPr sz="2000" spc="-3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13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  <a:p>
            <a:pPr marL="781685" lvl="1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782320" algn="l"/>
              </a:tabLst>
            </a:pPr>
            <a:r>
              <a:rPr sz="2000" spc="22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0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82320" algn="l"/>
                <a:tab pos="2122805" algn="l"/>
              </a:tabLst>
            </a:pPr>
            <a:r>
              <a:rPr sz="2000" spc="-1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25" dirty="0">
                <a:solidFill>
                  <a:srgbClr val="3F3F3F"/>
                </a:solidFill>
                <a:latin typeface="Verdana"/>
                <a:cs typeface="Verdana"/>
              </a:rPr>
              <a:t>x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10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10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80" dirty="0">
                <a:solidFill>
                  <a:srgbClr val="3F3F3F"/>
                </a:solidFill>
                <a:latin typeface="Verdana"/>
                <a:cs typeface="Verdana"/>
              </a:rPr>
              <a:t>y  </a:t>
            </a:r>
            <a:r>
              <a:rPr sz="2000" spc="-21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  <a:p>
            <a:pPr marL="812165">
              <a:lnSpc>
                <a:spcPct val="100000"/>
              </a:lnSpc>
              <a:spcBef>
                <a:spcPts val="1005"/>
              </a:spcBef>
            </a:pP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57" baseline="25462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1800" spc="-165" baseline="25462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3</a:t>
            </a:r>
            <a:r>
              <a:rPr sz="1800" spc="-165" baseline="25462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4</a:t>
            </a:r>
            <a:r>
              <a:rPr sz="1800" spc="-165" baseline="25462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5</a:t>
            </a:r>
            <a:r>
              <a:rPr sz="1800" spc="-165" baseline="25462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6</a:t>
            </a:r>
            <a:r>
              <a:rPr sz="1800" spc="-165" baseline="25462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781685">
              <a:lnSpc>
                <a:spcPct val="100000"/>
              </a:lnSpc>
            </a:pP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9</a:t>
            </a:r>
            <a:r>
              <a:rPr sz="1800" spc="-165" baseline="25462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1800" spc="-157" baseline="25462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0</a:t>
            </a:r>
            <a:r>
              <a:rPr sz="1800" spc="-150" baseline="25462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endParaRPr sz="1800" baseline="25462">
              <a:latin typeface="Verdana"/>
              <a:cs typeface="Verdana"/>
            </a:endParaRPr>
          </a:p>
          <a:p>
            <a:pPr marL="781685" marR="157480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782320" algn="l"/>
              </a:tabLst>
            </a:pPr>
            <a:r>
              <a:rPr sz="2000" spc="-37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420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,  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0</a:t>
            </a:r>
            <a:r>
              <a:rPr sz="1950" spc="-127" baseline="25641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90" dirty="0">
                <a:solidFill>
                  <a:srgbClr val="3F3F3F"/>
                </a:solidFill>
                <a:latin typeface="Verdana"/>
                <a:cs typeface="Verdana"/>
              </a:rPr>
              <a:t>z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&gt;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607629"/>
            <a:ext cx="8675370" cy="1114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V</a:t>
            </a:r>
            <a:r>
              <a:rPr spc="315" dirty="0"/>
              <a:t>a</a:t>
            </a:r>
            <a:r>
              <a:rPr spc="-459" dirty="0"/>
              <a:t>r</a:t>
            </a:r>
            <a:r>
              <a:rPr spc="-275" dirty="0"/>
              <a:t>i</a:t>
            </a:r>
            <a:r>
              <a:rPr spc="280" dirty="0"/>
              <a:t>a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150" dirty="0"/>
              <a:t>o</a:t>
            </a:r>
            <a:r>
              <a:rPr spc="-140" dirty="0"/>
              <a:t>f</a:t>
            </a:r>
            <a:r>
              <a:rPr spc="-240" dirty="0"/>
              <a:t> </a:t>
            </a:r>
            <a:r>
              <a:rPr spc="200" dirty="0"/>
              <a:t>p</a:t>
            </a:r>
            <a:r>
              <a:rPr spc="-459" dirty="0"/>
              <a:t>r</a:t>
            </a:r>
            <a:r>
              <a:rPr spc="150" dirty="0"/>
              <a:t>o</a:t>
            </a:r>
            <a:r>
              <a:rPr spc="20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</a:p>
          <a:p>
            <a:pPr marL="821690">
              <a:lnSpc>
                <a:spcPct val="100000"/>
              </a:lnSpc>
              <a:spcBef>
                <a:spcPts val="15"/>
              </a:spcBef>
            </a:pPr>
            <a:r>
              <a:rPr sz="3200" spc="360" dirty="0">
                <a:solidFill>
                  <a:srgbClr val="FF0000"/>
                </a:solidFill>
              </a:rPr>
              <a:t>C</a:t>
            </a:r>
            <a:r>
              <a:rPr sz="3200" spc="170" dirty="0">
                <a:solidFill>
                  <a:srgbClr val="FF0000"/>
                </a:solidFill>
              </a:rPr>
              <a:t>o</a:t>
            </a:r>
            <a:r>
              <a:rPr sz="3200" spc="-75" dirty="0">
                <a:solidFill>
                  <a:srgbClr val="FF0000"/>
                </a:solidFill>
              </a:rPr>
              <a:t>n</a:t>
            </a:r>
            <a:r>
              <a:rPr sz="3200" spc="180" dirty="0">
                <a:solidFill>
                  <a:srgbClr val="FF0000"/>
                </a:solidFill>
              </a:rPr>
              <a:t>d</a:t>
            </a:r>
            <a:r>
              <a:rPr sz="3200" spc="-245" dirty="0">
                <a:solidFill>
                  <a:srgbClr val="FF0000"/>
                </a:solidFill>
              </a:rPr>
              <a:t>i</a:t>
            </a:r>
            <a:r>
              <a:rPr sz="3200" spc="-180" dirty="0">
                <a:solidFill>
                  <a:srgbClr val="FF0000"/>
                </a:solidFill>
              </a:rPr>
              <a:t>t</a:t>
            </a:r>
            <a:r>
              <a:rPr sz="3200" spc="-245" dirty="0">
                <a:solidFill>
                  <a:srgbClr val="FF0000"/>
                </a:solidFill>
              </a:rPr>
              <a:t>i</a:t>
            </a:r>
            <a:r>
              <a:rPr sz="3200" spc="135" dirty="0">
                <a:solidFill>
                  <a:srgbClr val="FF0000"/>
                </a:solidFill>
              </a:rPr>
              <a:t>o</a:t>
            </a:r>
            <a:r>
              <a:rPr sz="3200" spc="-75" dirty="0">
                <a:solidFill>
                  <a:srgbClr val="FF0000"/>
                </a:solidFill>
              </a:rPr>
              <a:t>n</a:t>
            </a:r>
            <a:r>
              <a:rPr sz="3200" spc="204" dirty="0">
                <a:solidFill>
                  <a:srgbClr val="FF0000"/>
                </a:solidFill>
              </a:rPr>
              <a:t>e</a:t>
            </a:r>
            <a:r>
              <a:rPr sz="3200" spc="200" dirty="0">
                <a:solidFill>
                  <a:srgbClr val="FF0000"/>
                </a:solidFill>
              </a:rPr>
              <a:t>d</a:t>
            </a:r>
            <a:r>
              <a:rPr sz="3200" spc="-280" dirty="0">
                <a:solidFill>
                  <a:srgbClr val="FF0000"/>
                </a:solidFill>
              </a:rPr>
              <a:t> </a:t>
            </a:r>
            <a:r>
              <a:rPr sz="3200" spc="-590" dirty="0">
                <a:solidFill>
                  <a:srgbClr val="FF0000"/>
                </a:solidFill>
              </a:rPr>
              <a:t>S</a:t>
            </a:r>
            <a:r>
              <a:rPr sz="3200" spc="-275" dirty="0">
                <a:solidFill>
                  <a:srgbClr val="FF0000"/>
                </a:solidFill>
              </a:rPr>
              <a:t>l</a:t>
            </a:r>
            <a:r>
              <a:rPr sz="3200" spc="-245" dirty="0">
                <a:solidFill>
                  <a:srgbClr val="FF0000"/>
                </a:solidFill>
              </a:rPr>
              <a:t>i</a:t>
            </a:r>
            <a:r>
              <a:rPr sz="3200" spc="409" dirty="0">
                <a:solidFill>
                  <a:srgbClr val="FF0000"/>
                </a:solidFill>
              </a:rPr>
              <a:t>c</a:t>
            </a:r>
            <a:r>
              <a:rPr sz="3200" spc="175" dirty="0">
                <a:solidFill>
                  <a:srgbClr val="FF0000"/>
                </a:solidFill>
              </a:rPr>
              <a:t>e</a:t>
            </a:r>
            <a:r>
              <a:rPr sz="3200" spc="-425" dirty="0">
                <a:solidFill>
                  <a:srgbClr val="FF0000"/>
                </a:solidFill>
              </a:rPr>
              <a:t>s</a:t>
            </a:r>
            <a:endParaRPr sz="32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2590800"/>
            <a:ext cx="7467600" cy="152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spc="20" dirty="0">
                <a:solidFill>
                  <a:srgbClr val="3F3F3F"/>
                </a:solidFill>
                <a:latin typeface="Verdana"/>
                <a:cs typeface="Verdana"/>
              </a:rPr>
              <a:t>Conditioned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slicing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3F3F3F"/>
                </a:solidFill>
                <a:latin typeface="Verdana"/>
                <a:cs typeface="Verdana"/>
              </a:rPr>
              <a:t>can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viewed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as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Verdana"/>
                <a:cs typeface="Verdana"/>
              </a:rPr>
              <a:t>filling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FF0000"/>
                </a:solidFill>
                <a:latin typeface="Verdana"/>
                <a:cs typeface="Verdana"/>
              </a:rPr>
              <a:t>gap </a:t>
            </a:r>
            <a:r>
              <a:rPr sz="1800" spc="-6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b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dirty="0">
                <a:solidFill>
                  <a:srgbClr val="FF0000"/>
                </a:solidFill>
                <a:latin typeface="Verdana"/>
                <a:cs typeface="Verdana"/>
              </a:rPr>
              <a:t>w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1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22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11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y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22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354965" marR="412115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1800" spc="20" dirty="0">
                <a:solidFill>
                  <a:srgbClr val="3F3F3F"/>
                </a:solidFill>
                <a:latin typeface="Verdana"/>
                <a:cs typeface="Verdana"/>
              </a:rPr>
              <a:t>Conditioned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slice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preserves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semantics</a:t>
            </a:r>
            <a:r>
              <a:rPr sz="1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18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the </a:t>
            </a:r>
            <a:r>
              <a:rPr sz="1800" spc="-6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Verdana"/>
                <a:cs typeface="Verdana"/>
              </a:rPr>
              <a:t>slicing</a:t>
            </a:r>
            <a:r>
              <a:rPr sz="18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criterion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only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those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Verdana"/>
                <a:cs typeface="Verdana"/>
              </a:rPr>
              <a:t>inputs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Verdana"/>
                <a:cs typeface="Verdana"/>
              </a:rPr>
              <a:t>that</a:t>
            </a:r>
            <a:r>
              <a:rPr sz="1800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FF0000"/>
                </a:solidFill>
                <a:latin typeface="Verdana"/>
                <a:cs typeface="Verdana"/>
              </a:rPr>
              <a:t>satisfy</a:t>
            </a:r>
            <a:r>
              <a:rPr sz="18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FF0000"/>
                </a:solidFill>
                <a:latin typeface="Verdana"/>
                <a:cs typeface="Verdana"/>
              </a:rPr>
              <a:t>a </a:t>
            </a:r>
            <a:r>
              <a:rPr sz="1800" spc="-6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FF0000"/>
                </a:solidFill>
                <a:latin typeface="Verdana"/>
                <a:cs typeface="Verdana"/>
              </a:rPr>
              <a:t>boolean</a:t>
            </a:r>
            <a:r>
              <a:rPr sz="18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0000"/>
                </a:solidFill>
                <a:latin typeface="Verdana"/>
                <a:cs typeface="Verdana"/>
              </a:rPr>
              <a:t>condition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143000"/>
            <a:ext cx="6421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-405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spc="280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pc="-120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spc="200" dirty="0">
                <a:solidFill>
                  <a:schemeClr val="accent1">
                    <a:lumMod val="50000"/>
                  </a:schemeClr>
                </a:solidFill>
              </a:rPr>
              <a:t>p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l</a:t>
            </a:r>
            <a:r>
              <a:rPr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-29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185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pc="-140" dirty="0">
                <a:solidFill>
                  <a:schemeClr val="accent1">
                    <a:lumMod val="50000"/>
                  </a:schemeClr>
                </a:solidFill>
              </a:rPr>
              <a:t>f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459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spc="150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pc="235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pc="-200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pc="150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220" dirty="0">
                <a:solidFill>
                  <a:schemeClr val="accent1">
                    <a:lumMod val="50000"/>
                  </a:schemeClr>
                </a:solidFill>
              </a:rPr>
              <a:t>d</a:t>
            </a:r>
            <a:r>
              <a:rPr spc="-24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-475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li</a:t>
            </a:r>
            <a:r>
              <a:rPr spc="420" dirty="0">
                <a:solidFill>
                  <a:schemeClr val="accent1">
                    <a:lumMod val="50000"/>
                  </a:schemeClr>
                </a:solidFill>
              </a:rPr>
              <a:t>c</a:t>
            </a:r>
            <a:r>
              <a:rPr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6400" y="2494392"/>
            <a:ext cx="2057400" cy="25354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6510">
              <a:lnSpc>
                <a:spcPct val="134600"/>
              </a:lnSpc>
              <a:spcBef>
                <a:spcPts val="95"/>
              </a:spcBef>
              <a:tabLst>
                <a:tab pos="545465" algn="l"/>
              </a:tabLst>
            </a:pPr>
            <a:r>
              <a:rPr sz="2400" spc="-200" dirty="0">
                <a:solidFill>
                  <a:srgbClr val="A52F0F"/>
                </a:solidFill>
                <a:latin typeface="Verdana"/>
                <a:cs typeface="Verdana"/>
              </a:rPr>
              <a:t>1.	</a:t>
            </a:r>
            <a:r>
              <a:rPr sz="2400" spc="-5" dirty="0">
                <a:solidFill>
                  <a:srgbClr val="FF0000"/>
                </a:solidFill>
                <a:latin typeface="Verdana"/>
                <a:cs typeface="Verdana"/>
              </a:rPr>
              <a:t>read(a) </a:t>
            </a:r>
            <a:r>
              <a:rPr sz="2400" spc="-8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190" dirty="0">
                <a:solidFill>
                  <a:srgbClr val="A52F0F"/>
                </a:solidFill>
                <a:latin typeface="Verdana"/>
                <a:cs typeface="Verdana"/>
              </a:rPr>
              <a:t>2</a:t>
            </a:r>
            <a:r>
              <a:rPr sz="2400" spc="-210" dirty="0">
                <a:solidFill>
                  <a:srgbClr val="A52F0F"/>
                </a:solidFill>
                <a:latin typeface="Verdana"/>
                <a:cs typeface="Verdana"/>
              </a:rPr>
              <a:t>.</a:t>
            </a:r>
            <a:r>
              <a:rPr sz="2400" dirty="0">
                <a:solidFill>
                  <a:srgbClr val="A52F0F"/>
                </a:solidFill>
                <a:latin typeface="Verdana"/>
                <a:cs typeface="Verdana"/>
              </a:rPr>
              <a:t>	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9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400" spc="-2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204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400" spc="19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509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400" spc="-1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215" dirty="0" smtClean="0">
                <a:solidFill>
                  <a:srgbClr val="3F3F3F"/>
                </a:solidFill>
                <a:latin typeface="Verdana"/>
                <a:cs typeface="Verdana"/>
              </a:rPr>
              <a:t>0</a:t>
            </a:r>
            <a:r>
              <a:rPr sz="2400" spc="-204" dirty="0" smtClean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2400" dirty="0">
              <a:latin typeface="Verdana"/>
              <a:cs typeface="Verdana"/>
            </a:endParaRPr>
          </a:p>
          <a:p>
            <a:pPr marL="12700" marR="5080">
              <a:lnSpc>
                <a:spcPts val="3890"/>
              </a:lnSpc>
              <a:spcBef>
                <a:spcPts val="85"/>
              </a:spcBef>
              <a:tabLst>
                <a:tab pos="545465" algn="l"/>
                <a:tab pos="882650" algn="l"/>
              </a:tabLst>
            </a:pPr>
            <a:r>
              <a:rPr sz="2400" spc="-190" dirty="0">
                <a:solidFill>
                  <a:srgbClr val="A52F0F"/>
                </a:solidFill>
                <a:latin typeface="Verdana"/>
                <a:cs typeface="Verdana"/>
              </a:rPr>
              <a:t>3</a:t>
            </a:r>
            <a:r>
              <a:rPr sz="2400" spc="-210" dirty="0">
                <a:solidFill>
                  <a:srgbClr val="A52F0F"/>
                </a:solidFill>
                <a:latin typeface="Verdana"/>
                <a:cs typeface="Verdana"/>
              </a:rPr>
              <a:t>.</a:t>
            </a:r>
            <a:r>
              <a:rPr sz="2400" dirty="0">
                <a:solidFill>
                  <a:srgbClr val="A52F0F"/>
                </a:solidFill>
                <a:latin typeface="Verdana"/>
                <a:cs typeface="Verdana"/>
              </a:rPr>
              <a:t>		</a:t>
            </a:r>
            <a:r>
              <a:rPr sz="2400" spc="19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4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509" dirty="0">
                <a:solidFill>
                  <a:srgbClr val="3F3F3F"/>
                </a:solidFill>
                <a:latin typeface="Verdana"/>
                <a:cs typeface="Verdana"/>
              </a:rPr>
              <a:t>=</a:t>
            </a:r>
            <a:r>
              <a:rPr sz="2400" spc="-1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300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2400" spc="140" dirty="0">
                <a:solidFill>
                  <a:srgbClr val="3F3F3F"/>
                </a:solidFill>
                <a:latin typeface="Verdana"/>
                <a:cs typeface="Verdana"/>
              </a:rPr>
              <a:t>a  </a:t>
            </a:r>
            <a:r>
              <a:rPr sz="2400" spc="-190" dirty="0">
                <a:solidFill>
                  <a:srgbClr val="A52F0F"/>
                </a:solidFill>
                <a:latin typeface="Verdana"/>
                <a:cs typeface="Verdana"/>
              </a:rPr>
              <a:t>4</a:t>
            </a:r>
            <a:r>
              <a:rPr sz="2400" spc="-210" dirty="0">
                <a:solidFill>
                  <a:srgbClr val="A52F0F"/>
                </a:solidFill>
                <a:latin typeface="Verdana"/>
                <a:cs typeface="Verdana"/>
              </a:rPr>
              <a:t>.</a:t>
            </a:r>
            <a:r>
              <a:rPr sz="2400" dirty="0">
                <a:solidFill>
                  <a:srgbClr val="A52F0F"/>
                </a:solidFill>
                <a:latin typeface="Verdana"/>
                <a:cs typeface="Verdana"/>
              </a:rPr>
              <a:t>	</a:t>
            </a:r>
            <a:r>
              <a:rPr sz="2400" spc="-270" dirty="0">
                <a:solidFill>
                  <a:srgbClr val="FF0000"/>
                </a:solidFill>
                <a:latin typeface="Verdana"/>
                <a:cs typeface="Verdana"/>
              </a:rPr>
              <a:t>x</a:t>
            </a:r>
            <a:r>
              <a:rPr sz="2400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509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40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spc="-215" dirty="0" smtClean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sz="2400" spc="-40" dirty="0" smtClean="0">
                <a:solidFill>
                  <a:srgbClr val="FF0000"/>
                </a:solidFill>
                <a:latin typeface="Verdana"/>
                <a:cs typeface="Verdana"/>
              </a:rPr>
              <a:t>/</a:t>
            </a:r>
            <a:r>
              <a:rPr sz="2400" spc="195" dirty="0" smtClean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endParaRPr lang="en-GB" sz="2400" spc="195" dirty="0" smtClean="0">
              <a:solidFill>
                <a:srgbClr val="FF0000"/>
              </a:solidFill>
              <a:latin typeface="Verdana"/>
              <a:cs typeface="Verdana"/>
            </a:endParaRPr>
          </a:p>
          <a:p>
            <a:pPr marL="12700" marR="5080">
              <a:lnSpc>
                <a:spcPts val="3890"/>
              </a:lnSpc>
              <a:spcBef>
                <a:spcPts val="85"/>
              </a:spcBef>
              <a:tabLst>
                <a:tab pos="545465" algn="l"/>
                <a:tab pos="882650" algn="l"/>
              </a:tabLst>
            </a:pPr>
            <a:r>
              <a:rPr lang="en-GB" sz="2400" spc="195" dirty="0" smtClean="0">
                <a:latin typeface="Verdana"/>
                <a:cs typeface="Verdana"/>
              </a:rPr>
              <a:t>5. Write x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2112" y="2494392"/>
            <a:ext cx="3037205" cy="127952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90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100" dirty="0">
                <a:solidFill>
                  <a:srgbClr val="3F3F3F"/>
                </a:solidFill>
                <a:latin typeface="Verdana"/>
                <a:cs typeface="Verdana"/>
              </a:rPr>
              <a:t>Assumptions</a:t>
            </a:r>
            <a:endParaRPr sz="24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3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13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60" dirty="0">
                <a:solidFill>
                  <a:srgbClr val="3F3F3F"/>
                </a:solidFill>
                <a:latin typeface="Verdana"/>
                <a:cs typeface="Verdana"/>
              </a:rPr>
              <a:t>‘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’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8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000" spc="80" dirty="0">
                <a:solidFill>
                  <a:srgbClr val="3F3F3F"/>
                </a:solidFill>
                <a:latin typeface="Verdana"/>
                <a:cs typeface="Verdana"/>
              </a:rPr>
              <a:t>e  </a:t>
            </a:r>
            <a:r>
              <a:rPr sz="2000" spc="-30" dirty="0">
                <a:solidFill>
                  <a:srgbClr val="3F3F3F"/>
                </a:solidFill>
                <a:latin typeface="Verdana"/>
                <a:cs typeface="Verdana"/>
              </a:rPr>
              <a:t>number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1080309"/>
            <a:ext cx="5103647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6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  <a:r>
              <a:rPr spc="-235" dirty="0"/>
              <a:t> </a:t>
            </a:r>
            <a:r>
              <a:rPr spc="459" dirty="0"/>
              <a:t>c</a:t>
            </a:r>
            <a:r>
              <a:rPr spc="-275" dirty="0"/>
              <a:t>l</a:t>
            </a:r>
            <a:r>
              <a:rPr spc="280" dirty="0"/>
              <a:t>a</a:t>
            </a:r>
            <a:r>
              <a:rPr spc="-475" dirty="0"/>
              <a:t>s</a:t>
            </a:r>
            <a:r>
              <a:rPr spc="-509" dirty="0"/>
              <a:t>s</a:t>
            </a:r>
            <a:r>
              <a:rPr spc="-275" dirty="0"/>
              <a:t>i</a:t>
            </a:r>
            <a:r>
              <a:rPr spc="-120" dirty="0"/>
              <a:t>f</a:t>
            </a:r>
            <a:r>
              <a:rPr spc="-275" dirty="0"/>
              <a:t>i</a:t>
            </a:r>
            <a:r>
              <a:rPr spc="420" dirty="0"/>
              <a:t>c</a:t>
            </a:r>
            <a:r>
              <a:rPr spc="315" dirty="0"/>
              <a:t>a</a:t>
            </a:r>
            <a:r>
              <a:rPr spc="-200" dirty="0"/>
              <a:t>t</a:t>
            </a:r>
            <a:r>
              <a:rPr spc="-275" dirty="0"/>
              <a:t>i</a:t>
            </a:r>
            <a:r>
              <a:rPr spc="150" dirty="0"/>
              <a:t>o</a:t>
            </a:r>
            <a:r>
              <a:rPr spc="-85" dirty="0"/>
              <a:t>n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2961005" cy="232918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29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600" spc="1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endParaRPr sz="16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29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1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600" spc="1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endParaRPr sz="16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endParaRPr sz="18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Backward</a:t>
            </a:r>
            <a:endParaRPr sz="16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Forward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333000"/>
            <a:ext cx="4528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6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  <a:r>
              <a:rPr spc="-235" dirty="0"/>
              <a:t> </a:t>
            </a:r>
            <a:r>
              <a:rPr spc="459" dirty="0"/>
              <a:t>c</a:t>
            </a:r>
            <a:r>
              <a:rPr spc="-275" dirty="0"/>
              <a:t>l</a:t>
            </a:r>
            <a:r>
              <a:rPr spc="280" dirty="0"/>
              <a:t>a</a:t>
            </a:r>
            <a:r>
              <a:rPr spc="-475" dirty="0"/>
              <a:t>s</a:t>
            </a:r>
            <a:r>
              <a:rPr spc="-509" dirty="0"/>
              <a:t>s</a:t>
            </a:r>
            <a:r>
              <a:rPr spc="-275" dirty="0"/>
              <a:t>i</a:t>
            </a:r>
            <a:r>
              <a:rPr spc="-120" dirty="0"/>
              <a:t>f</a:t>
            </a:r>
            <a:r>
              <a:rPr spc="-275" dirty="0"/>
              <a:t>i</a:t>
            </a:r>
            <a:r>
              <a:rPr spc="420" dirty="0"/>
              <a:t>c</a:t>
            </a:r>
            <a:r>
              <a:rPr spc="315" dirty="0"/>
              <a:t>a</a:t>
            </a:r>
            <a:r>
              <a:rPr spc="-200" dirty="0"/>
              <a:t>t</a:t>
            </a:r>
            <a:r>
              <a:rPr spc="-275" dirty="0"/>
              <a:t>i</a:t>
            </a:r>
            <a:r>
              <a:rPr spc="150" dirty="0"/>
              <a:t>o</a:t>
            </a:r>
            <a:r>
              <a:rPr spc="-85" dirty="0"/>
              <a:t>n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2600" y="1931834"/>
            <a:ext cx="7315199" cy="4691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200" spc="-105" dirty="0">
                <a:solidFill>
                  <a:srgbClr val="262626"/>
                </a:solidFill>
                <a:latin typeface="Verdana"/>
                <a:cs typeface="Verdana"/>
              </a:rPr>
              <a:t>Levels of slices</a:t>
            </a:r>
          </a:p>
          <a:p>
            <a:pPr marL="355600" indent="-342900">
              <a:lnSpc>
                <a:spcPct val="100000"/>
              </a:lnSpc>
              <a:spcBef>
                <a:spcPts val="157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3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229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FF0000"/>
                </a:solidFill>
                <a:latin typeface="Verdana"/>
                <a:cs typeface="Verdana"/>
              </a:rPr>
              <a:t>l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17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600" spc="19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10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600" spc="-4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endParaRPr sz="16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ss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20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fu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ll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6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3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229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114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FF0000"/>
                </a:solidFill>
                <a:latin typeface="Verdana"/>
                <a:cs typeface="Verdana"/>
              </a:rPr>
              <a:t>l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17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600" spc="1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0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FF0000"/>
                </a:solidFill>
                <a:latin typeface="Verdana"/>
                <a:cs typeface="Verdana"/>
              </a:rPr>
              <a:t>ti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600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600" spc="70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endParaRPr lang="en-US" sz="16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469265" lvl="1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tabLst>
                <a:tab pos="756920" algn="l"/>
              </a:tabLst>
            </a:pPr>
            <a:r>
              <a:rPr lang="en-US" sz="3200" spc="-105" dirty="0">
                <a:solidFill>
                  <a:srgbClr val="262626"/>
                </a:solidFill>
                <a:latin typeface="Verdana"/>
                <a:cs typeface="Verdana"/>
              </a:rPr>
              <a:t>Two ways for crossing procedure boundary</a:t>
            </a:r>
          </a:p>
          <a:p>
            <a:pPr marL="1155700" lvl="2" indent="-22923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1156335" algn="l"/>
              </a:tabLst>
            </a:pPr>
            <a:r>
              <a:rPr sz="1400" spc="-100" dirty="0">
                <a:solidFill>
                  <a:srgbClr val="FF0000"/>
                </a:solidFill>
                <a:latin typeface="Verdana"/>
                <a:cs typeface="Verdana"/>
              </a:rPr>
              <a:t>Up</a:t>
            </a:r>
            <a:r>
              <a:rPr sz="1400" spc="-10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4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3F3F3F"/>
                </a:solidFill>
                <a:latin typeface="Verdana"/>
                <a:cs typeface="Verdana"/>
              </a:rPr>
              <a:t>going</a:t>
            </a:r>
            <a:r>
              <a:rPr sz="14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3F3F3F"/>
                </a:solidFill>
                <a:latin typeface="Verdana"/>
                <a:cs typeface="Verdana"/>
              </a:rPr>
              <a:t>from</a:t>
            </a:r>
            <a:r>
              <a:rPr sz="14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15" dirty="0">
                <a:solidFill>
                  <a:srgbClr val="3F3F3F"/>
                </a:solidFill>
                <a:latin typeface="Verdana"/>
                <a:cs typeface="Verdana"/>
              </a:rPr>
              <a:t>sliced</a:t>
            </a:r>
            <a:r>
              <a:rPr sz="14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20" dirty="0">
                <a:solidFill>
                  <a:srgbClr val="3F3F3F"/>
                </a:solidFill>
                <a:latin typeface="Verdana"/>
                <a:cs typeface="Verdana"/>
              </a:rPr>
              <a:t>procedure</a:t>
            </a:r>
            <a:r>
              <a:rPr sz="14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3F3F3F"/>
                </a:solidFill>
                <a:latin typeface="Verdana"/>
                <a:cs typeface="Verdana"/>
              </a:rPr>
              <a:t>into</a:t>
            </a:r>
            <a:r>
              <a:rPr sz="14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0000"/>
                </a:solidFill>
                <a:latin typeface="Verdana"/>
                <a:cs typeface="Verdana"/>
              </a:rPr>
              <a:t>calling</a:t>
            </a:r>
            <a:r>
              <a:rPr sz="14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FF0000"/>
                </a:solidFill>
                <a:latin typeface="Verdana"/>
                <a:cs typeface="Verdana"/>
              </a:rPr>
              <a:t>procedure</a:t>
            </a:r>
            <a:endParaRPr sz="14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1156335" algn="l"/>
              </a:tabLst>
            </a:pPr>
            <a:r>
              <a:rPr sz="1400" spc="-45" dirty="0">
                <a:solidFill>
                  <a:srgbClr val="FF0000"/>
                </a:solidFill>
                <a:latin typeface="Verdana"/>
                <a:cs typeface="Verdana"/>
              </a:rPr>
              <a:t>Down</a:t>
            </a:r>
            <a:r>
              <a:rPr sz="1400" spc="-4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4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3F3F3F"/>
                </a:solidFill>
                <a:latin typeface="Verdana"/>
                <a:cs typeface="Verdana"/>
              </a:rPr>
              <a:t>going</a:t>
            </a:r>
            <a:r>
              <a:rPr sz="14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3F3F3F"/>
                </a:solidFill>
                <a:latin typeface="Verdana"/>
                <a:cs typeface="Verdana"/>
              </a:rPr>
              <a:t>from</a:t>
            </a:r>
            <a:r>
              <a:rPr sz="14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F3F3F"/>
                </a:solidFill>
                <a:latin typeface="Verdana"/>
                <a:cs typeface="Verdana"/>
              </a:rPr>
              <a:t>sliced</a:t>
            </a:r>
            <a:r>
              <a:rPr sz="14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3F3F3F"/>
                </a:solidFill>
                <a:latin typeface="Verdana"/>
                <a:cs typeface="Verdana"/>
              </a:rPr>
              <a:t>procedure</a:t>
            </a:r>
            <a:r>
              <a:rPr sz="14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3F3F3F"/>
                </a:solidFill>
                <a:latin typeface="Verdana"/>
                <a:cs typeface="Verdana"/>
              </a:rPr>
              <a:t>into</a:t>
            </a:r>
            <a:r>
              <a:rPr sz="14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40" dirty="0">
                <a:solidFill>
                  <a:srgbClr val="FF0000"/>
                </a:solidFill>
                <a:latin typeface="Verdana"/>
                <a:cs typeface="Verdana"/>
              </a:rPr>
              <a:t>called</a:t>
            </a:r>
            <a:r>
              <a:rPr sz="14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FF0000"/>
                </a:solidFill>
                <a:latin typeface="Verdana"/>
                <a:cs typeface="Verdana"/>
              </a:rPr>
              <a:t>procedure</a:t>
            </a:r>
            <a:endParaRPr sz="14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114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85" dirty="0">
                <a:solidFill>
                  <a:srgbClr val="3F3F3F"/>
                </a:solidFill>
                <a:latin typeface="Verdana"/>
                <a:cs typeface="Verdana"/>
              </a:rPr>
              <a:t>x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endParaRPr sz="1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079198"/>
            <a:ext cx="4528185" cy="1114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6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  <a:r>
              <a:rPr spc="-235" dirty="0"/>
              <a:t> </a:t>
            </a:r>
            <a:r>
              <a:rPr spc="459" dirty="0"/>
              <a:t>c</a:t>
            </a:r>
            <a:r>
              <a:rPr spc="-275" dirty="0"/>
              <a:t>l</a:t>
            </a:r>
            <a:r>
              <a:rPr spc="280" dirty="0"/>
              <a:t>a</a:t>
            </a:r>
            <a:r>
              <a:rPr spc="-475" dirty="0"/>
              <a:t>s</a:t>
            </a:r>
            <a:r>
              <a:rPr spc="-509" dirty="0"/>
              <a:t>s</a:t>
            </a:r>
            <a:r>
              <a:rPr spc="-275" dirty="0"/>
              <a:t>i</a:t>
            </a:r>
            <a:r>
              <a:rPr spc="-120" dirty="0"/>
              <a:t>f</a:t>
            </a:r>
            <a:r>
              <a:rPr spc="-275" dirty="0"/>
              <a:t>i</a:t>
            </a:r>
            <a:r>
              <a:rPr spc="420" dirty="0"/>
              <a:t>c</a:t>
            </a:r>
            <a:r>
              <a:rPr spc="315" dirty="0"/>
              <a:t>a</a:t>
            </a:r>
            <a:r>
              <a:rPr spc="-200" dirty="0"/>
              <a:t>t</a:t>
            </a:r>
            <a:r>
              <a:rPr spc="-275" dirty="0"/>
              <a:t>i</a:t>
            </a:r>
            <a:r>
              <a:rPr spc="150" dirty="0"/>
              <a:t>o</a:t>
            </a:r>
            <a:r>
              <a:rPr spc="-85" dirty="0"/>
              <a:t>n</a:t>
            </a:r>
            <a:r>
              <a:rPr spc="-480" dirty="0"/>
              <a:t>s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3200" spc="-70" dirty="0">
                <a:solidFill>
                  <a:srgbClr val="FF0000"/>
                </a:solidFill>
              </a:rPr>
              <a:t>D</a:t>
            </a:r>
            <a:r>
              <a:rPr sz="3200" spc="-275" dirty="0">
                <a:solidFill>
                  <a:srgbClr val="FF0000"/>
                </a:solidFill>
              </a:rPr>
              <a:t>i</a:t>
            </a:r>
            <a:r>
              <a:rPr sz="3200" spc="-409" dirty="0">
                <a:solidFill>
                  <a:srgbClr val="FF0000"/>
                </a:solidFill>
              </a:rPr>
              <a:t>r</a:t>
            </a:r>
            <a:r>
              <a:rPr sz="3200" spc="204" dirty="0">
                <a:solidFill>
                  <a:srgbClr val="FF0000"/>
                </a:solidFill>
              </a:rPr>
              <a:t>e</a:t>
            </a:r>
            <a:r>
              <a:rPr sz="3200" spc="380" dirty="0">
                <a:solidFill>
                  <a:srgbClr val="FF0000"/>
                </a:solidFill>
              </a:rPr>
              <a:t>c</a:t>
            </a:r>
            <a:r>
              <a:rPr sz="3200" spc="-180" dirty="0">
                <a:solidFill>
                  <a:srgbClr val="FF0000"/>
                </a:solidFill>
              </a:rPr>
              <a:t>t</a:t>
            </a:r>
            <a:r>
              <a:rPr sz="3200" spc="-245" dirty="0">
                <a:solidFill>
                  <a:srgbClr val="FF0000"/>
                </a:solidFill>
              </a:rPr>
              <a:t>i</a:t>
            </a:r>
            <a:r>
              <a:rPr sz="3200" spc="135" dirty="0">
                <a:solidFill>
                  <a:srgbClr val="FF0000"/>
                </a:solidFill>
              </a:rPr>
              <a:t>o</a:t>
            </a:r>
            <a:r>
              <a:rPr sz="3200" spc="-75" dirty="0">
                <a:solidFill>
                  <a:srgbClr val="FF0000"/>
                </a:solidFill>
              </a:rPr>
              <a:t>n</a:t>
            </a:r>
            <a:r>
              <a:rPr sz="3200" spc="-229" dirty="0">
                <a:solidFill>
                  <a:srgbClr val="FF0000"/>
                </a:solidFill>
              </a:rPr>
              <a:t> </a:t>
            </a:r>
            <a:r>
              <a:rPr sz="3200" spc="135" dirty="0">
                <a:solidFill>
                  <a:srgbClr val="FF0000"/>
                </a:solidFill>
              </a:rPr>
              <a:t>o</a:t>
            </a:r>
            <a:r>
              <a:rPr sz="3200" spc="-120" dirty="0">
                <a:solidFill>
                  <a:srgbClr val="FF0000"/>
                </a:solidFill>
              </a:rPr>
              <a:t>f</a:t>
            </a:r>
            <a:r>
              <a:rPr sz="3200" spc="-210" dirty="0">
                <a:solidFill>
                  <a:srgbClr val="FF0000"/>
                </a:solidFill>
              </a:rPr>
              <a:t> </a:t>
            </a:r>
            <a:r>
              <a:rPr sz="3200" spc="-455" dirty="0">
                <a:solidFill>
                  <a:srgbClr val="FF0000"/>
                </a:solidFill>
              </a:rPr>
              <a:t>s</a:t>
            </a:r>
            <a:r>
              <a:rPr sz="3200" spc="-245" dirty="0">
                <a:solidFill>
                  <a:srgbClr val="FF0000"/>
                </a:solidFill>
              </a:rPr>
              <a:t>li</a:t>
            </a:r>
            <a:r>
              <a:rPr sz="3200" spc="409" dirty="0">
                <a:solidFill>
                  <a:srgbClr val="FF0000"/>
                </a:solidFill>
              </a:rPr>
              <a:t>c</a:t>
            </a:r>
            <a:r>
              <a:rPr sz="3200" spc="-245" dirty="0">
                <a:solidFill>
                  <a:srgbClr val="FF0000"/>
                </a:solidFill>
              </a:rPr>
              <a:t>i</a:t>
            </a:r>
            <a:r>
              <a:rPr sz="3200" spc="-75" dirty="0">
                <a:solidFill>
                  <a:srgbClr val="FF0000"/>
                </a:solidFill>
              </a:rPr>
              <a:t>n</a:t>
            </a:r>
            <a:r>
              <a:rPr sz="3200" spc="160" dirty="0">
                <a:solidFill>
                  <a:srgbClr val="FF0000"/>
                </a:solidFill>
              </a:rPr>
              <a:t>g</a:t>
            </a:r>
            <a:endParaRPr sz="32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9011" y="2506927"/>
            <a:ext cx="6421755" cy="4640373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0000"/>
                </a:solidFill>
                <a:latin typeface="Verdana"/>
                <a:cs typeface="Verdana"/>
              </a:rPr>
              <a:t>Backward</a:t>
            </a:r>
            <a:r>
              <a:rPr sz="2000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slicing</a:t>
            </a:r>
            <a:endParaRPr sz="20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marR="212090" lvl="1" indent="-28702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21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2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254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7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8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13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70" dirty="0">
                <a:solidFill>
                  <a:srgbClr val="3F3F3F"/>
                </a:solidFill>
                <a:latin typeface="Verdana"/>
                <a:cs typeface="Verdana"/>
              </a:rPr>
              <a:t>o  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0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2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12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7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40" dirty="0">
                <a:solidFill>
                  <a:srgbClr val="3F3F3F"/>
                </a:solidFill>
                <a:latin typeface="Verdana"/>
                <a:cs typeface="Verdana"/>
              </a:rPr>
              <a:t>m  variables </a:t>
            </a:r>
            <a:r>
              <a:rPr sz="2000" spc="35" dirty="0">
                <a:solidFill>
                  <a:srgbClr val="3F3F3F"/>
                </a:solidFill>
                <a:latin typeface="Verdana"/>
                <a:cs typeface="Verdana"/>
              </a:rPr>
              <a:t>V </a:t>
            </a:r>
            <a:r>
              <a:rPr sz="2000" spc="-95" dirty="0">
                <a:solidFill>
                  <a:srgbClr val="3F3F3F"/>
                </a:solidFill>
                <a:latin typeface="Verdana"/>
                <a:cs typeface="Verdana"/>
              </a:rPr>
              <a:t>consists </a:t>
            </a:r>
            <a:r>
              <a:rPr sz="2000" spc="5" dirty="0">
                <a:solidFill>
                  <a:srgbClr val="3F3F3F"/>
                </a:solidFill>
                <a:latin typeface="Verdana"/>
                <a:cs typeface="Verdana"/>
              </a:rPr>
              <a:t>of 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all </a:t>
            </a: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statements </a:t>
            </a:r>
            <a:r>
              <a:rPr sz="2000" spc="80" dirty="0">
                <a:solidFill>
                  <a:srgbClr val="3F3F3F"/>
                </a:solidFill>
                <a:latin typeface="Verdana"/>
                <a:cs typeface="Verdana"/>
              </a:rPr>
              <a:t>and 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13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23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3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8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254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-105" dirty="0">
                <a:solidFill>
                  <a:srgbClr val="3F3F3F"/>
                </a:solidFill>
                <a:latin typeface="Verdana"/>
                <a:cs typeface="Verdana"/>
              </a:rPr>
              <a:t>t  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7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13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endParaRPr sz="2000" dirty="0">
              <a:latin typeface="Verdana"/>
              <a:cs typeface="Verdana"/>
            </a:endParaRPr>
          </a:p>
          <a:p>
            <a:pPr marL="756285" marR="1120775" lvl="1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q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10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00" dirty="0">
                <a:solidFill>
                  <a:srgbClr val="3F3F3F"/>
                </a:solidFill>
                <a:latin typeface="Verdana"/>
                <a:cs typeface="Verdana"/>
              </a:rPr>
              <a:t>“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9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40" dirty="0">
                <a:solidFill>
                  <a:srgbClr val="3F3F3F"/>
                </a:solidFill>
                <a:latin typeface="Verdana"/>
                <a:cs typeface="Verdana"/>
              </a:rPr>
              <a:t>m  </a:t>
            </a:r>
            <a:r>
              <a:rPr sz="2000" spc="15" dirty="0">
                <a:solidFill>
                  <a:srgbClr val="3F3F3F"/>
                </a:solidFill>
                <a:latin typeface="Verdana"/>
                <a:cs typeface="Verdana"/>
              </a:rPr>
              <a:t>components</a:t>
            </a:r>
            <a:r>
              <a:rPr sz="20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3F3F3F"/>
                </a:solidFill>
                <a:latin typeface="Verdana"/>
                <a:cs typeface="Verdana"/>
              </a:rPr>
              <a:t>might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3F3F3F"/>
                </a:solidFill>
                <a:latin typeface="Verdana"/>
                <a:cs typeface="Verdana"/>
              </a:rPr>
              <a:t>effect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selected </a:t>
            </a:r>
            <a:r>
              <a:rPr sz="2000" spc="-6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3F3F3F"/>
                </a:solidFill>
                <a:latin typeface="Verdana"/>
                <a:cs typeface="Verdana"/>
              </a:rPr>
              <a:t>computation?”</a:t>
            </a:r>
            <a:endParaRPr sz="20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15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10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7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26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114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1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r>
              <a:rPr sz="20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35" dirty="0">
                <a:solidFill>
                  <a:srgbClr val="3F3F3F"/>
                </a:solidFill>
                <a:latin typeface="Verdana"/>
                <a:cs typeface="Verdana"/>
              </a:rPr>
              <a:t>n  </a:t>
            </a:r>
            <a:r>
              <a:rPr sz="2000" spc="-1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slicing</a:t>
            </a:r>
            <a:r>
              <a:rPr sz="20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3F3F3F"/>
                </a:solidFill>
                <a:latin typeface="Verdana"/>
                <a:cs typeface="Verdana"/>
              </a:rPr>
              <a:t>criterion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20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all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possible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3F3F3F"/>
                </a:solidFill>
                <a:latin typeface="Verdana"/>
                <a:cs typeface="Verdana"/>
              </a:rPr>
              <a:t>inputs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2000" spc="-6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Verdana"/>
                <a:cs typeface="Verdana"/>
              </a:rPr>
              <a:t>program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26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2000" spc="-85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150" dirty="0">
                <a:solidFill>
                  <a:srgbClr val="FF0000"/>
                </a:solidFill>
                <a:latin typeface="Verdana"/>
                <a:cs typeface="Verdana"/>
              </a:rPr>
              <a:t>l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20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de</a:t>
            </a:r>
            <a:r>
              <a:rPr sz="2000" spc="135" dirty="0">
                <a:solidFill>
                  <a:srgbClr val="FF0000"/>
                </a:solidFill>
                <a:latin typeface="Verdana"/>
                <a:cs typeface="Verdana"/>
              </a:rPr>
              <a:t>b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90" dirty="0">
                <a:solidFill>
                  <a:srgbClr val="FF0000"/>
                </a:solidFill>
                <a:latin typeface="Verdana"/>
                <a:cs typeface="Verdana"/>
              </a:rPr>
              <a:t>gg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2000" spc="100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endParaRPr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6382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E</a:t>
            </a:r>
            <a:r>
              <a:rPr spc="-405" dirty="0"/>
              <a:t>x</a:t>
            </a:r>
            <a:r>
              <a:rPr spc="280" dirty="0"/>
              <a:t>a</a:t>
            </a:r>
            <a:r>
              <a:rPr spc="-120" dirty="0"/>
              <a:t>m</a:t>
            </a:r>
            <a:r>
              <a:rPr spc="200" dirty="0"/>
              <a:t>p</a:t>
            </a:r>
            <a:r>
              <a:rPr spc="-275" dirty="0"/>
              <a:t>l</a:t>
            </a:r>
            <a:r>
              <a:rPr spc="195" dirty="0"/>
              <a:t>e</a:t>
            </a:r>
            <a:r>
              <a:rPr spc="-295" dirty="0"/>
              <a:t> </a:t>
            </a:r>
            <a:r>
              <a:rPr spc="185" dirty="0"/>
              <a:t>o</a:t>
            </a:r>
            <a:r>
              <a:rPr spc="-140" dirty="0"/>
              <a:t>f</a:t>
            </a:r>
            <a:r>
              <a:rPr spc="-275" dirty="0"/>
              <a:t> </a:t>
            </a:r>
            <a:r>
              <a:rPr spc="200" dirty="0"/>
              <a:t>b</a:t>
            </a:r>
            <a:r>
              <a:rPr spc="315" dirty="0"/>
              <a:t>a</a:t>
            </a:r>
            <a:r>
              <a:rPr spc="420" dirty="0"/>
              <a:t>c</a:t>
            </a:r>
            <a:r>
              <a:rPr spc="-300" dirty="0"/>
              <a:t>k</a:t>
            </a:r>
            <a:r>
              <a:rPr spc="40" dirty="0"/>
              <a:t>w</a:t>
            </a:r>
            <a:r>
              <a:rPr spc="280" dirty="0"/>
              <a:t>a</a:t>
            </a:r>
            <a:r>
              <a:rPr spc="-459" dirty="0"/>
              <a:t>r</a:t>
            </a:r>
            <a:r>
              <a:rPr spc="220" dirty="0"/>
              <a:t>d</a:t>
            </a:r>
            <a:r>
              <a:rPr spc="-280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59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80462" y="1905000"/>
            <a:ext cx="3244850" cy="492061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5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45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525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400" spc="-190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400" spc="-21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400" spc="-229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509" dirty="0">
                <a:solidFill>
                  <a:srgbClr val="3F3F3F"/>
                </a:solidFill>
                <a:latin typeface="Verdana"/>
                <a:cs typeface="Verdana"/>
              </a:rPr>
              <a:t>&gt;</a:t>
            </a:r>
            <a:endParaRPr sz="24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2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{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3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4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0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5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-15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1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6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20" dirty="0">
                <a:solidFill>
                  <a:srgbClr val="FF0000"/>
                </a:solidFill>
                <a:latin typeface="Verdana"/>
                <a:cs typeface="Verdana"/>
              </a:rPr>
              <a:t>w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il</a:t>
            </a:r>
            <a:r>
              <a:rPr sz="2000" spc="1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2000" spc="-210" dirty="0">
                <a:solidFill>
                  <a:srgbClr val="FF0000"/>
                </a:solidFill>
                <a:latin typeface="Verdana"/>
                <a:cs typeface="Verdana"/>
              </a:rPr>
              <a:t>(</a:t>
            </a:r>
            <a:r>
              <a:rPr sz="2000" spc="-15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40" dirty="0">
                <a:solidFill>
                  <a:srgbClr val="FF0000"/>
                </a:solidFill>
                <a:latin typeface="Verdana"/>
                <a:cs typeface="Verdana"/>
              </a:rPr>
              <a:t>&lt;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10</a:t>
            </a:r>
            <a:r>
              <a:rPr sz="2000" spc="-170" dirty="0">
                <a:solidFill>
                  <a:srgbClr val="FF0000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595755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7	</a:t>
            </a: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{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8</a:t>
            </a:r>
            <a:r>
              <a:rPr sz="2000" spc="-4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37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9</a:t>
            </a:r>
            <a:r>
              <a:rPr sz="2000" spc="-4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20" dirty="0">
                <a:solidFill>
                  <a:srgbClr val="FF0000"/>
                </a:solidFill>
                <a:latin typeface="Verdana"/>
                <a:cs typeface="Verdana"/>
              </a:rPr>
              <a:t>+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+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524635" algn="l"/>
              </a:tabLst>
            </a:pP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10	</a:t>
            </a: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}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384935" algn="l"/>
              </a:tabLst>
            </a:pP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22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8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20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000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384300" algn="l"/>
              </a:tabLst>
            </a:pP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220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2000" spc="10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-440" dirty="0">
                <a:solidFill>
                  <a:srgbClr val="FF0000"/>
                </a:solidFill>
                <a:latin typeface="Verdana"/>
                <a:cs typeface="Verdana"/>
              </a:rPr>
              <a:t>&lt;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&lt;</a:t>
            </a:r>
            <a:r>
              <a:rPr sz="2000" spc="-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079198"/>
            <a:ext cx="4528185" cy="1114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6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  <a:r>
              <a:rPr spc="-235" dirty="0"/>
              <a:t> </a:t>
            </a:r>
            <a:r>
              <a:rPr spc="459" dirty="0"/>
              <a:t>c</a:t>
            </a:r>
            <a:r>
              <a:rPr spc="-275" dirty="0"/>
              <a:t>l</a:t>
            </a:r>
            <a:r>
              <a:rPr spc="280" dirty="0"/>
              <a:t>a</a:t>
            </a:r>
            <a:r>
              <a:rPr spc="-475" dirty="0"/>
              <a:t>s</a:t>
            </a:r>
            <a:r>
              <a:rPr spc="-509" dirty="0"/>
              <a:t>s</a:t>
            </a:r>
            <a:r>
              <a:rPr spc="-275" dirty="0"/>
              <a:t>i</a:t>
            </a:r>
            <a:r>
              <a:rPr spc="-120" dirty="0"/>
              <a:t>f</a:t>
            </a:r>
            <a:r>
              <a:rPr spc="-275" dirty="0"/>
              <a:t>i</a:t>
            </a:r>
            <a:r>
              <a:rPr spc="420" dirty="0"/>
              <a:t>c</a:t>
            </a:r>
            <a:r>
              <a:rPr spc="315" dirty="0"/>
              <a:t>a</a:t>
            </a:r>
            <a:r>
              <a:rPr spc="-200" dirty="0"/>
              <a:t>t</a:t>
            </a:r>
            <a:r>
              <a:rPr spc="-275" dirty="0"/>
              <a:t>i</a:t>
            </a:r>
            <a:r>
              <a:rPr spc="150" dirty="0"/>
              <a:t>o</a:t>
            </a:r>
            <a:r>
              <a:rPr spc="-85" dirty="0"/>
              <a:t>n</a:t>
            </a:r>
            <a:r>
              <a:rPr spc="-480" dirty="0"/>
              <a:t>s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3200" spc="-70" dirty="0">
                <a:solidFill>
                  <a:srgbClr val="FF0000"/>
                </a:solidFill>
              </a:rPr>
              <a:t>D</a:t>
            </a:r>
            <a:r>
              <a:rPr sz="3200" spc="-275" dirty="0">
                <a:solidFill>
                  <a:srgbClr val="FF0000"/>
                </a:solidFill>
              </a:rPr>
              <a:t>i</a:t>
            </a:r>
            <a:r>
              <a:rPr sz="3200" spc="-409" dirty="0">
                <a:solidFill>
                  <a:srgbClr val="FF0000"/>
                </a:solidFill>
              </a:rPr>
              <a:t>r</a:t>
            </a:r>
            <a:r>
              <a:rPr sz="3200" spc="204" dirty="0">
                <a:solidFill>
                  <a:srgbClr val="FF0000"/>
                </a:solidFill>
              </a:rPr>
              <a:t>e</a:t>
            </a:r>
            <a:r>
              <a:rPr sz="3200" spc="380" dirty="0">
                <a:solidFill>
                  <a:srgbClr val="FF0000"/>
                </a:solidFill>
              </a:rPr>
              <a:t>c</a:t>
            </a:r>
            <a:r>
              <a:rPr sz="3200" spc="-180" dirty="0">
                <a:solidFill>
                  <a:srgbClr val="FF0000"/>
                </a:solidFill>
              </a:rPr>
              <a:t>t</a:t>
            </a:r>
            <a:r>
              <a:rPr sz="3200" spc="-245" dirty="0">
                <a:solidFill>
                  <a:srgbClr val="FF0000"/>
                </a:solidFill>
              </a:rPr>
              <a:t>i</a:t>
            </a:r>
            <a:r>
              <a:rPr sz="3200" spc="135" dirty="0">
                <a:solidFill>
                  <a:srgbClr val="FF0000"/>
                </a:solidFill>
              </a:rPr>
              <a:t>o</a:t>
            </a:r>
            <a:r>
              <a:rPr sz="3200" spc="-75" dirty="0">
                <a:solidFill>
                  <a:srgbClr val="FF0000"/>
                </a:solidFill>
              </a:rPr>
              <a:t>n</a:t>
            </a:r>
            <a:r>
              <a:rPr sz="3200" spc="-229" dirty="0">
                <a:solidFill>
                  <a:srgbClr val="FF0000"/>
                </a:solidFill>
              </a:rPr>
              <a:t> </a:t>
            </a:r>
            <a:r>
              <a:rPr sz="3200" spc="135" dirty="0">
                <a:solidFill>
                  <a:srgbClr val="FF0000"/>
                </a:solidFill>
              </a:rPr>
              <a:t>o</a:t>
            </a:r>
            <a:r>
              <a:rPr sz="3200" spc="-120" dirty="0">
                <a:solidFill>
                  <a:srgbClr val="FF0000"/>
                </a:solidFill>
              </a:rPr>
              <a:t>f</a:t>
            </a:r>
            <a:r>
              <a:rPr sz="3200" spc="-210" dirty="0">
                <a:solidFill>
                  <a:srgbClr val="FF0000"/>
                </a:solidFill>
              </a:rPr>
              <a:t> </a:t>
            </a:r>
            <a:r>
              <a:rPr sz="3200" spc="-455" dirty="0">
                <a:solidFill>
                  <a:srgbClr val="FF0000"/>
                </a:solidFill>
              </a:rPr>
              <a:t>s</a:t>
            </a:r>
            <a:r>
              <a:rPr sz="3200" spc="-245" dirty="0">
                <a:solidFill>
                  <a:srgbClr val="FF0000"/>
                </a:solidFill>
              </a:rPr>
              <a:t>li</a:t>
            </a:r>
            <a:r>
              <a:rPr sz="3200" spc="409" dirty="0">
                <a:solidFill>
                  <a:srgbClr val="FF0000"/>
                </a:solidFill>
              </a:rPr>
              <a:t>c</a:t>
            </a:r>
            <a:r>
              <a:rPr sz="3200" spc="-245" dirty="0">
                <a:solidFill>
                  <a:srgbClr val="FF0000"/>
                </a:solidFill>
              </a:rPr>
              <a:t>i</a:t>
            </a:r>
            <a:r>
              <a:rPr sz="3200" spc="-75" dirty="0">
                <a:solidFill>
                  <a:srgbClr val="FF0000"/>
                </a:solidFill>
              </a:rPr>
              <a:t>n</a:t>
            </a:r>
            <a:r>
              <a:rPr sz="3200" spc="160" dirty="0">
                <a:solidFill>
                  <a:srgbClr val="FF0000"/>
                </a:solidFill>
              </a:rPr>
              <a:t>g</a:t>
            </a:r>
            <a:endParaRPr sz="32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6335395" cy="277558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60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w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11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li</a:t>
            </a:r>
            <a:r>
              <a:rPr sz="1800" spc="229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14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marR="126364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Forward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slice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of 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program </a:t>
            </a: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with </a:t>
            </a: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respect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program </a:t>
            </a:r>
            <a:r>
              <a:rPr sz="1600" spc="-5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9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l 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statements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3F3F3F"/>
                </a:solidFill>
                <a:latin typeface="Verdana"/>
                <a:cs typeface="Verdana"/>
              </a:rPr>
              <a:t>predicates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in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program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3F3F3F"/>
                </a:solidFill>
                <a:latin typeface="Verdana"/>
                <a:cs typeface="Verdana"/>
              </a:rPr>
              <a:t>that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3F3F3F"/>
                </a:solidFill>
                <a:latin typeface="Verdana"/>
                <a:cs typeface="Verdana"/>
              </a:rPr>
              <a:t>may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be </a:t>
            </a:r>
            <a:r>
              <a:rPr sz="1600" spc="-5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ff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9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endParaRPr sz="16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q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“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t 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35" dirty="0">
                <a:solidFill>
                  <a:srgbClr val="3F3F3F"/>
                </a:solidFill>
                <a:latin typeface="Verdana"/>
                <a:cs typeface="Verdana"/>
              </a:rPr>
              <a:t>effected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by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3F3F3F"/>
                </a:solidFill>
                <a:latin typeface="Verdana"/>
                <a:cs typeface="Verdana"/>
              </a:rPr>
              <a:t>selected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3F3F3F"/>
                </a:solidFill>
                <a:latin typeface="Verdana"/>
                <a:cs typeface="Verdana"/>
              </a:rPr>
              <a:t>computation?”</a:t>
            </a:r>
            <a:endParaRPr sz="1600" dirty="0">
              <a:latin typeface="Verdana"/>
              <a:cs typeface="Verdana"/>
            </a:endParaRPr>
          </a:p>
          <a:p>
            <a:pPr marL="756285" marR="2857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90" dirty="0">
                <a:solidFill>
                  <a:srgbClr val="FF0000"/>
                </a:solidFill>
                <a:latin typeface="Verdana"/>
                <a:cs typeface="Verdana"/>
              </a:rPr>
              <a:t>Useful </a:t>
            </a:r>
            <a:r>
              <a:rPr sz="1600" spc="-85" dirty="0">
                <a:solidFill>
                  <a:srgbClr val="FF0000"/>
                </a:solidFill>
                <a:latin typeface="Verdana"/>
                <a:cs typeface="Verdana"/>
              </a:rPr>
              <a:t>in </a:t>
            </a:r>
            <a:r>
              <a:rPr sz="1600" spc="-35" dirty="0">
                <a:solidFill>
                  <a:srgbClr val="FF0000"/>
                </a:solidFill>
                <a:latin typeface="Verdana"/>
                <a:cs typeface="Verdana"/>
              </a:rPr>
              <a:t>determining </a:t>
            </a:r>
            <a:r>
              <a:rPr sz="1600" spc="-5" dirty="0">
                <a:solidFill>
                  <a:srgbClr val="FF0000"/>
                </a:solidFill>
                <a:latin typeface="Verdana"/>
                <a:cs typeface="Verdana"/>
              </a:rPr>
              <a:t>which </a:t>
            </a:r>
            <a:r>
              <a:rPr sz="1600" spc="-35" dirty="0">
                <a:solidFill>
                  <a:srgbClr val="FF0000"/>
                </a:solidFill>
                <a:latin typeface="Verdana"/>
                <a:cs typeface="Verdana"/>
              </a:rPr>
              <a:t>all </a:t>
            </a:r>
            <a:r>
              <a:rPr sz="1600" spc="-60" dirty="0">
                <a:solidFill>
                  <a:srgbClr val="FF0000"/>
                </a:solidFill>
                <a:latin typeface="Verdana"/>
                <a:cs typeface="Verdana"/>
              </a:rPr>
              <a:t>statements </a:t>
            </a:r>
            <a:r>
              <a:rPr sz="1600" spc="-85" dirty="0">
                <a:solidFill>
                  <a:srgbClr val="FF0000"/>
                </a:solidFill>
                <a:latin typeface="Verdana"/>
                <a:cs typeface="Verdana"/>
              </a:rPr>
              <a:t>in </a:t>
            </a:r>
            <a:r>
              <a:rPr sz="1600" spc="125" dirty="0">
                <a:solidFill>
                  <a:srgbClr val="FF0000"/>
                </a:solidFill>
                <a:latin typeface="Verdana"/>
                <a:cs typeface="Verdana"/>
              </a:rPr>
              <a:t>a </a:t>
            </a:r>
            <a:r>
              <a:rPr sz="1600" spc="-20" dirty="0">
                <a:solidFill>
                  <a:srgbClr val="FF0000"/>
                </a:solidFill>
                <a:latin typeface="Verdana"/>
                <a:cs typeface="Verdana"/>
              </a:rPr>
              <a:t>program </a:t>
            </a:r>
            <a:r>
              <a:rPr sz="1600" spc="-5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90" dirty="0">
                <a:solidFill>
                  <a:srgbClr val="FF0000"/>
                </a:solidFill>
                <a:latin typeface="Verdana"/>
                <a:cs typeface="Verdana"/>
              </a:rPr>
              <a:t>can</a:t>
            </a:r>
            <a:r>
              <a:rPr sz="16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FF0000"/>
                </a:solidFill>
                <a:latin typeface="Verdana"/>
                <a:cs typeface="Verdana"/>
              </a:rPr>
              <a:t>be</a:t>
            </a:r>
            <a:r>
              <a:rPr sz="16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35" dirty="0">
                <a:solidFill>
                  <a:srgbClr val="FF0000"/>
                </a:solidFill>
                <a:latin typeface="Verdana"/>
                <a:cs typeface="Verdana"/>
              </a:rPr>
              <a:t>effected</a:t>
            </a:r>
            <a:r>
              <a:rPr sz="1600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Verdana"/>
                <a:cs typeface="Verdana"/>
              </a:rPr>
              <a:t>by</a:t>
            </a:r>
            <a:r>
              <a:rPr sz="16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FF0000"/>
                </a:solidFill>
                <a:latin typeface="Verdana"/>
                <a:cs typeface="Verdana"/>
              </a:rPr>
              <a:t>change</a:t>
            </a:r>
            <a:r>
              <a:rPr sz="16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FF0000"/>
                </a:solidFill>
                <a:latin typeface="Verdana"/>
                <a:cs typeface="Verdana"/>
              </a:rPr>
              <a:t>in</a:t>
            </a:r>
            <a:r>
              <a:rPr sz="16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FF0000"/>
                </a:solidFill>
                <a:latin typeface="Verdana"/>
                <a:cs typeface="Verdana"/>
              </a:rPr>
              <a:t>value</a:t>
            </a:r>
            <a:r>
              <a:rPr sz="1600" spc="-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1600" spc="-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FF0000"/>
                </a:solidFill>
                <a:latin typeface="Verdana"/>
                <a:cs typeface="Verdana"/>
              </a:rPr>
              <a:t>v</a:t>
            </a:r>
            <a:r>
              <a:rPr sz="16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FF0000"/>
                </a:solidFill>
                <a:latin typeface="Verdana"/>
                <a:cs typeface="Verdana"/>
              </a:rPr>
              <a:t>at</a:t>
            </a:r>
            <a:r>
              <a:rPr sz="16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statement</a:t>
            </a:r>
            <a:r>
              <a:rPr sz="1600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210" dirty="0">
                <a:solidFill>
                  <a:srgbClr val="FF0000"/>
                </a:solidFill>
                <a:latin typeface="Verdana"/>
                <a:cs typeface="Verdana"/>
              </a:rPr>
              <a:t>Si</a:t>
            </a:r>
            <a:endParaRPr sz="16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503" y="1105966"/>
            <a:ext cx="5351145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400" spc="-320" dirty="0"/>
              <a:t>E</a:t>
            </a:r>
            <a:r>
              <a:rPr sz="3400" spc="-385" dirty="0"/>
              <a:t>x</a:t>
            </a:r>
            <a:r>
              <a:rPr sz="3400" spc="260" dirty="0"/>
              <a:t>a</a:t>
            </a:r>
            <a:r>
              <a:rPr sz="3400" spc="-120" dirty="0"/>
              <a:t>m</a:t>
            </a:r>
            <a:r>
              <a:rPr sz="3400" spc="185" dirty="0"/>
              <a:t>p</a:t>
            </a:r>
            <a:r>
              <a:rPr sz="3400" spc="-260" dirty="0"/>
              <a:t>l</a:t>
            </a:r>
            <a:r>
              <a:rPr sz="3400" spc="180" dirty="0"/>
              <a:t>e</a:t>
            </a:r>
            <a:r>
              <a:rPr sz="3400" spc="-245" dirty="0"/>
              <a:t> </a:t>
            </a:r>
            <a:r>
              <a:rPr sz="3400" spc="175" dirty="0"/>
              <a:t>o</a:t>
            </a:r>
            <a:r>
              <a:rPr sz="3400" spc="-130" dirty="0"/>
              <a:t>f</a:t>
            </a:r>
            <a:r>
              <a:rPr sz="3400" spc="-260" dirty="0"/>
              <a:t> </a:t>
            </a:r>
            <a:r>
              <a:rPr sz="3400" spc="-145" dirty="0"/>
              <a:t>f</a:t>
            </a:r>
            <a:r>
              <a:rPr sz="3400" spc="175" dirty="0"/>
              <a:t>o</a:t>
            </a:r>
            <a:r>
              <a:rPr sz="3400" spc="-434" dirty="0"/>
              <a:t>r</a:t>
            </a:r>
            <a:r>
              <a:rPr sz="3400" spc="30" dirty="0"/>
              <a:t>w</a:t>
            </a:r>
            <a:r>
              <a:rPr sz="3400" spc="260" dirty="0"/>
              <a:t>a</a:t>
            </a:r>
            <a:r>
              <a:rPr sz="3400" spc="-434" dirty="0"/>
              <a:t>r</a:t>
            </a:r>
            <a:r>
              <a:rPr sz="3400" spc="204" dirty="0"/>
              <a:t>d</a:t>
            </a:r>
            <a:r>
              <a:rPr sz="3400" spc="-229" dirty="0"/>
              <a:t> </a:t>
            </a:r>
            <a:r>
              <a:rPr sz="3400" spc="-484" dirty="0"/>
              <a:t>s</a:t>
            </a:r>
            <a:r>
              <a:rPr sz="3400" spc="-190" dirty="0"/>
              <a:t>t</a:t>
            </a:r>
            <a:r>
              <a:rPr sz="3400" spc="295" dirty="0"/>
              <a:t>a</a:t>
            </a:r>
            <a:r>
              <a:rPr sz="3400" spc="-225" dirty="0"/>
              <a:t>ti</a:t>
            </a:r>
            <a:r>
              <a:rPr sz="3400" spc="330" dirty="0"/>
              <a:t>c  </a:t>
            </a:r>
            <a:r>
              <a:rPr sz="3400" spc="-105" dirty="0"/>
              <a:t>slicing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2480503" y="2286000"/>
            <a:ext cx="3604260" cy="529568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15"/>
              </a:spcBef>
              <a:buClr>
                <a:srgbClr val="A52F0F"/>
              </a:buClr>
              <a:buFont typeface="Georgia"/>
              <a:buChar char="&gt;"/>
              <a:tabLst>
                <a:tab pos="355600" algn="l"/>
              </a:tabLst>
            </a:pPr>
            <a:r>
              <a:rPr sz="2400" spc="-45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30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6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-13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400" spc="-3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2400" spc="-18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400" spc="12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400" spc="-2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400" spc="-525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400" spc="-190" dirty="0">
                <a:solidFill>
                  <a:srgbClr val="3F3F3F"/>
                </a:solidFill>
                <a:latin typeface="Verdana"/>
                <a:cs typeface="Verdana"/>
              </a:rPr>
              <a:t>3</a:t>
            </a:r>
            <a:r>
              <a:rPr sz="2400" spc="-254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2400" spc="-32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2400" spc="-5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400" spc="-8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400" spc="-509" dirty="0">
                <a:solidFill>
                  <a:srgbClr val="3F3F3F"/>
                </a:solidFill>
                <a:latin typeface="Verdana"/>
                <a:cs typeface="Verdana"/>
              </a:rPr>
              <a:t>&gt;</a:t>
            </a:r>
            <a:endParaRPr sz="24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2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7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2000" spc="17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{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latin typeface="Verdana"/>
                <a:cs typeface="Verdana"/>
              </a:rPr>
              <a:t>3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55" dirty="0">
                <a:latin typeface="Verdana"/>
                <a:cs typeface="Verdana"/>
              </a:rPr>
              <a:t>i</a:t>
            </a:r>
            <a:r>
              <a:rPr sz="2000" spc="-45" dirty="0">
                <a:latin typeface="Verdana"/>
                <a:cs typeface="Verdana"/>
              </a:rPr>
              <a:t>n</a:t>
            </a:r>
            <a:r>
              <a:rPr sz="2000" spc="-110" dirty="0">
                <a:latin typeface="Verdana"/>
                <a:cs typeface="Verdana"/>
              </a:rPr>
              <a:t>t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i</a:t>
            </a:r>
            <a:r>
              <a:rPr sz="2000" spc="-175" dirty="0">
                <a:latin typeface="Verdana"/>
                <a:cs typeface="Verdana"/>
              </a:rPr>
              <a:t>,</a:t>
            </a:r>
            <a:r>
              <a:rPr sz="2000" spc="-160" dirty="0">
                <a:latin typeface="Verdana"/>
                <a:cs typeface="Verdana"/>
              </a:rPr>
              <a:t> </a:t>
            </a:r>
            <a:endParaRPr lang="en-GB" sz="2000" spc="-160" dirty="0" smtClean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lang="en-GB" sz="2000" spc="-160" dirty="0" smtClean="0">
                <a:solidFill>
                  <a:srgbClr val="FF0000"/>
                </a:solidFill>
                <a:latin typeface="Verdana"/>
                <a:cs typeface="Verdana"/>
              </a:rPr>
              <a:t>3.3 </a:t>
            </a:r>
            <a:r>
              <a:rPr lang="en-GB" sz="2000" spc="-160" dirty="0" err="1" smtClean="0">
                <a:solidFill>
                  <a:srgbClr val="FF0000"/>
                </a:solidFill>
                <a:latin typeface="Verdana"/>
                <a:cs typeface="Verdana"/>
              </a:rPr>
              <a:t>int</a:t>
            </a:r>
            <a:r>
              <a:rPr lang="en-GB" sz="2000" spc="-160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65" dirty="0" smtClean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2000" spc="-50" dirty="0" smtClean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70" dirty="0" smtClean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FF0000"/>
                </a:solidFill>
                <a:latin typeface="Verdana"/>
                <a:cs typeface="Verdana"/>
              </a:rPr>
              <a:t>4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-26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2000" spc="-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0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5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-15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1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6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il</a:t>
            </a:r>
            <a:r>
              <a:rPr sz="20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2000" spc="-21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2000" spc="-15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40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10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0744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7	</a:t>
            </a: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{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3538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8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-26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2000" spc="-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=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20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35380" algn="l"/>
              </a:tabLst>
            </a:pP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9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-420" dirty="0">
                <a:solidFill>
                  <a:srgbClr val="3F3F3F"/>
                </a:solidFill>
                <a:latin typeface="Verdana"/>
                <a:cs typeface="Verdana"/>
              </a:rPr>
              <a:t>+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+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78560" algn="l"/>
              </a:tabLst>
            </a:pP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10	</a:t>
            </a:r>
            <a:r>
              <a:rPr sz="2000" spc="-570" dirty="0">
                <a:solidFill>
                  <a:srgbClr val="3F3F3F"/>
                </a:solidFill>
                <a:latin typeface="Verdana"/>
                <a:cs typeface="Verdana"/>
              </a:rPr>
              <a:t>}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77925" algn="l"/>
              </a:tabLst>
            </a:pP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220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2000" spc="10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9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000" spc="-440" dirty="0">
                <a:solidFill>
                  <a:srgbClr val="FF0000"/>
                </a:solidFill>
                <a:latin typeface="Verdana"/>
                <a:cs typeface="Verdana"/>
              </a:rPr>
              <a:t>&lt;</a:t>
            </a:r>
            <a:r>
              <a:rPr sz="2000" spc="-425" dirty="0">
                <a:solidFill>
                  <a:srgbClr val="FF0000"/>
                </a:solidFill>
                <a:latin typeface="Verdana"/>
                <a:cs typeface="Verdana"/>
              </a:rPr>
              <a:t>&lt;</a:t>
            </a:r>
            <a:r>
              <a:rPr sz="2000" spc="-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65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2000" spc="-70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2000" spc="-355" dirty="0">
                <a:solidFill>
                  <a:srgbClr val="FF0000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  <a:tab pos="1178560" algn="l"/>
              </a:tabLst>
            </a:pP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2</a:t>
            </a:r>
            <a:r>
              <a:rPr sz="2000" dirty="0">
                <a:solidFill>
                  <a:srgbClr val="3F3F3F"/>
                </a:solidFill>
                <a:latin typeface="Verdana"/>
                <a:cs typeface="Verdana"/>
              </a:rPr>
              <a:t>	</a:t>
            </a:r>
            <a:r>
              <a:rPr sz="2000" spc="22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2000" spc="10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2000" spc="-420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000" spc="-425" dirty="0">
                <a:solidFill>
                  <a:srgbClr val="3F3F3F"/>
                </a:solidFill>
                <a:latin typeface="Verdana"/>
                <a:cs typeface="Verdana"/>
              </a:rPr>
              <a:t>&lt;</a:t>
            </a:r>
            <a:r>
              <a:rPr sz="2000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2000" spc="-355" dirty="0">
                <a:solidFill>
                  <a:srgbClr val="3F3F3F"/>
                </a:solidFill>
                <a:latin typeface="Verdana"/>
                <a:cs typeface="Verdana"/>
              </a:rPr>
              <a:t>;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54152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Applications</a:t>
            </a:r>
            <a:r>
              <a:rPr spc="-290" dirty="0"/>
              <a:t> </a:t>
            </a:r>
            <a:r>
              <a:rPr spc="5" dirty="0"/>
              <a:t>of</a:t>
            </a:r>
            <a:r>
              <a:rPr spc="-270" dirty="0"/>
              <a:t> </a:t>
            </a:r>
            <a:r>
              <a:rPr spc="-30" dirty="0"/>
              <a:t>program </a:t>
            </a:r>
            <a:r>
              <a:rPr spc="-1250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195" dirty="0"/>
              <a:t>e</a:t>
            </a:r>
            <a:r>
              <a:rPr spc="-480" dirty="0"/>
              <a:t>s</a:t>
            </a:r>
            <a:r>
              <a:rPr spc="-240" dirty="0"/>
              <a:t> </a:t>
            </a:r>
            <a:r>
              <a:rPr sz="3200" spc="-335" dirty="0"/>
              <a:t>[</a:t>
            </a:r>
            <a:r>
              <a:rPr sz="3200" spc="-245" dirty="0"/>
              <a:t>1</a:t>
            </a:r>
            <a:r>
              <a:rPr sz="3200" spc="-80" dirty="0"/>
              <a:t>/</a:t>
            </a:r>
            <a:r>
              <a:rPr sz="3200" spc="-245" dirty="0"/>
              <a:t>2</a:t>
            </a:r>
            <a:r>
              <a:rPr sz="3200" spc="-330" dirty="0"/>
              <a:t>]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6334760" cy="285813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0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9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18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b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gg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14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5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0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gg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8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3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600" spc="-175" dirty="0">
                <a:solidFill>
                  <a:srgbClr val="3F3F3F"/>
                </a:solidFill>
                <a:latin typeface="Verdana"/>
                <a:cs typeface="Verdana"/>
              </a:rPr>
              <a:t>z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1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80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195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16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highlights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statements</a:t>
            </a:r>
            <a:r>
              <a:rPr sz="1600" spc="-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influencing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slice</a:t>
            </a:r>
            <a:endParaRPr sz="1600" dirty="0">
              <a:latin typeface="Verdana"/>
              <a:cs typeface="Verdana"/>
            </a:endParaRPr>
          </a:p>
          <a:p>
            <a:pPr marL="354965" marR="69088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Testing: </a:t>
            </a:r>
            <a:r>
              <a:rPr sz="1800" spc="35" dirty="0">
                <a:solidFill>
                  <a:srgbClr val="3F3F3F"/>
                </a:solidFill>
                <a:latin typeface="Verdana"/>
                <a:cs typeface="Verdana"/>
              </a:rPr>
              <a:t>reduce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cost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regression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testing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after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(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 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)</a:t>
            </a:r>
            <a:endParaRPr sz="1800" dirty="0"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55" dirty="0">
                <a:solidFill>
                  <a:srgbClr val="FF0000"/>
                </a:solidFill>
                <a:latin typeface="Verdana"/>
                <a:cs typeface="Verdana"/>
              </a:rPr>
              <a:t>Integration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FF0000"/>
                </a:solidFill>
                <a:latin typeface="Verdana"/>
                <a:cs typeface="Verdana"/>
              </a:rPr>
              <a:t>:</a:t>
            </a:r>
            <a:r>
              <a:rPr sz="1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merging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two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programs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4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that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both </a:t>
            </a:r>
            <a:r>
              <a:rPr sz="1800" spc="-6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resulted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from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modifications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BASE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54152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Applications</a:t>
            </a:r>
            <a:r>
              <a:rPr spc="-290" dirty="0"/>
              <a:t> </a:t>
            </a:r>
            <a:r>
              <a:rPr spc="5" dirty="0"/>
              <a:t>of</a:t>
            </a:r>
            <a:r>
              <a:rPr spc="-270" dirty="0"/>
              <a:t> </a:t>
            </a:r>
            <a:r>
              <a:rPr spc="-30" dirty="0"/>
              <a:t>program </a:t>
            </a:r>
            <a:r>
              <a:rPr spc="-1250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20" dirty="0"/>
              <a:t>c</a:t>
            </a:r>
            <a:r>
              <a:rPr spc="195" dirty="0"/>
              <a:t>e</a:t>
            </a:r>
            <a:r>
              <a:rPr spc="-480" dirty="0"/>
              <a:t>s</a:t>
            </a:r>
            <a:r>
              <a:rPr spc="-240" dirty="0"/>
              <a:t> </a:t>
            </a:r>
            <a:r>
              <a:rPr sz="3200" spc="-335" dirty="0"/>
              <a:t>[</a:t>
            </a:r>
            <a:r>
              <a:rPr sz="3200" spc="-245" dirty="0"/>
              <a:t>2</a:t>
            </a:r>
            <a:r>
              <a:rPr sz="3200" spc="-80" dirty="0"/>
              <a:t>/</a:t>
            </a:r>
            <a:r>
              <a:rPr sz="3200" spc="-245" dirty="0"/>
              <a:t>2</a:t>
            </a:r>
            <a:r>
              <a:rPr sz="3200" spc="-330" dirty="0"/>
              <a:t>]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479010" y="2492696"/>
            <a:ext cx="6360189" cy="2464136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endParaRPr sz="1800" dirty="0"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5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v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-254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1800" spc="-32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y 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abstracting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out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source </a:t>
            </a:r>
            <a:r>
              <a:rPr sz="1800" spc="130" dirty="0">
                <a:solidFill>
                  <a:srgbClr val="3F3F3F"/>
                </a:solidFill>
                <a:latin typeface="Verdana"/>
                <a:cs typeface="Verdana"/>
              </a:rPr>
              <a:t>cod</a:t>
            </a:r>
            <a:r>
              <a:rPr lang="en-US" sz="1800" spc="13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design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decisions</a:t>
            </a:r>
            <a:endParaRPr sz="1800" dirty="0">
              <a:latin typeface="Verdana"/>
              <a:cs typeface="Verdana"/>
            </a:endParaRPr>
          </a:p>
          <a:p>
            <a:pPr marL="354965" marR="550545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60" dirty="0">
                <a:solidFill>
                  <a:srgbClr val="FF0000"/>
                </a:solidFill>
                <a:latin typeface="Verdana"/>
                <a:cs typeface="Verdana"/>
              </a:rPr>
              <a:t>Software</a:t>
            </a:r>
            <a:r>
              <a:rPr sz="1800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Verdana"/>
                <a:cs typeface="Verdana"/>
              </a:rPr>
              <a:t>maintenance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changing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source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0" dirty="0">
                <a:solidFill>
                  <a:srgbClr val="3F3F3F"/>
                </a:solidFill>
                <a:latin typeface="Verdana"/>
                <a:cs typeface="Verdana"/>
              </a:rPr>
              <a:t>code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ff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800" dirty="0">
              <a:latin typeface="Verdana"/>
              <a:cs typeface="Verdana"/>
            </a:endParaRPr>
          </a:p>
          <a:p>
            <a:pPr marL="354965" marR="41148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60" dirty="0">
                <a:solidFill>
                  <a:srgbClr val="FF0000"/>
                </a:solidFill>
                <a:latin typeface="Verdana"/>
                <a:cs typeface="Verdana"/>
              </a:rPr>
              <a:t>Software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quality</a:t>
            </a:r>
            <a:r>
              <a:rPr sz="18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0000"/>
                </a:solidFill>
                <a:latin typeface="Verdana"/>
                <a:cs typeface="Verdana"/>
              </a:rPr>
              <a:t>assurance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validate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interactions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ty</a:t>
            </a:r>
            <a:r>
              <a:rPr sz="1800" spc="-210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ti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080309"/>
            <a:ext cx="540639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P</a:t>
            </a:r>
            <a:r>
              <a:rPr spc="-459" dirty="0"/>
              <a:t>r</a:t>
            </a:r>
            <a:r>
              <a:rPr spc="185" dirty="0"/>
              <a:t>o</a:t>
            </a:r>
            <a:r>
              <a:rPr spc="16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59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  <a:r>
              <a:rPr spc="-235" dirty="0"/>
              <a:t> </a:t>
            </a:r>
            <a:r>
              <a:rPr spc="-155" dirty="0">
                <a:solidFill>
                  <a:srgbClr val="FF0000"/>
                </a:solidFill>
              </a:rPr>
              <a:t>m</a:t>
            </a:r>
            <a:r>
              <a:rPr spc="315" dirty="0">
                <a:solidFill>
                  <a:srgbClr val="FF0000"/>
                </a:solidFill>
              </a:rPr>
              <a:t>a</a:t>
            </a:r>
            <a:r>
              <a:rPr spc="-200" dirty="0">
                <a:solidFill>
                  <a:srgbClr val="FF0000"/>
                </a:solidFill>
              </a:rPr>
              <a:t>t</a:t>
            </a:r>
            <a:r>
              <a:rPr spc="-459" dirty="0">
                <a:solidFill>
                  <a:srgbClr val="FF0000"/>
                </a:solidFill>
              </a:rPr>
              <a:t>r</a:t>
            </a:r>
            <a:r>
              <a:rPr spc="-275" dirty="0">
                <a:solidFill>
                  <a:srgbClr val="FF0000"/>
                </a:solidFill>
              </a:rPr>
              <a:t>i</a:t>
            </a:r>
            <a:r>
              <a:rPr spc="420" dirty="0">
                <a:solidFill>
                  <a:srgbClr val="FF0000"/>
                </a:solidFill>
              </a:rPr>
              <a:t>c</a:t>
            </a:r>
            <a:r>
              <a:rPr spc="195" dirty="0">
                <a:solidFill>
                  <a:srgbClr val="FF0000"/>
                </a:solidFill>
              </a:rPr>
              <a:t>e</a:t>
            </a:r>
            <a:r>
              <a:rPr spc="-480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4930140" cy="229870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11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9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8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45" dirty="0">
                <a:solidFill>
                  <a:srgbClr val="FF0000"/>
                </a:solidFill>
                <a:latin typeface="Verdana"/>
                <a:cs typeface="Verdana"/>
              </a:rPr>
              <a:t>Coverage</a:t>
            </a:r>
            <a:endParaRPr sz="16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10" dirty="0">
                <a:solidFill>
                  <a:srgbClr val="FF0000"/>
                </a:solidFill>
                <a:latin typeface="Verdana"/>
                <a:cs typeface="Verdana"/>
              </a:rPr>
              <a:t>Overlap</a:t>
            </a:r>
            <a:endParaRPr sz="16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55" dirty="0">
                <a:solidFill>
                  <a:srgbClr val="FF0000"/>
                </a:solidFill>
                <a:latin typeface="Verdana"/>
                <a:cs typeface="Verdana"/>
              </a:rPr>
              <a:t>Clustering</a:t>
            </a:r>
            <a:endParaRPr sz="16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55" dirty="0">
                <a:solidFill>
                  <a:srgbClr val="FF0000"/>
                </a:solidFill>
                <a:latin typeface="Verdana"/>
                <a:cs typeface="Verdana"/>
              </a:rPr>
              <a:t>Parallelism</a:t>
            </a:r>
            <a:endParaRPr sz="16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105" dirty="0">
                <a:solidFill>
                  <a:srgbClr val="FF0000"/>
                </a:solidFill>
                <a:latin typeface="Verdana"/>
                <a:cs typeface="Verdana"/>
              </a:rPr>
              <a:t>Tightness</a:t>
            </a:r>
            <a:endParaRPr sz="16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P</a:t>
            </a:r>
            <a:r>
              <a:rPr spc="-459" dirty="0"/>
              <a:t>r</a:t>
            </a:r>
            <a:r>
              <a:rPr spc="185" dirty="0"/>
              <a:t>o</a:t>
            </a:r>
            <a:r>
              <a:rPr spc="160" dirty="0"/>
              <a:t>g</a:t>
            </a:r>
            <a:r>
              <a:rPr spc="-459" dirty="0"/>
              <a:t>r</a:t>
            </a:r>
            <a:r>
              <a:rPr spc="280" dirty="0"/>
              <a:t>a</a:t>
            </a:r>
            <a:r>
              <a:rPr spc="-125" dirty="0"/>
              <a:t>m</a:t>
            </a:r>
            <a:r>
              <a:rPr spc="-254" dirty="0"/>
              <a:t> </a:t>
            </a:r>
            <a:r>
              <a:rPr spc="-475" dirty="0"/>
              <a:t>s</a:t>
            </a:r>
            <a:r>
              <a:rPr spc="-275" dirty="0"/>
              <a:t>li</a:t>
            </a:r>
            <a:r>
              <a:rPr spc="459" dirty="0"/>
              <a:t>c</a:t>
            </a:r>
            <a:r>
              <a:rPr spc="-275" dirty="0"/>
              <a:t>i</a:t>
            </a:r>
            <a:r>
              <a:rPr spc="-85" dirty="0"/>
              <a:t>n</a:t>
            </a:r>
            <a:r>
              <a:rPr spc="175" dirty="0"/>
              <a:t>g</a:t>
            </a:r>
            <a:r>
              <a:rPr spc="-235" dirty="0"/>
              <a:t> </a:t>
            </a:r>
            <a:r>
              <a:rPr spc="-200" dirty="0"/>
              <a:t>t</a:t>
            </a:r>
            <a:r>
              <a:rPr spc="150" dirty="0"/>
              <a:t>oo</a:t>
            </a:r>
            <a:r>
              <a:rPr spc="-275" dirty="0"/>
              <a:t>l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5801360" cy="331470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35" dirty="0">
                <a:solidFill>
                  <a:srgbClr val="FF0000"/>
                </a:solidFill>
                <a:latin typeface="Verdana"/>
                <a:cs typeface="Verdana"/>
              </a:rPr>
              <a:t>CodeSurfer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Commercial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3F3F3F"/>
                </a:solidFill>
                <a:latin typeface="Verdana"/>
                <a:cs typeface="Verdana"/>
              </a:rPr>
              <a:t>product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by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3F3F3F"/>
                </a:solidFill>
                <a:latin typeface="Verdana"/>
                <a:cs typeface="Verdana"/>
              </a:rPr>
              <a:t>GammaTech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Inc.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14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15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31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9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3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1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04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600" spc="-34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5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endParaRPr sz="16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60" dirty="0">
                <a:solidFill>
                  <a:srgbClr val="FF0000"/>
                </a:solidFill>
                <a:latin typeface="Verdana"/>
                <a:cs typeface="Verdana"/>
              </a:rPr>
              <a:t>Unravel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3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04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29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3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31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3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3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31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6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80" dirty="0">
                <a:solidFill>
                  <a:srgbClr val="3F3F3F"/>
                </a:solidFill>
                <a:latin typeface="Verdana"/>
                <a:cs typeface="Verdana"/>
              </a:rPr>
              <a:t>Limitations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treatment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Unions,</a:t>
            </a:r>
            <a:r>
              <a:rPr sz="1600" spc="-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Forks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3F3F3F"/>
                </a:solidFill>
                <a:latin typeface="Verdana"/>
                <a:cs typeface="Verdana"/>
              </a:rPr>
              <a:t>and </a:t>
            </a:r>
            <a:r>
              <a:rPr sz="1600" spc="-5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18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ti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41313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395" dirty="0"/>
              <a:t>C</a:t>
            </a:r>
            <a:r>
              <a:rPr spc="-85" dirty="0"/>
              <a:t>u</a:t>
            </a:r>
            <a:r>
              <a:rPr spc="-459" dirty="0"/>
              <a:t>rr</a:t>
            </a:r>
            <a:r>
              <a:rPr spc="195" dirty="0"/>
              <a:t>e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-254" dirty="0"/>
              <a:t> </a:t>
            </a:r>
            <a:r>
              <a:rPr spc="315" dirty="0"/>
              <a:t>a</a:t>
            </a:r>
            <a:r>
              <a:rPr spc="-85" dirty="0"/>
              <a:t>n</a:t>
            </a:r>
            <a:r>
              <a:rPr spc="220" dirty="0"/>
              <a:t>d</a:t>
            </a:r>
            <a:r>
              <a:rPr spc="-280" dirty="0"/>
              <a:t> </a:t>
            </a:r>
            <a:r>
              <a:rPr spc="-155" dirty="0"/>
              <a:t>f</a:t>
            </a:r>
            <a:r>
              <a:rPr spc="-85" dirty="0"/>
              <a:t>u</a:t>
            </a:r>
            <a:r>
              <a:rPr spc="-200" dirty="0"/>
              <a:t>t</a:t>
            </a:r>
            <a:r>
              <a:rPr spc="-85" dirty="0"/>
              <a:t>u</a:t>
            </a:r>
            <a:r>
              <a:rPr spc="-459" dirty="0"/>
              <a:t>r</a:t>
            </a:r>
            <a:r>
              <a:rPr spc="140" dirty="0"/>
              <a:t>e  </a:t>
            </a:r>
            <a:r>
              <a:rPr spc="1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4773930" cy="307086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9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rr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229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ll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Implementation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3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175" dirty="0">
                <a:solidFill>
                  <a:srgbClr val="3F3F3F"/>
                </a:solidFill>
                <a:latin typeface="Verdana"/>
                <a:cs typeface="Verdana"/>
              </a:rPr>
              <a:t>z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8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175" dirty="0">
                <a:solidFill>
                  <a:srgbClr val="3F3F3F"/>
                </a:solidFill>
                <a:latin typeface="Verdana"/>
                <a:cs typeface="Verdana"/>
              </a:rPr>
              <a:t>z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endParaRPr sz="16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60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1800" spc="-6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-10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800" spc="-60" dirty="0">
                <a:solidFill>
                  <a:srgbClr val="FF0000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229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h</a:t>
            </a:r>
            <a:r>
              <a:rPr sz="1800" spc="13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ll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n</a:t>
            </a:r>
            <a:r>
              <a:rPr sz="1800" spc="75" dirty="0">
                <a:solidFill>
                  <a:srgbClr val="FF0000"/>
                </a:solidFill>
                <a:latin typeface="Verdana"/>
                <a:cs typeface="Verdana"/>
              </a:rPr>
              <a:t>g</a:t>
            </a:r>
            <a:r>
              <a:rPr sz="1800" spc="9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29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30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600" spc="-175" dirty="0">
                <a:solidFill>
                  <a:srgbClr val="3F3F3F"/>
                </a:solidFill>
                <a:latin typeface="Verdana"/>
                <a:cs typeface="Verdana"/>
              </a:rPr>
              <a:t>z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195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9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19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2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&gt;"/>
              <a:tabLst>
                <a:tab pos="756920" algn="l"/>
              </a:tabLst>
            </a:pPr>
            <a:r>
              <a:rPr sz="1600" spc="-16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7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210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6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6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6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0" dirty="0">
                <a:solidFill>
                  <a:srgbClr val="3F3F3F"/>
                </a:solidFill>
                <a:latin typeface="Verdana"/>
                <a:cs typeface="Verdana"/>
              </a:rPr>
              <a:t>b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600" spc="19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600" spc="-155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endParaRPr sz="1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4400"/>
            <a:ext cx="2526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R</a:t>
            </a:r>
            <a:r>
              <a:rPr spc="195" dirty="0"/>
              <a:t>e</a:t>
            </a:r>
            <a:r>
              <a:rPr spc="-155" dirty="0"/>
              <a:t>f</a:t>
            </a:r>
            <a:r>
              <a:rPr spc="195" dirty="0"/>
              <a:t>e</a:t>
            </a:r>
            <a:r>
              <a:rPr spc="-459" dirty="0"/>
              <a:t>r</a:t>
            </a:r>
            <a:r>
              <a:rPr spc="195" dirty="0"/>
              <a:t>e</a:t>
            </a:r>
            <a:r>
              <a:rPr spc="-85" dirty="0"/>
              <a:t>n</a:t>
            </a:r>
            <a:r>
              <a:rPr spc="459" dirty="0"/>
              <a:t>c</a:t>
            </a:r>
            <a:r>
              <a:rPr spc="195" dirty="0"/>
              <a:t>e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619206"/>
            <a:ext cx="6224905" cy="2473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24790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5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. 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75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i="1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8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i="1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3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i="1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10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t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7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h 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International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3F3F3F"/>
                </a:solidFill>
                <a:latin typeface="Verdana"/>
                <a:cs typeface="Verdana"/>
              </a:rPr>
              <a:t>Conference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on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Software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Engineering, </a:t>
            </a:r>
            <a:r>
              <a:rPr sz="1800" spc="-6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4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39</a:t>
            </a:r>
            <a:r>
              <a:rPr sz="1800" spc="-210" dirty="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44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9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19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8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  <a:p>
            <a:pPr marL="354965" marR="18542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D.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Binkley,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K.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Gallagher.,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35" dirty="0">
                <a:solidFill>
                  <a:srgbClr val="3F3F3F"/>
                </a:solidFill>
                <a:latin typeface="Verdana"/>
                <a:cs typeface="Verdana"/>
              </a:rPr>
              <a:t>Program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80" dirty="0">
                <a:solidFill>
                  <a:srgbClr val="3F3F3F"/>
                </a:solidFill>
                <a:latin typeface="Verdana"/>
                <a:cs typeface="Verdana"/>
              </a:rPr>
              <a:t>Slicing,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Proc.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85" dirty="0">
                <a:solidFill>
                  <a:srgbClr val="3F3F3F"/>
                </a:solidFill>
                <a:latin typeface="Verdana"/>
                <a:cs typeface="Verdana"/>
              </a:rPr>
              <a:t>In </a:t>
            </a:r>
            <a:r>
              <a:rPr sz="1800" spc="-6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Ad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1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V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4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3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19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9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6.</a:t>
            </a:r>
            <a:endParaRPr sz="1800"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&gt;"/>
              <a:tabLst>
                <a:tab pos="354965" algn="l"/>
                <a:tab pos="355600" algn="l"/>
              </a:tabLst>
            </a:pP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75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30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i="1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8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i="1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-3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li</a:t>
            </a:r>
            <a:r>
              <a:rPr sz="1800" i="1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100" dirty="0">
                <a:solidFill>
                  <a:srgbClr val="3F3F3F"/>
                </a:solidFill>
                <a:latin typeface="Verdana"/>
                <a:cs typeface="Verdana"/>
              </a:rPr>
              <a:t>g</a:t>
            </a:r>
            <a:r>
              <a:rPr sz="1800" i="1" spc="-32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M</a:t>
            </a:r>
            <a:r>
              <a:rPr sz="1800" i="1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i="1" spc="-10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i="1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i="1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75" dirty="0">
                <a:solidFill>
                  <a:srgbClr val="3F3F3F"/>
                </a:solidFill>
                <a:latin typeface="Verdana"/>
                <a:cs typeface="Verdana"/>
              </a:rPr>
              <a:t>d  </a:t>
            </a:r>
            <a:r>
              <a:rPr sz="1800" i="1" spc="100" dirty="0">
                <a:solidFill>
                  <a:srgbClr val="3F3F3F"/>
                </a:solidFill>
                <a:latin typeface="Verdana"/>
                <a:cs typeface="Verdana"/>
              </a:rPr>
              <a:t>App</a:t>
            </a:r>
            <a:r>
              <a:rPr sz="1800" i="1" spc="-140" dirty="0">
                <a:solidFill>
                  <a:srgbClr val="3F3F3F"/>
                </a:solidFill>
                <a:latin typeface="Verdana"/>
                <a:cs typeface="Verdana"/>
              </a:rPr>
              <a:t>l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210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i="1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i="1" spc="-8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1800" i="1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i="1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i="1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i="1" spc="-254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i="1" spc="-160" dirty="0">
                <a:solidFill>
                  <a:srgbClr val="3F3F3F"/>
                </a:solidFill>
                <a:latin typeface="Verdana"/>
                <a:cs typeface="Verdana"/>
              </a:rPr>
              <a:t>,</a:t>
            </a:r>
            <a:r>
              <a:rPr sz="1800" i="1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3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7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w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05" dirty="0">
                <a:solidFill>
                  <a:srgbClr val="3F3F3F"/>
                </a:solidFill>
                <a:latin typeface="Verdana"/>
                <a:cs typeface="Verdana"/>
              </a:rPr>
              <a:t>p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1800" spc="-235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1800" spc="229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15" dirty="0">
                <a:solidFill>
                  <a:srgbClr val="3F3F3F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d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1800" spc="13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ly</a:t>
            </a:r>
            <a:r>
              <a:rPr sz="1800" spc="-240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i</a:t>
            </a: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s 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Manipulation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(SCAM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2001)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74382" y="1106447"/>
            <a:ext cx="599321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0645">
              <a:lnSpc>
                <a:spcPct val="100000"/>
              </a:lnSpc>
              <a:spcBef>
                <a:spcPts val="100"/>
              </a:spcBef>
            </a:pPr>
            <a:r>
              <a:rPr spc="295" dirty="0">
                <a:solidFill>
                  <a:schemeClr val="accent1">
                    <a:lumMod val="50000"/>
                  </a:schemeClr>
                </a:solidFill>
              </a:rPr>
              <a:t>Q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</a:rPr>
              <a:t>u</a:t>
            </a:r>
            <a:r>
              <a:rPr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-509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spc="-200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spc="-275" dirty="0">
                <a:solidFill>
                  <a:schemeClr val="accent1">
                    <a:lumMod val="50000"/>
                  </a:schemeClr>
                </a:solidFill>
              </a:rPr>
              <a:t>i</a:t>
            </a:r>
            <a:r>
              <a:rPr spc="185" dirty="0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pc="-26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105" dirty="0">
                <a:solidFill>
                  <a:schemeClr val="accent1">
                    <a:lumMod val="50000"/>
                  </a:schemeClr>
                </a:solidFill>
              </a:rPr>
              <a:t>&amp;</a:t>
            </a:r>
            <a:r>
              <a:rPr spc="-25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200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spc="-85" dirty="0">
                <a:solidFill>
                  <a:schemeClr val="accent1">
                    <a:lumMod val="50000"/>
                  </a:schemeClr>
                </a:solidFill>
              </a:rPr>
              <a:t>n</a:t>
            </a:r>
            <a:r>
              <a:rPr spc="-475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spc="40" dirty="0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spc="195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spc="-455" dirty="0">
                <a:solidFill>
                  <a:schemeClr val="accent1">
                    <a:lumMod val="50000"/>
                  </a:schemeClr>
                </a:solidFill>
              </a:rPr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9418" y="3542725"/>
            <a:ext cx="365442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800100" marR="5080" indent="-788035">
              <a:lnSpc>
                <a:spcPts val="4320"/>
              </a:lnSpc>
              <a:spcBef>
                <a:spcPts val="640"/>
              </a:spcBef>
            </a:pPr>
            <a:r>
              <a:rPr sz="4000" spc="-750" dirty="0">
                <a:solidFill>
                  <a:srgbClr val="3F3F3F"/>
                </a:solidFill>
                <a:latin typeface="Verdana"/>
                <a:cs typeface="Verdana"/>
              </a:rPr>
              <a:t>T</a:t>
            </a:r>
            <a:r>
              <a:rPr sz="4000" spc="-95" dirty="0">
                <a:solidFill>
                  <a:srgbClr val="3F3F3F"/>
                </a:solidFill>
                <a:latin typeface="Verdana"/>
                <a:cs typeface="Verdana"/>
              </a:rPr>
              <a:t>h</a:t>
            </a:r>
            <a:r>
              <a:rPr sz="4000" spc="31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4000" spc="-95" dirty="0">
                <a:solidFill>
                  <a:srgbClr val="3F3F3F"/>
                </a:solidFill>
                <a:latin typeface="Verdana"/>
                <a:cs typeface="Verdana"/>
              </a:rPr>
              <a:t>n</a:t>
            </a:r>
            <a:r>
              <a:rPr sz="4000" spc="-375" dirty="0">
                <a:solidFill>
                  <a:srgbClr val="3F3F3F"/>
                </a:solidFill>
                <a:latin typeface="Verdana"/>
                <a:cs typeface="Verdana"/>
              </a:rPr>
              <a:t>k</a:t>
            </a:r>
            <a:r>
              <a:rPr sz="4000" spc="-535" dirty="0">
                <a:solidFill>
                  <a:srgbClr val="3F3F3F"/>
                </a:solidFill>
                <a:latin typeface="Verdana"/>
                <a:cs typeface="Verdana"/>
              </a:rPr>
              <a:t>s</a:t>
            </a:r>
            <a:r>
              <a:rPr sz="4000" spc="-2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4000" spc="-135" dirty="0">
                <a:solidFill>
                  <a:srgbClr val="3F3F3F"/>
                </a:solidFill>
                <a:latin typeface="Verdana"/>
                <a:cs typeface="Verdana"/>
              </a:rPr>
              <a:t>f</a:t>
            </a:r>
            <a:r>
              <a:rPr sz="4000" spc="16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4000" spc="-509" dirty="0">
                <a:solidFill>
                  <a:srgbClr val="3F3F3F"/>
                </a:solidFill>
                <a:latin typeface="Verdana"/>
                <a:cs typeface="Verdana"/>
              </a:rPr>
              <a:t>r</a:t>
            </a:r>
            <a:r>
              <a:rPr sz="4000" spc="-2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4000" spc="-210" dirty="0">
                <a:solidFill>
                  <a:srgbClr val="3F3F3F"/>
                </a:solidFill>
                <a:latin typeface="Verdana"/>
                <a:cs typeface="Verdana"/>
              </a:rPr>
              <a:t>y</a:t>
            </a:r>
            <a:r>
              <a:rPr sz="4000" spc="165" dirty="0">
                <a:solidFill>
                  <a:srgbClr val="3F3F3F"/>
                </a:solidFill>
                <a:latin typeface="Verdana"/>
                <a:cs typeface="Verdana"/>
              </a:rPr>
              <a:t>o</a:t>
            </a:r>
            <a:r>
              <a:rPr sz="4000" spc="-100" dirty="0">
                <a:solidFill>
                  <a:srgbClr val="3F3F3F"/>
                </a:solidFill>
                <a:latin typeface="Verdana"/>
                <a:cs typeface="Verdana"/>
              </a:rPr>
              <a:t>u</a:t>
            </a:r>
            <a:r>
              <a:rPr sz="4000" spc="-450" dirty="0">
                <a:solidFill>
                  <a:srgbClr val="3F3F3F"/>
                </a:solidFill>
                <a:latin typeface="Verdana"/>
                <a:cs typeface="Verdana"/>
              </a:rPr>
              <a:t>r  </a:t>
            </a:r>
            <a:r>
              <a:rPr sz="4000" spc="-90" dirty="0">
                <a:solidFill>
                  <a:srgbClr val="3F3F3F"/>
                </a:solidFill>
                <a:latin typeface="Verdana"/>
                <a:cs typeface="Verdana"/>
              </a:rPr>
              <a:t>attention!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0546" y="1279651"/>
            <a:ext cx="203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3F3F3F"/>
                </a:solidFill>
                <a:latin typeface="Corbel"/>
                <a:cs typeface="Corbel"/>
              </a:rPr>
              <a:t>3</a:t>
            </a:r>
            <a:r>
              <a:rPr sz="1600" spc="-5" dirty="0">
                <a:solidFill>
                  <a:srgbClr val="3F3F3F"/>
                </a:solidFill>
                <a:latin typeface="Corbel"/>
                <a:cs typeface="Corbel"/>
              </a:rPr>
              <a:t>7</a:t>
            </a:r>
            <a:endParaRPr sz="1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Lecture-1-SRE-Intro</Template>
  <TotalTime>239</TotalTime>
  <Words>1432</Words>
  <Application>Microsoft Office PowerPoint</Application>
  <PresentationFormat>Custom</PresentationFormat>
  <Paragraphs>286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Arial MT</vt:lpstr>
      <vt:lpstr>Calibri</vt:lpstr>
      <vt:lpstr>Calibri Light</vt:lpstr>
      <vt:lpstr>Corbel</vt:lpstr>
      <vt:lpstr>Courier New</vt:lpstr>
      <vt:lpstr>Georgia</vt:lpstr>
      <vt:lpstr>Times New Roman</vt:lpstr>
      <vt:lpstr>Trebuchet MS</vt:lpstr>
      <vt:lpstr>Verdana</vt:lpstr>
      <vt:lpstr>Wingdings</vt:lpstr>
      <vt:lpstr>Office Theme</vt:lpstr>
      <vt:lpstr>PowerPoint Presentation</vt:lpstr>
      <vt:lpstr>Contents</vt:lpstr>
      <vt:lpstr>Introduction [1/3]</vt:lpstr>
      <vt:lpstr>Introduction [2/3]</vt:lpstr>
      <vt:lpstr>Introduction [3/3]</vt:lpstr>
      <vt:lpstr>What is program slicing? [1/3]</vt:lpstr>
      <vt:lpstr>What is program slicing? [2/3]</vt:lpstr>
      <vt:lpstr>Principle of dependences</vt:lpstr>
      <vt:lpstr>Example of program slicing</vt:lpstr>
      <vt:lpstr>Variants of program slicing</vt:lpstr>
      <vt:lpstr>Variants of program slicing Static slices [1/3]</vt:lpstr>
      <vt:lpstr>Variants of program slicing Static slices [2/3]</vt:lpstr>
      <vt:lpstr>Variants of program slicing Static slices [3/3]</vt:lpstr>
      <vt:lpstr>Recall: control flow graph (CFG)</vt:lpstr>
      <vt:lpstr>Recall: program dependence  graphs (PDG)</vt:lpstr>
      <vt:lpstr>Static slices example</vt:lpstr>
      <vt:lpstr>PDG of previous static slice example</vt:lpstr>
      <vt:lpstr>Variants of program slicing Dynamic slices</vt:lpstr>
      <vt:lpstr>Example of dynamic slices</vt:lpstr>
      <vt:lpstr>Variants of program slicing Conditioned Slices</vt:lpstr>
      <vt:lpstr>Example of conditioned slice</vt:lpstr>
      <vt:lpstr>Slicing classifications</vt:lpstr>
      <vt:lpstr>Slicing classifications</vt:lpstr>
      <vt:lpstr>Slicing classifications Direction of slicing</vt:lpstr>
      <vt:lpstr>Example of backward slicing</vt:lpstr>
      <vt:lpstr>Slicing classifications Direction of slicing</vt:lpstr>
      <vt:lpstr>Example of forward static  slicing</vt:lpstr>
      <vt:lpstr>Applications of program  slices [1/2]</vt:lpstr>
      <vt:lpstr>Applications of program  slices [2/2]</vt:lpstr>
      <vt:lpstr>Program slicing matrices</vt:lpstr>
      <vt:lpstr>Program slicing tools</vt:lpstr>
      <vt:lpstr>Current and future  challenges</vt:lpstr>
      <vt:lpstr>References</vt:lpstr>
      <vt:lpstr>Question &amp;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week 10 - SReeng [Compatibility Mode]</dc:title>
  <dc:creator>Shumaila Iqbal</dc:creator>
  <cp:lastModifiedBy>Admin</cp:lastModifiedBy>
  <cp:revision>45</cp:revision>
  <dcterms:created xsi:type="dcterms:W3CDTF">2022-05-26T02:53:02Z</dcterms:created>
  <dcterms:modified xsi:type="dcterms:W3CDTF">2025-05-14T09:19:16Z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2021-12-22T00:00:00Z</vt:filetime>
  </property>
  <property fmtid="{D5CDD505-2E9C-101B-9397-08002B2CF9AE}" pid="3" name="LastSaved">
    <vt:filetime>2022-05-26T00:00:00Z</vt:filetime>
  </property>
</Properties>
</file>