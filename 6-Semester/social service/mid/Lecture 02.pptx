
<file path=[Content_Types].xml><?xml version="1.0" encoding="utf-8"?>
<Types xmlns="http://schemas.openxmlformats.org/package/2006/content-types">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autoCompressPictures="0">
  <p:sldMasterIdLst>
    <p:sldMasterId id="2147483648" r:id="rId4"/>
  </p:sldMasterIdLst>
  <p:notesMasterIdLst>
    <p:notesMasterId r:id="rId20"/>
  </p:notesMasterIdLst>
  <p:sldIdLst>
    <p:sldId id="291" r:id="rId5"/>
    <p:sldId id="323" r:id="rId6"/>
    <p:sldId id="306" r:id="rId7"/>
    <p:sldId id="307" r:id="rId8"/>
    <p:sldId id="315" r:id="rId9"/>
    <p:sldId id="316" r:id="rId10"/>
    <p:sldId id="317" r:id="rId11"/>
    <p:sldId id="310" r:id="rId12"/>
    <p:sldId id="319" r:id="rId13"/>
    <p:sldId id="320" r:id="rId14"/>
    <p:sldId id="325" r:id="rId15"/>
    <p:sldId id="322" r:id="rId16"/>
    <p:sldId id="321" r:id="rId17"/>
    <p:sldId id="324" r:id="rId18"/>
    <p:sldId id="304"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208" userDrawn="1">
          <p15:clr>
            <a:srgbClr val="A4A3A4"/>
          </p15:clr>
        </p15:guide>
        <p15:guide id="2" pos="3840" userDrawn="1">
          <p15:clr>
            <a:srgbClr val="A4A3A4"/>
          </p15:clr>
        </p15:guide>
        <p15:guide id="3" pos="360" userDrawn="1">
          <p15:clr>
            <a:srgbClr val="A4A3A4"/>
          </p15:clr>
        </p15:guide>
        <p15:guide id="4" pos="7320" userDrawn="1">
          <p15:clr>
            <a:srgbClr val="A4A3A4"/>
          </p15:clr>
        </p15:guide>
        <p15:guide id="5" orient="horz" pos="648" userDrawn="1">
          <p15:clr>
            <a:srgbClr val="A4A3A4"/>
          </p15:clr>
        </p15:guide>
        <p15:guide id="6" orient="horz" pos="1296" userDrawn="1">
          <p15:clr>
            <a:srgbClr val="A4A3A4"/>
          </p15:clr>
        </p15:guide>
        <p15:guide id="7" orient="horz" pos="3408" userDrawn="1">
          <p15:clr>
            <a:srgbClr val="A4A3A4"/>
          </p15:clr>
        </p15:guide>
        <p15:guide id="8" orient="horz" pos="3600" userDrawn="1">
          <p15:clr>
            <a:srgbClr val="A4A3A4"/>
          </p15:clr>
        </p15:guide>
        <p15:guide id="9" orient="horz" pos="2352" userDrawn="1">
          <p15:clr>
            <a:srgbClr val="A4A3A4"/>
          </p15:clr>
        </p15:guide>
        <p15:guide id="10" orient="horz" pos="3936" userDrawn="1">
          <p15:clr>
            <a:srgbClr val="A4A3A4"/>
          </p15:clr>
        </p15:guide>
        <p15:guide id="11" orient="horz" pos="4080" userDrawn="1">
          <p15:clr>
            <a:srgbClr val="A4A3A4"/>
          </p15:clr>
        </p15:guide>
        <p15:guide id="12" orient="horz" pos="1128" userDrawn="1">
          <p15:clr>
            <a:srgbClr val="A4A3A4"/>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Author" initials="A" userId="Author"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5F2EB"/>
    <a:srgbClr val="F4F5E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72833802-FEF1-4C79-8D5D-14CF1EAF98D9}" styleName="Light Style 2 - Accent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F2DE63D5-997A-4646-A377-4702673A728D}" styleName="Light Style 2 - Accent 3">
    <a:wholeTbl>
      <a:tcTxStyle>
        <a:fontRef idx="minor">
          <a:scrgbClr r="0" g="0" b="0"/>
        </a:fontRef>
        <a:schemeClr val="tx1"/>
      </a:tcTxStyle>
      <a:tcStyle>
        <a:tcBdr>
          <a:left>
            <a:lnRef idx="1">
              <a:schemeClr val="accent3"/>
            </a:lnRef>
          </a:left>
          <a:right>
            <a:lnRef idx="1">
              <a:schemeClr val="accent3"/>
            </a:lnRef>
          </a:right>
          <a:top>
            <a:lnRef idx="1">
              <a:schemeClr val="accent3"/>
            </a:lnRef>
          </a:top>
          <a:bottom>
            <a:lnRef idx="1">
              <a:schemeClr val="accent3"/>
            </a:lnRef>
          </a:bottom>
          <a:insideH>
            <a:ln>
              <a:noFill/>
            </a:ln>
          </a:insideH>
          <a:insideV>
            <a:ln>
              <a:noFill/>
            </a:ln>
          </a:insideV>
        </a:tcBdr>
        <a:fill>
          <a:noFill/>
        </a:fill>
      </a:tcStyle>
    </a:wholeTbl>
    <a:band1H>
      <a:tcStyle>
        <a:tcBdr>
          <a:top>
            <a:lnRef idx="1">
              <a:schemeClr val="accent3"/>
            </a:lnRef>
          </a:top>
          <a:bottom>
            <a:lnRef idx="1">
              <a:schemeClr val="accent3"/>
            </a:lnRef>
          </a:bottom>
        </a:tcBdr>
      </a:tcStyle>
    </a:band1H>
    <a:band1V>
      <a:tcStyle>
        <a:tcBdr>
          <a:left>
            <a:lnRef idx="1">
              <a:schemeClr val="accent3"/>
            </a:lnRef>
          </a:left>
          <a:right>
            <a:lnRef idx="1">
              <a:schemeClr val="accent3"/>
            </a:lnRef>
          </a:right>
        </a:tcBdr>
      </a:tcStyle>
    </a:band1V>
    <a:band2V>
      <a:tcStyle>
        <a:tcBdr>
          <a:left>
            <a:lnRef idx="1">
              <a:schemeClr val="accent3"/>
            </a:lnRef>
          </a:left>
          <a:right>
            <a:lnRef idx="1">
              <a:schemeClr val="accent3"/>
            </a:lnRef>
          </a:right>
        </a:tcBdr>
      </a:tcStyle>
    </a:band2V>
    <a:lastCol>
      <a:tcTxStyle b="on"/>
      <a:tcStyle>
        <a:tcBdr/>
      </a:tcStyle>
    </a:lastCol>
    <a:firstCol>
      <a:tcTxStyle b="on"/>
      <a:tcStyle>
        <a:tcBdr/>
      </a:tcStyle>
    </a:firstCol>
    <a:lastRow>
      <a:tcTxStyle b="on"/>
      <a:tcStyle>
        <a:tcBdr>
          <a:top>
            <a:ln w="50800" cmpd="dbl">
              <a:solidFill>
                <a:schemeClr val="accent3"/>
              </a:solidFill>
            </a:ln>
          </a:top>
        </a:tcBdr>
      </a:tcStyle>
    </a:lastRow>
    <a:firstRow>
      <a:tcTxStyle b="on">
        <a:fontRef idx="minor">
          <a:scrgbClr r="0" g="0" b="0"/>
        </a:fontRef>
        <a:schemeClr val="bg1"/>
      </a:tcTxStyle>
      <a:tcStyle>
        <a:tcBdr/>
        <a:fillRef idx="1">
          <a:schemeClr val="accent3"/>
        </a:fillRef>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EB344D84-9AFB-497E-A393-DC336BA19D2E}" styleName="Medium Style 3 - Accent 3">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3"/>
          </a:solidFill>
        </a:fill>
      </a:tcStyle>
    </a:lastCol>
    <a:firstCol>
      <a:tcTxStyle b="on">
        <a:fontRef idx="minor">
          <a:scrgbClr r="0" g="0" b="0"/>
        </a:fontRef>
        <a:schemeClr val="lt1"/>
      </a:tcTxStyle>
      <a:tcStyle>
        <a:tcBdr/>
        <a:fill>
          <a:solidFill>
            <a:schemeClr val="accent3"/>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3"/>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0660B408-B3CF-4A94-85FC-2B1E0A45F4A2}" styleName="Dark Style 2 - Accent 1/Accent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46F890A9-2807-4EBB-B81D-B2AA78EC7F39}" styleName="Dark Style 2 - Accent 5/Accent 6">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5">
              <a:tint val="20000"/>
            </a:schemeClr>
          </a:solidFill>
        </a:fill>
      </a:tcStyle>
    </a:wholeTbl>
    <a:band1H>
      <a:tcStyle>
        <a:tcBdr/>
        <a:fill>
          <a:solidFill>
            <a:schemeClr val="accent5">
              <a:tint val="40000"/>
            </a:schemeClr>
          </a:solidFill>
        </a:fill>
      </a:tcStyle>
    </a:band1H>
    <a:band1V>
      <a:tcStyle>
        <a:tcBdr/>
        <a:fill>
          <a:solidFill>
            <a:schemeClr val="accent5">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5">
              <a:tint val="20000"/>
            </a:schemeClr>
          </a:solidFill>
        </a:fill>
      </a:tcStyle>
    </a:lastRow>
    <a:firstRow>
      <a:tcTxStyle b="on">
        <a:fontRef idx="minor">
          <a:scrgbClr r="0" g="0" b="0"/>
        </a:fontRef>
        <a:schemeClr val="lt1"/>
      </a:tcTxStyle>
      <a:tcStyle>
        <a:tcBdr/>
        <a:fill>
          <a:solidFill>
            <a:schemeClr val="accent6"/>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4995" autoAdjust="0"/>
    <p:restoredTop sz="94830"/>
  </p:normalViewPr>
  <p:slideViewPr>
    <p:cSldViewPr snapToGrid="0" showGuides="1">
      <p:cViewPr varScale="1">
        <p:scale>
          <a:sx n="85" d="100"/>
          <a:sy n="85" d="100"/>
        </p:scale>
        <p:origin x="590" y="62"/>
      </p:cViewPr>
      <p:guideLst>
        <p:guide orient="horz" pos="2208"/>
        <p:guide pos="3840"/>
        <p:guide pos="360"/>
        <p:guide pos="7320"/>
        <p:guide orient="horz" pos="648"/>
        <p:guide orient="horz" pos="1296"/>
        <p:guide orient="horz" pos="3408"/>
        <p:guide orient="horz" pos="3600"/>
        <p:guide orient="horz" pos="2352"/>
        <p:guide orient="horz" pos="3936"/>
        <p:guide orient="horz" pos="4080"/>
        <p:guide orient="horz" pos="1128"/>
      </p:guideLst>
    </p:cSldViewPr>
  </p:slideViewPr>
  <p:outlineViewPr>
    <p:cViewPr>
      <p:scale>
        <a:sx n="33" d="100"/>
        <a:sy n="33" d="100"/>
      </p:scale>
      <p:origin x="0" y="0"/>
    </p:cViewPr>
  </p:outlineViewPr>
  <p:notesTextViewPr>
    <p:cViewPr>
      <p:scale>
        <a:sx n="55" d="100"/>
        <a:sy n="55"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8/10/relationships/authors" Target="author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FE87914-B979-D441-9584-07C203378D42}" type="datetimeFigureOut">
              <a:rPr lang="en-US" smtClean="0"/>
              <a:t>10/23/2024</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A38216B-BE00-0B44-858C-A4D22CFBA301}" type="slidenum">
              <a:rPr lang="en-US" smtClean="0"/>
              <a:t>‹#›</a:t>
            </a:fld>
            <a:endParaRPr lang="en-US" dirty="0"/>
          </a:p>
        </p:txBody>
      </p:sp>
    </p:spTree>
    <p:extLst>
      <p:ext uri="{BB962C8B-B14F-4D97-AF65-F5344CB8AC3E}">
        <p14:creationId xmlns:p14="http://schemas.microsoft.com/office/powerpoint/2010/main" val="37955524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sp>
        <p:nvSpPr>
          <p:cNvPr id="11" name="Rounded Rectangle 8">
            <a:extLst>
              <a:ext uri="{FF2B5EF4-FFF2-40B4-BE49-F238E27FC236}">
                <a16:creationId xmlns:a16="http://schemas.microsoft.com/office/drawing/2014/main" id="{DCE22C9A-30B6-12EB-423C-34454BE2D734}"/>
              </a:ext>
            </a:extLst>
          </p:cNvPr>
          <p:cNvSpPr/>
          <p:nvPr userDrawn="1"/>
        </p:nvSpPr>
        <p:spPr>
          <a:xfrm rot="16200000">
            <a:off x="3838487" y="-1434547"/>
            <a:ext cx="4515026" cy="9727095"/>
          </a:xfrm>
          <a:prstGeom prst="roundRect">
            <a:avLst>
              <a:gd name="adj" fmla="val 50000"/>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sp>
        <p:nvSpPr>
          <p:cNvPr id="10" name="Picture Placeholder 9">
            <a:extLst>
              <a:ext uri="{FF2B5EF4-FFF2-40B4-BE49-F238E27FC236}">
                <a16:creationId xmlns:a16="http://schemas.microsoft.com/office/drawing/2014/main" id="{E99FF514-642F-4BAD-3895-ABFCE02A75A1}"/>
              </a:ext>
            </a:extLst>
          </p:cNvPr>
          <p:cNvSpPr>
            <a:spLocks noGrp="1"/>
          </p:cNvSpPr>
          <p:nvPr>
            <p:ph type="pic" sz="quarter" idx="10"/>
          </p:nvPr>
        </p:nvSpPr>
        <p:spPr>
          <a:xfrm>
            <a:off x="0" y="0"/>
            <a:ext cx="12191999" cy="6857999"/>
          </a:xfrm>
          <a:custGeom>
            <a:avLst/>
            <a:gdLst>
              <a:gd name="connsiteX0" fmla="*/ 3489966 w 12191999"/>
              <a:gd name="connsiteY0" fmla="*/ 1171488 h 6857999"/>
              <a:gd name="connsiteX1" fmla="*/ 1232453 w 12191999"/>
              <a:gd name="connsiteY1" fmla="*/ 3429001 h 6857999"/>
              <a:gd name="connsiteX2" fmla="*/ 3489966 w 12191999"/>
              <a:gd name="connsiteY2" fmla="*/ 5686514 h 6857999"/>
              <a:gd name="connsiteX3" fmla="*/ 8702034 w 12191999"/>
              <a:gd name="connsiteY3" fmla="*/ 5686514 h 6857999"/>
              <a:gd name="connsiteX4" fmla="*/ 10959548 w 12191999"/>
              <a:gd name="connsiteY4" fmla="*/ 3429001 h 6857999"/>
              <a:gd name="connsiteX5" fmla="*/ 8702034 w 12191999"/>
              <a:gd name="connsiteY5" fmla="*/ 1171488 h 6857999"/>
              <a:gd name="connsiteX6" fmla="*/ 0 w 12191999"/>
              <a:gd name="connsiteY6" fmla="*/ 0 h 6857999"/>
              <a:gd name="connsiteX7" fmla="*/ 12191999 w 12191999"/>
              <a:gd name="connsiteY7" fmla="*/ 0 h 6857999"/>
              <a:gd name="connsiteX8" fmla="*/ 12191999 w 12191999"/>
              <a:gd name="connsiteY8" fmla="*/ 6857999 h 6857999"/>
              <a:gd name="connsiteX9" fmla="*/ 0 w 12191999"/>
              <a:gd name="connsiteY9"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2191999" h="6857999">
                <a:moveTo>
                  <a:pt x="3489966" y="1171488"/>
                </a:moveTo>
                <a:cubicBezTo>
                  <a:pt x="2243176" y="1171488"/>
                  <a:pt x="1232453" y="2182211"/>
                  <a:pt x="1232453" y="3429001"/>
                </a:cubicBezTo>
                <a:cubicBezTo>
                  <a:pt x="1232453" y="4675791"/>
                  <a:pt x="2243176" y="5686514"/>
                  <a:pt x="3489966" y="5686514"/>
                </a:cubicBezTo>
                <a:lnTo>
                  <a:pt x="8702034" y="5686514"/>
                </a:lnTo>
                <a:cubicBezTo>
                  <a:pt x="9948824" y="5686514"/>
                  <a:pt x="10959548" y="4675791"/>
                  <a:pt x="10959548" y="3429001"/>
                </a:cubicBezTo>
                <a:cubicBezTo>
                  <a:pt x="10959548" y="2182211"/>
                  <a:pt x="9948824" y="1171488"/>
                  <a:pt x="8702034" y="1171488"/>
                </a:cubicBezTo>
                <a:close/>
                <a:moveTo>
                  <a:pt x="0" y="0"/>
                </a:moveTo>
                <a:lnTo>
                  <a:pt x="12191999" y="0"/>
                </a:lnTo>
                <a:lnTo>
                  <a:pt x="12191999" y="6857999"/>
                </a:lnTo>
                <a:lnTo>
                  <a:pt x="0" y="6857999"/>
                </a:lnTo>
                <a:close/>
              </a:path>
            </a:pathLst>
          </a:custGeom>
        </p:spPr>
        <p:txBody>
          <a:bodyPr wrap="square">
            <a:noAutofit/>
          </a:bodyPr>
          <a:lstStyle>
            <a:lvl1pPr marL="0" indent="0"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98D42636-F625-5B2A-E7CC-9D70418A2BFC}"/>
              </a:ext>
            </a:extLst>
          </p:cNvPr>
          <p:cNvSpPr>
            <a:spLocks noGrp="1"/>
          </p:cNvSpPr>
          <p:nvPr>
            <p:ph type="ctrTitle"/>
          </p:nvPr>
        </p:nvSpPr>
        <p:spPr>
          <a:xfrm>
            <a:off x="2075688" y="2724912"/>
            <a:ext cx="8037576" cy="932688"/>
          </a:xfrm>
        </p:spPr>
        <p:txBody>
          <a:bodyPr anchor="b">
            <a:noAutofit/>
          </a:bodyPr>
          <a:lstStyle>
            <a:lvl1pPr algn="ctr">
              <a:defRPr sz="5400"/>
            </a:lvl1pPr>
          </a:lstStyle>
          <a:p>
            <a:r>
              <a:rPr lang="en-US"/>
              <a:t>Click to edit Master title style</a:t>
            </a:r>
            <a:endParaRPr lang="en-US" dirty="0"/>
          </a:p>
        </p:txBody>
      </p:sp>
      <p:sp>
        <p:nvSpPr>
          <p:cNvPr id="6" name="Rounded Rectangle 10">
            <a:extLst>
              <a:ext uri="{FF2B5EF4-FFF2-40B4-BE49-F238E27FC236}">
                <a16:creationId xmlns:a16="http://schemas.microsoft.com/office/drawing/2014/main" id="{C8CEB3A4-8583-3114-2BDD-D7AE1CABCD1D}"/>
              </a:ext>
            </a:extLst>
          </p:cNvPr>
          <p:cNvSpPr/>
          <p:nvPr userDrawn="1"/>
        </p:nvSpPr>
        <p:spPr>
          <a:xfrm rot="16200000">
            <a:off x="4177443" y="-1088756"/>
            <a:ext cx="3837115" cy="9035512"/>
          </a:xfrm>
          <a:prstGeom prst="roundRect">
            <a:avLst>
              <a:gd name="adj" fmla="val 50000"/>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dirty="0"/>
          </a:p>
        </p:txBody>
      </p:sp>
      <p:cxnSp>
        <p:nvCxnSpPr>
          <p:cNvPr id="7" name="Straight Connector 6">
            <a:extLst>
              <a:ext uri="{FF2B5EF4-FFF2-40B4-BE49-F238E27FC236}">
                <a16:creationId xmlns:a16="http://schemas.microsoft.com/office/drawing/2014/main" id="{40379338-7AB7-4007-F741-779D078C8084}"/>
              </a:ext>
            </a:extLst>
          </p:cNvPr>
          <p:cNvCxnSpPr>
            <a:cxnSpLocks/>
          </p:cNvCxnSpPr>
          <p:nvPr userDrawn="1"/>
        </p:nvCxnSpPr>
        <p:spPr>
          <a:xfrm>
            <a:off x="2607501" y="4008970"/>
            <a:ext cx="6976997"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Subtitle 2">
            <a:extLst>
              <a:ext uri="{FF2B5EF4-FFF2-40B4-BE49-F238E27FC236}">
                <a16:creationId xmlns:a16="http://schemas.microsoft.com/office/drawing/2014/main" id="{7F2BA890-FB69-E772-1383-035C2A82316A}"/>
              </a:ext>
            </a:extLst>
          </p:cNvPr>
          <p:cNvSpPr>
            <a:spLocks noGrp="1"/>
          </p:cNvSpPr>
          <p:nvPr>
            <p:ph type="subTitle" idx="1"/>
          </p:nvPr>
        </p:nvSpPr>
        <p:spPr>
          <a:xfrm>
            <a:off x="4453128" y="3831336"/>
            <a:ext cx="3291840" cy="521208"/>
          </a:xfrm>
          <a:solidFill>
            <a:schemeClr val="accent4"/>
          </a:solidFill>
        </p:spPr>
        <p:txBody>
          <a:bodyPr>
            <a:noAutofit/>
          </a:bodyPr>
          <a:lstStyle>
            <a:lvl1pPr marL="0" indent="0" algn="ctr">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41508008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Agenda">
    <p:spTree>
      <p:nvGrpSpPr>
        <p:cNvPr id="1" name=""/>
        <p:cNvGrpSpPr/>
        <p:nvPr/>
      </p:nvGrpSpPr>
      <p:grpSpPr>
        <a:xfrm>
          <a:off x="0" y="0"/>
          <a:ext cx="0" cy="0"/>
          <a:chOff x="0" y="0"/>
          <a:chExt cx="0" cy="0"/>
        </a:xfrm>
      </p:grpSpPr>
      <p:cxnSp>
        <p:nvCxnSpPr>
          <p:cNvPr id="9" name="Straight Connector 8">
            <a:extLst>
              <a:ext uri="{FF2B5EF4-FFF2-40B4-BE49-F238E27FC236}">
                <a16:creationId xmlns:a16="http://schemas.microsoft.com/office/drawing/2014/main" id="{4347D526-6C79-0B4E-D82A-9865604769EC}"/>
              </a:ext>
            </a:extLst>
          </p:cNvPr>
          <p:cNvCxnSpPr>
            <a:cxnSpLocks/>
          </p:cNvCxnSpPr>
          <p:nvPr userDrawn="1"/>
        </p:nvCxnSpPr>
        <p:spPr>
          <a:xfrm>
            <a:off x="1237131" y="6370228"/>
            <a:ext cx="714127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16" name="Picture Placeholder 15">
            <a:extLst>
              <a:ext uri="{FF2B5EF4-FFF2-40B4-BE49-F238E27FC236}">
                <a16:creationId xmlns:a16="http://schemas.microsoft.com/office/drawing/2014/main" id="{334498E8-D393-DD42-8C26-6F1324753EB7}"/>
              </a:ext>
            </a:extLst>
          </p:cNvPr>
          <p:cNvSpPr>
            <a:spLocks noGrp="1"/>
          </p:cNvSpPr>
          <p:nvPr>
            <p:ph type="pic" sz="quarter" idx="11"/>
          </p:nvPr>
        </p:nvSpPr>
        <p:spPr>
          <a:xfrm>
            <a:off x="8551212" y="0"/>
            <a:ext cx="3640787" cy="6857999"/>
          </a:xfrm>
          <a:custGeom>
            <a:avLst/>
            <a:gdLst>
              <a:gd name="connsiteX0" fmla="*/ 0 w 3640787"/>
              <a:gd name="connsiteY0" fmla="*/ 0 h 6857999"/>
              <a:gd name="connsiteX1" fmla="*/ 3640787 w 3640787"/>
              <a:gd name="connsiteY1" fmla="*/ 0 h 6857999"/>
              <a:gd name="connsiteX2" fmla="*/ 3640787 w 3640787"/>
              <a:gd name="connsiteY2" fmla="*/ 6857999 h 6857999"/>
              <a:gd name="connsiteX3" fmla="*/ 0 w 3640787"/>
              <a:gd name="connsiteY3" fmla="*/ 6857999 h 6857999"/>
              <a:gd name="connsiteX4" fmla="*/ 0 w 3640787"/>
              <a:gd name="connsiteY4" fmla="*/ 6593822 h 6857999"/>
              <a:gd name="connsiteX5" fmla="*/ 153762 w 3640787"/>
              <a:gd name="connsiteY5" fmla="*/ 6586057 h 6857999"/>
              <a:gd name="connsiteX6" fmla="*/ 1722385 w 3640787"/>
              <a:gd name="connsiteY6" fmla="*/ 4847806 h 6857999"/>
              <a:gd name="connsiteX7" fmla="*/ 153762 w 3640787"/>
              <a:gd name="connsiteY7" fmla="*/ 3109555 h 6857999"/>
              <a:gd name="connsiteX8" fmla="*/ 0 w 3640787"/>
              <a:gd name="connsiteY8" fmla="*/ 3101791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640787" h="6857999">
                <a:moveTo>
                  <a:pt x="0" y="0"/>
                </a:moveTo>
                <a:lnTo>
                  <a:pt x="3640787" y="0"/>
                </a:lnTo>
                <a:lnTo>
                  <a:pt x="3640787" y="6857999"/>
                </a:lnTo>
                <a:lnTo>
                  <a:pt x="0" y="6857999"/>
                </a:lnTo>
                <a:lnTo>
                  <a:pt x="0" y="6593822"/>
                </a:lnTo>
                <a:lnTo>
                  <a:pt x="153762" y="6586057"/>
                </a:lnTo>
                <a:cubicBezTo>
                  <a:pt x="1034834" y="6496580"/>
                  <a:pt x="1722385" y="5752486"/>
                  <a:pt x="1722385" y="4847806"/>
                </a:cubicBezTo>
                <a:cubicBezTo>
                  <a:pt x="1722385" y="3943126"/>
                  <a:pt x="1034834" y="3199033"/>
                  <a:pt x="153762" y="3109555"/>
                </a:cubicBezTo>
                <a:lnTo>
                  <a:pt x="0" y="3101791"/>
                </a:lnTo>
                <a:close/>
              </a:path>
            </a:pathLst>
          </a:custGeom>
        </p:spPr>
        <p:txBody>
          <a:bodyPr wrap="square" anchor="ctr">
            <a:noAutofit/>
          </a:bodyPr>
          <a:lstStyle>
            <a:lvl1pPr marL="0" indent="0" algn="ctr">
              <a:buNone/>
              <a:defRPr sz="1600"/>
            </a:lvl1pPr>
          </a:lstStyle>
          <a:p>
            <a:r>
              <a:rPr lang="en-US"/>
              <a:t>Click icon to add picture</a:t>
            </a:r>
            <a:endParaRPr lang="en-US" dirty="0"/>
          </a:p>
        </p:txBody>
      </p:sp>
      <p:sp>
        <p:nvSpPr>
          <p:cNvPr id="17" name="Oval 16">
            <a:extLst>
              <a:ext uri="{FF2B5EF4-FFF2-40B4-BE49-F238E27FC236}">
                <a16:creationId xmlns:a16="http://schemas.microsoft.com/office/drawing/2014/main" id="{7786FFFE-5A89-4D14-F5F8-16FD636A0ECD}"/>
              </a:ext>
            </a:extLst>
          </p:cNvPr>
          <p:cNvSpPr/>
          <p:nvPr userDrawn="1"/>
        </p:nvSpPr>
        <p:spPr>
          <a:xfrm>
            <a:off x="6779053" y="3100534"/>
            <a:ext cx="3494544" cy="3494544"/>
          </a:xfrm>
          <a:prstGeom prst="ellipse">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131D4E4F-FFC8-081B-876A-5F0DB01B24C7}"/>
              </a:ext>
            </a:extLst>
          </p:cNvPr>
          <p:cNvSpPr>
            <a:spLocks noGrp="1"/>
          </p:cNvSpPr>
          <p:nvPr>
            <p:ph type="title"/>
          </p:nvPr>
        </p:nvSpPr>
        <p:spPr>
          <a:xfrm>
            <a:off x="1234440" y="438912"/>
            <a:ext cx="6208776" cy="932688"/>
          </a:xfrm>
        </p:spPr>
        <p:txBody>
          <a:bodyPr/>
          <a:lstStyle>
            <a:lvl1pPr algn="l">
              <a:defRPr/>
            </a:lvl1pPr>
          </a:lstStyle>
          <a:p>
            <a:r>
              <a:rPr lang="en-US"/>
              <a:t>Click to edit Master title style</a:t>
            </a:r>
            <a:endParaRPr lang="en-US" dirty="0"/>
          </a:p>
        </p:txBody>
      </p:sp>
      <p:sp>
        <p:nvSpPr>
          <p:cNvPr id="13" name="Content Placeholder 12">
            <a:extLst>
              <a:ext uri="{FF2B5EF4-FFF2-40B4-BE49-F238E27FC236}">
                <a16:creationId xmlns:a16="http://schemas.microsoft.com/office/drawing/2014/main" id="{FF746E9F-2474-0415-BFE5-17B651EBFFA4}"/>
              </a:ext>
            </a:extLst>
          </p:cNvPr>
          <p:cNvSpPr>
            <a:spLocks noGrp="1"/>
          </p:cNvSpPr>
          <p:nvPr>
            <p:ph sz="quarter" idx="10"/>
          </p:nvPr>
        </p:nvSpPr>
        <p:spPr>
          <a:xfrm>
            <a:off x="1234439" y="1849437"/>
            <a:ext cx="5544613" cy="4094159"/>
          </a:xfrm>
        </p:spPr>
        <p:txBody>
          <a:bodyPr/>
          <a:lstStyle>
            <a:lvl1pPr marL="228600" indent="-228600">
              <a:buFont typeface="Courier New" panose="02070309020205020404" pitchFamily="49" charset="0"/>
              <a:buChar char="o"/>
              <a:defRPr sz="1400"/>
            </a:lvl1pPr>
            <a:lvl2pPr marL="685800" indent="-228600">
              <a:buFont typeface="Courier New" panose="02070309020205020404" pitchFamily="49" charset="0"/>
              <a:buChar char="o"/>
              <a:defRPr sz="1400"/>
            </a:lvl2pPr>
            <a:lvl3pPr marL="1143000" indent="-228600">
              <a:buFont typeface="Courier New" panose="02070309020205020404" pitchFamily="49" charset="0"/>
              <a:buChar char="o"/>
              <a:defRPr sz="1400"/>
            </a:lvl3pPr>
            <a:lvl4pPr marL="1600200" indent="-228600">
              <a:buFont typeface="Courier New" panose="02070309020205020404" pitchFamily="49" charset="0"/>
              <a:buChar char="o"/>
              <a:defRPr sz="1400"/>
            </a:lvl4pPr>
            <a:lvl5pPr marL="2114550" indent="-228600">
              <a:buFont typeface="Courier New" panose="02070309020205020404" pitchFamily="49" charset="0"/>
              <a:buChar char="o"/>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0" name="Picture Placeholder 19">
            <a:extLst>
              <a:ext uri="{FF2B5EF4-FFF2-40B4-BE49-F238E27FC236}">
                <a16:creationId xmlns:a16="http://schemas.microsoft.com/office/drawing/2014/main" id="{1B5DE1F7-9A8F-6381-6E57-67C4979D2978}"/>
              </a:ext>
            </a:extLst>
          </p:cNvPr>
          <p:cNvSpPr>
            <a:spLocks noGrp="1"/>
          </p:cNvSpPr>
          <p:nvPr>
            <p:ph type="pic" sz="quarter" idx="12"/>
          </p:nvPr>
        </p:nvSpPr>
        <p:spPr>
          <a:xfrm>
            <a:off x="6980989" y="3302470"/>
            <a:ext cx="3090672" cy="3090672"/>
          </a:xfrm>
          <a:custGeom>
            <a:avLst/>
            <a:gdLst>
              <a:gd name="connsiteX0" fmla="*/ 1545336 w 3090672"/>
              <a:gd name="connsiteY0" fmla="*/ 0 h 3090672"/>
              <a:gd name="connsiteX1" fmla="*/ 3090672 w 3090672"/>
              <a:gd name="connsiteY1" fmla="*/ 1545336 h 3090672"/>
              <a:gd name="connsiteX2" fmla="*/ 1545336 w 3090672"/>
              <a:gd name="connsiteY2" fmla="*/ 3090672 h 3090672"/>
              <a:gd name="connsiteX3" fmla="*/ 0 w 3090672"/>
              <a:gd name="connsiteY3" fmla="*/ 1545336 h 3090672"/>
              <a:gd name="connsiteX4" fmla="*/ 1545336 w 3090672"/>
              <a:gd name="connsiteY4" fmla="*/ 0 h 30906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0672" h="3090672">
                <a:moveTo>
                  <a:pt x="1545336" y="0"/>
                </a:moveTo>
                <a:cubicBezTo>
                  <a:pt x="2398802" y="0"/>
                  <a:pt x="3090672" y="691870"/>
                  <a:pt x="3090672" y="1545336"/>
                </a:cubicBezTo>
                <a:cubicBezTo>
                  <a:pt x="3090672" y="2398802"/>
                  <a:pt x="2398802" y="3090672"/>
                  <a:pt x="1545336" y="3090672"/>
                </a:cubicBezTo>
                <a:cubicBezTo>
                  <a:pt x="691870" y="3090672"/>
                  <a:pt x="0" y="2398802"/>
                  <a:pt x="0" y="1545336"/>
                </a:cubicBezTo>
                <a:cubicBezTo>
                  <a:pt x="0" y="691870"/>
                  <a:pt x="691870" y="0"/>
                  <a:pt x="1545336" y="0"/>
                </a:cubicBezTo>
                <a:close/>
              </a:path>
            </a:pathLst>
          </a:custGeom>
          <a:ln>
            <a:solidFill>
              <a:schemeClr val="tx1"/>
            </a:solidFill>
          </a:ln>
        </p:spPr>
        <p:txBody>
          <a:bodyPr wrap="square" anchor="ctr">
            <a:noAutofit/>
          </a:bodyPr>
          <a:lstStyle>
            <a:lvl1pPr marL="0" indent="0" algn="ctr">
              <a:buNone/>
              <a:defRPr sz="1600"/>
            </a:lvl1pPr>
          </a:lstStyle>
          <a:p>
            <a:r>
              <a:rPr lang="en-US"/>
              <a:t>Click icon to add picture</a:t>
            </a:r>
            <a:endParaRPr lang="en-US" dirty="0"/>
          </a:p>
        </p:txBody>
      </p:sp>
    </p:spTree>
    <p:extLst>
      <p:ext uri="{BB962C8B-B14F-4D97-AF65-F5344CB8AC3E}">
        <p14:creationId xmlns:p14="http://schemas.microsoft.com/office/powerpoint/2010/main" val="270743491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wo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1D4E4F-FFC8-081B-876A-5F0DB01B24C7}"/>
              </a:ext>
            </a:extLst>
          </p:cNvPr>
          <p:cNvSpPr>
            <a:spLocks noGrp="1"/>
          </p:cNvSpPr>
          <p:nvPr>
            <p:ph type="title"/>
          </p:nvPr>
        </p:nvSpPr>
        <p:spPr>
          <a:xfrm>
            <a:off x="484631" y="539496"/>
            <a:ext cx="8330115" cy="713232"/>
          </a:xfrm>
        </p:spPr>
        <p:txBody>
          <a:bodyPr/>
          <a:lstStyle>
            <a:lvl1pPr algn="l">
              <a:defRPr/>
            </a:lvl1pPr>
          </a:lstStyle>
          <a:p>
            <a:r>
              <a:rPr lang="en-US"/>
              <a:t>Click to edit Master title style</a:t>
            </a:r>
            <a:endParaRPr lang="en-US" dirty="0"/>
          </a:p>
        </p:txBody>
      </p:sp>
      <p:sp>
        <p:nvSpPr>
          <p:cNvPr id="13" name="Content Placeholder 12">
            <a:extLst>
              <a:ext uri="{FF2B5EF4-FFF2-40B4-BE49-F238E27FC236}">
                <a16:creationId xmlns:a16="http://schemas.microsoft.com/office/drawing/2014/main" id="{FF746E9F-2474-0415-BFE5-17B651EBFFA4}"/>
              </a:ext>
            </a:extLst>
          </p:cNvPr>
          <p:cNvSpPr>
            <a:spLocks noGrp="1"/>
          </p:cNvSpPr>
          <p:nvPr>
            <p:ph sz="quarter" idx="10"/>
          </p:nvPr>
        </p:nvSpPr>
        <p:spPr>
          <a:xfrm>
            <a:off x="484632" y="1709928"/>
            <a:ext cx="4636008" cy="4094159"/>
          </a:xfrm>
        </p:spPr>
        <p:txBody>
          <a:bodyPr/>
          <a:lstStyle>
            <a:lvl1pPr marL="0" indent="0">
              <a:lnSpc>
                <a:spcPct val="150000"/>
              </a:lnSpc>
              <a:buNone/>
              <a:defRPr sz="1600"/>
            </a:lvl1pPr>
            <a:lvl2pPr marL="228600" indent="-228600">
              <a:buFont typeface="Courier New" panose="02070309020205020404" pitchFamily="49" charset="0"/>
              <a:buChar char="o"/>
              <a:defRPr sz="1600"/>
            </a:lvl2pPr>
            <a:lvl3pPr marL="457200" indent="-228600">
              <a:buFont typeface="Courier New" panose="02070309020205020404" pitchFamily="49" charset="0"/>
              <a:buChar char="o"/>
              <a:defRPr sz="1400"/>
            </a:lvl3pPr>
            <a:lvl4pPr marL="685800" indent="-228600">
              <a:buFont typeface="Courier New" panose="02070309020205020404" pitchFamily="49" charset="0"/>
              <a:buChar char="o"/>
              <a:defRPr sz="1200"/>
            </a:lvl4pPr>
            <a:lvl5pPr marL="914400" indent="-228600">
              <a:buFont typeface="Courier New" panose="02070309020205020404" pitchFamily="49" charset="0"/>
              <a:buChar char="o"/>
              <a:defRPr sz="1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Date Placeholder 2">
            <a:extLst>
              <a:ext uri="{FF2B5EF4-FFF2-40B4-BE49-F238E27FC236}">
                <a16:creationId xmlns:a16="http://schemas.microsoft.com/office/drawing/2014/main" id="{9795A142-1596-74CD-CE55-ED7D16557202}"/>
              </a:ext>
            </a:extLst>
          </p:cNvPr>
          <p:cNvSpPr>
            <a:spLocks noGrp="1"/>
          </p:cNvSpPr>
          <p:nvPr>
            <p:ph type="dt" sz="half" idx="11"/>
          </p:nvPr>
        </p:nvSpPr>
        <p:spPr/>
        <p:txBody>
          <a:bodyPr/>
          <a:lstStyle/>
          <a:p>
            <a:r>
              <a:rPr lang="en-US" dirty="0"/>
              <a:t>20XX</a:t>
            </a:r>
          </a:p>
        </p:txBody>
      </p:sp>
      <p:sp>
        <p:nvSpPr>
          <p:cNvPr id="4" name="Footer Placeholder 3">
            <a:extLst>
              <a:ext uri="{FF2B5EF4-FFF2-40B4-BE49-F238E27FC236}">
                <a16:creationId xmlns:a16="http://schemas.microsoft.com/office/drawing/2014/main" id="{D63486CB-7CEE-AEFE-BD1F-D5ECDF86AC71}"/>
              </a:ext>
            </a:extLst>
          </p:cNvPr>
          <p:cNvSpPr>
            <a:spLocks noGrp="1"/>
          </p:cNvSpPr>
          <p:nvPr>
            <p:ph type="ftr" sz="quarter" idx="12"/>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44B6C5B5-5FF6-BA69-B3EB-2D313DB34293}"/>
              </a:ext>
            </a:extLst>
          </p:cNvPr>
          <p:cNvSpPr>
            <a:spLocks noGrp="1"/>
          </p:cNvSpPr>
          <p:nvPr>
            <p:ph type="sldNum" sz="quarter" idx="13"/>
          </p:nvPr>
        </p:nvSpPr>
        <p:spPr/>
        <p:txBody>
          <a:bodyPr/>
          <a:lstStyle>
            <a:lvl1pPr>
              <a:defRPr>
                <a:solidFill>
                  <a:schemeClr val="tx1"/>
                </a:solidFill>
              </a:defRPr>
            </a:lvl1pPr>
          </a:lstStyle>
          <a:p>
            <a:fld id="{B776CE9F-4BD8-A748-847B-B97BB3C5BACA}" type="slidenum">
              <a:rPr lang="en-US" smtClean="0"/>
              <a:pPr/>
              <a:t>‹#›</a:t>
            </a:fld>
            <a:endParaRPr lang="en-US" dirty="0"/>
          </a:p>
        </p:txBody>
      </p:sp>
      <p:sp>
        <p:nvSpPr>
          <p:cNvPr id="10" name="Freeform 21">
            <a:extLst>
              <a:ext uri="{FF2B5EF4-FFF2-40B4-BE49-F238E27FC236}">
                <a16:creationId xmlns:a16="http://schemas.microsoft.com/office/drawing/2014/main" id="{AA11C240-F4B7-3E31-B8FE-45758ECEFADD}"/>
              </a:ext>
            </a:extLst>
          </p:cNvPr>
          <p:cNvSpPr/>
          <p:nvPr userDrawn="1"/>
        </p:nvSpPr>
        <p:spPr>
          <a:xfrm>
            <a:off x="6656897" y="2194243"/>
            <a:ext cx="2157850" cy="4279674"/>
          </a:xfrm>
          <a:custGeom>
            <a:avLst/>
            <a:gdLst>
              <a:gd name="connsiteX0" fmla="*/ 1078925 w 2157850"/>
              <a:gd name="connsiteY0" fmla="*/ 0 h 4262645"/>
              <a:gd name="connsiteX1" fmla="*/ 2157850 w 2157850"/>
              <a:gd name="connsiteY1" fmla="*/ 1078925 h 4262645"/>
              <a:gd name="connsiteX2" fmla="*/ 2157849 w 2157850"/>
              <a:gd name="connsiteY2" fmla="*/ 4262645 h 4262645"/>
              <a:gd name="connsiteX3" fmla="*/ 0 w 2157850"/>
              <a:gd name="connsiteY3" fmla="*/ 4262645 h 4262645"/>
              <a:gd name="connsiteX4" fmla="*/ 0 w 2157850"/>
              <a:gd name="connsiteY4" fmla="*/ 1078925 h 4262645"/>
              <a:gd name="connsiteX5" fmla="*/ 1078925 w 2157850"/>
              <a:gd name="connsiteY5" fmla="*/ 0 h 4262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157850" h="4262645">
                <a:moveTo>
                  <a:pt x="1078925" y="0"/>
                </a:moveTo>
                <a:cubicBezTo>
                  <a:pt x="1674799" y="0"/>
                  <a:pt x="2157850" y="483051"/>
                  <a:pt x="2157850" y="1078925"/>
                </a:cubicBezTo>
                <a:lnTo>
                  <a:pt x="2157849" y="4262645"/>
                </a:lnTo>
                <a:lnTo>
                  <a:pt x="0" y="4262645"/>
                </a:lnTo>
                <a:lnTo>
                  <a:pt x="0" y="1078925"/>
                </a:lnTo>
                <a:cubicBezTo>
                  <a:pt x="0" y="483051"/>
                  <a:pt x="483051" y="0"/>
                  <a:pt x="1078925" y="0"/>
                </a:cubicBezTo>
                <a:close/>
              </a:path>
            </a:pathLst>
          </a:cu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11" name="Rounded Rectangle 13">
            <a:extLst>
              <a:ext uri="{FF2B5EF4-FFF2-40B4-BE49-F238E27FC236}">
                <a16:creationId xmlns:a16="http://schemas.microsoft.com/office/drawing/2014/main" id="{6DEC92F6-5ECE-F44A-1D1F-927CF5EC7D9C}"/>
              </a:ext>
            </a:extLst>
          </p:cNvPr>
          <p:cNvSpPr/>
          <p:nvPr userDrawn="1"/>
        </p:nvSpPr>
        <p:spPr>
          <a:xfrm>
            <a:off x="9411334" y="648233"/>
            <a:ext cx="2157849" cy="5561533"/>
          </a:xfrm>
          <a:prstGeom prst="roundRect">
            <a:avLst>
              <a:gd name="adj" fmla="val 50000"/>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Picture Placeholder 16">
            <a:extLst>
              <a:ext uri="{FF2B5EF4-FFF2-40B4-BE49-F238E27FC236}">
                <a16:creationId xmlns:a16="http://schemas.microsoft.com/office/drawing/2014/main" id="{128966A6-EBB8-CA9B-6B39-A25293F2F141}"/>
              </a:ext>
            </a:extLst>
          </p:cNvPr>
          <p:cNvSpPr>
            <a:spLocks noGrp="1"/>
          </p:cNvSpPr>
          <p:nvPr>
            <p:ph type="pic" sz="quarter" idx="14"/>
          </p:nvPr>
        </p:nvSpPr>
        <p:spPr>
          <a:xfrm>
            <a:off x="6798562" y="2357689"/>
            <a:ext cx="1874520" cy="4119470"/>
          </a:xfrm>
          <a:custGeom>
            <a:avLst/>
            <a:gdLst>
              <a:gd name="connsiteX0" fmla="*/ 937260 w 1874520"/>
              <a:gd name="connsiteY0" fmla="*/ 0 h 4119470"/>
              <a:gd name="connsiteX1" fmla="*/ 1874520 w 1874520"/>
              <a:gd name="connsiteY1" fmla="*/ 937260 h 4119470"/>
              <a:gd name="connsiteX2" fmla="*/ 1874519 w 1874520"/>
              <a:gd name="connsiteY2" fmla="*/ 4119470 h 4119470"/>
              <a:gd name="connsiteX3" fmla="*/ 0 w 1874520"/>
              <a:gd name="connsiteY3" fmla="*/ 4119470 h 4119470"/>
              <a:gd name="connsiteX4" fmla="*/ 0 w 1874520"/>
              <a:gd name="connsiteY4" fmla="*/ 937260 h 4119470"/>
              <a:gd name="connsiteX5" fmla="*/ 937260 w 1874520"/>
              <a:gd name="connsiteY5" fmla="*/ 0 h 4119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74520" h="4119470">
                <a:moveTo>
                  <a:pt x="937260" y="0"/>
                </a:moveTo>
                <a:cubicBezTo>
                  <a:pt x="1454894" y="0"/>
                  <a:pt x="1874520" y="419626"/>
                  <a:pt x="1874520" y="937260"/>
                </a:cubicBezTo>
                <a:lnTo>
                  <a:pt x="1874519" y="4119470"/>
                </a:lnTo>
                <a:lnTo>
                  <a:pt x="0" y="4119470"/>
                </a:lnTo>
                <a:lnTo>
                  <a:pt x="0" y="937260"/>
                </a:lnTo>
                <a:cubicBezTo>
                  <a:pt x="0" y="419626"/>
                  <a:pt x="419626" y="0"/>
                  <a:pt x="937260" y="0"/>
                </a:cubicBezTo>
                <a:close/>
              </a:path>
            </a:pathLst>
          </a:custGeom>
          <a:ln w="12700">
            <a:solidFill>
              <a:schemeClr val="tx1"/>
            </a:solidFill>
          </a:ln>
        </p:spPr>
        <p:txBody>
          <a:bodyPr wrap="square" anchor="ctr">
            <a:noAutofit/>
          </a:bodyPr>
          <a:lstStyle>
            <a:lvl1pPr marL="0" indent="0" algn="ctr">
              <a:buNone/>
              <a:defRPr sz="1400"/>
            </a:lvl1pPr>
          </a:lstStyle>
          <a:p>
            <a:r>
              <a:rPr lang="en-US"/>
              <a:t>Click icon to add picture</a:t>
            </a:r>
            <a:endParaRPr lang="en-US" dirty="0"/>
          </a:p>
        </p:txBody>
      </p:sp>
      <p:sp>
        <p:nvSpPr>
          <p:cNvPr id="20" name="Picture Placeholder 19">
            <a:extLst>
              <a:ext uri="{FF2B5EF4-FFF2-40B4-BE49-F238E27FC236}">
                <a16:creationId xmlns:a16="http://schemas.microsoft.com/office/drawing/2014/main" id="{59BA7C64-D6D8-47D4-38A4-3247DC70F1FF}"/>
              </a:ext>
            </a:extLst>
          </p:cNvPr>
          <p:cNvSpPr>
            <a:spLocks noGrp="1"/>
          </p:cNvSpPr>
          <p:nvPr>
            <p:ph type="pic" sz="quarter" idx="15"/>
          </p:nvPr>
        </p:nvSpPr>
        <p:spPr>
          <a:xfrm>
            <a:off x="9552998" y="832103"/>
            <a:ext cx="1874520" cy="5193793"/>
          </a:xfrm>
          <a:custGeom>
            <a:avLst/>
            <a:gdLst>
              <a:gd name="connsiteX0" fmla="*/ 937260 w 1874520"/>
              <a:gd name="connsiteY0" fmla="*/ 0 h 5193793"/>
              <a:gd name="connsiteX1" fmla="*/ 1874520 w 1874520"/>
              <a:gd name="connsiteY1" fmla="*/ 937260 h 5193793"/>
              <a:gd name="connsiteX2" fmla="*/ 1874519 w 1874520"/>
              <a:gd name="connsiteY2" fmla="*/ 4256533 h 5193793"/>
              <a:gd name="connsiteX3" fmla="*/ 937259 w 1874520"/>
              <a:gd name="connsiteY3" fmla="*/ 5193793 h 5193793"/>
              <a:gd name="connsiteX4" fmla="*/ 937260 w 1874520"/>
              <a:gd name="connsiteY4" fmla="*/ 5193792 h 5193793"/>
              <a:gd name="connsiteX5" fmla="*/ 0 w 1874520"/>
              <a:gd name="connsiteY5" fmla="*/ 4256532 h 5193793"/>
              <a:gd name="connsiteX6" fmla="*/ 0 w 1874520"/>
              <a:gd name="connsiteY6" fmla="*/ 937260 h 5193793"/>
              <a:gd name="connsiteX7" fmla="*/ 937260 w 1874520"/>
              <a:gd name="connsiteY7" fmla="*/ 0 h 51937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74520" h="5193793">
                <a:moveTo>
                  <a:pt x="937260" y="0"/>
                </a:moveTo>
                <a:cubicBezTo>
                  <a:pt x="1454894" y="0"/>
                  <a:pt x="1874520" y="419626"/>
                  <a:pt x="1874520" y="937260"/>
                </a:cubicBezTo>
                <a:cubicBezTo>
                  <a:pt x="1874520" y="2043684"/>
                  <a:pt x="1874519" y="3150109"/>
                  <a:pt x="1874519" y="4256533"/>
                </a:cubicBezTo>
                <a:cubicBezTo>
                  <a:pt x="1874519" y="4774167"/>
                  <a:pt x="1454893" y="5193793"/>
                  <a:pt x="937259" y="5193793"/>
                </a:cubicBezTo>
                <a:lnTo>
                  <a:pt x="937260" y="5193792"/>
                </a:lnTo>
                <a:cubicBezTo>
                  <a:pt x="419626" y="5193792"/>
                  <a:pt x="0" y="4774166"/>
                  <a:pt x="0" y="4256532"/>
                </a:cubicBezTo>
                <a:lnTo>
                  <a:pt x="0" y="937260"/>
                </a:lnTo>
                <a:cubicBezTo>
                  <a:pt x="0" y="419626"/>
                  <a:pt x="419626" y="0"/>
                  <a:pt x="937260" y="0"/>
                </a:cubicBezTo>
                <a:close/>
              </a:path>
            </a:pathLst>
          </a:custGeom>
          <a:ln w="12700">
            <a:solidFill>
              <a:schemeClr val="tx1"/>
            </a:solidFill>
          </a:ln>
        </p:spPr>
        <p:txBody>
          <a:bodyPr vert="horz" wrap="square" lIns="91440" tIns="45720" rIns="91440" bIns="45720" rtlCol="0" anchor="ctr">
            <a:noAutofit/>
          </a:bodyPr>
          <a:lstStyle>
            <a:lvl1pPr>
              <a:defRPr lang="en-US" sz="1400"/>
            </a:lvl1pPr>
          </a:lstStyle>
          <a:p>
            <a:pPr marL="0" lvl="0" indent="0" algn="ctr">
              <a:buNone/>
            </a:pPr>
            <a:r>
              <a:rPr lang="en-US"/>
              <a:t>Click icon to add picture</a:t>
            </a:r>
            <a:endParaRPr lang="en-US" dirty="0"/>
          </a:p>
        </p:txBody>
      </p:sp>
    </p:spTree>
    <p:extLst>
      <p:ext uri="{BB962C8B-B14F-4D97-AF65-F5344CB8AC3E}">
        <p14:creationId xmlns:p14="http://schemas.microsoft.com/office/powerpoint/2010/main" val="88758603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Section Header">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B6D4A631-0C9D-1751-49E2-ED23EE2FD54C}"/>
              </a:ext>
            </a:extLst>
          </p:cNvPr>
          <p:cNvSpPr/>
          <p:nvPr userDrawn="1"/>
        </p:nvSpPr>
        <p:spPr>
          <a:xfrm>
            <a:off x="1434154" y="5224465"/>
            <a:ext cx="9323693" cy="648464"/>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6" name="Rectangle 5">
            <a:extLst>
              <a:ext uri="{FF2B5EF4-FFF2-40B4-BE49-F238E27FC236}">
                <a16:creationId xmlns:a16="http://schemas.microsoft.com/office/drawing/2014/main" id="{17DAFD34-8B3E-5999-6911-7AF71ADD2545}"/>
              </a:ext>
            </a:extLst>
          </p:cNvPr>
          <p:cNvSpPr/>
          <p:nvPr userDrawn="1"/>
        </p:nvSpPr>
        <p:spPr>
          <a:xfrm>
            <a:off x="1434154" y="1889355"/>
            <a:ext cx="9323693" cy="2939463"/>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Picture Placeholder 3">
            <a:extLst>
              <a:ext uri="{FF2B5EF4-FFF2-40B4-BE49-F238E27FC236}">
                <a16:creationId xmlns:a16="http://schemas.microsoft.com/office/drawing/2014/main" id="{A63CAF35-A996-EB2E-4006-C3C9CE8BFE1A}"/>
              </a:ext>
            </a:extLst>
          </p:cNvPr>
          <p:cNvSpPr>
            <a:spLocks noGrp="1"/>
          </p:cNvSpPr>
          <p:nvPr>
            <p:ph type="pic" sz="quarter" idx="13"/>
          </p:nvPr>
        </p:nvSpPr>
        <p:spPr>
          <a:xfrm>
            <a:off x="0" y="0"/>
            <a:ext cx="12192000" cy="6858000"/>
          </a:xfrm>
          <a:custGeom>
            <a:avLst/>
            <a:gdLst>
              <a:gd name="connsiteX0" fmla="*/ 1434154 w 12192000"/>
              <a:gd name="connsiteY0" fmla="*/ 5224465 h 6858000"/>
              <a:gd name="connsiteX1" fmla="*/ 1434154 w 12192000"/>
              <a:gd name="connsiteY1" fmla="*/ 5872929 h 6858000"/>
              <a:gd name="connsiteX2" fmla="*/ 10757847 w 12192000"/>
              <a:gd name="connsiteY2" fmla="*/ 5872929 h 6858000"/>
              <a:gd name="connsiteX3" fmla="*/ 10757847 w 12192000"/>
              <a:gd name="connsiteY3" fmla="*/ 5224465 h 6858000"/>
              <a:gd name="connsiteX4" fmla="*/ 1434154 w 12192000"/>
              <a:gd name="connsiteY4" fmla="*/ 1889355 h 6858000"/>
              <a:gd name="connsiteX5" fmla="*/ 1434154 w 12192000"/>
              <a:gd name="connsiteY5" fmla="*/ 4828818 h 6858000"/>
              <a:gd name="connsiteX6" fmla="*/ 10757847 w 12192000"/>
              <a:gd name="connsiteY6" fmla="*/ 4828818 h 6858000"/>
              <a:gd name="connsiteX7" fmla="*/ 10757847 w 12192000"/>
              <a:gd name="connsiteY7" fmla="*/ 1889355 h 6858000"/>
              <a:gd name="connsiteX8" fmla="*/ 0 w 12192000"/>
              <a:gd name="connsiteY8" fmla="*/ 0 h 6858000"/>
              <a:gd name="connsiteX9" fmla="*/ 12192000 w 12192000"/>
              <a:gd name="connsiteY9" fmla="*/ 0 h 6858000"/>
              <a:gd name="connsiteX10" fmla="*/ 12192000 w 12192000"/>
              <a:gd name="connsiteY10" fmla="*/ 6858000 h 6858000"/>
              <a:gd name="connsiteX11" fmla="*/ 0 w 12192000"/>
              <a:gd name="connsiteY11"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2192000" h="6858000">
                <a:moveTo>
                  <a:pt x="1434154" y="5224465"/>
                </a:moveTo>
                <a:lnTo>
                  <a:pt x="1434154" y="5872929"/>
                </a:lnTo>
                <a:lnTo>
                  <a:pt x="10757847" y="5872929"/>
                </a:lnTo>
                <a:lnTo>
                  <a:pt x="10757847" y="5224465"/>
                </a:lnTo>
                <a:close/>
                <a:moveTo>
                  <a:pt x="1434154" y="1889355"/>
                </a:moveTo>
                <a:lnTo>
                  <a:pt x="1434154" y="4828818"/>
                </a:lnTo>
                <a:lnTo>
                  <a:pt x="10757847" y="4828818"/>
                </a:lnTo>
                <a:lnTo>
                  <a:pt x="10757847" y="1889355"/>
                </a:lnTo>
                <a:close/>
                <a:moveTo>
                  <a:pt x="0" y="0"/>
                </a:moveTo>
                <a:lnTo>
                  <a:pt x="12192000" y="0"/>
                </a:lnTo>
                <a:lnTo>
                  <a:pt x="12192000" y="6858000"/>
                </a:lnTo>
                <a:lnTo>
                  <a:pt x="0" y="6858000"/>
                </a:lnTo>
                <a:close/>
              </a:path>
            </a:pathLst>
          </a:custGeom>
        </p:spPr>
        <p:txBody>
          <a:bodyPr wrap="square">
            <a:noAutofit/>
          </a:bodyPr>
          <a:lstStyle>
            <a:lvl1pPr marL="0" indent="0" algn="ctr">
              <a:buNone/>
              <a:defRPr sz="1600"/>
            </a:lvl1pPr>
          </a:lstStyle>
          <a:p>
            <a:r>
              <a:rPr lang="en-US"/>
              <a:t>Click icon to add picture</a:t>
            </a:r>
            <a:endParaRPr lang="en-US" dirty="0"/>
          </a:p>
        </p:txBody>
      </p:sp>
      <p:cxnSp>
        <p:nvCxnSpPr>
          <p:cNvPr id="15" name="Straight Connector 14">
            <a:extLst>
              <a:ext uri="{FF2B5EF4-FFF2-40B4-BE49-F238E27FC236}">
                <a16:creationId xmlns:a16="http://schemas.microsoft.com/office/drawing/2014/main" id="{F8390130-2A06-F9EE-2060-953B27394103}"/>
              </a:ext>
            </a:extLst>
          </p:cNvPr>
          <p:cNvCxnSpPr>
            <a:cxnSpLocks/>
          </p:cNvCxnSpPr>
          <p:nvPr userDrawn="1"/>
        </p:nvCxnSpPr>
        <p:spPr>
          <a:xfrm>
            <a:off x="1789176" y="5562197"/>
            <a:ext cx="8613648"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3" name="Text Placeholder 2">
            <a:extLst>
              <a:ext uri="{FF2B5EF4-FFF2-40B4-BE49-F238E27FC236}">
                <a16:creationId xmlns:a16="http://schemas.microsoft.com/office/drawing/2014/main" id="{1EBAFF85-BA63-AEEF-8DF0-E072A51970BC}"/>
              </a:ext>
            </a:extLst>
          </p:cNvPr>
          <p:cNvSpPr>
            <a:spLocks noGrp="1"/>
          </p:cNvSpPr>
          <p:nvPr>
            <p:ph type="body" idx="1"/>
          </p:nvPr>
        </p:nvSpPr>
        <p:spPr>
          <a:xfrm>
            <a:off x="3960876" y="5294376"/>
            <a:ext cx="4270248" cy="521208"/>
          </a:xfrm>
          <a:solidFill>
            <a:schemeClr val="accent4"/>
          </a:solidFill>
        </p:spPr>
        <p:txBody>
          <a:bodyPr anchor="ctr"/>
          <a:lstStyle>
            <a:lvl1pPr marL="0" indent="0" algn="ctr">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17" name="Rectangle 16">
            <a:extLst>
              <a:ext uri="{FF2B5EF4-FFF2-40B4-BE49-F238E27FC236}">
                <a16:creationId xmlns:a16="http://schemas.microsoft.com/office/drawing/2014/main" id="{653C8BA8-2082-EEAD-7670-E3C6FB475885}"/>
              </a:ext>
            </a:extLst>
          </p:cNvPr>
          <p:cNvSpPr/>
          <p:nvPr userDrawn="1"/>
        </p:nvSpPr>
        <p:spPr>
          <a:xfrm>
            <a:off x="1789904" y="2246555"/>
            <a:ext cx="8612192" cy="2225064"/>
          </a:xfrm>
          <a:prstGeom prst="rect">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4EFD5EC2-0037-064B-0676-7354391A90B4}"/>
              </a:ext>
            </a:extLst>
          </p:cNvPr>
          <p:cNvSpPr>
            <a:spLocks noGrp="1"/>
          </p:cNvSpPr>
          <p:nvPr>
            <p:ph type="title"/>
          </p:nvPr>
        </p:nvSpPr>
        <p:spPr>
          <a:xfrm>
            <a:off x="2077212" y="2871216"/>
            <a:ext cx="8037576" cy="932688"/>
          </a:xfrm>
        </p:spPr>
        <p:txBody>
          <a:bodyPr anchor="b"/>
          <a:lstStyle>
            <a:lvl1pPr>
              <a:defRPr sz="5400"/>
            </a:lvl1pPr>
          </a:lstStyle>
          <a:p>
            <a:r>
              <a:rPr lang="en-US"/>
              <a:t>Click to edit Master title style</a:t>
            </a:r>
            <a:endParaRPr lang="en-US" dirty="0"/>
          </a:p>
        </p:txBody>
      </p:sp>
    </p:spTree>
    <p:extLst>
      <p:ext uri="{BB962C8B-B14F-4D97-AF65-F5344CB8AC3E}">
        <p14:creationId xmlns:p14="http://schemas.microsoft.com/office/powerpoint/2010/main" val="318601548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4A28A3-0265-DBB1-7405-7BC7B8DB424E}"/>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ECE2CCA-57E1-3CD5-CB3A-4E88546B59FA}"/>
              </a:ext>
            </a:extLst>
          </p:cNvPr>
          <p:cNvSpPr>
            <a:spLocks noGrp="1"/>
          </p:cNvSpPr>
          <p:nvPr>
            <p:ph idx="1"/>
          </p:nvPr>
        </p:nvSpPr>
        <p:spPr>
          <a:xfrm>
            <a:off x="731520" y="1947672"/>
            <a:ext cx="10716768" cy="4096512"/>
          </a:xfrm>
        </p:spPr>
        <p:txBody>
          <a:bodyPr/>
          <a:lstStyle>
            <a:lvl1pPr marL="228600" indent="-228600">
              <a:buFont typeface="Courier New" panose="02070309020205020404" pitchFamily="49" charset="0"/>
              <a:buChar char="o"/>
              <a:defRPr sz="1400"/>
            </a:lvl1pPr>
            <a:lvl2pPr marL="685800" indent="-228600">
              <a:buFont typeface="Courier New" panose="02070309020205020404" pitchFamily="49" charset="0"/>
              <a:buChar char="o"/>
              <a:defRPr sz="1400"/>
            </a:lvl2pPr>
            <a:lvl3pPr marL="1143000" indent="-228600">
              <a:buFont typeface="Courier New" panose="02070309020205020404" pitchFamily="49" charset="0"/>
              <a:buChar char="o"/>
              <a:defRPr sz="1400"/>
            </a:lvl3pPr>
            <a:lvl4pPr marL="1600200" indent="-228600">
              <a:buFont typeface="Courier New" panose="02070309020205020404" pitchFamily="49" charset="0"/>
              <a:buChar char="o"/>
              <a:defRPr sz="1400"/>
            </a:lvl4pPr>
            <a:lvl5pPr marL="2114550" indent="-228600">
              <a:buFont typeface="Courier New" panose="02070309020205020404" pitchFamily="49" charset="0"/>
              <a:buChar char="o"/>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049FE8BE-7037-989B-BA01-91002FC5ECF9}"/>
              </a:ext>
            </a:extLst>
          </p:cNvPr>
          <p:cNvSpPr>
            <a:spLocks noGrp="1"/>
          </p:cNvSpPr>
          <p:nvPr>
            <p:ph type="dt" sz="half" idx="10"/>
          </p:nvPr>
        </p:nvSpPr>
        <p:spPr/>
        <p:txBody>
          <a:bodyPr/>
          <a:lstStyle/>
          <a:p>
            <a:r>
              <a:rPr lang="en-US" dirty="0"/>
              <a:t>20XX</a:t>
            </a:r>
          </a:p>
        </p:txBody>
      </p:sp>
      <p:sp>
        <p:nvSpPr>
          <p:cNvPr id="5" name="Footer Placeholder 4">
            <a:extLst>
              <a:ext uri="{FF2B5EF4-FFF2-40B4-BE49-F238E27FC236}">
                <a16:creationId xmlns:a16="http://schemas.microsoft.com/office/drawing/2014/main" id="{BD780E78-63C6-D063-2A9D-4D3E8591DB30}"/>
              </a:ext>
            </a:extLst>
          </p:cNvPr>
          <p:cNvSpPr>
            <a:spLocks noGrp="1"/>
          </p:cNvSpPr>
          <p:nvPr>
            <p:ph type="ftr" sz="quarter" idx="11"/>
          </p:nvPr>
        </p:nvSpPr>
        <p:spPr/>
        <p:txBody>
          <a:bodyPr/>
          <a:lstStyle/>
          <a:p>
            <a:r>
              <a:rPr lang="en-US" dirty="0"/>
              <a:t>Presentation title</a:t>
            </a:r>
          </a:p>
        </p:txBody>
      </p:sp>
      <p:sp>
        <p:nvSpPr>
          <p:cNvPr id="6" name="Slide Number Placeholder 5">
            <a:extLst>
              <a:ext uri="{FF2B5EF4-FFF2-40B4-BE49-F238E27FC236}">
                <a16:creationId xmlns:a16="http://schemas.microsoft.com/office/drawing/2014/main" id="{5C2C2DEF-D85A-9741-CC7E-70E77DA6A0BE}"/>
              </a:ext>
            </a:extLst>
          </p:cNvPr>
          <p:cNvSpPr>
            <a:spLocks noGrp="1"/>
          </p:cNvSpPr>
          <p:nvPr>
            <p:ph type="sldNum" sz="quarter" idx="12"/>
          </p:nvPr>
        </p:nvSpPr>
        <p:spPr/>
        <p:txBody>
          <a:bodyPr/>
          <a:lstStyle/>
          <a:p>
            <a:fld id="{B776CE9F-4BD8-A748-847B-B97BB3C5BACA}" type="slidenum">
              <a:rPr lang="en-US" smtClean="0"/>
              <a:t>‹#›</a:t>
            </a:fld>
            <a:endParaRPr lang="en-US" dirty="0"/>
          </a:p>
        </p:txBody>
      </p:sp>
    </p:spTree>
    <p:extLst>
      <p:ext uri="{BB962C8B-B14F-4D97-AF65-F5344CB8AC3E}">
        <p14:creationId xmlns:p14="http://schemas.microsoft.com/office/powerpoint/2010/main" val="337504602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Quote">
    <p:spTree>
      <p:nvGrpSpPr>
        <p:cNvPr id="1" name=""/>
        <p:cNvGrpSpPr/>
        <p:nvPr/>
      </p:nvGrpSpPr>
      <p:grpSpPr>
        <a:xfrm>
          <a:off x="0" y="0"/>
          <a:ext cx="0" cy="0"/>
          <a:chOff x="0" y="0"/>
          <a:chExt cx="0" cy="0"/>
        </a:xfrm>
      </p:grpSpPr>
      <p:cxnSp>
        <p:nvCxnSpPr>
          <p:cNvPr id="6" name="Straight Connector 5">
            <a:extLst>
              <a:ext uri="{FF2B5EF4-FFF2-40B4-BE49-F238E27FC236}">
                <a16:creationId xmlns:a16="http://schemas.microsoft.com/office/drawing/2014/main" id="{DDD7715A-A9D6-1D99-DFAC-6777A5F9734C}"/>
              </a:ext>
            </a:extLst>
          </p:cNvPr>
          <p:cNvCxnSpPr>
            <a:cxnSpLocks/>
          </p:cNvCxnSpPr>
          <p:nvPr userDrawn="1"/>
        </p:nvCxnSpPr>
        <p:spPr>
          <a:xfrm>
            <a:off x="590550" y="5252949"/>
            <a:ext cx="11010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4" name="Picture Placeholder 3">
            <a:extLst>
              <a:ext uri="{FF2B5EF4-FFF2-40B4-BE49-F238E27FC236}">
                <a16:creationId xmlns:a16="http://schemas.microsoft.com/office/drawing/2014/main" id="{1CA92112-F2CD-2349-A469-434C3582A131}"/>
              </a:ext>
            </a:extLst>
          </p:cNvPr>
          <p:cNvSpPr>
            <a:spLocks noGrp="1"/>
          </p:cNvSpPr>
          <p:nvPr>
            <p:ph type="pic" sz="quarter" idx="11"/>
          </p:nvPr>
        </p:nvSpPr>
        <p:spPr>
          <a:xfrm>
            <a:off x="10902696" y="0"/>
            <a:ext cx="1289304" cy="6857999"/>
          </a:xfrm>
          <a:custGeom>
            <a:avLst/>
            <a:gdLst>
              <a:gd name="connsiteX0" fmla="*/ 0 w 1289304"/>
              <a:gd name="connsiteY0" fmla="*/ 0 h 6857999"/>
              <a:gd name="connsiteX1" fmla="*/ 1289304 w 1289304"/>
              <a:gd name="connsiteY1" fmla="*/ 0 h 6857999"/>
              <a:gd name="connsiteX2" fmla="*/ 1289304 w 1289304"/>
              <a:gd name="connsiteY2" fmla="*/ 6857999 h 6857999"/>
              <a:gd name="connsiteX3" fmla="*/ 0 w 1289304"/>
              <a:gd name="connsiteY3" fmla="*/ 6857999 h 6857999"/>
              <a:gd name="connsiteX4" fmla="*/ 0 w 1289304"/>
              <a:gd name="connsiteY4" fmla="*/ 6013338 h 6857999"/>
              <a:gd name="connsiteX5" fmla="*/ 49800 w 1289304"/>
              <a:gd name="connsiteY5" fmla="*/ 5989348 h 6857999"/>
              <a:gd name="connsiteX6" fmla="*/ 885349 w 1289304"/>
              <a:gd name="connsiteY6" fmla="*/ 4585477 h 6857999"/>
              <a:gd name="connsiteX7" fmla="*/ 49800 w 1289304"/>
              <a:gd name="connsiteY7" fmla="*/ 3181606 h 6857999"/>
              <a:gd name="connsiteX8" fmla="*/ 0 w 1289304"/>
              <a:gd name="connsiteY8" fmla="*/ 3157616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9304" h="6857999">
                <a:moveTo>
                  <a:pt x="0" y="0"/>
                </a:moveTo>
                <a:lnTo>
                  <a:pt x="1289304" y="0"/>
                </a:lnTo>
                <a:lnTo>
                  <a:pt x="1289304" y="6857999"/>
                </a:lnTo>
                <a:lnTo>
                  <a:pt x="0" y="6857999"/>
                </a:lnTo>
                <a:lnTo>
                  <a:pt x="0" y="6013338"/>
                </a:lnTo>
                <a:lnTo>
                  <a:pt x="49800" y="5989348"/>
                </a:lnTo>
                <a:cubicBezTo>
                  <a:pt x="547491" y="5718986"/>
                  <a:pt x="885349" y="5191687"/>
                  <a:pt x="885349" y="4585477"/>
                </a:cubicBezTo>
                <a:cubicBezTo>
                  <a:pt x="885349" y="3979267"/>
                  <a:pt x="547491" y="3451968"/>
                  <a:pt x="49800" y="3181606"/>
                </a:cubicBezTo>
                <a:lnTo>
                  <a:pt x="0" y="3157616"/>
                </a:lnTo>
                <a:close/>
              </a:path>
            </a:pathLst>
          </a:custGeom>
        </p:spPr>
        <p:txBody>
          <a:bodyPr wrap="square" anchor="ctr">
            <a:noAutofit/>
          </a:bodyPr>
          <a:lstStyle>
            <a:lvl1pPr marL="0" indent="0" algn="ctr">
              <a:buNone/>
              <a:defRPr sz="1600"/>
            </a:lvl1pPr>
          </a:lstStyle>
          <a:p>
            <a:r>
              <a:rPr lang="en-US"/>
              <a:t>Click icon to add picture</a:t>
            </a:r>
            <a:endParaRPr lang="en-US" dirty="0"/>
          </a:p>
        </p:txBody>
      </p:sp>
      <p:sp>
        <p:nvSpPr>
          <p:cNvPr id="2" name="Title 1">
            <a:extLst>
              <a:ext uri="{FF2B5EF4-FFF2-40B4-BE49-F238E27FC236}">
                <a16:creationId xmlns:a16="http://schemas.microsoft.com/office/drawing/2014/main" id="{131D4E4F-FFC8-081B-876A-5F0DB01B24C7}"/>
              </a:ext>
            </a:extLst>
          </p:cNvPr>
          <p:cNvSpPr>
            <a:spLocks noGrp="1"/>
          </p:cNvSpPr>
          <p:nvPr>
            <p:ph type="title"/>
          </p:nvPr>
        </p:nvSpPr>
        <p:spPr>
          <a:xfrm>
            <a:off x="448056" y="877824"/>
            <a:ext cx="8046720" cy="3721608"/>
          </a:xfrm>
        </p:spPr>
        <p:txBody>
          <a:bodyPr/>
          <a:lstStyle>
            <a:lvl1pPr algn="l">
              <a:lnSpc>
                <a:spcPct val="100000"/>
              </a:lnSpc>
              <a:defRPr/>
            </a:lvl1pPr>
          </a:lstStyle>
          <a:p>
            <a:r>
              <a:rPr lang="en-US"/>
              <a:t>Click to edit Master title style</a:t>
            </a:r>
            <a:endParaRPr lang="en-US" dirty="0"/>
          </a:p>
        </p:txBody>
      </p:sp>
      <p:sp>
        <p:nvSpPr>
          <p:cNvPr id="5" name="Oval 4">
            <a:extLst>
              <a:ext uri="{FF2B5EF4-FFF2-40B4-BE49-F238E27FC236}">
                <a16:creationId xmlns:a16="http://schemas.microsoft.com/office/drawing/2014/main" id="{CB6213F1-CBAB-52BD-793A-9A2FD828EF80}"/>
              </a:ext>
            </a:extLst>
          </p:cNvPr>
          <p:cNvSpPr/>
          <p:nvPr userDrawn="1"/>
        </p:nvSpPr>
        <p:spPr>
          <a:xfrm>
            <a:off x="8594909" y="2988909"/>
            <a:ext cx="3193136" cy="3193136"/>
          </a:xfrm>
          <a:prstGeom prst="ellipse">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Picture Placeholder 19">
            <a:extLst>
              <a:ext uri="{FF2B5EF4-FFF2-40B4-BE49-F238E27FC236}">
                <a16:creationId xmlns:a16="http://schemas.microsoft.com/office/drawing/2014/main" id="{1B5DE1F7-9A8F-6381-6E57-67C4979D2978}"/>
              </a:ext>
            </a:extLst>
          </p:cNvPr>
          <p:cNvSpPr>
            <a:spLocks noGrp="1"/>
          </p:cNvSpPr>
          <p:nvPr>
            <p:ph type="pic" sz="quarter" idx="12"/>
          </p:nvPr>
        </p:nvSpPr>
        <p:spPr>
          <a:xfrm>
            <a:off x="8774157" y="3168157"/>
            <a:ext cx="2834640" cy="2834640"/>
          </a:xfrm>
          <a:custGeom>
            <a:avLst/>
            <a:gdLst>
              <a:gd name="connsiteX0" fmla="*/ 1545336 w 3090672"/>
              <a:gd name="connsiteY0" fmla="*/ 0 h 3090672"/>
              <a:gd name="connsiteX1" fmla="*/ 3090672 w 3090672"/>
              <a:gd name="connsiteY1" fmla="*/ 1545336 h 3090672"/>
              <a:gd name="connsiteX2" fmla="*/ 1545336 w 3090672"/>
              <a:gd name="connsiteY2" fmla="*/ 3090672 h 3090672"/>
              <a:gd name="connsiteX3" fmla="*/ 0 w 3090672"/>
              <a:gd name="connsiteY3" fmla="*/ 1545336 h 3090672"/>
              <a:gd name="connsiteX4" fmla="*/ 1545336 w 3090672"/>
              <a:gd name="connsiteY4" fmla="*/ 0 h 30906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0672" h="3090672">
                <a:moveTo>
                  <a:pt x="1545336" y="0"/>
                </a:moveTo>
                <a:cubicBezTo>
                  <a:pt x="2398802" y="0"/>
                  <a:pt x="3090672" y="691870"/>
                  <a:pt x="3090672" y="1545336"/>
                </a:cubicBezTo>
                <a:cubicBezTo>
                  <a:pt x="3090672" y="2398802"/>
                  <a:pt x="2398802" y="3090672"/>
                  <a:pt x="1545336" y="3090672"/>
                </a:cubicBezTo>
                <a:cubicBezTo>
                  <a:pt x="691870" y="3090672"/>
                  <a:pt x="0" y="2398802"/>
                  <a:pt x="0" y="1545336"/>
                </a:cubicBezTo>
                <a:cubicBezTo>
                  <a:pt x="0" y="691870"/>
                  <a:pt x="691870" y="0"/>
                  <a:pt x="1545336" y="0"/>
                </a:cubicBezTo>
                <a:close/>
              </a:path>
            </a:pathLst>
          </a:custGeom>
          <a:ln>
            <a:solidFill>
              <a:schemeClr val="tx1"/>
            </a:solidFill>
          </a:ln>
        </p:spPr>
        <p:txBody>
          <a:bodyPr wrap="square" anchor="ctr">
            <a:noAutofit/>
          </a:bodyPr>
          <a:lstStyle>
            <a:lvl1pPr marL="0" indent="0" algn="ctr">
              <a:buNone/>
              <a:defRPr sz="1600"/>
            </a:lvl1pPr>
          </a:lstStyle>
          <a:p>
            <a:r>
              <a:rPr lang="en-US"/>
              <a:t>Click icon to add picture</a:t>
            </a:r>
            <a:endParaRPr lang="en-US" dirty="0"/>
          </a:p>
        </p:txBody>
      </p:sp>
      <p:sp>
        <p:nvSpPr>
          <p:cNvPr id="7" name="Subtitle 2">
            <a:extLst>
              <a:ext uri="{FF2B5EF4-FFF2-40B4-BE49-F238E27FC236}">
                <a16:creationId xmlns:a16="http://schemas.microsoft.com/office/drawing/2014/main" id="{7739B4AC-0C9E-671F-73C8-DA165ED67022}"/>
              </a:ext>
            </a:extLst>
          </p:cNvPr>
          <p:cNvSpPr>
            <a:spLocks noGrp="1"/>
          </p:cNvSpPr>
          <p:nvPr>
            <p:ph type="subTitle" idx="1"/>
          </p:nvPr>
        </p:nvSpPr>
        <p:spPr>
          <a:xfrm>
            <a:off x="484632" y="4645152"/>
            <a:ext cx="2944368" cy="402336"/>
          </a:xfrm>
          <a:solidFill>
            <a:schemeClr val="accent4"/>
          </a:solidFill>
        </p:spPr>
        <p:txBody>
          <a:bodyPr>
            <a:noAutofit/>
          </a:bodyPr>
          <a:lstStyle>
            <a:lvl1pPr marL="0" indent="0" algn="l">
              <a:lnSpc>
                <a:spcPct val="100000"/>
              </a:lnSpc>
              <a:spcBef>
                <a:spcPts val="0"/>
              </a:spcBef>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Tree>
    <p:extLst>
      <p:ext uri="{BB962C8B-B14F-4D97-AF65-F5344CB8AC3E}">
        <p14:creationId xmlns:p14="http://schemas.microsoft.com/office/powerpoint/2010/main" val="116449320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eam x4">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78801671-5354-25B9-AE33-6658E5653412}"/>
              </a:ext>
            </a:extLst>
          </p:cNvPr>
          <p:cNvSpPr>
            <a:spLocks noGrp="1"/>
          </p:cNvSpPr>
          <p:nvPr>
            <p:ph type="pic" sz="quarter" idx="13"/>
          </p:nvPr>
        </p:nvSpPr>
        <p:spPr>
          <a:xfrm>
            <a:off x="-19050" y="2078597"/>
            <a:ext cx="12188952" cy="2130552"/>
          </a:xfrm>
          <a:custGeom>
            <a:avLst/>
            <a:gdLst>
              <a:gd name="connsiteX0" fmla="*/ 0 w 12188952"/>
              <a:gd name="connsiteY0" fmla="*/ 0 h 2130552"/>
              <a:gd name="connsiteX1" fmla="*/ 12188952 w 12188952"/>
              <a:gd name="connsiteY1" fmla="*/ 0 h 2130552"/>
              <a:gd name="connsiteX2" fmla="*/ 12188952 w 12188952"/>
              <a:gd name="connsiteY2" fmla="*/ 2130552 h 2130552"/>
              <a:gd name="connsiteX3" fmla="*/ 11609690 w 12188952"/>
              <a:gd name="connsiteY3" fmla="*/ 2130552 h 2130552"/>
              <a:gd name="connsiteX4" fmla="*/ 11609690 w 12188952"/>
              <a:gd name="connsiteY4" fmla="*/ 303706 h 2130552"/>
              <a:gd name="connsiteX5" fmla="*/ 9232250 w 12188952"/>
              <a:gd name="connsiteY5" fmla="*/ 303706 h 2130552"/>
              <a:gd name="connsiteX6" fmla="*/ 9232250 w 12188952"/>
              <a:gd name="connsiteY6" fmla="*/ 2130552 h 2130552"/>
              <a:gd name="connsiteX7" fmla="*/ 8737338 w 12188952"/>
              <a:gd name="connsiteY7" fmla="*/ 2130552 h 2130552"/>
              <a:gd name="connsiteX8" fmla="*/ 8737338 w 12188952"/>
              <a:gd name="connsiteY8" fmla="*/ 319204 h 2130552"/>
              <a:gd name="connsiteX9" fmla="*/ 8737338 w 12188952"/>
              <a:gd name="connsiteY9" fmla="*/ 303706 h 2130552"/>
              <a:gd name="connsiteX10" fmla="*/ 6359898 w 12188952"/>
              <a:gd name="connsiteY10" fmla="*/ 303706 h 2130552"/>
              <a:gd name="connsiteX11" fmla="*/ 6359898 w 12188952"/>
              <a:gd name="connsiteY11" fmla="*/ 319204 h 2130552"/>
              <a:gd name="connsiteX12" fmla="*/ 6359898 w 12188952"/>
              <a:gd name="connsiteY12" fmla="*/ 2130552 h 2130552"/>
              <a:gd name="connsiteX13" fmla="*/ 5864985 w 12188952"/>
              <a:gd name="connsiteY13" fmla="*/ 2130552 h 2130552"/>
              <a:gd name="connsiteX14" fmla="*/ 5864985 w 12188952"/>
              <a:gd name="connsiteY14" fmla="*/ 314038 h 2130552"/>
              <a:gd name="connsiteX15" fmla="*/ 5864985 w 12188952"/>
              <a:gd name="connsiteY15" fmla="*/ 303706 h 2130552"/>
              <a:gd name="connsiteX16" fmla="*/ 3487545 w 12188952"/>
              <a:gd name="connsiteY16" fmla="*/ 303706 h 2130552"/>
              <a:gd name="connsiteX17" fmla="*/ 3487545 w 12188952"/>
              <a:gd name="connsiteY17" fmla="*/ 314038 h 2130552"/>
              <a:gd name="connsiteX18" fmla="*/ 3487545 w 12188952"/>
              <a:gd name="connsiteY18" fmla="*/ 2130552 h 2130552"/>
              <a:gd name="connsiteX19" fmla="*/ 2992632 w 12188952"/>
              <a:gd name="connsiteY19" fmla="*/ 2130552 h 2130552"/>
              <a:gd name="connsiteX20" fmla="*/ 2992632 w 12188952"/>
              <a:gd name="connsiteY20" fmla="*/ 308872 h 2130552"/>
              <a:gd name="connsiteX21" fmla="*/ 615192 w 12188952"/>
              <a:gd name="connsiteY21" fmla="*/ 308872 h 2130552"/>
              <a:gd name="connsiteX22" fmla="*/ 615192 w 12188952"/>
              <a:gd name="connsiteY22" fmla="*/ 2130552 h 2130552"/>
              <a:gd name="connsiteX23" fmla="*/ 0 w 12188952"/>
              <a:gd name="connsiteY23" fmla="*/ 2130552 h 2130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88952" h="2130552">
                <a:moveTo>
                  <a:pt x="0" y="0"/>
                </a:moveTo>
                <a:lnTo>
                  <a:pt x="12188952" y="0"/>
                </a:lnTo>
                <a:lnTo>
                  <a:pt x="12188952" y="2130552"/>
                </a:lnTo>
                <a:lnTo>
                  <a:pt x="11609690" y="2130552"/>
                </a:lnTo>
                <a:lnTo>
                  <a:pt x="11609690" y="303706"/>
                </a:lnTo>
                <a:lnTo>
                  <a:pt x="9232250" y="303706"/>
                </a:lnTo>
                <a:lnTo>
                  <a:pt x="9232250" y="2130552"/>
                </a:lnTo>
                <a:lnTo>
                  <a:pt x="8737338" y="2130552"/>
                </a:lnTo>
                <a:lnTo>
                  <a:pt x="8737338" y="319204"/>
                </a:lnTo>
                <a:lnTo>
                  <a:pt x="8737338" y="303706"/>
                </a:lnTo>
                <a:lnTo>
                  <a:pt x="6359898" y="303706"/>
                </a:lnTo>
                <a:lnTo>
                  <a:pt x="6359898" y="319204"/>
                </a:lnTo>
                <a:lnTo>
                  <a:pt x="6359898" y="2130552"/>
                </a:lnTo>
                <a:lnTo>
                  <a:pt x="5864985" y="2130552"/>
                </a:lnTo>
                <a:lnTo>
                  <a:pt x="5864985" y="314038"/>
                </a:lnTo>
                <a:lnTo>
                  <a:pt x="5864985" y="303706"/>
                </a:lnTo>
                <a:lnTo>
                  <a:pt x="3487545" y="303706"/>
                </a:lnTo>
                <a:lnTo>
                  <a:pt x="3487545" y="314038"/>
                </a:lnTo>
                <a:lnTo>
                  <a:pt x="3487545" y="2130552"/>
                </a:lnTo>
                <a:lnTo>
                  <a:pt x="2992632" y="2130552"/>
                </a:lnTo>
                <a:lnTo>
                  <a:pt x="2992632" y="308872"/>
                </a:lnTo>
                <a:lnTo>
                  <a:pt x="615192" y="308872"/>
                </a:lnTo>
                <a:lnTo>
                  <a:pt x="615192" y="2130552"/>
                </a:lnTo>
                <a:lnTo>
                  <a:pt x="0" y="2130552"/>
                </a:lnTo>
                <a:close/>
              </a:path>
            </a:pathLst>
          </a:custGeom>
        </p:spPr>
        <p:txBody>
          <a:bodyPr wrap="square">
            <a:noAutofit/>
          </a:bodyPr>
          <a:lstStyle>
            <a:lvl1pPr marL="0" indent="0"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24171600-BED0-74AC-E859-D58783F02246}"/>
              </a:ext>
            </a:extLst>
          </p:cNvPr>
          <p:cNvSpPr>
            <a:spLocks noGrp="1"/>
          </p:cNvSpPr>
          <p:nvPr>
            <p:ph type="title"/>
          </p:nvPr>
        </p:nvSpPr>
        <p:spPr>
          <a:xfrm>
            <a:off x="585216" y="548640"/>
            <a:ext cx="11000232" cy="713232"/>
          </a:xfrm>
        </p:spPr>
        <p:txBody>
          <a:bodyPr lIns="91440" tIns="45720" rIns="91440" bIns="45720"/>
          <a:lstStyle/>
          <a:p>
            <a:r>
              <a:rPr lang="en-US"/>
              <a:t>Click to edit Master title style</a:t>
            </a:r>
          </a:p>
        </p:txBody>
      </p:sp>
      <p:sp>
        <p:nvSpPr>
          <p:cNvPr id="3" name="Date Placeholder 2">
            <a:extLst>
              <a:ext uri="{FF2B5EF4-FFF2-40B4-BE49-F238E27FC236}">
                <a16:creationId xmlns:a16="http://schemas.microsoft.com/office/drawing/2014/main" id="{F8A0642D-F9B7-ABDD-56F1-C71B524A7900}"/>
              </a:ext>
            </a:extLst>
          </p:cNvPr>
          <p:cNvSpPr>
            <a:spLocks noGrp="1"/>
          </p:cNvSpPr>
          <p:nvPr>
            <p:ph type="dt" sz="half" idx="10"/>
          </p:nvPr>
        </p:nvSpPr>
        <p:spPr/>
        <p:txBody>
          <a:bodyPr/>
          <a:lstStyle/>
          <a:p>
            <a:r>
              <a:rPr lang="en-US" dirty="0"/>
              <a:t>20XX</a:t>
            </a:r>
          </a:p>
        </p:txBody>
      </p:sp>
      <p:sp>
        <p:nvSpPr>
          <p:cNvPr id="4" name="Slide Number Placeholder 3">
            <a:extLst>
              <a:ext uri="{FF2B5EF4-FFF2-40B4-BE49-F238E27FC236}">
                <a16:creationId xmlns:a16="http://schemas.microsoft.com/office/drawing/2014/main" id="{2CF20FC0-560E-9B91-B06D-87FEC1642A37}"/>
              </a:ext>
            </a:extLst>
          </p:cNvPr>
          <p:cNvSpPr>
            <a:spLocks noGrp="1"/>
          </p:cNvSpPr>
          <p:nvPr>
            <p:ph type="sldNum" sz="quarter" idx="11"/>
          </p:nvPr>
        </p:nvSpPr>
        <p:spPr/>
        <p:txBody>
          <a:bodyPr/>
          <a:lstStyle/>
          <a:p>
            <a:fld id="{B776CE9F-4BD8-A748-847B-B97BB3C5BACA}" type="slidenum">
              <a:rPr lang="en-US" smtClean="0"/>
              <a:pPr/>
              <a:t>‹#›</a:t>
            </a:fld>
            <a:endParaRPr lang="en-US" dirty="0"/>
          </a:p>
        </p:txBody>
      </p:sp>
      <p:sp>
        <p:nvSpPr>
          <p:cNvPr id="5" name="Footer Placeholder 4">
            <a:extLst>
              <a:ext uri="{FF2B5EF4-FFF2-40B4-BE49-F238E27FC236}">
                <a16:creationId xmlns:a16="http://schemas.microsoft.com/office/drawing/2014/main" id="{2AD479E1-9472-4ACD-160F-8E0AF3DC343D}"/>
              </a:ext>
            </a:extLst>
          </p:cNvPr>
          <p:cNvSpPr>
            <a:spLocks noGrp="1"/>
          </p:cNvSpPr>
          <p:nvPr>
            <p:ph type="ftr" sz="quarter" idx="12"/>
          </p:nvPr>
        </p:nvSpPr>
        <p:spPr/>
        <p:txBody>
          <a:bodyPr/>
          <a:lstStyle/>
          <a:p>
            <a:r>
              <a:rPr lang="en-US" dirty="0"/>
              <a:t>Presentation title</a:t>
            </a:r>
          </a:p>
        </p:txBody>
      </p:sp>
      <p:sp>
        <p:nvSpPr>
          <p:cNvPr id="14" name="Rectangle 13">
            <a:extLst>
              <a:ext uri="{FF2B5EF4-FFF2-40B4-BE49-F238E27FC236}">
                <a16:creationId xmlns:a16="http://schemas.microsoft.com/office/drawing/2014/main" id="{37CF5505-6B6A-48E5-4975-2D3C5B735E22}"/>
              </a:ext>
            </a:extLst>
          </p:cNvPr>
          <p:cNvSpPr/>
          <p:nvPr userDrawn="1"/>
        </p:nvSpPr>
        <p:spPr>
          <a:xfrm>
            <a:off x="596142" y="2382303"/>
            <a:ext cx="2377440" cy="2377440"/>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B205CAC1-7E1B-02CD-1894-8E1B2435F15E}"/>
              </a:ext>
            </a:extLst>
          </p:cNvPr>
          <p:cNvSpPr/>
          <p:nvPr userDrawn="1"/>
        </p:nvSpPr>
        <p:spPr>
          <a:xfrm>
            <a:off x="9213200" y="2382303"/>
            <a:ext cx="2377440" cy="2377440"/>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3AC60B15-4ACB-C28D-352E-000AEA2C5356}"/>
              </a:ext>
            </a:extLst>
          </p:cNvPr>
          <p:cNvSpPr/>
          <p:nvPr userDrawn="1"/>
        </p:nvSpPr>
        <p:spPr>
          <a:xfrm>
            <a:off x="6340848" y="2382303"/>
            <a:ext cx="2377440" cy="2377440"/>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49FEE9F7-D771-4EFD-C9C4-3E9D3A7F5EDC}"/>
              </a:ext>
            </a:extLst>
          </p:cNvPr>
          <p:cNvSpPr/>
          <p:nvPr userDrawn="1"/>
        </p:nvSpPr>
        <p:spPr>
          <a:xfrm>
            <a:off x="3468495" y="2382303"/>
            <a:ext cx="2377440" cy="2377440"/>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Picture Placeholder 25">
            <a:extLst>
              <a:ext uri="{FF2B5EF4-FFF2-40B4-BE49-F238E27FC236}">
                <a16:creationId xmlns:a16="http://schemas.microsoft.com/office/drawing/2014/main" id="{5D79FB56-06D0-0403-1382-8CC187396650}"/>
              </a:ext>
            </a:extLst>
          </p:cNvPr>
          <p:cNvSpPr>
            <a:spLocks noGrp="1"/>
          </p:cNvSpPr>
          <p:nvPr>
            <p:ph type="pic" sz="quarter" idx="14"/>
          </p:nvPr>
        </p:nvSpPr>
        <p:spPr>
          <a:xfrm>
            <a:off x="838458" y="2624619"/>
            <a:ext cx="1892808" cy="1892808"/>
          </a:xfrm>
          <a:ln w="12700">
            <a:solidFill>
              <a:schemeClr val="tx1"/>
            </a:solidFill>
          </a:ln>
        </p:spPr>
        <p:txBody>
          <a:bodyPr anchor="ctr"/>
          <a:lstStyle>
            <a:lvl1pPr marL="0" indent="0" algn="ctr">
              <a:buNone/>
              <a:defRPr sz="1200"/>
            </a:lvl1pPr>
          </a:lstStyle>
          <a:p>
            <a:r>
              <a:rPr lang="en-US"/>
              <a:t>Click icon to add picture</a:t>
            </a:r>
            <a:endParaRPr lang="en-US" dirty="0"/>
          </a:p>
        </p:txBody>
      </p:sp>
      <p:sp>
        <p:nvSpPr>
          <p:cNvPr id="27" name="Picture Placeholder 25">
            <a:extLst>
              <a:ext uri="{FF2B5EF4-FFF2-40B4-BE49-F238E27FC236}">
                <a16:creationId xmlns:a16="http://schemas.microsoft.com/office/drawing/2014/main" id="{761AD9FA-7307-5761-D0BA-429414231D6E}"/>
              </a:ext>
            </a:extLst>
          </p:cNvPr>
          <p:cNvSpPr>
            <a:spLocks noGrp="1"/>
          </p:cNvSpPr>
          <p:nvPr>
            <p:ph type="pic" sz="quarter" idx="15"/>
          </p:nvPr>
        </p:nvSpPr>
        <p:spPr>
          <a:xfrm>
            <a:off x="3710811" y="2624619"/>
            <a:ext cx="1892808" cy="1892808"/>
          </a:xfrm>
          <a:ln w="12700">
            <a:solidFill>
              <a:schemeClr val="tx1"/>
            </a:solidFill>
          </a:ln>
        </p:spPr>
        <p:txBody>
          <a:bodyPr anchor="ctr"/>
          <a:lstStyle>
            <a:lvl1pPr marL="0" indent="0" algn="ctr">
              <a:buNone/>
              <a:defRPr sz="1200"/>
            </a:lvl1pPr>
          </a:lstStyle>
          <a:p>
            <a:r>
              <a:rPr lang="en-US"/>
              <a:t>Click icon to add picture</a:t>
            </a:r>
            <a:endParaRPr lang="en-US" dirty="0"/>
          </a:p>
        </p:txBody>
      </p:sp>
      <p:sp>
        <p:nvSpPr>
          <p:cNvPr id="28" name="Picture Placeholder 25">
            <a:extLst>
              <a:ext uri="{FF2B5EF4-FFF2-40B4-BE49-F238E27FC236}">
                <a16:creationId xmlns:a16="http://schemas.microsoft.com/office/drawing/2014/main" id="{E90A1BAD-3EF2-3649-1433-36CC16B0077A}"/>
              </a:ext>
            </a:extLst>
          </p:cNvPr>
          <p:cNvSpPr>
            <a:spLocks noGrp="1"/>
          </p:cNvSpPr>
          <p:nvPr>
            <p:ph type="pic" sz="quarter" idx="16"/>
          </p:nvPr>
        </p:nvSpPr>
        <p:spPr>
          <a:xfrm>
            <a:off x="6583164" y="2624619"/>
            <a:ext cx="1892808" cy="1892808"/>
          </a:xfrm>
          <a:ln w="12700">
            <a:solidFill>
              <a:schemeClr val="tx1"/>
            </a:solidFill>
          </a:ln>
        </p:spPr>
        <p:txBody>
          <a:bodyPr anchor="ctr"/>
          <a:lstStyle>
            <a:lvl1pPr marL="0" indent="0" algn="ctr">
              <a:buNone/>
              <a:defRPr sz="1200"/>
            </a:lvl1pPr>
          </a:lstStyle>
          <a:p>
            <a:r>
              <a:rPr lang="en-US"/>
              <a:t>Click icon to add picture</a:t>
            </a:r>
            <a:endParaRPr lang="en-US" dirty="0"/>
          </a:p>
        </p:txBody>
      </p:sp>
      <p:sp>
        <p:nvSpPr>
          <p:cNvPr id="29" name="Picture Placeholder 25">
            <a:extLst>
              <a:ext uri="{FF2B5EF4-FFF2-40B4-BE49-F238E27FC236}">
                <a16:creationId xmlns:a16="http://schemas.microsoft.com/office/drawing/2014/main" id="{29620C04-A949-59BD-DB48-2D9657D56D93}"/>
              </a:ext>
            </a:extLst>
          </p:cNvPr>
          <p:cNvSpPr>
            <a:spLocks noGrp="1"/>
          </p:cNvSpPr>
          <p:nvPr>
            <p:ph type="pic" sz="quarter" idx="17"/>
          </p:nvPr>
        </p:nvSpPr>
        <p:spPr>
          <a:xfrm>
            <a:off x="9455516" y="2624619"/>
            <a:ext cx="1892808" cy="1892808"/>
          </a:xfrm>
          <a:ln w="12700">
            <a:solidFill>
              <a:schemeClr val="tx1"/>
            </a:solidFill>
          </a:ln>
        </p:spPr>
        <p:txBody>
          <a:bodyPr anchor="ctr"/>
          <a:lstStyle>
            <a:lvl1pPr marL="0" indent="0" algn="ctr">
              <a:buNone/>
              <a:defRPr sz="1200"/>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3F66E54D-8BCB-94BE-96AC-1DF03BC8E380}"/>
              </a:ext>
            </a:extLst>
          </p:cNvPr>
          <p:cNvSpPr>
            <a:spLocks noGrp="1"/>
          </p:cNvSpPr>
          <p:nvPr>
            <p:ph type="body" sz="quarter" idx="18"/>
          </p:nvPr>
        </p:nvSpPr>
        <p:spPr>
          <a:xfrm>
            <a:off x="877696" y="5001768"/>
            <a:ext cx="1883664" cy="365760"/>
          </a:xfrm>
        </p:spPr>
        <p:txBody>
          <a:bodyPr anchor="ctr"/>
          <a:lstStyle>
            <a:lvl1pPr marL="0" indent="0" algn="ctr">
              <a:lnSpc>
                <a:spcPct val="100000"/>
              </a:lnSpc>
              <a:spcBef>
                <a:spcPts val="0"/>
              </a:spcBef>
              <a:buNone/>
              <a:defRPr sz="1800" b="1" cap="all" spc="0" baseline="0">
                <a:latin typeface="+mj-lt"/>
              </a:defRPr>
            </a:lvl1pPr>
          </a:lstStyle>
          <a:p>
            <a:pPr lvl="0"/>
            <a:r>
              <a:rPr lang="en-US"/>
              <a:t>Click to edit Master text styles</a:t>
            </a:r>
          </a:p>
        </p:txBody>
      </p:sp>
      <p:sp>
        <p:nvSpPr>
          <p:cNvPr id="8" name="Text Placeholder 6">
            <a:extLst>
              <a:ext uri="{FF2B5EF4-FFF2-40B4-BE49-F238E27FC236}">
                <a16:creationId xmlns:a16="http://schemas.microsoft.com/office/drawing/2014/main" id="{565E13D5-A494-5C7B-7D8B-ACC5A9CC2B38}"/>
              </a:ext>
            </a:extLst>
          </p:cNvPr>
          <p:cNvSpPr>
            <a:spLocks noGrp="1"/>
          </p:cNvSpPr>
          <p:nvPr>
            <p:ph type="body" sz="quarter" idx="19"/>
          </p:nvPr>
        </p:nvSpPr>
        <p:spPr>
          <a:xfrm>
            <a:off x="3715383" y="5001768"/>
            <a:ext cx="1883664" cy="365760"/>
          </a:xfrm>
        </p:spPr>
        <p:txBody>
          <a:bodyPr anchor="ctr"/>
          <a:lstStyle>
            <a:lvl1pPr marL="0" indent="0" algn="ctr">
              <a:lnSpc>
                <a:spcPct val="100000"/>
              </a:lnSpc>
              <a:spcBef>
                <a:spcPts val="0"/>
              </a:spcBef>
              <a:buNone/>
              <a:defRPr sz="1800" b="1" cap="all" spc="0" baseline="0">
                <a:latin typeface="+mj-lt"/>
              </a:defRPr>
            </a:lvl1pPr>
          </a:lstStyle>
          <a:p>
            <a:pPr lvl="0"/>
            <a:r>
              <a:rPr lang="en-US"/>
              <a:t>Click to edit Master text styles</a:t>
            </a:r>
          </a:p>
        </p:txBody>
      </p:sp>
      <p:sp>
        <p:nvSpPr>
          <p:cNvPr id="9" name="Text Placeholder 6">
            <a:extLst>
              <a:ext uri="{FF2B5EF4-FFF2-40B4-BE49-F238E27FC236}">
                <a16:creationId xmlns:a16="http://schemas.microsoft.com/office/drawing/2014/main" id="{A5E9E9DB-B904-0E52-F36E-875DEF5561C6}"/>
              </a:ext>
            </a:extLst>
          </p:cNvPr>
          <p:cNvSpPr>
            <a:spLocks noGrp="1"/>
          </p:cNvSpPr>
          <p:nvPr>
            <p:ph type="body" sz="quarter" idx="20"/>
          </p:nvPr>
        </p:nvSpPr>
        <p:spPr>
          <a:xfrm>
            <a:off x="6587736" y="5001768"/>
            <a:ext cx="1883664" cy="365760"/>
          </a:xfrm>
        </p:spPr>
        <p:txBody>
          <a:bodyPr anchor="ctr"/>
          <a:lstStyle>
            <a:lvl1pPr marL="0" indent="0" algn="ctr">
              <a:lnSpc>
                <a:spcPct val="100000"/>
              </a:lnSpc>
              <a:spcBef>
                <a:spcPts val="0"/>
              </a:spcBef>
              <a:buNone/>
              <a:defRPr sz="1800" b="1" cap="all" spc="0" baseline="0">
                <a:latin typeface="+mj-lt"/>
              </a:defRPr>
            </a:lvl1pPr>
          </a:lstStyle>
          <a:p>
            <a:pPr lvl="0"/>
            <a:r>
              <a:rPr lang="en-US"/>
              <a:t>Click to edit Master text styles</a:t>
            </a:r>
          </a:p>
        </p:txBody>
      </p:sp>
      <p:sp>
        <p:nvSpPr>
          <p:cNvPr id="10" name="Text Placeholder 6">
            <a:extLst>
              <a:ext uri="{FF2B5EF4-FFF2-40B4-BE49-F238E27FC236}">
                <a16:creationId xmlns:a16="http://schemas.microsoft.com/office/drawing/2014/main" id="{0AFAB388-1703-05B3-FF78-8BD61D0DBF60}"/>
              </a:ext>
            </a:extLst>
          </p:cNvPr>
          <p:cNvSpPr>
            <a:spLocks noGrp="1"/>
          </p:cNvSpPr>
          <p:nvPr>
            <p:ph type="body" sz="quarter" idx="21"/>
          </p:nvPr>
        </p:nvSpPr>
        <p:spPr>
          <a:xfrm>
            <a:off x="9456420" y="4995055"/>
            <a:ext cx="1883664" cy="365760"/>
          </a:xfrm>
        </p:spPr>
        <p:txBody>
          <a:bodyPr anchor="ctr"/>
          <a:lstStyle>
            <a:lvl1pPr marL="0" indent="0" algn="ctr">
              <a:lnSpc>
                <a:spcPct val="100000"/>
              </a:lnSpc>
              <a:spcBef>
                <a:spcPts val="0"/>
              </a:spcBef>
              <a:buNone/>
              <a:defRPr sz="1800" b="1" cap="all" spc="0" baseline="0">
                <a:latin typeface="+mj-lt"/>
              </a:defRPr>
            </a:lvl1pPr>
          </a:lstStyle>
          <a:p>
            <a:pPr lvl="0"/>
            <a:r>
              <a:rPr lang="en-US"/>
              <a:t>Click to edit Master text styles</a:t>
            </a:r>
          </a:p>
        </p:txBody>
      </p:sp>
      <p:sp>
        <p:nvSpPr>
          <p:cNvPr id="11" name="Text Placeholder 6">
            <a:extLst>
              <a:ext uri="{FF2B5EF4-FFF2-40B4-BE49-F238E27FC236}">
                <a16:creationId xmlns:a16="http://schemas.microsoft.com/office/drawing/2014/main" id="{BC0F7A7B-C617-73EF-C258-1DE68E292A55}"/>
              </a:ext>
            </a:extLst>
          </p:cNvPr>
          <p:cNvSpPr>
            <a:spLocks noGrp="1"/>
          </p:cNvSpPr>
          <p:nvPr>
            <p:ph type="body" sz="quarter" idx="22"/>
          </p:nvPr>
        </p:nvSpPr>
        <p:spPr>
          <a:xfrm>
            <a:off x="877696" y="5477256"/>
            <a:ext cx="1883664" cy="365760"/>
          </a:xfrm>
        </p:spPr>
        <p:txBody>
          <a:bodyPr anchor="t"/>
          <a:lstStyle>
            <a:lvl1pPr marL="0" indent="0" algn="ctr">
              <a:lnSpc>
                <a:spcPct val="100000"/>
              </a:lnSpc>
              <a:spcBef>
                <a:spcPts val="0"/>
              </a:spcBef>
              <a:buNone/>
              <a:defRPr sz="1400" b="0" cap="none" spc="0" baseline="0">
                <a:latin typeface="+mn-lt"/>
              </a:defRPr>
            </a:lvl1pPr>
          </a:lstStyle>
          <a:p>
            <a:pPr lvl="0"/>
            <a:r>
              <a:rPr lang="en-US"/>
              <a:t>Click to edit Master text styles</a:t>
            </a:r>
          </a:p>
        </p:txBody>
      </p:sp>
      <p:sp>
        <p:nvSpPr>
          <p:cNvPr id="12" name="Text Placeholder 6">
            <a:extLst>
              <a:ext uri="{FF2B5EF4-FFF2-40B4-BE49-F238E27FC236}">
                <a16:creationId xmlns:a16="http://schemas.microsoft.com/office/drawing/2014/main" id="{8505B010-0DE0-160A-8F55-99CBBD0B51C0}"/>
              </a:ext>
            </a:extLst>
          </p:cNvPr>
          <p:cNvSpPr>
            <a:spLocks noGrp="1"/>
          </p:cNvSpPr>
          <p:nvPr>
            <p:ph type="body" sz="quarter" idx="23"/>
          </p:nvPr>
        </p:nvSpPr>
        <p:spPr>
          <a:xfrm>
            <a:off x="3715383" y="5477256"/>
            <a:ext cx="1883664" cy="365760"/>
          </a:xfrm>
        </p:spPr>
        <p:txBody>
          <a:bodyPr anchor="t"/>
          <a:lstStyle>
            <a:lvl1pPr marL="0" indent="0" algn="ctr">
              <a:lnSpc>
                <a:spcPct val="100000"/>
              </a:lnSpc>
              <a:spcBef>
                <a:spcPts val="0"/>
              </a:spcBef>
              <a:buNone/>
              <a:defRPr sz="1400" b="0" cap="none" spc="0" baseline="0">
                <a:latin typeface="+mn-lt"/>
              </a:defRPr>
            </a:lvl1pPr>
          </a:lstStyle>
          <a:p>
            <a:pPr lvl="0"/>
            <a:r>
              <a:rPr lang="en-US"/>
              <a:t>Click to edit Master text styles</a:t>
            </a:r>
          </a:p>
        </p:txBody>
      </p:sp>
      <p:sp>
        <p:nvSpPr>
          <p:cNvPr id="13" name="Text Placeholder 6">
            <a:extLst>
              <a:ext uri="{FF2B5EF4-FFF2-40B4-BE49-F238E27FC236}">
                <a16:creationId xmlns:a16="http://schemas.microsoft.com/office/drawing/2014/main" id="{B587A03F-BE4E-C7A4-28CD-3B4C581E5537}"/>
              </a:ext>
            </a:extLst>
          </p:cNvPr>
          <p:cNvSpPr>
            <a:spLocks noGrp="1"/>
          </p:cNvSpPr>
          <p:nvPr>
            <p:ph type="body" sz="quarter" idx="24"/>
          </p:nvPr>
        </p:nvSpPr>
        <p:spPr>
          <a:xfrm>
            <a:off x="6587736" y="5477256"/>
            <a:ext cx="1883664" cy="365760"/>
          </a:xfrm>
        </p:spPr>
        <p:txBody>
          <a:bodyPr anchor="t"/>
          <a:lstStyle>
            <a:lvl1pPr marL="0" indent="0" algn="ctr">
              <a:lnSpc>
                <a:spcPct val="100000"/>
              </a:lnSpc>
              <a:spcBef>
                <a:spcPts val="0"/>
              </a:spcBef>
              <a:buNone/>
              <a:defRPr sz="1400" b="0" cap="none" spc="0" baseline="0">
                <a:latin typeface="+mn-lt"/>
              </a:defRPr>
            </a:lvl1pPr>
          </a:lstStyle>
          <a:p>
            <a:pPr lvl="0"/>
            <a:r>
              <a:rPr lang="en-US"/>
              <a:t>Click to edit Master text styles</a:t>
            </a:r>
          </a:p>
        </p:txBody>
      </p:sp>
      <p:sp>
        <p:nvSpPr>
          <p:cNvPr id="15" name="Text Placeholder 6">
            <a:extLst>
              <a:ext uri="{FF2B5EF4-FFF2-40B4-BE49-F238E27FC236}">
                <a16:creationId xmlns:a16="http://schemas.microsoft.com/office/drawing/2014/main" id="{AAE93713-B7D7-8AA5-A8BF-59C7A0F464F2}"/>
              </a:ext>
            </a:extLst>
          </p:cNvPr>
          <p:cNvSpPr>
            <a:spLocks noGrp="1"/>
          </p:cNvSpPr>
          <p:nvPr>
            <p:ph type="body" sz="quarter" idx="25"/>
          </p:nvPr>
        </p:nvSpPr>
        <p:spPr>
          <a:xfrm>
            <a:off x="9456420" y="5477256"/>
            <a:ext cx="1883664" cy="365760"/>
          </a:xfrm>
        </p:spPr>
        <p:txBody>
          <a:bodyPr anchor="t"/>
          <a:lstStyle>
            <a:lvl1pPr marL="0" indent="0" algn="ctr">
              <a:lnSpc>
                <a:spcPct val="100000"/>
              </a:lnSpc>
              <a:spcBef>
                <a:spcPts val="0"/>
              </a:spcBef>
              <a:buNone/>
              <a:defRPr sz="1400" b="0" cap="none" spc="0" baseline="0">
                <a:latin typeface="+mn-lt"/>
              </a:defRPr>
            </a:lvl1pPr>
          </a:lstStyle>
          <a:p>
            <a:pPr lvl="0"/>
            <a:r>
              <a:rPr lang="en-US"/>
              <a:t>Click to edit Master text styles</a:t>
            </a:r>
          </a:p>
        </p:txBody>
      </p:sp>
    </p:spTree>
    <p:extLst>
      <p:ext uri="{BB962C8B-B14F-4D97-AF65-F5344CB8AC3E}">
        <p14:creationId xmlns:p14="http://schemas.microsoft.com/office/powerpoint/2010/main" val="219313474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Team x8">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171600-BED0-74AC-E859-D58783F02246}"/>
              </a:ext>
            </a:extLst>
          </p:cNvPr>
          <p:cNvSpPr>
            <a:spLocks noGrp="1"/>
          </p:cNvSpPr>
          <p:nvPr>
            <p:ph type="title"/>
          </p:nvPr>
        </p:nvSpPr>
        <p:spPr/>
        <p:txBody>
          <a:bodyPr/>
          <a:lstStyle/>
          <a:p>
            <a:r>
              <a:rPr lang="en-US"/>
              <a:t>Click to edit Master title style</a:t>
            </a:r>
          </a:p>
        </p:txBody>
      </p:sp>
      <p:sp>
        <p:nvSpPr>
          <p:cNvPr id="14" name="Rectangle 13">
            <a:extLst>
              <a:ext uri="{FF2B5EF4-FFF2-40B4-BE49-F238E27FC236}">
                <a16:creationId xmlns:a16="http://schemas.microsoft.com/office/drawing/2014/main" id="{37CF5505-6B6A-48E5-4975-2D3C5B735E22}"/>
              </a:ext>
            </a:extLst>
          </p:cNvPr>
          <p:cNvSpPr/>
          <p:nvPr userDrawn="1"/>
        </p:nvSpPr>
        <p:spPr>
          <a:xfrm>
            <a:off x="859536" y="1316736"/>
            <a:ext cx="1920240" cy="1920240"/>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B205CAC1-7E1B-02CD-1894-8E1B2435F15E}"/>
              </a:ext>
            </a:extLst>
          </p:cNvPr>
          <p:cNvSpPr/>
          <p:nvPr userDrawn="1"/>
        </p:nvSpPr>
        <p:spPr>
          <a:xfrm>
            <a:off x="9473184" y="1316736"/>
            <a:ext cx="1920240" cy="1920240"/>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2" name="Rectangle 21">
            <a:extLst>
              <a:ext uri="{FF2B5EF4-FFF2-40B4-BE49-F238E27FC236}">
                <a16:creationId xmlns:a16="http://schemas.microsoft.com/office/drawing/2014/main" id="{3AC60B15-4ACB-C28D-352E-000AEA2C5356}"/>
              </a:ext>
            </a:extLst>
          </p:cNvPr>
          <p:cNvSpPr/>
          <p:nvPr userDrawn="1"/>
        </p:nvSpPr>
        <p:spPr>
          <a:xfrm>
            <a:off x="6601968" y="1316736"/>
            <a:ext cx="1920240" cy="1920240"/>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Rectangle 23">
            <a:extLst>
              <a:ext uri="{FF2B5EF4-FFF2-40B4-BE49-F238E27FC236}">
                <a16:creationId xmlns:a16="http://schemas.microsoft.com/office/drawing/2014/main" id="{49FEE9F7-D771-4EFD-C9C4-3E9D3A7F5EDC}"/>
              </a:ext>
            </a:extLst>
          </p:cNvPr>
          <p:cNvSpPr/>
          <p:nvPr userDrawn="1"/>
        </p:nvSpPr>
        <p:spPr>
          <a:xfrm>
            <a:off x="3730752" y="1316736"/>
            <a:ext cx="1920240" cy="1920240"/>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6" name="Picture Placeholder 25">
            <a:extLst>
              <a:ext uri="{FF2B5EF4-FFF2-40B4-BE49-F238E27FC236}">
                <a16:creationId xmlns:a16="http://schemas.microsoft.com/office/drawing/2014/main" id="{5D79FB56-06D0-0403-1382-8CC187396650}"/>
              </a:ext>
            </a:extLst>
          </p:cNvPr>
          <p:cNvSpPr>
            <a:spLocks noGrp="1"/>
          </p:cNvSpPr>
          <p:nvPr>
            <p:ph type="pic" sz="quarter" idx="14"/>
          </p:nvPr>
        </p:nvSpPr>
        <p:spPr>
          <a:xfrm>
            <a:off x="1005840" y="1463040"/>
            <a:ext cx="1627632" cy="1627632"/>
          </a:xfrm>
          <a:ln w="12700">
            <a:solidFill>
              <a:schemeClr val="tx1"/>
            </a:solidFill>
          </a:ln>
        </p:spPr>
        <p:txBody>
          <a:bodyPr anchor="ctr"/>
          <a:lstStyle>
            <a:lvl1pPr marL="0" indent="0" algn="ctr">
              <a:buNone/>
              <a:defRPr sz="1200"/>
            </a:lvl1pPr>
          </a:lstStyle>
          <a:p>
            <a:r>
              <a:rPr lang="en-US"/>
              <a:t>Click icon to add picture</a:t>
            </a:r>
            <a:endParaRPr lang="en-US" dirty="0"/>
          </a:p>
        </p:txBody>
      </p:sp>
      <p:sp>
        <p:nvSpPr>
          <p:cNvPr id="27" name="Picture Placeholder 25">
            <a:extLst>
              <a:ext uri="{FF2B5EF4-FFF2-40B4-BE49-F238E27FC236}">
                <a16:creationId xmlns:a16="http://schemas.microsoft.com/office/drawing/2014/main" id="{761AD9FA-7307-5761-D0BA-429414231D6E}"/>
              </a:ext>
            </a:extLst>
          </p:cNvPr>
          <p:cNvSpPr>
            <a:spLocks noGrp="1"/>
          </p:cNvSpPr>
          <p:nvPr>
            <p:ph type="pic" sz="quarter" idx="15"/>
          </p:nvPr>
        </p:nvSpPr>
        <p:spPr>
          <a:xfrm>
            <a:off x="3877056" y="1463040"/>
            <a:ext cx="1627632" cy="1627632"/>
          </a:xfrm>
          <a:ln w="12700">
            <a:solidFill>
              <a:schemeClr val="tx1"/>
            </a:solidFill>
          </a:ln>
        </p:spPr>
        <p:txBody>
          <a:bodyPr anchor="ctr"/>
          <a:lstStyle>
            <a:lvl1pPr marL="0" indent="0" algn="ctr">
              <a:buNone/>
              <a:defRPr sz="1200"/>
            </a:lvl1pPr>
          </a:lstStyle>
          <a:p>
            <a:r>
              <a:rPr lang="en-US"/>
              <a:t>Click icon to add picture</a:t>
            </a:r>
            <a:endParaRPr lang="en-US" dirty="0"/>
          </a:p>
        </p:txBody>
      </p:sp>
      <p:sp>
        <p:nvSpPr>
          <p:cNvPr id="28" name="Picture Placeholder 25">
            <a:extLst>
              <a:ext uri="{FF2B5EF4-FFF2-40B4-BE49-F238E27FC236}">
                <a16:creationId xmlns:a16="http://schemas.microsoft.com/office/drawing/2014/main" id="{E90A1BAD-3EF2-3649-1433-36CC16B0077A}"/>
              </a:ext>
            </a:extLst>
          </p:cNvPr>
          <p:cNvSpPr>
            <a:spLocks noGrp="1"/>
          </p:cNvSpPr>
          <p:nvPr>
            <p:ph type="pic" sz="quarter" idx="16"/>
          </p:nvPr>
        </p:nvSpPr>
        <p:spPr>
          <a:xfrm>
            <a:off x="6748272" y="1463040"/>
            <a:ext cx="1627632" cy="1627632"/>
          </a:xfrm>
          <a:ln w="12700">
            <a:solidFill>
              <a:schemeClr val="tx1"/>
            </a:solidFill>
          </a:ln>
        </p:spPr>
        <p:txBody>
          <a:bodyPr anchor="ctr"/>
          <a:lstStyle>
            <a:lvl1pPr marL="0" indent="0" algn="ctr">
              <a:buNone/>
              <a:defRPr sz="1200"/>
            </a:lvl1pPr>
          </a:lstStyle>
          <a:p>
            <a:r>
              <a:rPr lang="en-US"/>
              <a:t>Click icon to add picture</a:t>
            </a:r>
            <a:endParaRPr lang="en-US" dirty="0"/>
          </a:p>
        </p:txBody>
      </p:sp>
      <p:sp>
        <p:nvSpPr>
          <p:cNvPr id="29" name="Picture Placeholder 25">
            <a:extLst>
              <a:ext uri="{FF2B5EF4-FFF2-40B4-BE49-F238E27FC236}">
                <a16:creationId xmlns:a16="http://schemas.microsoft.com/office/drawing/2014/main" id="{29620C04-A949-59BD-DB48-2D9657D56D93}"/>
              </a:ext>
            </a:extLst>
          </p:cNvPr>
          <p:cNvSpPr>
            <a:spLocks noGrp="1"/>
          </p:cNvSpPr>
          <p:nvPr>
            <p:ph type="pic" sz="quarter" idx="17"/>
          </p:nvPr>
        </p:nvSpPr>
        <p:spPr>
          <a:xfrm>
            <a:off x="9619488" y="1463040"/>
            <a:ext cx="1627632" cy="1627632"/>
          </a:xfrm>
          <a:ln w="12700">
            <a:solidFill>
              <a:schemeClr val="tx1"/>
            </a:solidFill>
          </a:ln>
        </p:spPr>
        <p:txBody>
          <a:bodyPr anchor="ctr"/>
          <a:lstStyle>
            <a:lvl1pPr marL="0" indent="0" algn="ctr">
              <a:buNone/>
              <a:defRPr sz="1200"/>
            </a:lvl1pPr>
          </a:lstStyle>
          <a:p>
            <a:r>
              <a:rPr lang="en-US"/>
              <a:t>Click icon to add picture</a:t>
            </a:r>
            <a:endParaRPr lang="en-US" dirty="0"/>
          </a:p>
        </p:txBody>
      </p:sp>
      <p:sp>
        <p:nvSpPr>
          <p:cNvPr id="7" name="Text Placeholder 6">
            <a:extLst>
              <a:ext uri="{FF2B5EF4-FFF2-40B4-BE49-F238E27FC236}">
                <a16:creationId xmlns:a16="http://schemas.microsoft.com/office/drawing/2014/main" id="{3F66E54D-8BCB-94BE-96AC-1DF03BC8E380}"/>
              </a:ext>
            </a:extLst>
          </p:cNvPr>
          <p:cNvSpPr>
            <a:spLocks noGrp="1"/>
          </p:cNvSpPr>
          <p:nvPr>
            <p:ph type="body" sz="quarter" idx="18"/>
          </p:nvPr>
        </p:nvSpPr>
        <p:spPr>
          <a:xfrm>
            <a:off x="551871" y="3310128"/>
            <a:ext cx="2542032" cy="265176"/>
          </a:xfrm>
        </p:spPr>
        <p:txBody>
          <a:bodyPr anchor="ctr"/>
          <a:lstStyle>
            <a:lvl1pPr marL="0" indent="0" algn="ctr">
              <a:lnSpc>
                <a:spcPct val="100000"/>
              </a:lnSpc>
              <a:spcBef>
                <a:spcPts val="0"/>
              </a:spcBef>
              <a:buNone/>
              <a:defRPr sz="1600" b="1" cap="all" spc="20" baseline="0">
                <a:latin typeface="+mj-lt"/>
              </a:defRPr>
            </a:lvl1pPr>
          </a:lstStyle>
          <a:p>
            <a:pPr lvl="0"/>
            <a:r>
              <a:rPr lang="en-US"/>
              <a:t>Click to edit Master text styles</a:t>
            </a:r>
          </a:p>
        </p:txBody>
      </p:sp>
      <p:sp>
        <p:nvSpPr>
          <p:cNvPr id="8" name="Text Placeholder 6">
            <a:extLst>
              <a:ext uri="{FF2B5EF4-FFF2-40B4-BE49-F238E27FC236}">
                <a16:creationId xmlns:a16="http://schemas.microsoft.com/office/drawing/2014/main" id="{565E13D5-A494-5C7B-7D8B-ACC5A9CC2B38}"/>
              </a:ext>
            </a:extLst>
          </p:cNvPr>
          <p:cNvSpPr>
            <a:spLocks noGrp="1"/>
          </p:cNvSpPr>
          <p:nvPr>
            <p:ph type="body" sz="quarter" idx="19"/>
          </p:nvPr>
        </p:nvSpPr>
        <p:spPr>
          <a:xfrm>
            <a:off x="3425459" y="3310128"/>
            <a:ext cx="2542032" cy="265176"/>
          </a:xfrm>
        </p:spPr>
        <p:txBody>
          <a:bodyPr anchor="ctr"/>
          <a:lstStyle>
            <a:lvl1pPr marL="0" indent="0" algn="ctr">
              <a:lnSpc>
                <a:spcPct val="100000"/>
              </a:lnSpc>
              <a:spcBef>
                <a:spcPts val="0"/>
              </a:spcBef>
              <a:buNone/>
              <a:defRPr sz="1600" b="1" cap="all" spc="20" baseline="0">
                <a:latin typeface="+mj-lt"/>
              </a:defRPr>
            </a:lvl1pPr>
          </a:lstStyle>
          <a:p>
            <a:pPr lvl="0"/>
            <a:r>
              <a:rPr lang="en-US"/>
              <a:t>Click to edit Master text styles</a:t>
            </a:r>
          </a:p>
        </p:txBody>
      </p:sp>
      <p:sp>
        <p:nvSpPr>
          <p:cNvPr id="9" name="Text Placeholder 6">
            <a:extLst>
              <a:ext uri="{FF2B5EF4-FFF2-40B4-BE49-F238E27FC236}">
                <a16:creationId xmlns:a16="http://schemas.microsoft.com/office/drawing/2014/main" id="{A5E9E9DB-B904-0E52-F36E-875DEF5561C6}"/>
              </a:ext>
            </a:extLst>
          </p:cNvPr>
          <p:cNvSpPr>
            <a:spLocks noGrp="1"/>
          </p:cNvSpPr>
          <p:nvPr>
            <p:ph type="body" sz="quarter" idx="20"/>
          </p:nvPr>
        </p:nvSpPr>
        <p:spPr>
          <a:xfrm>
            <a:off x="6299047" y="3310128"/>
            <a:ext cx="2542032" cy="265176"/>
          </a:xfrm>
        </p:spPr>
        <p:txBody>
          <a:bodyPr anchor="ctr"/>
          <a:lstStyle>
            <a:lvl1pPr marL="0" indent="0" algn="ctr">
              <a:lnSpc>
                <a:spcPct val="100000"/>
              </a:lnSpc>
              <a:spcBef>
                <a:spcPts val="0"/>
              </a:spcBef>
              <a:buNone/>
              <a:defRPr sz="1600" b="1" cap="all" spc="20" baseline="0">
                <a:latin typeface="+mj-lt"/>
              </a:defRPr>
            </a:lvl1pPr>
          </a:lstStyle>
          <a:p>
            <a:pPr lvl="0"/>
            <a:r>
              <a:rPr lang="en-US"/>
              <a:t>Click to edit Master text styles</a:t>
            </a:r>
          </a:p>
        </p:txBody>
      </p:sp>
      <p:sp>
        <p:nvSpPr>
          <p:cNvPr id="10" name="Text Placeholder 6">
            <a:extLst>
              <a:ext uri="{FF2B5EF4-FFF2-40B4-BE49-F238E27FC236}">
                <a16:creationId xmlns:a16="http://schemas.microsoft.com/office/drawing/2014/main" id="{0AFAB388-1703-05B3-FF78-8BD61D0DBF60}"/>
              </a:ext>
            </a:extLst>
          </p:cNvPr>
          <p:cNvSpPr>
            <a:spLocks noGrp="1"/>
          </p:cNvSpPr>
          <p:nvPr>
            <p:ph type="body" sz="quarter" idx="21"/>
          </p:nvPr>
        </p:nvSpPr>
        <p:spPr>
          <a:xfrm>
            <a:off x="9172635" y="3310128"/>
            <a:ext cx="2542032" cy="265176"/>
          </a:xfrm>
        </p:spPr>
        <p:txBody>
          <a:bodyPr anchor="ctr"/>
          <a:lstStyle>
            <a:lvl1pPr marL="0" indent="0" algn="ctr">
              <a:lnSpc>
                <a:spcPct val="100000"/>
              </a:lnSpc>
              <a:spcBef>
                <a:spcPts val="0"/>
              </a:spcBef>
              <a:buNone/>
              <a:defRPr sz="1600" b="1" cap="all" spc="20" baseline="0">
                <a:latin typeface="+mj-lt"/>
              </a:defRPr>
            </a:lvl1pPr>
          </a:lstStyle>
          <a:p>
            <a:pPr lvl="0"/>
            <a:r>
              <a:rPr lang="en-US"/>
              <a:t>Click to edit Master text styles</a:t>
            </a:r>
          </a:p>
        </p:txBody>
      </p:sp>
      <p:sp>
        <p:nvSpPr>
          <p:cNvPr id="11" name="Text Placeholder 6">
            <a:extLst>
              <a:ext uri="{FF2B5EF4-FFF2-40B4-BE49-F238E27FC236}">
                <a16:creationId xmlns:a16="http://schemas.microsoft.com/office/drawing/2014/main" id="{BC0F7A7B-C617-73EF-C258-1DE68E292A55}"/>
              </a:ext>
            </a:extLst>
          </p:cNvPr>
          <p:cNvSpPr>
            <a:spLocks noGrp="1"/>
          </p:cNvSpPr>
          <p:nvPr>
            <p:ph type="body" sz="quarter" idx="22"/>
          </p:nvPr>
        </p:nvSpPr>
        <p:spPr>
          <a:xfrm>
            <a:off x="620451" y="3547872"/>
            <a:ext cx="2404872" cy="265176"/>
          </a:xfrm>
        </p:spPr>
        <p:txBody>
          <a:bodyPr anchor="ctr"/>
          <a:lstStyle>
            <a:lvl1pPr marL="0" indent="0" algn="ctr">
              <a:lnSpc>
                <a:spcPct val="100000"/>
              </a:lnSpc>
              <a:spcBef>
                <a:spcPts val="0"/>
              </a:spcBef>
              <a:buNone/>
              <a:defRPr sz="1400" b="0" cap="none" spc="20" baseline="0">
                <a:latin typeface="+mn-lt"/>
              </a:defRPr>
            </a:lvl1pPr>
          </a:lstStyle>
          <a:p>
            <a:pPr lvl="0"/>
            <a:r>
              <a:rPr lang="en-US"/>
              <a:t>Click to edit Master text styles</a:t>
            </a:r>
          </a:p>
        </p:txBody>
      </p:sp>
      <p:sp>
        <p:nvSpPr>
          <p:cNvPr id="12" name="Text Placeholder 6">
            <a:extLst>
              <a:ext uri="{FF2B5EF4-FFF2-40B4-BE49-F238E27FC236}">
                <a16:creationId xmlns:a16="http://schemas.microsoft.com/office/drawing/2014/main" id="{8505B010-0DE0-160A-8F55-99CBBD0B51C0}"/>
              </a:ext>
            </a:extLst>
          </p:cNvPr>
          <p:cNvSpPr>
            <a:spLocks noGrp="1"/>
          </p:cNvSpPr>
          <p:nvPr>
            <p:ph type="body" sz="quarter" idx="23"/>
          </p:nvPr>
        </p:nvSpPr>
        <p:spPr>
          <a:xfrm>
            <a:off x="3494039" y="3547872"/>
            <a:ext cx="2404872" cy="265176"/>
          </a:xfrm>
        </p:spPr>
        <p:txBody>
          <a:bodyPr anchor="ctr"/>
          <a:lstStyle>
            <a:lvl1pPr marL="0" indent="0" algn="ctr">
              <a:lnSpc>
                <a:spcPct val="100000"/>
              </a:lnSpc>
              <a:spcBef>
                <a:spcPts val="0"/>
              </a:spcBef>
              <a:buNone/>
              <a:defRPr sz="1400" b="0" cap="none" spc="20" baseline="0">
                <a:latin typeface="+mn-lt"/>
              </a:defRPr>
            </a:lvl1pPr>
          </a:lstStyle>
          <a:p>
            <a:pPr lvl="0"/>
            <a:r>
              <a:rPr lang="en-US"/>
              <a:t>Click to edit Master text styles</a:t>
            </a:r>
          </a:p>
        </p:txBody>
      </p:sp>
      <p:sp>
        <p:nvSpPr>
          <p:cNvPr id="13" name="Text Placeholder 6">
            <a:extLst>
              <a:ext uri="{FF2B5EF4-FFF2-40B4-BE49-F238E27FC236}">
                <a16:creationId xmlns:a16="http://schemas.microsoft.com/office/drawing/2014/main" id="{B587A03F-BE4E-C7A4-28CD-3B4C581E5537}"/>
              </a:ext>
            </a:extLst>
          </p:cNvPr>
          <p:cNvSpPr>
            <a:spLocks noGrp="1"/>
          </p:cNvSpPr>
          <p:nvPr>
            <p:ph type="body" sz="quarter" idx="24"/>
          </p:nvPr>
        </p:nvSpPr>
        <p:spPr>
          <a:xfrm>
            <a:off x="6367627" y="3547872"/>
            <a:ext cx="2404872" cy="265176"/>
          </a:xfrm>
        </p:spPr>
        <p:txBody>
          <a:bodyPr anchor="ctr"/>
          <a:lstStyle>
            <a:lvl1pPr marL="0" indent="0" algn="ctr">
              <a:lnSpc>
                <a:spcPct val="100000"/>
              </a:lnSpc>
              <a:spcBef>
                <a:spcPts val="0"/>
              </a:spcBef>
              <a:buNone/>
              <a:defRPr sz="1400" b="0" cap="none" spc="20" baseline="0">
                <a:latin typeface="+mn-lt"/>
              </a:defRPr>
            </a:lvl1pPr>
          </a:lstStyle>
          <a:p>
            <a:pPr lvl="0"/>
            <a:r>
              <a:rPr lang="en-US"/>
              <a:t>Click to edit Master text styles</a:t>
            </a:r>
          </a:p>
        </p:txBody>
      </p:sp>
      <p:sp>
        <p:nvSpPr>
          <p:cNvPr id="15" name="Text Placeholder 6">
            <a:extLst>
              <a:ext uri="{FF2B5EF4-FFF2-40B4-BE49-F238E27FC236}">
                <a16:creationId xmlns:a16="http://schemas.microsoft.com/office/drawing/2014/main" id="{AAE93713-B7D7-8AA5-A8BF-59C7A0F464F2}"/>
              </a:ext>
            </a:extLst>
          </p:cNvPr>
          <p:cNvSpPr>
            <a:spLocks noGrp="1"/>
          </p:cNvSpPr>
          <p:nvPr>
            <p:ph type="body" sz="quarter" idx="25"/>
          </p:nvPr>
        </p:nvSpPr>
        <p:spPr>
          <a:xfrm>
            <a:off x="9241215" y="3547872"/>
            <a:ext cx="2404872" cy="265176"/>
          </a:xfrm>
        </p:spPr>
        <p:txBody>
          <a:bodyPr anchor="ctr"/>
          <a:lstStyle>
            <a:lvl1pPr marL="0" indent="0" algn="ctr">
              <a:lnSpc>
                <a:spcPct val="100000"/>
              </a:lnSpc>
              <a:spcBef>
                <a:spcPts val="0"/>
              </a:spcBef>
              <a:buNone/>
              <a:defRPr sz="1400" b="0" cap="none" spc="20" baseline="0">
                <a:latin typeface="+mn-lt"/>
              </a:defRPr>
            </a:lvl1pPr>
          </a:lstStyle>
          <a:p>
            <a:pPr lvl="0"/>
            <a:r>
              <a:rPr lang="en-US"/>
              <a:t>Click to edit Master text styles</a:t>
            </a:r>
          </a:p>
        </p:txBody>
      </p:sp>
      <p:sp>
        <p:nvSpPr>
          <p:cNvPr id="6" name="Rectangle 5">
            <a:extLst>
              <a:ext uri="{FF2B5EF4-FFF2-40B4-BE49-F238E27FC236}">
                <a16:creationId xmlns:a16="http://schemas.microsoft.com/office/drawing/2014/main" id="{D2694D5D-D114-545E-8968-EE52F1FAACD9}"/>
              </a:ext>
            </a:extLst>
          </p:cNvPr>
          <p:cNvSpPr/>
          <p:nvPr userDrawn="1"/>
        </p:nvSpPr>
        <p:spPr>
          <a:xfrm>
            <a:off x="891094" y="4046638"/>
            <a:ext cx="1920240" cy="1920240"/>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6" name="Rectangle 15">
            <a:extLst>
              <a:ext uri="{FF2B5EF4-FFF2-40B4-BE49-F238E27FC236}">
                <a16:creationId xmlns:a16="http://schemas.microsoft.com/office/drawing/2014/main" id="{D21F0EA9-F152-D4A8-60CA-876313A12A0F}"/>
              </a:ext>
            </a:extLst>
          </p:cNvPr>
          <p:cNvSpPr/>
          <p:nvPr userDrawn="1"/>
        </p:nvSpPr>
        <p:spPr>
          <a:xfrm>
            <a:off x="9504742" y="4046638"/>
            <a:ext cx="1920240" cy="1920240"/>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Rectangle 16">
            <a:extLst>
              <a:ext uri="{FF2B5EF4-FFF2-40B4-BE49-F238E27FC236}">
                <a16:creationId xmlns:a16="http://schemas.microsoft.com/office/drawing/2014/main" id="{5529A927-D447-C6DB-D0DF-295C86F7F543}"/>
              </a:ext>
            </a:extLst>
          </p:cNvPr>
          <p:cNvSpPr/>
          <p:nvPr userDrawn="1"/>
        </p:nvSpPr>
        <p:spPr>
          <a:xfrm>
            <a:off x="6633526" y="4046638"/>
            <a:ext cx="1920240" cy="1920240"/>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Rectangle 17">
            <a:extLst>
              <a:ext uri="{FF2B5EF4-FFF2-40B4-BE49-F238E27FC236}">
                <a16:creationId xmlns:a16="http://schemas.microsoft.com/office/drawing/2014/main" id="{16B43E8A-FF02-8CD2-CA08-4C1AE2DC9896}"/>
              </a:ext>
            </a:extLst>
          </p:cNvPr>
          <p:cNvSpPr/>
          <p:nvPr userDrawn="1"/>
        </p:nvSpPr>
        <p:spPr>
          <a:xfrm>
            <a:off x="3762310" y="4046638"/>
            <a:ext cx="1920240" cy="1920240"/>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9" name="Picture Placeholder 25">
            <a:extLst>
              <a:ext uri="{FF2B5EF4-FFF2-40B4-BE49-F238E27FC236}">
                <a16:creationId xmlns:a16="http://schemas.microsoft.com/office/drawing/2014/main" id="{3132BE3B-1EE9-7716-ECB5-8BC0B89EAEBF}"/>
              </a:ext>
            </a:extLst>
          </p:cNvPr>
          <p:cNvSpPr>
            <a:spLocks noGrp="1"/>
          </p:cNvSpPr>
          <p:nvPr>
            <p:ph type="pic" sz="quarter" idx="26"/>
          </p:nvPr>
        </p:nvSpPr>
        <p:spPr>
          <a:xfrm>
            <a:off x="1037398" y="4192942"/>
            <a:ext cx="1627632" cy="1627632"/>
          </a:xfrm>
          <a:ln w="12700">
            <a:solidFill>
              <a:schemeClr val="tx1"/>
            </a:solidFill>
          </a:ln>
        </p:spPr>
        <p:txBody>
          <a:bodyPr anchor="ctr"/>
          <a:lstStyle>
            <a:lvl1pPr marL="0" indent="0" algn="ctr">
              <a:buNone/>
              <a:defRPr sz="1200"/>
            </a:lvl1pPr>
          </a:lstStyle>
          <a:p>
            <a:r>
              <a:rPr lang="en-US"/>
              <a:t>Click icon to add picture</a:t>
            </a:r>
            <a:endParaRPr lang="en-US" dirty="0"/>
          </a:p>
        </p:txBody>
      </p:sp>
      <p:sp>
        <p:nvSpPr>
          <p:cNvPr id="21" name="Picture Placeholder 25">
            <a:extLst>
              <a:ext uri="{FF2B5EF4-FFF2-40B4-BE49-F238E27FC236}">
                <a16:creationId xmlns:a16="http://schemas.microsoft.com/office/drawing/2014/main" id="{FE921522-E652-E53C-FF12-51A48357AF8D}"/>
              </a:ext>
            </a:extLst>
          </p:cNvPr>
          <p:cNvSpPr>
            <a:spLocks noGrp="1"/>
          </p:cNvSpPr>
          <p:nvPr>
            <p:ph type="pic" sz="quarter" idx="27"/>
          </p:nvPr>
        </p:nvSpPr>
        <p:spPr>
          <a:xfrm>
            <a:off x="3908614" y="4192942"/>
            <a:ext cx="1627632" cy="1627632"/>
          </a:xfrm>
          <a:ln w="12700">
            <a:solidFill>
              <a:schemeClr val="tx1"/>
            </a:solidFill>
          </a:ln>
        </p:spPr>
        <p:txBody>
          <a:bodyPr anchor="ctr"/>
          <a:lstStyle>
            <a:lvl1pPr marL="0" indent="0" algn="ctr">
              <a:buNone/>
              <a:defRPr sz="1200"/>
            </a:lvl1pPr>
          </a:lstStyle>
          <a:p>
            <a:r>
              <a:rPr lang="en-US"/>
              <a:t>Click icon to add picture</a:t>
            </a:r>
            <a:endParaRPr lang="en-US" dirty="0"/>
          </a:p>
        </p:txBody>
      </p:sp>
      <p:sp>
        <p:nvSpPr>
          <p:cNvPr id="25" name="Picture Placeholder 25">
            <a:extLst>
              <a:ext uri="{FF2B5EF4-FFF2-40B4-BE49-F238E27FC236}">
                <a16:creationId xmlns:a16="http://schemas.microsoft.com/office/drawing/2014/main" id="{214CB254-16F9-3553-594E-EB218F232065}"/>
              </a:ext>
            </a:extLst>
          </p:cNvPr>
          <p:cNvSpPr>
            <a:spLocks noGrp="1"/>
          </p:cNvSpPr>
          <p:nvPr>
            <p:ph type="pic" sz="quarter" idx="28"/>
          </p:nvPr>
        </p:nvSpPr>
        <p:spPr>
          <a:xfrm>
            <a:off x="6779830" y="4192942"/>
            <a:ext cx="1627632" cy="1627632"/>
          </a:xfrm>
          <a:ln w="12700">
            <a:solidFill>
              <a:schemeClr val="tx1"/>
            </a:solidFill>
          </a:ln>
        </p:spPr>
        <p:txBody>
          <a:bodyPr anchor="ctr"/>
          <a:lstStyle>
            <a:lvl1pPr marL="0" indent="0" algn="ctr">
              <a:buNone/>
              <a:defRPr sz="1200"/>
            </a:lvl1pPr>
          </a:lstStyle>
          <a:p>
            <a:r>
              <a:rPr lang="en-US"/>
              <a:t>Click icon to add picture</a:t>
            </a:r>
            <a:endParaRPr lang="en-US" dirty="0"/>
          </a:p>
        </p:txBody>
      </p:sp>
      <p:sp>
        <p:nvSpPr>
          <p:cNvPr id="30" name="Picture Placeholder 25">
            <a:extLst>
              <a:ext uri="{FF2B5EF4-FFF2-40B4-BE49-F238E27FC236}">
                <a16:creationId xmlns:a16="http://schemas.microsoft.com/office/drawing/2014/main" id="{7A9EC28A-341B-93AD-0878-FD6FB1FA09A8}"/>
              </a:ext>
            </a:extLst>
          </p:cNvPr>
          <p:cNvSpPr>
            <a:spLocks noGrp="1"/>
          </p:cNvSpPr>
          <p:nvPr>
            <p:ph type="pic" sz="quarter" idx="29"/>
          </p:nvPr>
        </p:nvSpPr>
        <p:spPr>
          <a:xfrm>
            <a:off x="9651046" y="4192942"/>
            <a:ext cx="1627632" cy="1627632"/>
          </a:xfrm>
          <a:ln w="12700">
            <a:solidFill>
              <a:schemeClr val="tx1"/>
            </a:solidFill>
          </a:ln>
        </p:spPr>
        <p:txBody>
          <a:bodyPr anchor="ctr"/>
          <a:lstStyle>
            <a:lvl1pPr marL="0" indent="0" algn="ctr">
              <a:buNone/>
              <a:defRPr sz="1200"/>
            </a:lvl1pPr>
          </a:lstStyle>
          <a:p>
            <a:r>
              <a:rPr lang="en-US"/>
              <a:t>Click icon to add picture</a:t>
            </a:r>
            <a:endParaRPr lang="en-US" dirty="0"/>
          </a:p>
        </p:txBody>
      </p:sp>
      <p:sp>
        <p:nvSpPr>
          <p:cNvPr id="31" name="Text Placeholder 6">
            <a:extLst>
              <a:ext uri="{FF2B5EF4-FFF2-40B4-BE49-F238E27FC236}">
                <a16:creationId xmlns:a16="http://schemas.microsoft.com/office/drawing/2014/main" id="{F9600B41-7AC1-4AB3-D477-3DED96C45DA5}"/>
              </a:ext>
            </a:extLst>
          </p:cNvPr>
          <p:cNvSpPr>
            <a:spLocks noGrp="1"/>
          </p:cNvSpPr>
          <p:nvPr>
            <p:ph type="body" sz="quarter" idx="30"/>
          </p:nvPr>
        </p:nvSpPr>
        <p:spPr>
          <a:xfrm>
            <a:off x="583429" y="6040030"/>
            <a:ext cx="2542032" cy="265176"/>
          </a:xfrm>
        </p:spPr>
        <p:txBody>
          <a:bodyPr anchor="ctr"/>
          <a:lstStyle>
            <a:lvl1pPr marL="0" indent="0" algn="ctr">
              <a:lnSpc>
                <a:spcPct val="100000"/>
              </a:lnSpc>
              <a:spcBef>
                <a:spcPts val="0"/>
              </a:spcBef>
              <a:buNone/>
              <a:defRPr sz="1600" b="1" cap="all" spc="20" baseline="0">
                <a:latin typeface="+mj-lt"/>
              </a:defRPr>
            </a:lvl1pPr>
          </a:lstStyle>
          <a:p>
            <a:pPr lvl="0"/>
            <a:r>
              <a:rPr lang="en-US"/>
              <a:t>Click to edit Master text styles</a:t>
            </a:r>
          </a:p>
        </p:txBody>
      </p:sp>
      <p:sp>
        <p:nvSpPr>
          <p:cNvPr id="32" name="Text Placeholder 6">
            <a:extLst>
              <a:ext uri="{FF2B5EF4-FFF2-40B4-BE49-F238E27FC236}">
                <a16:creationId xmlns:a16="http://schemas.microsoft.com/office/drawing/2014/main" id="{F047050C-D925-8024-FE84-059D6ED498B8}"/>
              </a:ext>
            </a:extLst>
          </p:cNvPr>
          <p:cNvSpPr>
            <a:spLocks noGrp="1"/>
          </p:cNvSpPr>
          <p:nvPr>
            <p:ph type="body" sz="quarter" idx="31"/>
          </p:nvPr>
        </p:nvSpPr>
        <p:spPr>
          <a:xfrm>
            <a:off x="3457017" y="6040030"/>
            <a:ext cx="2542032" cy="265176"/>
          </a:xfrm>
        </p:spPr>
        <p:txBody>
          <a:bodyPr anchor="ctr"/>
          <a:lstStyle>
            <a:lvl1pPr marL="0" indent="0" algn="ctr">
              <a:lnSpc>
                <a:spcPct val="100000"/>
              </a:lnSpc>
              <a:spcBef>
                <a:spcPts val="0"/>
              </a:spcBef>
              <a:buNone/>
              <a:defRPr sz="1600" b="1" cap="all" spc="20" baseline="0">
                <a:latin typeface="+mj-lt"/>
              </a:defRPr>
            </a:lvl1pPr>
          </a:lstStyle>
          <a:p>
            <a:pPr lvl="0"/>
            <a:r>
              <a:rPr lang="en-US"/>
              <a:t>Click to edit Master text styles</a:t>
            </a:r>
          </a:p>
        </p:txBody>
      </p:sp>
      <p:sp>
        <p:nvSpPr>
          <p:cNvPr id="33" name="Text Placeholder 6">
            <a:extLst>
              <a:ext uri="{FF2B5EF4-FFF2-40B4-BE49-F238E27FC236}">
                <a16:creationId xmlns:a16="http://schemas.microsoft.com/office/drawing/2014/main" id="{FA98DD5A-5CCF-06EC-A37C-6B8F73DEA24B}"/>
              </a:ext>
            </a:extLst>
          </p:cNvPr>
          <p:cNvSpPr>
            <a:spLocks noGrp="1"/>
          </p:cNvSpPr>
          <p:nvPr>
            <p:ph type="body" sz="quarter" idx="32"/>
          </p:nvPr>
        </p:nvSpPr>
        <p:spPr>
          <a:xfrm>
            <a:off x="6330605" y="6040030"/>
            <a:ext cx="2542032" cy="265176"/>
          </a:xfrm>
        </p:spPr>
        <p:txBody>
          <a:bodyPr anchor="ctr"/>
          <a:lstStyle>
            <a:lvl1pPr marL="0" indent="0" algn="ctr">
              <a:lnSpc>
                <a:spcPct val="100000"/>
              </a:lnSpc>
              <a:spcBef>
                <a:spcPts val="0"/>
              </a:spcBef>
              <a:buNone/>
              <a:defRPr sz="1600" b="1" cap="all" spc="20" baseline="0">
                <a:latin typeface="+mj-lt"/>
              </a:defRPr>
            </a:lvl1pPr>
          </a:lstStyle>
          <a:p>
            <a:pPr lvl="0"/>
            <a:r>
              <a:rPr lang="en-US"/>
              <a:t>Click to edit Master text styles</a:t>
            </a:r>
          </a:p>
        </p:txBody>
      </p:sp>
      <p:sp>
        <p:nvSpPr>
          <p:cNvPr id="34" name="Text Placeholder 6">
            <a:extLst>
              <a:ext uri="{FF2B5EF4-FFF2-40B4-BE49-F238E27FC236}">
                <a16:creationId xmlns:a16="http://schemas.microsoft.com/office/drawing/2014/main" id="{36E51CF1-6CE1-4C2B-B0F3-E27AC9D8E07B}"/>
              </a:ext>
            </a:extLst>
          </p:cNvPr>
          <p:cNvSpPr>
            <a:spLocks noGrp="1"/>
          </p:cNvSpPr>
          <p:nvPr>
            <p:ph type="body" sz="quarter" idx="33"/>
          </p:nvPr>
        </p:nvSpPr>
        <p:spPr>
          <a:xfrm>
            <a:off x="9204193" y="6040030"/>
            <a:ext cx="2542032" cy="265176"/>
          </a:xfrm>
        </p:spPr>
        <p:txBody>
          <a:bodyPr anchor="ctr"/>
          <a:lstStyle>
            <a:lvl1pPr marL="0" indent="0" algn="ctr">
              <a:lnSpc>
                <a:spcPct val="100000"/>
              </a:lnSpc>
              <a:spcBef>
                <a:spcPts val="0"/>
              </a:spcBef>
              <a:buNone/>
              <a:defRPr sz="1600" b="1" cap="all" spc="20" baseline="0">
                <a:latin typeface="+mj-lt"/>
              </a:defRPr>
            </a:lvl1pPr>
          </a:lstStyle>
          <a:p>
            <a:pPr lvl="0"/>
            <a:r>
              <a:rPr lang="en-US"/>
              <a:t>Click to edit Master text styles</a:t>
            </a:r>
          </a:p>
        </p:txBody>
      </p:sp>
      <p:sp>
        <p:nvSpPr>
          <p:cNvPr id="35" name="Text Placeholder 6">
            <a:extLst>
              <a:ext uri="{FF2B5EF4-FFF2-40B4-BE49-F238E27FC236}">
                <a16:creationId xmlns:a16="http://schemas.microsoft.com/office/drawing/2014/main" id="{2E220CFE-09FA-9F6C-0140-22550E40408B}"/>
              </a:ext>
            </a:extLst>
          </p:cNvPr>
          <p:cNvSpPr>
            <a:spLocks noGrp="1"/>
          </p:cNvSpPr>
          <p:nvPr>
            <p:ph type="body" sz="quarter" idx="34"/>
          </p:nvPr>
        </p:nvSpPr>
        <p:spPr>
          <a:xfrm>
            <a:off x="620451" y="6281928"/>
            <a:ext cx="2404872" cy="265176"/>
          </a:xfrm>
        </p:spPr>
        <p:txBody>
          <a:bodyPr anchor="ctr"/>
          <a:lstStyle>
            <a:lvl1pPr marL="0" indent="0" algn="ctr">
              <a:lnSpc>
                <a:spcPct val="100000"/>
              </a:lnSpc>
              <a:spcBef>
                <a:spcPts val="0"/>
              </a:spcBef>
              <a:buNone/>
              <a:defRPr sz="1400" b="0" cap="none" spc="20" baseline="0">
                <a:latin typeface="+mn-lt"/>
              </a:defRPr>
            </a:lvl1pPr>
          </a:lstStyle>
          <a:p>
            <a:pPr lvl="0"/>
            <a:r>
              <a:rPr lang="en-US"/>
              <a:t>Click to edit Master text styles</a:t>
            </a:r>
          </a:p>
        </p:txBody>
      </p:sp>
      <p:sp>
        <p:nvSpPr>
          <p:cNvPr id="36" name="Text Placeholder 6">
            <a:extLst>
              <a:ext uri="{FF2B5EF4-FFF2-40B4-BE49-F238E27FC236}">
                <a16:creationId xmlns:a16="http://schemas.microsoft.com/office/drawing/2014/main" id="{2CD098FD-F755-DEEF-961D-C2CD950DD44B}"/>
              </a:ext>
            </a:extLst>
          </p:cNvPr>
          <p:cNvSpPr>
            <a:spLocks noGrp="1"/>
          </p:cNvSpPr>
          <p:nvPr>
            <p:ph type="body" sz="quarter" idx="35"/>
          </p:nvPr>
        </p:nvSpPr>
        <p:spPr>
          <a:xfrm>
            <a:off x="3494039" y="6281928"/>
            <a:ext cx="2404872" cy="265176"/>
          </a:xfrm>
        </p:spPr>
        <p:txBody>
          <a:bodyPr anchor="ctr"/>
          <a:lstStyle>
            <a:lvl1pPr marL="0" indent="0" algn="ctr">
              <a:lnSpc>
                <a:spcPct val="100000"/>
              </a:lnSpc>
              <a:spcBef>
                <a:spcPts val="0"/>
              </a:spcBef>
              <a:buNone/>
              <a:defRPr sz="1400" b="0" cap="none" spc="20" baseline="0">
                <a:latin typeface="+mn-lt"/>
              </a:defRPr>
            </a:lvl1pPr>
          </a:lstStyle>
          <a:p>
            <a:pPr lvl="0"/>
            <a:r>
              <a:rPr lang="en-US"/>
              <a:t>Click to edit Master text styles</a:t>
            </a:r>
          </a:p>
        </p:txBody>
      </p:sp>
      <p:sp>
        <p:nvSpPr>
          <p:cNvPr id="37" name="Text Placeholder 6">
            <a:extLst>
              <a:ext uri="{FF2B5EF4-FFF2-40B4-BE49-F238E27FC236}">
                <a16:creationId xmlns:a16="http://schemas.microsoft.com/office/drawing/2014/main" id="{7B8F406E-5772-0785-778D-9C3A53DF0139}"/>
              </a:ext>
            </a:extLst>
          </p:cNvPr>
          <p:cNvSpPr>
            <a:spLocks noGrp="1"/>
          </p:cNvSpPr>
          <p:nvPr>
            <p:ph type="body" sz="quarter" idx="36"/>
          </p:nvPr>
        </p:nvSpPr>
        <p:spPr>
          <a:xfrm>
            <a:off x="6367627" y="6281928"/>
            <a:ext cx="2404872" cy="265176"/>
          </a:xfrm>
        </p:spPr>
        <p:txBody>
          <a:bodyPr anchor="ctr"/>
          <a:lstStyle>
            <a:lvl1pPr marL="0" indent="0" algn="ctr">
              <a:lnSpc>
                <a:spcPct val="100000"/>
              </a:lnSpc>
              <a:spcBef>
                <a:spcPts val="0"/>
              </a:spcBef>
              <a:buNone/>
              <a:defRPr sz="1400" b="0" cap="none" spc="20" baseline="0">
                <a:latin typeface="+mn-lt"/>
              </a:defRPr>
            </a:lvl1pPr>
          </a:lstStyle>
          <a:p>
            <a:pPr lvl="0"/>
            <a:r>
              <a:rPr lang="en-US"/>
              <a:t>Click to edit Master text styles</a:t>
            </a:r>
          </a:p>
        </p:txBody>
      </p:sp>
      <p:sp>
        <p:nvSpPr>
          <p:cNvPr id="38" name="Text Placeholder 6">
            <a:extLst>
              <a:ext uri="{FF2B5EF4-FFF2-40B4-BE49-F238E27FC236}">
                <a16:creationId xmlns:a16="http://schemas.microsoft.com/office/drawing/2014/main" id="{FD8160AF-264D-1536-7344-9E2C417A0791}"/>
              </a:ext>
            </a:extLst>
          </p:cNvPr>
          <p:cNvSpPr>
            <a:spLocks noGrp="1"/>
          </p:cNvSpPr>
          <p:nvPr>
            <p:ph type="body" sz="quarter" idx="37"/>
          </p:nvPr>
        </p:nvSpPr>
        <p:spPr>
          <a:xfrm>
            <a:off x="9241215" y="6281928"/>
            <a:ext cx="2404872" cy="265176"/>
          </a:xfrm>
        </p:spPr>
        <p:txBody>
          <a:bodyPr anchor="ctr"/>
          <a:lstStyle>
            <a:lvl1pPr marL="0" indent="0" algn="ctr">
              <a:lnSpc>
                <a:spcPct val="100000"/>
              </a:lnSpc>
              <a:spcBef>
                <a:spcPts val="0"/>
              </a:spcBef>
              <a:buNone/>
              <a:defRPr sz="1400" b="0" cap="none" spc="20" baseline="0">
                <a:latin typeface="+mn-lt"/>
              </a:defRPr>
            </a:lvl1pPr>
          </a:lstStyle>
          <a:p>
            <a:pPr lvl="0"/>
            <a:r>
              <a:rPr lang="en-US"/>
              <a:t>Click to edit Master text styles</a:t>
            </a:r>
          </a:p>
        </p:txBody>
      </p:sp>
    </p:spTree>
    <p:extLst>
      <p:ext uri="{BB962C8B-B14F-4D97-AF65-F5344CB8AC3E}">
        <p14:creationId xmlns:p14="http://schemas.microsoft.com/office/powerpoint/2010/main" val="26073789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78801671-5354-25B9-AE33-6658E5653412}"/>
              </a:ext>
            </a:extLst>
          </p:cNvPr>
          <p:cNvSpPr>
            <a:spLocks noGrp="1"/>
          </p:cNvSpPr>
          <p:nvPr>
            <p:ph type="pic" sz="quarter" idx="13"/>
          </p:nvPr>
        </p:nvSpPr>
        <p:spPr>
          <a:xfrm>
            <a:off x="-19050" y="2075688"/>
            <a:ext cx="12188952" cy="1417320"/>
          </a:xfrm>
          <a:prstGeom prst="rect">
            <a:avLst/>
          </a:prstGeom>
        </p:spPr>
        <p:txBody>
          <a:bodyPr wrap="square">
            <a:noAutofit/>
          </a:bodyPr>
          <a:lstStyle>
            <a:lvl1pPr marL="0" indent="0" algn="ctr">
              <a:buNone/>
              <a:defRPr sz="1800"/>
            </a:lvl1pPr>
          </a:lstStyle>
          <a:p>
            <a:r>
              <a:rPr lang="en-US"/>
              <a:t>Click icon to add picture</a:t>
            </a:r>
            <a:endParaRPr lang="en-US" dirty="0"/>
          </a:p>
        </p:txBody>
      </p:sp>
      <p:sp>
        <p:nvSpPr>
          <p:cNvPr id="17" name="Text Placeholder 16">
            <a:extLst>
              <a:ext uri="{FF2B5EF4-FFF2-40B4-BE49-F238E27FC236}">
                <a16:creationId xmlns:a16="http://schemas.microsoft.com/office/drawing/2014/main" id="{0351F93D-D965-F520-0596-E03E472A49E5}"/>
              </a:ext>
            </a:extLst>
          </p:cNvPr>
          <p:cNvSpPr>
            <a:spLocks noGrp="1"/>
          </p:cNvSpPr>
          <p:nvPr>
            <p:ph type="body" sz="quarter" idx="18"/>
          </p:nvPr>
        </p:nvSpPr>
        <p:spPr>
          <a:xfrm>
            <a:off x="571500" y="2327104"/>
            <a:ext cx="1828979" cy="914489"/>
          </a:xfrm>
          <a:custGeom>
            <a:avLst/>
            <a:gdLst>
              <a:gd name="connsiteX0" fmla="*/ 91449 w 1828979"/>
              <a:gd name="connsiteY0" fmla="*/ 0 h 914489"/>
              <a:gd name="connsiteX1" fmla="*/ 1737530 w 1828979"/>
              <a:gd name="connsiteY1" fmla="*/ 0 h 914489"/>
              <a:gd name="connsiteX2" fmla="*/ 1828979 w 1828979"/>
              <a:gd name="connsiteY2" fmla="*/ 91449 h 914489"/>
              <a:gd name="connsiteX3" fmla="*/ 1828979 w 1828979"/>
              <a:gd name="connsiteY3" fmla="*/ 823040 h 914489"/>
              <a:gd name="connsiteX4" fmla="*/ 1737530 w 1828979"/>
              <a:gd name="connsiteY4" fmla="*/ 914489 h 914489"/>
              <a:gd name="connsiteX5" fmla="*/ 91449 w 1828979"/>
              <a:gd name="connsiteY5" fmla="*/ 914489 h 914489"/>
              <a:gd name="connsiteX6" fmla="*/ 0 w 1828979"/>
              <a:gd name="connsiteY6" fmla="*/ 823040 h 914489"/>
              <a:gd name="connsiteX7" fmla="*/ 0 w 1828979"/>
              <a:gd name="connsiteY7" fmla="*/ 91449 h 914489"/>
              <a:gd name="connsiteX8" fmla="*/ 91449 w 1828979"/>
              <a:gd name="connsiteY8" fmla="*/ 0 h 914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8979" h="914489">
                <a:moveTo>
                  <a:pt x="91449" y="0"/>
                </a:moveTo>
                <a:lnTo>
                  <a:pt x="1737530" y="0"/>
                </a:lnTo>
                <a:cubicBezTo>
                  <a:pt x="1788036" y="0"/>
                  <a:pt x="1828979" y="40943"/>
                  <a:pt x="1828979" y="91449"/>
                </a:cubicBezTo>
                <a:lnTo>
                  <a:pt x="1828979" y="823040"/>
                </a:lnTo>
                <a:cubicBezTo>
                  <a:pt x="1828979" y="873546"/>
                  <a:pt x="1788036" y="914489"/>
                  <a:pt x="1737530" y="914489"/>
                </a:cubicBezTo>
                <a:lnTo>
                  <a:pt x="91449" y="914489"/>
                </a:lnTo>
                <a:cubicBezTo>
                  <a:pt x="40943" y="914489"/>
                  <a:pt x="0" y="873546"/>
                  <a:pt x="0" y="823040"/>
                </a:cubicBezTo>
                <a:lnTo>
                  <a:pt x="0" y="91449"/>
                </a:lnTo>
                <a:cubicBezTo>
                  <a:pt x="0" y="40943"/>
                  <a:pt x="40943" y="0"/>
                  <a:pt x="91449" y="0"/>
                </a:cubicBezTo>
                <a:close/>
              </a:path>
            </a:pathLst>
          </a:custGeom>
          <a:solidFill>
            <a:schemeClr val="accent2"/>
          </a:solidFill>
        </p:spPr>
        <p:txBody>
          <a:bodyPr wrap="square" anchor="ctr">
            <a:noAutofit/>
          </a:bodyPr>
          <a:lstStyle>
            <a:lvl1pPr marL="0" indent="0" algn="ctr">
              <a:lnSpc>
                <a:spcPct val="100000"/>
              </a:lnSpc>
              <a:spcBef>
                <a:spcPts val="0"/>
              </a:spcBef>
              <a:buNone/>
              <a:defRPr sz="1800" b="1" cap="none" spc="0" baseline="0">
                <a:solidFill>
                  <a:schemeClr val="bg1"/>
                </a:solidFill>
                <a:latin typeface="+mj-lt"/>
              </a:defRPr>
            </a:lvl1pPr>
          </a:lstStyle>
          <a:p>
            <a:pPr lvl="0"/>
            <a:r>
              <a:rPr lang="en-US"/>
              <a:t>Click to edit Master text styles</a:t>
            </a:r>
          </a:p>
        </p:txBody>
      </p:sp>
      <p:sp>
        <p:nvSpPr>
          <p:cNvPr id="2" name="Title 1">
            <a:extLst>
              <a:ext uri="{FF2B5EF4-FFF2-40B4-BE49-F238E27FC236}">
                <a16:creationId xmlns:a16="http://schemas.microsoft.com/office/drawing/2014/main" id="{24171600-BED0-74AC-E859-D58783F02246}"/>
              </a:ext>
            </a:extLst>
          </p:cNvPr>
          <p:cNvSpPr>
            <a:spLocks noGrp="1"/>
          </p:cNvSpPr>
          <p:nvPr>
            <p:ph type="title"/>
          </p:nvPr>
        </p:nvSpPr>
        <p:spPr>
          <a:xfrm>
            <a:off x="585216" y="548640"/>
            <a:ext cx="11000232" cy="713232"/>
          </a:xfrm>
        </p:spPr>
        <p:txBody>
          <a:bodyPr lIns="91440" tIns="45720" rIns="91440" bIns="45720"/>
          <a:lstStyle/>
          <a:p>
            <a:r>
              <a:rPr lang="en-US"/>
              <a:t>Click to edit Master title style</a:t>
            </a:r>
          </a:p>
        </p:txBody>
      </p:sp>
      <p:sp>
        <p:nvSpPr>
          <p:cNvPr id="3" name="Date Placeholder 2">
            <a:extLst>
              <a:ext uri="{FF2B5EF4-FFF2-40B4-BE49-F238E27FC236}">
                <a16:creationId xmlns:a16="http://schemas.microsoft.com/office/drawing/2014/main" id="{F8A0642D-F9B7-ABDD-56F1-C71B524A7900}"/>
              </a:ext>
            </a:extLst>
          </p:cNvPr>
          <p:cNvSpPr>
            <a:spLocks noGrp="1"/>
          </p:cNvSpPr>
          <p:nvPr>
            <p:ph type="dt" sz="half" idx="10"/>
          </p:nvPr>
        </p:nvSpPr>
        <p:spPr/>
        <p:txBody>
          <a:bodyPr/>
          <a:lstStyle/>
          <a:p>
            <a:r>
              <a:rPr lang="en-US" dirty="0"/>
              <a:t>20XX</a:t>
            </a:r>
          </a:p>
        </p:txBody>
      </p:sp>
      <p:sp>
        <p:nvSpPr>
          <p:cNvPr id="4" name="Slide Number Placeholder 3">
            <a:extLst>
              <a:ext uri="{FF2B5EF4-FFF2-40B4-BE49-F238E27FC236}">
                <a16:creationId xmlns:a16="http://schemas.microsoft.com/office/drawing/2014/main" id="{2CF20FC0-560E-9B91-B06D-87FEC1642A37}"/>
              </a:ext>
            </a:extLst>
          </p:cNvPr>
          <p:cNvSpPr>
            <a:spLocks noGrp="1"/>
          </p:cNvSpPr>
          <p:nvPr>
            <p:ph type="sldNum" sz="quarter" idx="11"/>
          </p:nvPr>
        </p:nvSpPr>
        <p:spPr/>
        <p:txBody>
          <a:bodyPr/>
          <a:lstStyle/>
          <a:p>
            <a:fld id="{B776CE9F-4BD8-A748-847B-B97BB3C5BACA}" type="slidenum">
              <a:rPr lang="en-US" smtClean="0"/>
              <a:pPr/>
              <a:t>‹#›</a:t>
            </a:fld>
            <a:endParaRPr lang="en-US" dirty="0"/>
          </a:p>
        </p:txBody>
      </p:sp>
      <p:sp>
        <p:nvSpPr>
          <p:cNvPr id="5" name="Footer Placeholder 4">
            <a:extLst>
              <a:ext uri="{FF2B5EF4-FFF2-40B4-BE49-F238E27FC236}">
                <a16:creationId xmlns:a16="http://schemas.microsoft.com/office/drawing/2014/main" id="{2AD479E1-9472-4ACD-160F-8E0AF3DC343D}"/>
              </a:ext>
            </a:extLst>
          </p:cNvPr>
          <p:cNvSpPr>
            <a:spLocks noGrp="1"/>
          </p:cNvSpPr>
          <p:nvPr>
            <p:ph type="ftr" sz="quarter" idx="12"/>
          </p:nvPr>
        </p:nvSpPr>
        <p:spPr/>
        <p:txBody>
          <a:bodyPr/>
          <a:lstStyle/>
          <a:p>
            <a:r>
              <a:rPr lang="en-US" dirty="0"/>
              <a:t>Presentation title</a:t>
            </a:r>
          </a:p>
        </p:txBody>
      </p:sp>
      <p:sp>
        <p:nvSpPr>
          <p:cNvPr id="11" name="Text Placeholder 6">
            <a:extLst>
              <a:ext uri="{FF2B5EF4-FFF2-40B4-BE49-F238E27FC236}">
                <a16:creationId xmlns:a16="http://schemas.microsoft.com/office/drawing/2014/main" id="{BC0F7A7B-C617-73EF-C258-1DE68E292A55}"/>
              </a:ext>
            </a:extLst>
          </p:cNvPr>
          <p:cNvSpPr>
            <a:spLocks noGrp="1"/>
          </p:cNvSpPr>
          <p:nvPr>
            <p:ph type="body" sz="quarter" idx="22"/>
          </p:nvPr>
        </p:nvSpPr>
        <p:spPr>
          <a:xfrm>
            <a:off x="576072" y="3648456"/>
            <a:ext cx="1828800" cy="950976"/>
          </a:xfrm>
        </p:spPr>
        <p:txBody>
          <a:bodyPr anchor="t"/>
          <a:lstStyle>
            <a:lvl1pPr marL="0" indent="0" algn="ctr">
              <a:lnSpc>
                <a:spcPct val="100000"/>
              </a:lnSpc>
              <a:spcBef>
                <a:spcPts val="0"/>
              </a:spcBef>
              <a:buNone/>
              <a:defRPr sz="1400" b="0" cap="none" spc="0" baseline="0">
                <a:latin typeface="Georgia Pro" panose="02040502050405020303" pitchFamily="18" charset="0"/>
              </a:defRPr>
            </a:lvl1pPr>
          </a:lstStyle>
          <a:p>
            <a:pPr lvl="0"/>
            <a:r>
              <a:rPr lang="en-US"/>
              <a:t>Click to edit Master text styles</a:t>
            </a:r>
          </a:p>
        </p:txBody>
      </p:sp>
      <p:sp>
        <p:nvSpPr>
          <p:cNvPr id="18" name="Text Placeholder 17">
            <a:extLst>
              <a:ext uri="{FF2B5EF4-FFF2-40B4-BE49-F238E27FC236}">
                <a16:creationId xmlns:a16="http://schemas.microsoft.com/office/drawing/2014/main" id="{97B23B82-FE48-691B-0614-E1EBC6726660}"/>
              </a:ext>
            </a:extLst>
          </p:cNvPr>
          <p:cNvSpPr>
            <a:spLocks noGrp="1"/>
          </p:cNvSpPr>
          <p:nvPr>
            <p:ph type="body" sz="quarter" idx="26"/>
          </p:nvPr>
        </p:nvSpPr>
        <p:spPr>
          <a:xfrm>
            <a:off x="2858643" y="2327104"/>
            <a:ext cx="1828979" cy="914489"/>
          </a:xfrm>
          <a:custGeom>
            <a:avLst/>
            <a:gdLst>
              <a:gd name="connsiteX0" fmla="*/ 91449 w 1828979"/>
              <a:gd name="connsiteY0" fmla="*/ 0 h 914489"/>
              <a:gd name="connsiteX1" fmla="*/ 1737530 w 1828979"/>
              <a:gd name="connsiteY1" fmla="*/ 0 h 914489"/>
              <a:gd name="connsiteX2" fmla="*/ 1828979 w 1828979"/>
              <a:gd name="connsiteY2" fmla="*/ 91449 h 914489"/>
              <a:gd name="connsiteX3" fmla="*/ 1828979 w 1828979"/>
              <a:gd name="connsiteY3" fmla="*/ 823040 h 914489"/>
              <a:gd name="connsiteX4" fmla="*/ 1737530 w 1828979"/>
              <a:gd name="connsiteY4" fmla="*/ 914489 h 914489"/>
              <a:gd name="connsiteX5" fmla="*/ 91449 w 1828979"/>
              <a:gd name="connsiteY5" fmla="*/ 914489 h 914489"/>
              <a:gd name="connsiteX6" fmla="*/ 0 w 1828979"/>
              <a:gd name="connsiteY6" fmla="*/ 823040 h 914489"/>
              <a:gd name="connsiteX7" fmla="*/ 0 w 1828979"/>
              <a:gd name="connsiteY7" fmla="*/ 91449 h 914489"/>
              <a:gd name="connsiteX8" fmla="*/ 91449 w 1828979"/>
              <a:gd name="connsiteY8" fmla="*/ 0 h 914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8979" h="914489">
                <a:moveTo>
                  <a:pt x="91449" y="0"/>
                </a:moveTo>
                <a:lnTo>
                  <a:pt x="1737530" y="0"/>
                </a:lnTo>
                <a:cubicBezTo>
                  <a:pt x="1788036" y="0"/>
                  <a:pt x="1828979" y="40943"/>
                  <a:pt x="1828979" y="91449"/>
                </a:cubicBezTo>
                <a:lnTo>
                  <a:pt x="1828979" y="823040"/>
                </a:lnTo>
                <a:cubicBezTo>
                  <a:pt x="1828979" y="873546"/>
                  <a:pt x="1788036" y="914489"/>
                  <a:pt x="1737530" y="914489"/>
                </a:cubicBezTo>
                <a:lnTo>
                  <a:pt x="91449" y="914489"/>
                </a:lnTo>
                <a:cubicBezTo>
                  <a:pt x="40943" y="914489"/>
                  <a:pt x="0" y="873546"/>
                  <a:pt x="0" y="823040"/>
                </a:cubicBezTo>
                <a:lnTo>
                  <a:pt x="0" y="91449"/>
                </a:lnTo>
                <a:cubicBezTo>
                  <a:pt x="0" y="40943"/>
                  <a:pt x="40943" y="0"/>
                  <a:pt x="91449" y="0"/>
                </a:cubicBezTo>
                <a:close/>
              </a:path>
            </a:pathLst>
          </a:custGeom>
          <a:solidFill>
            <a:schemeClr val="accent2"/>
          </a:solidFill>
        </p:spPr>
        <p:txBody>
          <a:bodyPr wrap="square" anchor="ctr">
            <a:noAutofit/>
          </a:bodyPr>
          <a:lstStyle>
            <a:lvl1pPr marL="0" indent="0" algn="ctr">
              <a:lnSpc>
                <a:spcPct val="100000"/>
              </a:lnSpc>
              <a:spcBef>
                <a:spcPts val="0"/>
              </a:spcBef>
              <a:buNone/>
              <a:defRPr sz="1800" b="1" cap="none" spc="0" baseline="0">
                <a:solidFill>
                  <a:schemeClr val="bg1"/>
                </a:solidFill>
                <a:latin typeface="+mj-lt"/>
              </a:defRPr>
            </a:lvl1pPr>
          </a:lstStyle>
          <a:p>
            <a:pPr lvl="0"/>
            <a:r>
              <a:rPr lang="en-US"/>
              <a:t>Click to edit Master text styles</a:t>
            </a:r>
          </a:p>
        </p:txBody>
      </p:sp>
      <p:sp>
        <p:nvSpPr>
          <p:cNvPr id="19" name="Text Placeholder 18">
            <a:extLst>
              <a:ext uri="{FF2B5EF4-FFF2-40B4-BE49-F238E27FC236}">
                <a16:creationId xmlns:a16="http://schemas.microsoft.com/office/drawing/2014/main" id="{BC38ADFA-DB10-BC5C-BC22-FDE36D0C70D8}"/>
              </a:ext>
            </a:extLst>
          </p:cNvPr>
          <p:cNvSpPr>
            <a:spLocks noGrp="1"/>
          </p:cNvSpPr>
          <p:nvPr>
            <p:ph type="body" sz="quarter" idx="27"/>
          </p:nvPr>
        </p:nvSpPr>
        <p:spPr>
          <a:xfrm>
            <a:off x="5145786" y="2327104"/>
            <a:ext cx="1828979" cy="914489"/>
          </a:xfrm>
          <a:custGeom>
            <a:avLst/>
            <a:gdLst>
              <a:gd name="connsiteX0" fmla="*/ 91449 w 1828979"/>
              <a:gd name="connsiteY0" fmla="*/ 0 h 914489"/>
              <a:gd name="connsiteX1" fmla="*/ 1737530 w 1828979"/>
              <a:gd name="connsiteY1" fmla="*/ 0 h 914489"/>
              <a:gd name="connsiteX2" fmla="*/ 1828979 w 1828979"/>
              <a:gd name="connsiteY2" fmla="*/ 91449 h 914489"/>
              <a:gd name="connsiteX3" fmla="*/ 1828979 w 1828979"/>
              <a:gd name="connsiteY3" fmla="*/ 823040 h 914489"/>
              <a:gd name="connsiteX4" fmla="*/ 1737530 w 1828979"/>
              <a:gd name="connsiteY4" fmla="*/ 914489 h 914489"/>
              <a:gd name="connsiteX5" fmla="*/ 91449 w 1828979"/>
              <a:gd name="connsiteY5" fmla="*/ 914489 h 914489"/>
              <a:gd name="connsiteX6" fmla="*/ 0 w 1828979"/>
              <a:gd name="connsiteY6" fmla="*/ 823040 h 914489"/>
              <a:gd name="connsiteX7" fmla="*/ 0 w 1828979"/>
              <a:gd name="connsiteY7" fmla="*/ 91449 h 914489"/>
              <a:gd name="connsiteX8" fmla="*/ 91449 w 1828979"/>
              <a:gd name="connsiteY8" fmla="*/ 0 h 914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8979" h="914489">
                <a:moveTo>
                  <a:pt x="91449" y="0"/>
                </a:moveTo>
                <a:lnTo>
                  <a:pt x="1737530" y="0"/>
                </a:lnTo>
                <a:cubicBezTo>
                  <a:pt x="1788036" y="0"/>
                  <a:pt x="1828979" y="40943"/>
                  <a:pt x="1828979" y="91449"/>
                </a:cubicBezTo>
                <a:lnTo>
                  <a:pt x="1828979" y="823040"/>
                </a:lnTo>
                <a:cubicBezTo>
                  <a:pt x="1828979" y="873546"/>
                  <a:pt x="1788036" y="914489"/>
                  <a:pt x="1737530" y="914489"/>
                </a:cubicBezTo>
                <a:lnTo>
                  <a:pt x="91449" y="914489"/>
                </a:lnTo>
                <a:cubicBezTo>
                  <a:pt x="40943" y="914489"/>
                  <a:pt x="0" y="873546"/>
                  <a:pt x="0" y="823040"/>
                </a:cubicBezTo>
                <a:lnTo>
                  <a:pt x="0" y="91449"/>
                </a:lnTo>
                <a:cubicBezTo>
                  <a:pt x="0" y="40943"/>
                  <a:pt x="40943" y="0"/>
                  <a:pt x="91449" y="0"/>
                </a:cubicBezTo>
                <a:close/>
              </a:path>
            </a:pathLst>
          </a:custGeom>
          <a:solidFill>
            <a:schemeClr val="accent2"/>
          </a:solidFill>
        </p:spPr>
        <p:txBody>
          <a:bodyPr wrap="square" anchor="ctr">
            <a:noAutofit/>
          </a:bodyPr>
          <a:lstStyle>
            <a:lvl1pPr marL="0" indent="0" algn="ctr">
              <a:lnSpc>
                <a:spcPct val="100000"/>
              </a:lnSpc>
              <a:spcBef>
                <a:spcPts val="0"/>
              </a:spcBef>
              <a:buNone/>
              <a:defRPr sz="1800" b="1" cap="none" spc="0" baseline="0">
                <a:solidFill>
                  <a:schemeClr val="bg1"/>
                </a:solidFill>
                <a:latin typeface="+mj-lt"/>
              </a:defRPr>
            </a:lvl1pPr>
          </a:lstStyle>
          <a:p>
            <a:pPr lvl="0"/>
            <a:r>
              <a:rPr lang="en-US"/>
              <a:t>Click to edit Master text styles</a:t>
            </a:r>
          </a:p>
        </p:txBody>
      </p:sp>
      <p:sp>
        <p:nvSpPr>
          <p:cNvPr id="21" name="Text Placeholder 20">
            <a:extLst>
              <a:ext uri="{FF2B5EF4-FFF2-40B4-BE49-F238E27FC236}">
                <a16:creationId xmlns:a16="http://schemas.microsoft.com/office/drawing/2014/main" id="{23303E63-49FF-BF6A-65B2-B3791D5E8E92}"/>
              </a:ext>
            </a:extLst>
          </p:cNvPr>
          <p:cNvSpPr>
            <a:spLocks noGrp="1"/>
          </p:cNvSpPr>
          <p:nvPr>
            <p:ph type="body" sz="quarter" idx="28"/>
          </p:nvPr>
        </p:nvSpPr>
        <p:spPr>
          <a:xfrm>
            <a:off x="7432929" y="2327104"/>
            <a:ext cx="1828979" cy="914489"/>
          </a:xfrm>
          <a:custGeom>
            <a:avLst/>
            <a:gdLst>
              <a:gd name="connsiteX0" fmla="*/ 91449 w 1828979"/>
              <a:gd name="connsiteY0" fmla="*/ 0 h 914489"/>
              <a:gd name="connsiteX1" fmla="*/ 1737530 w 1828979"/>
              <a:gd name="connsiteY1" fmla="*/ 0 h 914489"/>
              <a:gd name="connsiteX2" fmla="*/ 1828979 w 1828979"/>
              <a:gd name="connsiteY2" fmla="*/ 91449 h 914489"/>
              <a:gd name="connsiteX3" fmla="*/ 1828979 w 1828979"/>
              <a:gd name="connsiteY3" fmla="*/ 823040 h 914489"/>
              <a:gd name="connsiteX4" fmla="*/ 1737530 w 1828979"/>
              <a:gd name="connsiteY4" fmla="*/ 914489 h 914489"/>
              <a:gd name="connsiteX5" fmla="*/ 91449 w 1828979"/>
              <a:gd name="connsiteY5" fmla="*/ 914489 h 914489"/>
              <a:gd name="connsiteX6" fmla="*/ 0 w 1828979"/>
              <a:gd name="connsiteY6" fmla="*/ 823040 h 914489"/>
              <a:gd name="connsiteX7" fmla="*/ 0 w 1828979"/>
              <a:gd name="connsiteY7" fmla="*/ 91449 h 914489"/>
              <a:gd name="connsiteX8" fmla="*/ 91449 w 1828979"/>
              <a:gd name="connsiteY8" fmla="*/ 0 h 914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8979" h="914489">
                <a:moveTo>
                  <a:pt x="91449" y="0"/>
                </a:moveTo>
                <a:lnTo>
                  <a:pt x="1737530" y="0"/>
                </a:lnTo>
                <a:cubicBezTo>
                  <a:pt x="1788036" y="0"/>
                  <a:pt x="1828979" y="40943"/>
                  <a:pt x="1828979" y="91449"/>
                </a:cubicBezTo>
                <a:lnTo>
                  <a:pt x="1828979" y="823040"/>
                </a:lnTo>
                <a:cubicBezTo>
                  <a:pt x="1828979" y="873546"/>
                  <a:pt x="1788036" y="914489"/>
                  <a:pt x="1737530" y="914489"/>
                </a:cubicBezTo>
                <a:lnTo>
                  <a:pt x="91449" y="914489"/>
                </a:lnTo>
                <a:cubicBezTo>
                  <a:pt x="40943" y="914489"/>
                  <a:pt x="0" y="873546"/>
                  <a:pt x="0" y="823040"/>
                </a:cubicBezTo>
                <a:lnTo>
                  <a:pt x="0" y="91449"/>
                </a:lnTo>
                <a:cubicBezTo>
                  <a:pt x="0" y="40943"/>
                  <a:pt x="40943" y="0"/>
                  <a:pt x="91449" y="0"/>
                </a:cubicBezTo>
                <a:close/>
              </a:path>
            </a:pathLst>
          </a:custGeom>
          <a:solidFill>
            <a:schemeClr val="accent2"/>
          </a:solidFill>
        </p:spPr>
        <p:txBody>
          <a:bodyPr wrap="square" anchor="ctr">
            <a:noAutofit/>
          </a:bodyPr>
          <a:lstStyle>
            <a:lvl1pPr marL="0" indent="0" algn="ctr">
              <a:lnSpc>
                <a:spcPct val="100000"/>
              </a:lnSpc>
              <a:spcBef>
                <a:spcPts val="0"/>
              </a:spcBef>
              <a:buNone/>
              <a:defRPr sz="1800" b="1" cap="none" spc="0" baseline="0">
                <a:solidFill>
                  <a:schemeClr val="bg1"/>
                </a:solidFill>
                <a:latin typeface="+mj-lt"/>
              </a:defRPr>
            </a:lvl1pPr>
          </a:lstStyle>
          <a:p>
            <a:pPr lvl="0"/>
            <a:r>
              <a:rPr lang="en-US"/>
              <a:t>Click to edit Master text styles</a:t>
            </a:r>
          </a:p>
        </p:txBody>
      </p:sp>
      <p:sp>
        <p:nvSpPr>
          <p:cNvPr id="30" name="Text Placeholder 29">
            <a:extLst>
              <a:ext uri="{FF2B5EF4-FFF2-40B4-BE49-F238E27FC236}">
                <a16:creationId xmlns:a16="http://schemas.microsoft.com/office/drawing/2014/main" id="{019BCBF8-9A0B-77E4-5DF7-8CD785D7591D}"/>
              </a:ext>
            </a:extLst>
          </p:cNvPr>
          <p:cNvSpPr>
            <a:spLocks noGrp="1"/>
          </p:cNvSpPr>
          <p:nvPr>
            <p:ph type="body" sz="quarter" idx="30"/>
          </p:nvPr>
        </p:nvSpPr>
        <p:spPr>
          <a:xfrm>
            <a:off x="9720072" y="2327104"/>
            <a:ext cx="1828979" cy="914489"/>
          </a:xfrm>
          <a:custGeom>
            <a:avLst/>
            <a:gdLst>
              <a:gd name="connsiteX0" fmla="*/ 91449 w 1828979"/>
              <a:gd name="connsiteY0" fmla="*/ 0 h 914489"/>
              <a:gd name="connsiteX1" fmla="*/ 1737530 w 1828979"/>
              <a:gd name="connsiteY1" fmla="*/ 0 h 914489"/>
              <a:gd name="connsiteX2" fmla="*/ 1828979 w 1828979"/>
              <a:gd name="connsiteY2" fmla="*/ 91449 h 914489"/>
              <a:gd name="connsiteX3" fmla="*/ 1828979 w 1828979"/>
              <a:gd name="connsiteY3" fmla="*/ 823040 h 914489"/>
              <a:gd name="connsiteX4" fmla="*/ 1737530 w 1828979"/>
              <a:gd name="connsiteY4" fmla="*/ 914489 h 914489"/>
              <a:gd name="connsiteX5" fmla="*/ 91449 w 1828979"/>
              <a:gd name="connsiteY5" fmla="*/ 914489 h 914489"/>
              <a:gd name="connsiteX6" fmla="*/ 0 w 1828979"/>
              <a:gd name="connsiteY6" fmla="*/ 823040 h 914489"/>
              <a:gd name="connsiteX7" fmla="*/ 0 w 1828979"/>
              <a:gd name="connsiteY7" fmla="*/ 91449 h 914489"/>
              <a:gd name="connsiteX8" fmla="*/ 91449 w 1828979"/>
              <a:gd name="connsiteY8" fmla="*/ 0 h 9144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28979" h="914489">
                <a:moveTo>
                  <a:pt x="91449" y="0"/>
                </a:moveTo>
                <a:lnTo>
                  <a:pt x="1737530" y="0"/>
                </a:lnTo>
                <a:cubicBezTo>
                  <a:pt x="1788036" y="0"/>
                  <a:pt x="1828979" y="40943"/>
                  <a:pt x="1828979" y="91449"/>
                </a:cubicBezTo>
                <a:lnTo>
                  <a:pt x="1828979" y="823040"/>
                </a:lnTo>
                <a:cubicBezTo>
                  <a:pt x="1828979" y="873546"/>
                  <a:pt x="1788036" y="914489"/>
                  <a:pt x="1737530" y="914489"/>
                </a:cubicBezTo>
                <a:lnTo>
                  <a:pt x="91449" y="914489"/>
                </a:lnTo>
                <a:cubicBezTo>
                  <a:pt x="40943" y="914489"/>
                  <a:pt x="0" y="873546"/>
                  <a:pt x="0" y="823040"/>
                </a:cubicBezTo>
                <a:lnTo>
                  <a:pt x="0" y="91449"/>
                </a:lnTo>
                <a:cubicBezTo>
                  <a:pt x="0" y="40943"/>
                  <a:pt x="40943" y="0"/>
                  <a:pt x="91449" y="0"/>
                </a:cubicBezTo>
                <a:close/>
              </a:path>
            </a:pathLst>
          </a:custGeom>
          <a:solidFill>
            <a:schemeClr val="accent2"/>
          </a:solidFill>
        </p:spPr>
        <p:txBody>
          <a:bodyPr wrap="square" anchor="ctr">
            <a:noAutofit/>
          </a:bodyPr>
          <a:lstStyle>
            <a:lvl1pPr marL="0" indent="0" algn="ctr">
              <a:lnSpc>
                <a:spcPct val="100000"/>
              </a:lnSpc>
              <a:spcBef>
                <a:spcPts val="0"/>
              </a:spcBef>
              <a:buNone/>
              <a:defRPr sz="1800" b="1" cap="none" spc="0" baseline="0">
                <a:solidFill>
                  <a:schemeClr val="bg1"/>
                </a:solidFill>
                <a:latin typeface="+mj-lt"/>
              </a:defRPr>
            </a:lvl1pPr>
          </a:lstStyle>
          <a:p>
            <a:pPr lvl="0"/>
            <a:r>
              <a:rPr lang="en-US"/>
              <a:t>Click to edit Master text styles</a:t>
            </a:r>
          </a:p>
        </p:txBody>
      </p:sp>
      <p:sp>
        <p:nvSpPr>
          <p:cNvPr id="31" name="Text Placeholder 6">
            <a:extLst>
              <a:ext uri="{FF2B5EF4-FFF2-40B4-BE49-F238E27FC236}">
                <a16:creationId xmlns:a16="http://schemas.microsoft.com/office/drawing/2014/main" id="{370E1F27-CA25-CC83-8648-BD2FF6566290}"/>
              </a:ext>
            </a:extLst>
          </p:cNvPr>
          <p:cNvSpPr>
            <a:spLocks noGrp="1"/>
          </p:cNvSpPr>
          <p:nvPr>
            <p:ph type="body" sz="quarter" idx="31"/>
          </p:nvPr>
        </p:nvSpPr>
        <p:spPr>
          <a:xfrm>
            <a:off x="2862072" y="3648456"/>
            <a:ext cx="1828800" cy="950976"/>
          </a:xfrm>
        </p:spPr>
        <p:txBody>
          <a:bodyPr anchor="t"/>
          <a:lstStyle>
            <a:lvl1pPr marL="0" indent="0" algn="ctr">
              <a:lnSpc>
                <a:spcPct val="100000"/>
              </a:lnSpc>
              <a:spcBef>
                <a:spcPts val="0"/>
              </a:spcBef>
              <a:buNone/>
              <a:defRPr sz="1400" b="0" cap="none" spc="0" baseline="0">
                <a:latin typeface="Georgia Pro" panose="02040502050405020303" pitchFamily="18" charset="0"/>
              </a:defRPr>
            </a:lvl1pPr>
          </a:lstStyle>
          <a:p>
            <a:pPr lvl="0"/>
            <a:r>
              <a:rPr lang="en-US"/>
              <a:t>Click to edit Master text styles</a:t>
            </a:r>
          </a:p>
        </p:txBody>
      </p:sp>
      <p:sp>
        <p:nvSpPr>
          <p:cNvPr id="32" name="Text Placeholder 6">
            <a:extLst>
              <a:ext uri="{FF2B5EF4-FFF2-40B4-BE49-F238E27FC236}">
                <a16:creationId xmlns:a16="http://schemas.microsoft.com/office/drawing/2014/main" id="{06E2DAC1-4D59-B9A9-D3E3-8469F6A80648}"/>
              </a:ext>
            </a:extLst>
          </p:cNvPr>
          <p:cNvSpPr>
            <a:spLocks noGrp="1"/>
          </p:cNvSpPr>
          <p:nvPr>
            <p:ph type="body" sz="quarter" idx="32"/>
          </p:nvPr>
        </p:nvSpPr>
        <p:spPr>
          <a:xfrm>
            <a:off x="5148072" y="3648456"/>
            <a:ext cx="1828800" cy="950976"/>
          </a:xfrm>
        </p:spPr>
        <p:txBody>
          <a:bodyPr anchor="t"/>
          <a:lstStyle>
            <a:lvl1pPr marL="0" indent="0" algn="ctr">
              <a:lnSpc>
                <a:spcPct val="100000"/>
              </a:lnSpc>
              <a:spcBef>
                <a:spcPts val="0"/>
              </a:spcBef>
              <a:buNone/>
              <a:defRPr sz="1400" b="0" cap="none" spc="0" baseline="0">
                <a:latin typeface="Georgia Pro" panose="02040502050405020303" pitchFamily="18" charset="0"/>
              </a:defRPr>
            </a:lvl1pPr>
          </a:lstStyle>
          <a:p>
            <a:pPr lvl="0"/>
            <a:r>
              <a:rPr lang="en-US"/>
              <a:t>Click to edit Master text styles</a:t>
            </a:r>
          </a:p>
        </p:txBody>
      </p:sp>
      <p:sp>
        <p:nvSpPr>
          <p:cNvPr id="33" name="Text Placeholder 6">
            <a:extLst>
              <a:ext uri="{FF2B5EF4-FFF2-40B4-BE49-F238E27FC236}">
                <a16:creationId xmlns:a16="http://schemas.microsoft.com/office/drawing/2014/main" id="{7CCFBD73-F10F-920A-8618-49FA1D1D7B3E}"/>
              </a:ext>
            </a:extLst>
          </p:cNvPr>
          <p:cNvSpPr>
            <a:spLocks noGrp="1"/>
          </p:cNvSpPr>
          <p:nvPr>
            <p:ph type="body" sz="quarter" idx="33"/>
          </p:nvPr>
        </p:nvSpPr>
        <p:spPr>
          <a:xfrm>
            <a:off x="7434072" y="3648456"/>
            <a:ext cx="1828800" cy="950976"/>
          </a:xfrm>
        </p:spPr>
        <p:txBody>
          <a:bodyPr anchor="t"/>
          <a:lstStyle>
            <a:lvl1pPr marL="0" indent="0" algn="ctr">
              <a:lnSpc>
                <a:spcPct val="100000"/>
              </a:lnSpc>
              <a:spcBef>
                <a:spcPts val="0"/>
              </a:spcBef>
              <a:buNone/>
              <a:defRPr sz="1400" b="0" cap="none" spc="0" baseline="0">
                <a:latin typeface="Georgia Pro" panose="02040502050405020303" pitchFamily="18" charset="0"/>
              </a:defRPr>
            </a:lvl1pPr>
          </a:lstStyle>
          <a:p>
            <a:pPr lvl="0"/>
            <a:r>
              <a:rPr lang="en-US"/>
              <a:t>Click to edit Master text styles</a:t>
            </a:r>
          </a:p>
        </p:txBody>
      </p:sp>
      <p:sp>
        <p:nvSpPr>
          <p:cNvPr id="34" name="Text Placeholder 6">
            <a:extLst>
              <a:ext uri="{FF2B5EF4-FFF2-40B4-BE49-F238E27FC236}">
                <a16:creationId xmlns:a16="http://schemas.microsoft.com/office/drawing/2014/main" id="{28FCF34F-43DD-F6CD-17E8-071731386710}"/>
              </a:ext>
            </a:extLst>
          </p:cNvPr>
          <p:cNvSpPr>
            <a:spLocks noGrp="1"/>
          </p:cNvSpPr>
          <p:nvPr>
            <p:ph type="body" sz="quarter" idx="34"/>
          </p:nvPr>
        </p:nvSpPr>
        <p:spPr>
          <a:xfrm>
            <a:off x="9720072" y="3648456"/>
            <a:ext cx="1828800" cy="950976"/>
          </a:xfrm>
        </p:spPr>
        <p:txBody>
          <a:bodyPr anchor="t"/>
          <a:lstStyle>
            <a:lvl1pPr marL="0" indent="0" algn="ctr">
              <a:lnSpc>
                <a:spcPct val="100000"/>
              </a:lnSpc>
              <a:spcBef>
                <a:spcPts val="0"/>
              </a:spcBef>
              <a:buNone/>
              <a:defRPr sz="1400" b="0" cap="none" spc="0" baseline="0">
                <a:latin typeface="Georgia Pro" panose="02040502050405020303" pitchFamily="18" charset="0"/>
              </a:defRPr>
            </a:lvl1pPr>
          </a:lstStyle>
          <a:p>
            <a:pPr lvl="0"/>
            <a:r>
              <a:rPr lang="en-US"/>
              <a:t>Click to edit Master text styles</a:t>
            </a:r>
          </a:p>
        </p:txBody>
      </p:sp>
    </p:spTree>
    <p:extLst>
      <p:ext uri="{BB962C8B-B14F-4D97-AF65-F5344CB8AC3E}">
        <p14:creationId xmlns:p14="http://schemas.microsoft.com/office/powerpoint/2010/main" val="42732352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BBE271D-58B4-99E6-362C-DD1C21F4B814}"/>
              </a:ext>
            </a:extLst>
          </p:cNvPr>
          <p:cNvSpPr>
            <a:spLocks noGrp="1"/>
          </p:cNvSpPr>
          <p:nvPr>
            <p:ph type="body" idx="1"/>
          </p:nvPr>
        </p:nvSpPr>
        <p:spPr>
          <a:xfrm>
            <a:off x="768096" y="1673352"/>
            <a:ext cx="5157216" cy="338328"/>
          </a:xfrm>
        </p:spPr>
        <p:txBody>
          <a:bodyPr anchor="t"/>
          <a:lstStyle>
            <a:lvl1pPr marL="0" indent="0">
              <a:buNone/>
              <a:defRPr sz="1800" b="1"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46393B-EA4C-7241-94FA-169F6C1D5B40}"/>
              </a:ext>
            </a:extLst>
          </p:cNvPr>
          <p:cNvSpPr>
            <a:spLocks noGrp="1"/>
          </p:cNvSpPr>
          <p:nvPr>
            <p:ph sz="half" idx="2"/>
          </p:nvPr>
        </p:nvSpPr>
        <p:spPr>
          <a:xfrm>
            <a:off x="530352" y="2176272"/>
            <a:ext cx="4443984" cy="1563624"/>
          </a:xfrm>
        </p:spPr>
        <p:txBody>
          <a:bodyPr/>
          <a:lstStyle>
            <a:lvl1pPr marL="228600" indent="-228600">
              <a:lnSpc>
                <a:spcPct val="100000"/>
              </a:lnSpc>
              <a:buFont typeface="Courier New" panose="02070309020205020404" pitchFamily="49" charset="0"/>
              <a:buChar char="o"/>
              <a:defRPr sz="1400"/>
            </a:lvl1pPr>
            <a:lvl2pPr marL="685800" indent="-228600">
              <a:lnSpc>
                <a:spcPct val="100000"/>
              </a:lnSpc>
              <a:buFont typeface="Courier New" panose="02070309020205020404" pitchFamily="49" charset="0"/>
              <a:buChar char="o"/>
              <a:defRPr sz="1400"/>
            </a:lvl2pPr>
            <a:lvl3pPr marL="1143000" indent="-228600">
              <a:lnSpc>
                <a:spcPct val="100000"/>
              </a:lnSpc>
              <a:buFont typeface="Courier New" panose="02070309020205020404" pitchFamily="49" charset="0"/>
              <a:buChar char="o"/>
              <a:defRPr sz="1400"/>
            </a:lvl3pPr>
            <a:lvl4pPr marL="1600200" indent="-228600">
              <a:lnSpc>
                <a:spcPct val="100000"/>
              </a:lnSpc>
              <a:buFont typeface="Courier New" panose="02070309020205020404" pitchFamily="49" charset="0"/>
              <a:buChar char="o"/>
              <a:defRPr sz="1400"/>
            </a:lvl4pPr>
            <a:lvl5pPr marL="2114550" indent="-228600">
              <a:lnSpc>
                <a:spcPct val="100000"/>
              </a:lnSpc>
              <a:buFont typeface="Courier New" panose="02070309020205020404" pitchFamily="49" charset="0"/>
              <a:buChar char="o"/>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FFA20A9-6C2F-89E2-1241-5281CF14E878}"/>
              </a:ext>
            </a:extLst>
          </p:cNvPr>
          <p:cNvSpPr>
            <a:spLocks noGrp="1"/>
          </p:cNvSpPr>
          <p:nvPr>
            <p:ph type="body" sz="quarter" idx="3"/>
          </p:nvPr>
        </p:nvSpPr>
        <p:spPr>
          <a:xfrm>
            <a:off x="768096" y="4114800"/>
            <a:ext cx="5157216" cy="338328"/>
          </a:xfrm>
        </p:spPr>
        <p:txBody>
          <a:bodyPr anchor="t"/>
          <a:lstStyle>
            <a:lvl1pPr marL="0" indent="0">
              <a:buNone/>
              <a:defRPr sz="1800" b="1"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4BBA64-3944-C0BE-4D5F-2745DA48BF33}"/>
              </a:ext>
            </a:extLst>
          </p:cNvPr>
          <p:cNvSpPr>
            <a:spLocks noGrp="1"/>
          </p:cNvSpPr>
          <p:nvPr>
            <p:ph sz="quarter" idx="4"/>
          </p:nvPr>
        </p:nvSpPr>
        <p:spPr>
          <a:xfrm>
            <a:off x="530352" y="4617720"/>
            <a:ext cx="4443984" cy="1563624"/>
          </a:xfrm>
        </p:spPr>
        <p:txBody>
          <a:bodyPr/>
          <a:lstStyle>
            <a:lvl1pPr marL="228600" indent="-228600">
              <a:lnSpc>
                <a:spcPct val="100000"/>
              </a:lnSpc>
              <a:buFont typeface="Courier New" panose="02070309020205020404" pitchFamily="49" charset="0"/>
              <a:buChar char="o"/>
              <a:defRPr sz="1400"/>
            </a:lvl1pPr>
            <a:lvl2pPr marL="685800" indent="-228600">
              <a:lnSpc>
                <a:spcPct val="100000"/>
              </a:lnSpc>
              <a:buFont typeface="Courier New" panose="02070309020205020404" pitchFamily="49" charset="0"/>
              <a:buChar char="o"/>
              <a:defRPr sz="1400"/>
            </a:lvl2pPr>
            <a:lvl3pPr marL="1143000" indent="-228600">
              <a:lnSpc>
                <a:spcPct val="100000"/>
              </a:lnSpc>
              <a:buFont typeface="Courier New" panose="02070309020205020404" pitchFamily="49" charset="0"/>
              <a:buChar char="o"/>
              <a:defRPr sz="1400"/>
            </a:lvl3pPr>
            <a:lvl4pPr marL="1600200" indent="-228600">
              <a:lnSpc>
                <a:spcPct val="100000"/>
              </a:lnSpc>
              <a:buFont typeface="Courier New" panose="02070309020205020404" pitchFamily="49" charset="0"/>
              <a:buChar char="o"/>
              <a:defRPr sz="1400"/>
            </a:lvl4pPr>
            <a:lvl5pPr marL="2114550" indent="-228600">
              <a:lnSpc>
                <a:spcPct val="100000"/>
              </a:lnSpc>
              <a:buFont typeface="Courier New" panose="02070309020205020404" pitchFamily="49" charset="0"/>
              <a:buChar char="o"/>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573DB55E-AAE4-9CE0-F3F5-42FC0405B9C3}"/>
              </a:ext>
            </a:extLst>
          </p:cNvPr>
          <p:cNvSpPr>
            <a:spLocks noGrp="1"/>
          </p:cNvSpPr>
          <p:nvPr>
            <p:ph type="dt" sz="half" idx="10"/>
          </p:nvPr>
        </p:nvSpPr>
        <p:spPr/>
        <p:txBody>
          <a:bodyPr/>
          <a:lstStyle/>
          <a:p>
            <a:r>
              <a:rPr lang="en-US" dirty="0"/>
              <a:t>20XX</a:t>
            </a:r>
          </a:p>
        </p:txBody>
      </p:sp>
      <p:sp>
        <p:nvSpPr>
          <p:cNvPr id="8" name="Footer Placeholder 7">
            <a:extLst>
              <a:ext uri="{FF2B5EF4-FFF2-40B4-BE49-F238E27FC236}">
                <a16:creationId xmlns:a16="http://schemas.microsoft.com/office/drawing/2014/main" id="{82F402FF-5F4B-360D-40AE-AAD766288A56}"/>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5CA09ACC-3E58-495F-2609-AA1164DD08AD}"/>
              </a:ext>
            </a:extLst>
          </p:cNvPr>
          <p:cNvSpPr>
            <a:spLocks noGrp="1"/>
          </p:cNvSpPr>
          <p:nvPr>
            <p:ph type="sldNum" sz="quarter" idx="12"/>
          </p:nvPr>
        </p:nvSpPr>
        <p:spPr/>
        <p:txBody>
          <a:bodyPr/>
          <a:lstStyle/>
          <a:p>
            <a:fld id="{B776CE9F-4BD8-A748-847B-B97BB3C5BACA}" type="slidenum">
              <a:rPr lang="en-US" smtClean="0"/>
              <a:t>‹#›</a:t>
            </a:fld>
            <a:endParaRPr lang="en-US" dirty="0"/>
          </a:p>
        </p:txBody>
      </p:sp>
      <p:sp>
        <p:nvSpPr>
          <p:cNvPr id="10" name="Title 9">
            <a:extLst>
              <a:ext uri="{FF2B5EF4-FFF2-40B4-BE49-F238E27FC236}">
                <a16:creationId xmlns:a16="http://schemas.microsoft.com/office/drawing/2014/main" id="{50F7DD41-68BA-5ED4-4C63-7E8F329A5506}"/>
              </a:ext>
            </a:extLst>
          </p:cNvPr>
          <p:cNvSpPr>
            <a:spLocks noGrp="1"/>
          </p:cNvSpPr>
          <p:nvPr>
            <p:ph type="title"/>
          </p:nvPr>
        </p:nvSpPr>
        <p:spPr>
          <a:xfrm>
            <a:off x="448056" y="539496"/>
            <a:ext cx="6480264" cy="713232"/>
          </a:xfrm>
        </p:spPr>
        <p:txBody>
          <a:bodyPr/>
          <a:lstStyle>
            <a:lvl1pPr algn="l">
              <a:defRPr/>
            </a:lvl1pPr>
          </a:lstStyle>
          <a:p>
            <a:r>
              <a:rPr lang="en-US"/>
              <a:t>Click to edit Master title style</a:t>
            </a:r>
            <a:endParaRPr lang="en-US" dirty="0"/>
          </a:p>
        </p:txBody>
      </p:sp>
      <p:sp>
        <p:nvSpPr>
          <p:cNvPr id="11" name="Rounded Rectangle 29">
            <a:extLst>
              <a:ext uri="{FF2B5EF4-FFF2-40B4-BE49-F238E27FC236}">
                <a16:creationId xmlns:a16="http://schemas.microsoft.com/office/drawing/2014/main" id="{1440363F-8B44-DEEA-CA7B-6EC275DE9BB0}"/>
              </a:ext>
            </a:extLst>
          </p:cNvPr>
          <p:cNvSpPr/>
          <p:nvPr userDrawn="1"/>
        </p:nvSpPr>
        <p:spPr>
          <a:xfrm>
            <a:off x="6928320" y="692650"/>
            <a:ext cx="3474720" cy="5394960"/>
          </a:xfrm>
          <a:prstGeom prst="roundRect">
            <a:avLst>
              <a:gd name="adj" fmla="val 50000"/>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5" name="Picture Placeholder 14">
            <a:extLst>
              <a:ext uri="{FF2B5EF4-FFF2-40B4-BE49-F238E27FC236}">
                <a16:creationId xmlns:a16="http://schemas.microsoft.com/office/drawing/2014/main" id="{F90DE099-D4CE-AF4C-15A9-B5ED3DCFBD79}"/>
              </a:ext>
            </a:extLst>
          </p:cNvPr>
          <p:cNvSpPr>
            <a:spLocks noGrp="1"/>
          </p:cNvSpPr>
          <p:nvPr>
            <p:ph type="pic" sz="quarter" idx="15"/>
          </p:nvPr>
        </p:nvSpPr>
        <p:spPr>
          <a:xfrm>
            <a:off x="7065480" y="834382"/>
            <a:ext cx="3200400" cy="5111496"/>
          </a:xfrm>
          <a:custGeom>
            <a:avLst/>
            <a:gdLst>
              <a:gd name="connsiteX0" fmla="*/ 1600200 w 3200400"/>
              <a:gd name="connsiteY0" fmla="*/ 0 h 5111496"/>
              <a:gd name="connsiteX1" fmla="*/ 3200400 w 3200400"/>
              <a:gd name="connsiteY1" fmla="*/ 1600200 h 5111496"/>
              <a:gd name="connsiteX2" fmla="*/ 3200400 w 3200400"/>
              <a:gd name="connsiteY2" fmla="*/ 3511296 h 5111496"/>
              <a:gd name="connsiteX3" fmla="*/ 1600200 w 3200400"/>
              <a:gd name="connsiteY3" fmla="*/ 5111496 h 5111496"/>
              <a:gd name="connsiteX4" fmla="*/ 0 w 3200400"/>
              <a:gd name="connsiteY4" fmla="*/ 3511296 h 5111496"/>
              <a:gd name="connsiteX5" fmla="*/ 0 w 3200400"/>
              <a:gd name="connsiteY5" fmla="*/ 1600200 h 5111496"/>
              <a:gd name="connsiteX6" fmla="*/ 1600200 w 3200400"/>
              <a:gd name="connsiteY6" fmla="*/ 0 h 51114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00400" h="5111496">
                <a:moveTo>
                  <a:pt x="1600200" y="0"/>
                </a:moveTo>
                <a:cubicBezTo>
                  <a:pt x="2483966" y="0"/>
                  <a:pt x="3200400" y="716434"/>
                  <a:pt x="3200400" y="1600200"/>
                </a:cubicBezTo>
                <a:lnTo>
                  <a:pt x="3200400" y="3511296"/>
                </a:lnTo>
                <a:cubicBezTo>
                  <a:pt x="3200400" y="4395062"/>
                  <a:pt x="2483966" y="5111496"/>
                  <a:pt x="1600200" y="5111496"/>
                </a:cubicBezTo>
                <a:cubicBezTo>
                  <a:pt x="716434" y="5111496"/>
                  <a:pt x="0" y="4395062"/>
                  <a:pt x="0" y="3511296"/>
                </a:cubicBezTo>
                <a:lnTo>
                  <a:pt x="0" y="1600200"/>
                </a:lnTo>
                <a:cubicBezTo>
                  <a:pt x="0" y="716434"/>
                  <a:pt x="716434" y="0"/>
                  <a:pt x="1600200" y="0"/>
                </a:cubicBezTo>
                <a:close/>
              </a:path>
            </a:pathLst>
          </a:custGeom>
          <a:ln w="12700">
            <a:solidFill>
              <a:schemeClr val="tx1"/>
            </a:solidFill>
          </a:ln>
        </p:spPr>
        <p:txBody>
          <a:bodyPr vert="horz" wrap="square" lIns="91440" tIns="45720" rIns="91440" bIns="45720" rtlCol="0" anchor="ctr">
            <a:noAutofit/>
          </a:bodyPr>
          <a:lstStyle>
            <a:lvl1pPr marL="0" indent="0" algn="ctr">
              <a:buNone/>
              <a:defRPr lang="en-US" sz="1400"/>
            </a:lvl1pPr>
          </a:lstStyle>
          <a:p>
            <a:pPr marL="228600" lvl="0" indent="-228600" algn="ctr"/>
            <a:r>
              <a:rPr lang="en-US"/>
              <a:t>Click icon to add picture</a:t>
            </a:r>
            <a:endParaRPr lang="en-US" dirty="0"/>
          </a:p>
        </p:txBody>
      </p:sp>
    </p:spTree>
    <p:extLst>
      <p:ext uri="{BB962C8B-B14F-4D97-AF65-F5344CB8AC3E}">
        <p14:creationId xmlns:p14="http://schemas.microsoft.com/office/powerpoint/2010/main" val="2140656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hree Column">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3A8960C-A12E-D82A-6B11-91A17BB3872E}"/>
              </a:ext>
            </a:extLst>
          </p:cNvPr>
          <p:cNvSpPr>
            <a:spLocks noGrp="1"/>
          </p:cNvSpPr>
          <p:nvPr>
            <p:ph type="pic" sz="quarter" idx="16"/>
          </p:nvPr>
        </p:nvSpPr>
        <p:spPr>
          <a:xfrm>
            <a:off x="0" y="1659514"/>
            <a:ext cx="12188952" cy="713232"/>
          </a:xfrm>
        </p:spPr>
        <p:txBody>
          <a:bodyPr anchor="ctr"/>
          <a:lstStyle>
            <a:lvl1pPr marL="0" indent="0" algn="ctr">
              <a:buNone/>
              <a:defRPr/>
            </a:lvl1pPr>
          </a:lstStyle>
          <a:p>
            <a:r>
              <a:rPr lang="en-US"/>
              <a:t>Click icon to add picture</a:t>
            </a:r>
            <a:endParaRPr lang="en-US" dirty="0"/>
          </a:p>
        </p:txBody>
      </p:sp>
      <p:sp>
        <p:nvSpPr>
          <p:cNvPr id="3" name="Text Placeholder 2">
            <a:extLst>
              <a:ext uri="{FF2B5EF4-FFF2-40B4-BE49-F238E27FC236}">
                <a16:creationId xmlns:a16="http://schemas.microsoft.com/office/drawing/2014/main" id="{8BBE271D-58B4-99E6-362C-DD1C21F4B814}"/>
              </a:ext>
            </a:extLst>
          </p:cNvPr>
          <p:cNvSpPr>
            <a:spLocks noGrp="1"/>
          </p:cNvSpPr>
          <p:nvPr>
            <p:ph type="body" idx="1"/>
          </p:nvPr>
        </p:nvSpPr>
        <p:spPr>
          <a:xfrm>
            <a:off x="749808" y="2788920"/>
            <a:ext cx="2926080" cy="502920"/>
          </a:xfrm>
        </p:spPr>
        <p:txBody>
          <a:bodyPr anchor="ctr"/>
          <a:lstStyle>
            <a:lvl1pPr marL="0" indent="0">
              <a:buNone/>
              <a:defRPr sz="1800" b="1"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F46393B-EA4C-7241-94FA-169F6C1D5B40}"/>
              </a:ext>
            </a:extLst>
          </p:cNvPr>
          <p:cNvSpPr>
            <a:spLocks noGrp="1"/>
          </p:cNvSpPr>
          <p:nvPr>
            <p:ph sz="half" idx="2"/>
          </p:nvPr>
        </p:nvSpPr>
        <p:spPr>
          <a:xfrm>
            <a:off x="484632" y="3383280"/>
            <a:ext cx="3310128" cy="2578608"/>
          </a:xfrm>
        </p:spPr>
        <p:txBody>
          <a:bodyPr/>
          <a:lstStyle>
            <a:lvl1pPr marL="228600" indent="-228600">
              <a:lnSpc>
                <a:spcPct val="100000"/>
              </a:lnSpc>
              <a:buFont typeface="Courier New" panose="02070309020205020404" pitchFamily="49" charset="0"/>
              <a:buChar char="o"/>
              <a:defRPr sz="1400"/>
            </a:lvl1pPr>
            <a:lvl2pPr marL="685800" indent="-228600">
              <a:lnSpc>
                <a:spcPct val="100000"/>
              </a:lnSpc>
              <a:buFont typeface="Courier New" panose="02070309020205020404" pitchFamily="49" charset="0"/>
              <a:buChar char="o"/>
              <a:defRPr sz="1400"/>
            </a:lvl2pPr>
            <a:lvl3pPr marL="1143000" indent="-228600">
              <a:lnSpc>
                <a:spcPct val="100000"/>
              </a:lnSpc>
              <a:buFont typeface="Courier New" panose="02070309020205020404" pitchFamily="49" charset="0"/>
              <a:buChar char="o"/>
              <a:defRPr sz="1400"/>
            </a:lvl3pPr>
            <a:lvl4pPr marL="1600200" indent="-228600">
              <a:lnSpc>
                <a:spcPct val="100000"/>
              </a:lnSpc>
              <a:buFont typeface="Courier New" panose="02070309020205020404" pitchFamily="49" charset="0"/>
              <a:buChar char="o"/>
              <a:defRPr sz="1400"/>
            </a:lvl4pPr>
            <a:lvl5pPr marL="2114550" indent="-228600">
              <a:lnSpc>
                <a:spcPct val="100000"/>
              </a:lnSpc>
              <a:buFont typeface="Courier New" panose="02070309020205020404" pitchFamily="49" charset="0"/>
              <a:buChar char="o"/>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8FFA20A9-6C2F-89E2-1241-5281CF14E878}"/>
              </a:ext>
            </a:extLst>
          </p:cNvPr>
          <p:cNvSpPr>
            <a:spLocks noGrp="1"/>
          </p:cNvSpPr>
          <p:nvPr>
            <p:ph type="body" sz="quarter" idx="3"/>
          </p:nvPr>
        </p:nvSpPr>
        <p:spPr>
          <a:xfrm>
            <a:off x="4599432" y="2788920"/>
            <a:ext cx="2926080" cy="502920"/>
          </a:xfrm>
        </p:spPr>
        <p:txBody>
          <a:bodyPr anchor="ctr"/>
          <a:lstStyle>
            <a:lvl1pPr marL="0" indent="0">
              <a:buNone/>
              <a:defRPr sz="1800" b="1"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74BBA64-3944-C0BE-4D5F-2745DA48BF33}"/>
              </a:ext>
            </a:extLst>
          </p:cNvPr>
          <p:cNvSpPr>
            <a:spLocks noGrp="1"/>
          </p:cNvSpPr>
          <p:nvPr>
            <p:ph sz="quarter" idx="4"/>
          </p:nvPr>
        </p:nvSpPr>
        <p:spPr>
          <a:xfrm>
            <a:off x="4379976" y="3383280"/>
            <a:ext cx="3310128" cy="2578608"/>
          </a:xfrm>
        </p:spPr>
        <p:txBody>
          <a:bodyPr/>
          <a:lstStyle>
            <a:lvl1pPr marL="228600" indent="-228600">
              <a:lnSpc>
                <a:spcPct val="100000"/>
              </a:lnSpc>
              <a:buFont typeface="Courier New" panose="02070309020205020404" pitchFamily="49" charset="0"/>
              <a:buChar char="o"/>
              <a:defRPr sz="1400"/>
            </a:lvl1pPr>
            <a:lvl2pPr marL="685800" indent="-228600">
              <a:lnSpc>
                <a:spcPct val="100000"/>
              </a:lnSpc>
              <a:buFont typeface="Courier New" panose="02070309020205020404" pitchFamily="49" charset="0"/>
              <a:buChar char="o"/>
              <a:defRPr sz="1400"/>
            </a:lvl2pPr>
            <a:lvl3pPr marL="1143000" indent="-228600">
              <a:lnSpc>
                <a:spcPct val="100000"/>
              </a:lnSpc>
              <a:buFont typeface="Courier New" panose="02070309020205020404" pitchFamily="49" charset="0"/>
              <a:buChar char="o"/>
              <a:defRPr sz="1400"/>
            </a:lvl3pPr>
            <a:lvl4pPr marL="1600200" indent="-228600">
              <a:lnSpc>
                <a:spcPct val="100000"/>
              </a:lnSpc>
              <a:buFont typeface="Courier New" panose="02070309020205020404" pitchFamily="49" charset="0"/>
              <a:buChar char="o"/>
              <a:defRPr sz="1400"/>
            </a:lvl4pPr>
            <a:lvl5pPr marL="2114550" indent="-228600">
              <a:lnSpc>
                <a:spcPct val="100000"/>
              </a:lnSpc>
              <a:buFont typeface="Courier New" panose="02070309020205020404" pitchFamily="49" charset="0"/>
              <a:buChar char="o"/>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573DB55E-AAE4-9CE0-F3F5-42FC0405B9C3}"/>
              </a:ext>
            </a:extLst>
          </p:cNvPr>
          <p:cNvSpPr>
            <a:spLocks noGrp="1"/>
          </p:cNvSpPr>
          <p:nvPr>
            <p:ph type="dt" sz="half" idx="10"/>
          </p:nvPr>
        </p:nvSpPr>
        <p:spPr/>
        <p:txBody>
          <a:bodyPr/>
          <a:lstStyle/>
          <a:p>
            <a:r>
              <a:rPr lang="en-US" dirty="0"/>
              <a:t>20XX</a:t>
            </a:r>
          </a:p>
        </p:txBody>
      </p:sp>
      <p:sp>
        <p:nvSpPr>
          <p:cNvPr id="8" name="Footer Placeholder 7">
            <a:extLst>
              <a:ext uri="{FF2B5EF4-FFF2-40B4-BE49-F238E27FC236}">
                <a16:creationId xmlns:a16="http://schemas.microsoft.com/office/drawing/2014/main" id="{82F402FF-5F4B-360D-40AE-AAD766288A56}"/>
              </a:ext>
            </a:extLst>
          </p:cNvPr>
          <p:cNvSpPr>
            <a:spLocks noGrp="1"/>
          </p:cNvSpPr>
          <p:nvPr>
            <p:ph type="ftr" sz="quarter" idx="11"/>
          </p:nvPr>
        </p:nvSpPr>
        <p:spPr/>
        <p:txBody>
          <a:bodyPr/>
          <a:lstStyle/>
          <a:p>
            <a:r>
              <a:rPr lang="en-US" dirty="0"/>
              <a:t>Presentation title</a:t>
            </a:r>
          </a:p>
        </p:txBody>
      </p:sp>
      <p:sp>
        <p:nvSpPr>
          <p:cNvPr id="9" name="Slide Number Placeholder 8">
            <a:extLst>
              <a:ext uri="{FF2B5EF4-FFF2-40B4-BE49-F238E27FC236}">
                <a16:creationId xmlns:a16="http://schemas.microsoft.com/office/drawing/2014/main" id="{5CA09ACC-3E58-495F-2609-AA1164DD08AD}"/>
              </a:ext>
            </a:extLst>
          </p:cNvPr>
          <p:cNvSpPr>
            <a:spLocks noGrp="1"/>
          </p:cNvSpPr>
          <p:nvPr>
            <p:ph type="sldNum" sz="quarter" idx="12"/>
          </p:nvPr>
        </p:nvSpPr>
        <p:spPr/>
        <p:txBody>
          <a:bodyPr/>
          <a:lstStyle/>
          <a:p>
            <a:fld id="{B776CE9F-4BD8-A748-847B-B97BB3C5BACA}" type="slidenum">
              <a:rPr lang="en-US" smtClean="0"/>
              <a:t>‹#›</a:t>
            </a:fld>
            <a:endParaRPr lang="en-US" dirty="0"/>
          </a:p>
        </p:txBody>
      </p:sp>
      <p:sp>
        <p:nvSpPr>
          <p:cNvPr id="10" name="Title 9">
            <a:extLst>
              <a:ext uri="{FF2B5EF4-FFF2-40B4-BE49-F238E27FC236}">
                <a16:creationId xmlns:a16="http://schemas.microsoft.com/office/drawing/2014/main" id="{50F7DD41-68BA-5ED4-4C63-7E8F329A5506}"/>
              </a:ext>
            </a:extLst>
          </p:cNvPr>
          <p:cNvSpPr>
            <a:spLocks noGrp="1"/>
          </p:cNvSpPr>
          <p:nvPr>
            <p:ph type="title"/>
          </p:nvPr>
        </p:nvSpPr>
        <p:spPr>
          <a:xfrm>
            <a:off x="448056" y="539496"/>
            <a:ext cx="11137392" cy="713232"/>
          </a:xfrm>
        </p:spPr>
        <p:txBody>
          <a:bodyPr/>
          <a:lstStyle>
            <a:lvl1pPr algn="l">
              <a:defRPr/>
            </a:lvl1pPr>
          </a:lstStyle>
          <a:p>
            <a:r>
              <a:rPr lang="en-US"/>
              <a:t>Click to edit Master title style</a:t>
            </a:r>
            <a:endParaRPr lang="en-US" dirty="0"/>
          </a:p>
        </p:txBody>
      </p:sp>
      <p:sp>
        <p:nvSpPr>
          <p:cNvPr id="16" name="Text Placeholder 4">
            <a:extLst>
              <a:ext uri="{FF2B5EF4-FFF2-40B4-BE49-F238E27FC236}">
                <a16:creationId xmlns:a16="http://schemas.microsoft.com/office/drawing/2014/main" id="{3FC5E0B4-4989-E17B-6DAA-16B8AFB102CD}"/>
              </a:ext>
            </a:extLst>
          </p:cNvPr>
          <p:cNvSpPr>
            <a:spLocks noGrp="1"/>
          </p:cNvSpPr>
          <p:nvPr>
            <p:ph type="body" sz="quarter" idx="17"/>
          </p:nvPr>
        </p:nvSpPr>
        <p:spPr>
          <a:xfrm>
            <a:off x="8522208" y="2788920"/>
            <a:ext cx="2926080" cy="502920"/>
          </a:xfrm>
        </p:spPr>
        <p:txBody>
          <a:bodyPr anchor="ctr"/>
          <a:lstStyle>
            <a:lvl1pPr marL="0" indent="0">
              <a:buNone/>
              <a:defRPr sz="1800" b="1" cap="all" baseline="0">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7" name="Content Placeholder 5">
            <a:extLst>
              <a:ext uri="{FF2B5EF4-FFF2-40B4-BE49-F238E27FC236}">
                <a16:creationId xmlns:a16="http://schemas.microsoft.com/office/drawing/2014/main" id="{D6DEF40E-B278-4F59-AAF8-8468E2B08F3E}"/>
              </a:ext>
            </a:extLst>
          </p:cNvPr>
          <p:cNvSpPr>
            <a:spLocks noGrp="1"/>
          </p:cNvSpPr>
          <p:nvPr>
            <p:ph sz="quarter" idx="18"/>
          </p:nvPr>
        </p:nvSpPr>
        <p:spPr>
          <a:xfrm>
            <a:off x="8275320" y="3383280"/>
            <a:ext cx="3310128" cy="2578608"/>
          </a:xfrm>
        </p:spPr>
        <p:txBody>
          <a:bodyPr/>
          <a:lstStyle>
            <a:lvl1pPr marL="228600" indent="-228600">
              <a:lnSpc>
                <a:spcPct val="100000"/>
              </a:lnSpc>
              <a:buFont typeface="Courier New" panose="02070309020205020404" pitchFamily="49" charset="0"/>
              <a:buChar char="o"/>
              <a:defRPr sz="1400"/>
            </a:lvl1pPr>
            <a:lvl2pPr marL="685800" indent="-228600">
              <a:lnSpc>
                <a:spcPct val="100000"/>
              </a:lnSpc>
              <a:buFont typeface="Courier New" panose="02070309020205020404" pitchFamily="49" charset="0"/>
              <a:buChar char="o"/>
              <a:defRPr sz="1400"/>
            </a:lvl2pPr>
            <a:lvl3pPr marL="1143000" indent="-228600">
              <a:lnSpc>
                <a:spcPct val="100000"/>
              </a:lnSpc>
              <a:buFont typeface="Courier New" panose="02070309020205020404" pitchFamily="49" charset="0"/>
              <a:buChar char="o"/>
              <a:defRPr sz="1400"/>
            </a:lvl3pPr>
            <a:lvl4pPr marL="1600200" indent="-228600">
              <a:lnSpc>
                <a:spcPct val="100000"/>
              </a:lnSpc>
              <a:buFont typeface="Courier New" panose="02070309020205020404" pitchFamily="49" charset="0"/>
              <a:buChar char="o"/>
              <a:defRPr sz="1400"/>
            </a:lvl4pPr>
            <a:lvl5pPr marL="2114550" indent="-228600">
              <a:lnSpc>
                <a:spcPct val="100000"/>
              </a:lnSpc>
              <a:buFont typeface="Courier New" panose="02070309020205020404" pitchFamily="49" charset="0"/>
              <a:buChar char="o"/>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2483807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Summary">
    <p:spTree>
      <p:nvGrpSpPr>
        <p:cNvPr id="1" name=""/>
        <p:cNvGrpSpPr/>
        <p:nvPr/>
      </p:nvGrpSpPr>
      <p:grpSpPr>
        <a:xfrm>
          <a:off x="0" y="0"/>
          <a:ext cx="0" cy="0"/>
          <a:chOff x="0" y="0"/>
          <a:chExt cx="0" cy="0"/>
        </a:xfrm>
      </p:grpSpPr>
      <p:sp>
        <p:nvSpPr>
          <p:cNvPr id="4" name="Oval 3">
            <a:extLst>
              <a:ext uri="{FF2B5EF4-FFF2-40B4-BE49-F238E27FC236}">
                <a16:creationId xmlns:a16="http://schemas.microsoft.com/office/drawing/2014/main" id="{903890E5-21F7-5145-68D0-81916C073BFE}"/>
              </a:ext>
            </a:extLst>
          </p:cNvPr>
          <p:cNvSpPr/>
          <p:nvPr userDrawn="1"/>
        </p:nvSpPr>
        <p:spPr>
          <a:xfrm>
            <a:off x="7607808" y="2505456"/>
            <a:ext cx="3494544" cy="3494544"/>
          </a:xfrm>
          <a:prstGeom prst="ellipse">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Picture Placeholder 2">
            <a:extLst>
              <a:ext uri="{FF2B5EF4-FFF2-40B4-BE49-F238E27FC236}">
                <a16:creationId xmlns:a16="http://schemas.microsoft.com/office/drawing/2014/main" id="{F806338A-E3B7-F581-6979-B6DB684C8164}"/>
              </a:ext>
            </a:extLst>
          </p:cNvPr>
          <p:cNvSpPr>
            <a:spLocks noGrp="1"/>
          </p:cNvSpPr>
          <p:nvPr>
            <p:ph type="pic" sz="quarter" idx="11"/>
          </p:nvPr>
        </p:nvSpPr>
        <p:spPr>
          <a:xfrm>
            <a:off x="8247888" y="0"/>
            <a:ext cx="2203704" cy="6464808"/>
          </a:xfrm>
          <a:custGeom>
            <a:avLst/>
            <a:gdLst>
              <a:gd name="connsiteX0" fmla="*/ 0 w 2203704"/>
              <a:gd name="connsiteY0" fmla="*/ 5604176 h 6464808"/>
              <a:gd name="connsiteX1" fmla="*/ 130276 w 2203704"/>
              <a:gd name="connsiteY1" fmla="*/ 5701594 h 6464808"/>
              <a:gd name="connsiteX2" fmla="*/ 1107192 w 2203704"/>
              <a:gd name="connsiteY2" fmla="*/ 6000000 h 6464808"/>
              <a:gd name="connsiteX3" fmla="*/ 2084109 w 2203704"/>
              <a:gd name="connsiteY3" fmla="*/ 5701594 h 6464808"/>
              <a:gd name="connsiteX4" fmla="*/ 2203704 w 2203704"/>
              <a:gd name="connsiteY4" fmla="*/ 5612162 h 6464808"/>
              <a:gd name="connsiteX5" fmla="*/ 2203704 w 2203704"/>
              <a:gd name="connsiteY5" fmla="*/ 6464808 h 6464808"/>
              <a:gd name="connsiteX6" fmla="*/ 0 w 2203704"/>
              <a:gd name="connsiteY6" fmla="*/ 6464808 h 6464808"/>
              <a:gd name="connsiteX7" fmla="*/ 0 w 2203704"/>
              <a:gd name="connsiteY7" fmla="*/ 0 h 6464808"/>
              <a:gd name="connsiteX8" fmla="*/ 2203704 w 2203704"/>
              <a:gd name="connsiteY8" fmla="*/ 0 h 6464808"/>
              <a:gd name="connsiteX9" fmla="*/ 2203704 w 2203704"/>
              <a:gd name="connsiteY9" fmla="*/ 2893295 h 6464808"/>
              <a:gd name="connsiteX10" fmla="*/ 2084109 w 2203704"/>
              <a:gd name="connsiteY10" fmla="*/ 2803863 h 6464808"/>
              <a:gd name="connsiteX11" fmla="*/ 1107192 w 2203704"/>
              <a:gd name="connsiteY11" fmla="*/ 2505456 h 6464808"/>
              <a:gd name="connsiteX12" fmla="*/ 130276 w 2203704"/>
              <a:gd name="connsiteY12" fmla="*/ 2803863 h 6464808"/>
              <a:gd name="connsiteX13" fmla="*/ 0 w 2203704"/>
              <a:gd name="connsiteY13" fmla="*/ 2901281 h 6464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203704" h="6464808">
                <a:moveTo>
                  <a:pt x="0" y="5604176"/>
                </a:moveTo>
                <a:lnTo>
                  <a:pt x="130276" y="5701594"/>
                </a:lnTo>
                <a:cubicBezTo>
                  <a:pt x="409142" y="5889992"/>
                  <a:pt x="745320" y="6000000"/>
                  <a:pt x="1107192" y="6000000"/>
                </a:cubicBezTo>
                <a:cubicBezTo>
                  <a:pt x="1469064" y="6000000"/>
                  <a:pt x="1805242" y="5889992"/>
                  <a:pt x="2084109" y="5701594"/>
                </a:cubicBezTo>
                <a:lnTo>
                  <a:pt x="2203704" y="5612162"/>
                </a:lnTo>
                <a:lnTo>
                  <a:pt x="2203704" y="6464808"/>
                </a:lnTo>
                <a:lnTo>
                  <a:pt x="0" y="6464808"/>
                </a:lnTo>
                <a:close/>
                <a:moveTo>
                  <a:pt x="0" y="0"/>
                </a:moveTo>
                <a:lnTo>
                  <a:pt x="2203704" y="0"/>
                </a:lnTo>
                <a:lnTo>
                  <a:pt x="2203704" y="2893295"/>
                </a:lnTo>
                <a:lnTo>
                  <a:pt x="2084109" y="2803863"/>
                </a:lnTo>
                <a:cubicBezTo>
                  <a:pt x="1805242" y="2615464"/>
                  <a:pt x="1469064" y="2505456"/>
                  <a:pt x="1107192" y="2505456"/>
                </a:cubicBezTo>
                <a:cubicBezTo>
                  <a:pt x="745320" y="2505456"/>
                  <a:pt x="409142" y="2615464"/>
                  <a:pt x="130276" y="2803863"/>
                </a:cubicBezTo>
                <a:lnTo>
                  <a:pt x="0" y="2901281"/>
                </a:lnTo>
                <a:close/>
              </a:path>
            </a:pathLst>
          </a:custGeom>
        </p:spPr>
        <p:txBody>
          <a:bodyPr wrap="square" anchor="t">
            <a:noAutofit/>
          </a:bodyPr>
          <a:lstStyle>
            <a:lvl1pPr marL="0" indent="0" algn="ctr">
              <a:buNone/>
              <a:defRPr sz="1600"/>
            </a:lvl1pPr>
          </a:lstStyle>
          <a:p>
            <a:r>
              <a:rPr lang="en-US"/>
              <a:t>Click icon to add picture</a:t>
            </a:r>
            <a:endParaRPr lang="en-US" dirty="0"/>
          </a:p>
        </p:txBody>
      </p:sp>
      <p:sp>
        <p:nvSpPr>
          <p:cNvPr id="2" name="Title 1">
            <a:extLst>
              <a:ext uri="{FF2B5EF4-FFF2-40B4-BE49-F238E27FC236}">
                <a16:creationId xmlns:a16="http://schemas.microsoft.com/office/drawing/2014/main" id="{131D4E4F-FFC8-081B-876A-5F0DB01B24C7}"/>
              </a:ext>
            </a:extLst>
          </p:cNvPr>
          <p:cNvSpPr>
            <a:spLocks noGrp="1"/>
          </p:cNvSpPr>
          <p:nvPr>
            <p:ph type="title"/>
          </p:nvPr>
        </p:nvSpPr>
        <p:spPr>
          <a:xfrm>
            <a:off x="448056" y="438912"/>
            <a:ext cx="6208776" cy="932688"/>
          </a:xfrm>
        </p:spPr>
        <p:txBody>
          <a:bodyPr/>
          <a:lstStyle>
            <a:lvl1pPr algn="l">
              <a:defRPr/>
            </a:lvl1pPr>
          </a:lstStyle>
          <a:p>
            <a:r>
              <a:rPr lang="en-US"/>
              <a:t>Click to edit Master title style</a:t>
            </a:r>
            <a:endParaRPr lang="en-US" dirty="0"/>
          </a:p>
        </p:txBody>
      </p:sp>
      <p:sp>
        <p:nvSpPr>
          <p:cNvPr id="13" name="Content Placeholder 12">
            <a:extLst>
              <a:ext uri="{FF2B5EF4-FFF2-40B4-BE49-F238E27FC236}">
                <a16:creationId xmlns:a16="http://schemas.microsoft.com/office/drawing/2014/main" id="{FF746E9F-2474-0415-BFE5-17B651EBFFA4}"/>
              </a:ext>
            </a:extLst>
          </p:cNvPr>
          <p:cNvSpPr>
            <a:spLocks noGrp="1"/>
          </p:cNvSpPr>
          <p:nvPr>
            <p:ph sz="quarter" idx="10"/>
          </p:nvPr>
        </p:nvSpPr>
        <p:spPr>
          <a:xfrm>
            <a:off x="448056" y="1709928"/>
            <a:ext cx="4709160" cy="3008376"/>
          </a:xfrm>
        </p:spPr>
        <p:txBody>
          <a:bodyPr/>
          <a:lstStyle>
            <a:lvl1pPr marL="0" indent="0">
              <a:lnSpc>
                <a:spcPct val="150000"/>
              </a:lnSpc>
              <a:spcBef>
                <a:spcPts val="0"/>
              </a:spcBef>
              <a:buFont typeface="Courier New" panose="02070309020205020404" pitchFamily="49" charset="0"/>
              <a:buNone/>
              <a:defRPr sz="1600">
                <a:latin typeface="Georgia Pro" panose="02040502050405020303" pitchFamily="18" charset="0"/>
              </a:defRPr>
            </a:lvl1pPr>
            <a:lvl2pPr marL="685800" indent="-228600">
              <a:buFont typeface="Courier New" panose="02070309020205020404" pitchFamily="49" charset="0"/>
              <a:buChar char="o"/>
              <a:defRPr sz="1400"/>
            </a:lvl2pPr>
            <a:lvl3pPr marL="1143000" indent="-228600">
              <a:buFont typeface="Courier New" panose="02070309020205020404" pitchFamily="49" charset="0"/>
              <a:buChar char="o"/>
              <a:defRPr sz="1400"/>
            </a:lvl3pPr>
            <a:lvl4pPr marL="1600200" indent="-228600">
              <a:buFont typeface="Courier New" panose="02070309020205020404" pitchFamily="49" charset="0"/>
              <a:buChar char="o"/>
              <a:defRPr sz="1400"/>
            </a:lvl4pPr>
            <a:lvl5pPr marL="1885950" indent="-285750">
              <a:buFont typeface="Courier New" panose="02070309020205020404" pitchFamily="49" charset="0"/>
              <a:buChar char="o"/>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0" name="Picture Placeholder 19">
            <a:extLst>
              <a:ext uri="{FF2B5EF4-FFF2-40B4-BE49-F238E27FC236}">
                <a16:creationId xmlns:a16="http://schemas.microsoft.com/office/drawing/2014/main" id="{1B5DE1F7-9A8F-6381-6E57-67C4979D2978}"/>
              </a:ext>
            </a:extLst>
          </p:cNvPr>
          <p:cNvSpPr>
            <a:spLocks noGrp="1"/>
          </p:cNvSpPr>
          <p:nvPr>
            <p:ph type="pic" sz="quarter" idx="12"/>
          </p:nvPr>
        </p:nvSpPr>
        <p:spPr>
          <a:xfrm>
            <a:off x="7809744" y="2707392"/>
            <a:ext cx="3090672" cy="3090672"/>
          </a:xfrm>
          <a:custGeom>
            <a:avLst/>
            <a:gdLst>
              <a:gd name="connsiteX0" fmla="*/ 1545336 w 3090672"/>
              <a:gd name="connsiteY0" fmla="*/ 0 h 3090672"/>
              <a:gd name="connsiteX1" fmla="*/ 3090672 w 3090672"/>
              <a:gd name="connsiteY1" fmla="*/ 1545336 h 3090672"/>
              <a:gd name="connsiteX2" fmla="*/ 1545336 w 3090672"/>
              <a:gd name="connsiteY2" fmla="*/ 3090672 h 3090672"/>
              <a:gd name="connsiteX3" fmla="*/ 0 w 3090672"/>
              <a:gd name="connsiteY3" fmla="*/ 1545336 h 3090672"/>
              <a:gd name="connsiteX4" fmla="*/ 1545336 w 3090672"/>
              <a:gd name="connsiteY4" fmla="*/ 0 h 309067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090672" h="3090672">
                <a:moveTo>
                  <a:pt x="1545336" y="0"/>
                </a:moveTo>
                <a:cubicBezTo>
                  <a:pt x="2398802" y="0"/>
                  <a:pt x="3090672" y="691870"/>
                  <a:pt x="3090672" y="1545336"/>
                </a:cubicBezTo>
                <a:cubicBezTo>
                  <a:pt x="3090672" y="2398802"/>
                  <a:pt x="2398802" y="3090672"/>
                  <a:pt x="1545336" y="3090672"/>
                </a:cubicBezTo>
                <a:cubicBezTo>
                  <a:pt x="691870" y="3090672"/>
                  <a:pt x="0" y="2398802"/>
                  <a:pt x="0" y="1545336"/>
                </a:cubicBezTo>
                <a:cubicBezTo>
                  <a:pt x="0" y="691870"/>
                  <a:pt x="691870" y="0"/>
                  <a:pt x="1545336" y="0"/>
                </a:cubicBezTo>
                <a:close/>
              </a:path>
            </a:pathLst>
          </a:custGeom>
          <a:ln>
            <a:solidFill>
              <a:schemeClr val="tx1"/>
            </a:solidFill>
          </a:ln>
        </p:spPr>
        <p:txBody>
          <a:bodyPr wrap="square" anchor="ctr">
            <a:noAutofit/>
          </a:bodyPr>
          <a:lstStyle>
            <a:lvl1pPr marL="0" indent="0" algn="ctr">
              <a:buNone/>
              <a:defRPr sz="1600"/>
            </a:lvl1pPr>
          </a:lstStyle>
          <a:p>
            <a:r>
              <a:rPr lang="en-US"/>
              <a:t>Click icon to add picture</a:t>
            </a:r>
            <a:endParaRPr lang="en-US" dirty="0"/>
          </a:p>
        </p:txBody>
      </p:sp>
      <p:sp>
        <p:nvSpPr>
          <p:cNvPr id="5" name="Date Placeholder 4">
            <a:extLst>
              <a:ext uri="{FF2B5EF4-FFF2-40B4-BE49-F238E27FC236}">
                <a16:creationId xmlns:a16="http://schemas.microsoft.com/office/drawing/2014/main" id="{2552F918-8726-F0C7-3DD5-8FC63F1C2A8F}"/>
              </a:ext>
            </a:extLst>
          </p:cNvPr>
          <p:cNvSpPr>
            <a:spLocks noGrp="1"/>
          </p:cNvSpPr>
          <p:nvPr>
            <p:ph type="dt" sz="half" idx="13"/>
          </p:nvPr>
        </p:nvSpPr>
        <p:spPr/>
        <p:txBody>
          <a:bodyPr/>
          <a:lstStyle/>
          <a:p>
            <a:r>
              <a:rPr lang="en-US" dirty="0"/>
              <a:t>20XX</a:t>
            </a:r>
          </a:p>
        </p:txBody>
      </p:sp>
      <p:sp>
        <p:nvSpPr>
          <p:cNvPr id="6" name="Footer Placeholder 5">
            <a:extLst>
              <a:ext uri="{FF2B5EF4-FFF2-40B4-BE49-F238E27FC236}">
                <a16:creationId xmlns:a16="http://schemas.microsoft.com/office/drawing/2014/main" id="{EC8E2775-2A6A-4308-A03B-DE565C253C33}"/>
              </a:ext>
            </a:extLst>
          </p:cNvPr>
          <p:cNvSpPr>
            <a:spLocks noGrp="1"/>
          </p:cNvSpPr>
          <p:nvPr>
            <p:ph type="ftr" sz="quarter" idx="14"/>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770CDCBE-5B6E-9248-8031-5FEF6459FE2D}"/>
              </a:ext>
            </a:extLst>
          </p:cNvPr>
          <p:cNvSpPr>
            <a:spLocks noGrp="1"/>
          </p:cNvSpPr>
          <p:nvPr>
            <p:ph type="sldNum" sz="quarter" idx="15"/>
          </p:nvPr>
        </p:nvSpPr>
        <p:spPr/>
        <p:txBody>
          <a:bodyPr/>
          <a:lstStyle/>
          <a:p>
            <a:fld id="{B776CE9F-4BD8-A748-847B-B97BB3C5BACA}" type="slidenum">
              <a:rPr lang="en-US" smtClean="0"/>
              <a:pPr/>
              <a:t>‹#›</a:t>
            </a:fld>
            <a:endParaRPr lang="en-US" dirty="0"/>
          </a:p>
        </p:txBody>
      </p:sp>
    </p:spTree>
    <p:extLst>
      <p:ext uri="{BB962C8B-B14F-4D97-AF65-F5344CB8AC3E}">
        <p14:creationId xmlns:p14="http://schemas.microsoft.com/office/powerpoint/2010/main" val="299068121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Closin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54FE8F1C-630A-10D8-9945-20F2BFD69584}"/>
              </a:ext>
            </a:extLst>
          </p:cNvPr>
          <p:cNvSpPr/>
          <p:nvPr userDrawn="1"/>
        </p:nvSpPr>
        <p:spPr>
          <a:xfrm>
            <a:off x="571500" y="4789316"/>
            <a:ext cx="11048999" cy="934828"/>
          </a:xfrm>
          <a:prstGeom prst="rect">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a:extLst>
              <a:ext uri="{FF2B5EF4-FFF2-40B4-BE49-F238E27FC236}">
                <a16:creationId xmlns:a16="http://schemas.microsoft.com/office/drawing/2014/main" id="{9B2B26C0-A3BE-7202-44B2-9E5D9C9000BF}"/>
              </a:ext>
            </a:extLst>
          </p:cNvPr>
          <p:cNvSpPr/>
          <p:nvPr userDrawn="1"/>
        </p:nvSpPr>
        <p:spPr>
          <a:xfrm>
            <a:off x="3843315" y="1856545"/>
            <a:ext cx="4467272" cy="4467272"/>
          </a:xfrm>
          <a:prstGeom prst="ellipse">
            <a:avLst/>
          </a:prstGeom>
          <a:solidFill>
            <a:schemeClr val="accent4"/>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Picture Placeholder 12">
            <a:extLst>
              <a:ext uri="{FF2B5EF4-FFF2-40B4-BE49-F238E27FC236}">
                <a16:creationId xmlns:a16="http://schemas.microsoft.com/office/drawing/2014/main" id="{7252A8E6-299E-7E66-3182-88FB338786A4}"/>
              </a:ext>
            </a:extLst>
          </p:cNvPr>
          <p:cNvSpPr>
            <a:spLocks noGrp="1"/>
          </p:cNvSpPr>
          <p:nvPr>
            <p:ph type="pic" sz="quarter" idx="10"/>
          </p:nvPr>
        </p:nvSpPr>
        <p:spPr>
          <a:xfrm>
            <a:off x="0" y="0"/>
            <a:ext cx="12191999" cy="6857999"/>
          </a:xfrm>
          <a:custGeom>
            <a:avLst/>
            <a:gdLst>
              <a:gd name="connsiteX0" fmla="*/ 6076951 w 12191999"/>
              <a:gd name="connsiteY0" fmla="*/ 1856545 h 6857999"/>
              <a:gd name="connsiteX1" fmla="*/ 3843315 w 12191999"/>
              <a:gd name="connsiteY1" fmla="*/ 4090181 h 6857999"/>
              <a:gd name="connsiteX2" fmla="*/ 3943735 w 12191999"/>
              <a:gd name="connsiteY2" fmla="*/ 4754396 h 6857999"/>
              <a:gd name="connsiteX3" fmla="*/ 3956516 w 12191999"/>
              <a:gd name="connsiteY3" fmla="*/ 4789316 h 6857999"/>
              <a:gd name="connsiteX4" fmla="*/ 571500 w 12191999"/>
              <a:gd name="connsiteY4" fmla="*/ 4789316 h 6857999"/>
              <a:gd name="connsiteX5" fmla="*/ 571500 w 12191999"/>
              <a:gd name="connsiteY5" fmla="*/ 5724144 h 6857999"/>
              <a:gd name="connsiteX6" fmla="*/ 4557546 w 12191999"/>
              <a:gd name="connsiteY6" fmla="*/ 5724144 h 6857999"/>
              <a:gd name="connsiteX7" fmla="*/ 4656152 w 12191999"/>
              <a:gd name="connsiteY7" fmla="*/ 5813763 h 6857999"/>
              <a:gd name="connsiteX8" fmla="*/ 6076951 w 12191999"/>
              <a:gd name="connsiteY8" fmla="*/ 6323817 h 6857999"/>
              <a:gd name="connsiteX9" fmla="*/ 7497751 w 12191999"/>
              <a:gd name="connsiteY9" fmla="*/ 5813763 h 6857999"/>
              <a:gd name="connsiteX10" fmla="*/ 7596357 w 12191999"/>
              <a:gd name="connsiteY10" fmla="*/ 5724144 h 6857999"/>
              <a:gd name="connsiteX11" fmla="*/ 11620499 w 12191999"/>
              <a:gd name="connsiteY11" fmla="*/ 5724144 h 6857999"/>
              <a:gd name="connsiteX12" fmla="*/ 11620499 w 12191999"/>
              <a:gd name="connsiteY12" fmla="*/ 4789316 h 6857999"/>
              <a:gd name="connsiteX13" fmla="*/ 8197387 w 12191999"/>
              <a:gd name="connsiteY13" fmla="*/ 4789316 h 6857999"/>
              <a:gd name="connsiteX14" fmla="*/ 8210167 w 12191999"/>
              <a:gd name="connsiteY14" fmla="*/ 4754396 h 6857999"/>
              <a:gd name="connsiteX15" fmla="*/ 8310587 w 12191999"/>
              <a:gd name="connsiteY15" fmla="*/ 4090181 h 6857999"/>
              <a:gd name="connsiteX16" fmla="*/ 6076951 w 12191999"/>
              <a:gd name="connsiteY16" fmla="*/ 1856545 h 6857999"/>
              <a:gd name="connsiteX17" fmla="*/ 0 w 12191999"/>
              <a:gd name="connsiteY17" fmla="*/ 0 h 6857999"/>
              <a:gd name="connsiteX18" fmla="*/ 12191999 w 12191999"/>
              <a:gd name="connsiteY18" fmla="*/ 0 h 6857999"/>
              <a:gd name="connsiteX19" fmla="*/ 12191999 w 12191999"/>
              <a:gd name="connsiteY19" fmla="*/ 6857999 h 6857999"/>
              <a:gd name="connsiteX20" fmla="*/ 0 w 12191999"/>
              <a:gd name="connsiteY20" fmla="*/ 6857999 h 685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2191999" h="6857999">
                <a:moveTo>
                  <a:pt x="6076951" y="1856545"/>
                </a:moveTo>
                <a:cubicBezTo>
                  <a:pt x="4843348" y="1856545"/>
                  <a:pt x="3843315" y="2856578"/>
                  <a:pt x="3843315" y="4090181"/>
                </a:cubicBezTo>
                <a:cubicBezTo>
                  <a:pt x="3843315" y="4321482"/>
                  <a:pt x="3878473" y="4544571"/>
                  <a:pt x="3943735" y="4754396"/>
                </a:cubicBezTo>
                <a:lnTo>
                  <a:pt x="3956516" y="4789316"/>
                </a:lnTo>
                <a:lnTo>
                  <a:pt x="571500" y="4789316"/>
                </a:lnTo>
                <a:lnTo>
                  <a:pt x="571500" y="5724144"/>
                </a:lnTo>
                <a:lnTo>
                  <a:pt x="4557546" y="5724144"/>
                </a:lnTo>
                <a:lnTo>
                  <a:pt x="4656152" y="5813763"/>
                </a:lnTo>
                <a:cubicBezTo>
                  <a:pt x="5042256" y="6132405"/>
                  <a:pt x="5537250" y="6323817"/>
                  <a:pt x="6076951" y="6323817"/>
                </a:cubicBezTo>
                <a:cubicBezTo>
                  <a:pt x="6616653" y="6323817"/>
                  <a:pt x="7111647" y="6132405"/>
                  <a:pt x="7497751" y="5813763"/>
                </a:cubicBezTo>
                <a:lnTo>
                  <a:pt x="7596357" y="5724144"/>
                </a:lnTo>
                <a:lnTo>
                  <a:pt x="11620499" y="5724144"/>
                </a:lnTo>
                <a:lnTo>
                  <a:pt x="11620499" y="4789316"/>
                </a:lnTo>
                <a:lnTo>
                  <a:pt x="8197387" y="4789316"/>
                </a:lnTo>
                <a:lnTo>
                  <a:pt x="8210167" y="4754396"/>
                </a:lnTo>
                <a:cubicBezTo>
                  <a:pt x="8275430" y="4544571"/>
                  <a:pt x="8310587" y="4321482"/>
                  <a:pt x="8310587" y="4090181"/>
                </a:cubicBezTo>
                <a:cubicBezTo>
                  <a:pt x="8310587" y="2856578"/>
                  <a:pt x="7310554" y="1856545"/>
                  <a:pt x="6076951" y="1856545"/>
                </a:cubicBezTo>
                <a:close/>
                <a:moveTo>
                  <a:pt x="0" y="0"/>
                </a:moveTo>
                <a:lnTo>
                  <a:pt x="12191999" y="0"/>
                </a:lnTo>
                <a:lnTo>
                  <a:pt x="12191999" y="6857999"/>
                </a:lnTo>
                <a:lnTo>
                  <a:pt x="0" y="6857999"/>
                </a:lnTo>
                <a:close/>
              </a:path>
            </a:pathLst>
          </a:custGeom>
        </p:spPr>
        <p:txBody>
          <a:bodyPr wrap="square">
            <a:noAutofit/>
          </a:bodyPr>
          <a:lstStyle>
            <a:lvl1pPr marL="0" indent="0" algn="ctr">
              <a:buNone/>
              <a:defRPr sz="1800"/>
            </a:lvl1pPr>
          </a:lstStyle>
          <a:p>
            <a:r>
              <a:rPr lang="en-US"/>
              <a:t>Click icon to add picture</a:t>
            </a:r>
            <a:endParaRPr lang="en-US" dirty="0"/>
          </a:p>
        </p:txBody>
      </p:sp>
      <p:sp>
        <p:nvSpPr>
          <p:cNvPr id="2" name="Title 1">
            <a:extLst>
              <a:ext uri="{FF2B5EF4-FFF2-40B4-BE49-F238E27FC236}">
                <a16:creationId xmlns:a16="http://schemas.microsoft.com/office/drawing/2014/main" id="{98D42636-F625-5B2A-E7CC-9D70418A2BFC}"/>
              </a:ext>
            </a:extLst>
          </p:cNvPr>
          <p:cNvSpPr>
            <a:spLocks noGrp="1"/>
          </p:cNvSpPr>
          <p:nvPr>
            <p:ph type="ctrTitle"/>
          </p:nvPr>
        </p:nvSpPr>
        <p:spPr>
          <a:xfrm>
            <a:off x="651642" y="4858966"/>
            <a:ext cx="3133856" cy="795528"/>
          </a:xfrm>
        </p:spPr>
        <p:txBody>
          <a:bodyPr anchor="ctr">
            <a:noAutofit/>
          </a:bodyPr>
          <a:lstStyle>
            <a:lvl1pPr algn="ctr">
              <a:lnSpc>
                <a:spcPct val="100000"/>
              </a:lnSpc>
              <a:tabLst/>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7F2BA890-FB69-E772-1383-035C2A82316A}"/>
              </a:ext>
            </a:extLst>
          </p:cNvPr>
          <p:cNvSpPr>
            <a:spLocks noGrp="1"/>
          </p:cNvSpPr>
          <p:nvPr>
            <p:ph type="subTitle" idx="1"/>
          </p:nvPr>
        </p:nvSpPr>
        <p:spPr>
          <a:xfrm>
            <a:off x="4187952" y="3136392"/>
            <a:ext cx="3822192" cy="1901952"/>
          </a:xfrm>
          <a:noFill/>
        </p:spPr>
        <p:txBody>
          <a:bodyPr anchor="ctr">
            <a:noAutofit/>
          </a:bodyPr>
          <a:lstStyle>
            <a:lvl1pPr marL="0" indent="0" algn="ctr">
              <a:lnSpc>
                <a:spcPct val="150000"/>
              </a:lnSpc>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9" name="Oval 8">
            <a:extLst>
              <a:ext uri="{FF2B5EF4-FFF2-40B4-BE49-F238E27FC236}">
                <a16:creationId xmlns:a16="http://schemas.microsoft.com/office/drawing/2014/main" id="{8BE28B69-946C-B24F-CCEF-87E3AED87126}"/>
              </a:ext>
            </a:extLst>
          </p:cNvPr>
          <p:cNvSpPr/>
          <p:nvPr userDrawn="1"/>
        </p:nvSpPr>
        <p:spPr>
          <a:xfrm>
            <a:off x="4085940" y="2099170"/>
            <a:ext cx="3982022" cy="3982022"/>
          </a:xfrm>
          <a:prstGeom prst="ellipse">
            <a:avLst/>
          </a:prstGeom>
          <a:no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8" name="Text Placeholder 17">
            <a:extLst>
              <a:ext uri="{FF2B5EF4-FFF2-40B4-BE49-F238E27FC236}">
                <a16:creationId xmlns:a16="http://schemas.microsoft.com/office/drawing/2014/main" id="{5D7D49B4-7A74-A1C0-829E-B197F836F91B}"/>
              </a:ext>
            </a:extLst>
          </p:cNvPr>
          <p:cNvSpPr>
            <a:spLocks noGrp="1"/>
          </p:cNvSpPr>
          <p:nvPr>
            <p:ph type="body" sz="quarter" idx="11"/>
          </p:nvPr>
        </p:nvSpPr>
        <p:spPr>
          <a:xfrm>
            <a:off x="8310588" y="4858966"/>
            <a:ext cx="3230538" cy="795709"/>
          </a:xfrm>
        </p:spPr>
        <p:txBody>
          <a:bodyPr vert="horz" lIns="91440" tIns="45720" rIns="91440" bIns="45720" rtlCol="0" anchor="ctr">
            <a:noAutofit/>
          </a:bodyPr>
          <a:lstStyle>
            <a:lvl1pPr marL="0" indent="0" algn="ctr">
              <a:lnSpc>
                <a:spcPct val="100000"/>
              </a:lnSpc>
              <a:buNone/>
              <a:defRPr lang="en-US" sz="5400" cap="all" baseline="0" dirty="0">
                <a:latin typeface="+mj-lt"/>
                <a:ea typeface="+mj-ea"/>
                <a:cs typeface="Posterama" panose="020B0504020200020000" pitchFamily="34" charset="0"/>
              </a:defRPr>
            </a:lvl1pPr>
          </a:lstStyle>
          <a:p>
            <a:pPr marL="228600" lvl="0" indent="-228600" algn="ctr">
              <a:spcBef>
                <a:spcPct val="0"/>
              </a:spcBef>
              <a:tabLst/>
            </a:pPr>
            <a:r>
              <a:rPr lang="en-US"/>
              <a:t>Click to edit Master text styles</a:t>
            </a:r>
          </a:p>
        </p:txBody>
      </p:sp>
    </p:spTree>
    <p:extLst>
      <p:ext uri="{BB962C8B-B14F-4D97-AF65-F5344CB8AC3E}">
        <p14:creationId xmlns:p14="http://schemas.microsoft.com/office/powerpoint/2010/main" val="2538290873"/>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030666-AF8F-3711-6288-350B4ABBF27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980E1AAC-83D5-49DF-1D19-3AF780429F8D}"/>
              </a:ext>
            </a:extLst>
          </p:cNvPr>
          <p:cNvSpPr>
            <a:spLocks noGrp="1"/>
          </p:cNvSpPr>
          <p:nvPr>
            <p:ph sz="half" idx="1"/>
          </p:nvPr>
        </p:nvSpPr>
        <p:spPr>
          <a:xfrm>
            <a:off x="838200" y="1825625"/>
            <a:ext cx="5181600" cy="4351338"/>
          </a:xfrm>
        </p:spPr>
        <p:txBody>
          <a:bodyPr/>
          <a:lstStyle>
            <a:lvl1pPr marL="228600" indent="-228600">
              <a:lnSpc>
                <a:spcPct val="100000"/>
              </a:lnSpc>
              <a:buFont typeface="Courier New" panose="02070309020205020404" pitchFamily="49" charset="0"/>
              <a:buChar char="o"/>
              <a:defRPr sz="1400"/>
            </a:lvl1pPr>
            <a:lvl2pPr marL="685800" indent="-228600">
              <a:lnSpc>
                <a:spcPct val="100000"/>
              </a:lnSpc>
              <a:buFont typeface="Courier New" panose="02070309020205020404" pitchFamily="49" charset="0"/>
              <a:buChar char="o"/>
              <a:defRPr sz="1400"/>
            </a:lvl2pPr>
            <a:lvl3pPr marL="1143000" indent="-228600">
              <a:lnSpc>
                <a:spcPct val="100000"/>
              </a:lnSpc>
              <a:buFont typeface="Courier New" panose="02070309020205020404" pitchFamily="49" charset="0"/>
              <a:buChar char="o"/>
              <a:defRPr sz="1400"/>
            </a:lvl3pPr>
            <a:lvl4pPr marL="1600200" indent="-228600">
              <a:lnSpc>
                <a:spcPct val="100000"/>
              </a:lnSpc>
              <a:buFont typeface="Courier New" panose="02070309020205020404" pitchFamily="49" charset="0"/>
              <a:buChar char="o"/>
              <a:defRPr sz="1400"/>
            </a:lvl4pPr>
            <a:lvl5pPr marL="2114550" indent="-228600">
              <a:lnSpc>
                <a:spcPct val="100000"/>
              </a:lnSpc>
              <a:buFont typeface="Courier New" panose="02070309020205020404" pitchFamily="49" charset="0"/>
              <a:buChar char="o"/>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FB5383E6-EAF2-263B-77AD-5CFFF848DA52}"/>
              </a:ext>
            </a:extLst>
          </p:cNvPr>
          <p:cNvSpPr>
            <a:spLocks noGrp="1"/>
          </p:cNvSpPr>
          <p:nvPr>
            <p:ph sz="half" idx="2"/>
          </p:nvPr>
        </p:nvSpPr>
        <p:spPr>
          <a:xfrm>
            <a:off x="6172200" y="1825625"/>
            <a:ext cx="5181600" cy="4351338"/>
          </a:xfrm>
        </p:spPr>
        <p:txBody>
          <a:bodyPr/>
          <a:lstStyle>
            <a:lvl1pPr marL="228600" indent="-228600">
              <a:lnSpc>
                <a:spcPct val="100000"/>
              </a:lnSpc>
              <a:buFont typeface="Courier New" panose="02070309020205020404" pitchFamily="49" charset="0"/>
              <a:buChar char="o"/>
              <a:defRPr sz="1400"/>
            </a:lvl1pPr>
            <a:lvl2pPr marL="685800" indent="-228600">
              <a:lnSpc>
                <a:spcPct val="100000"/>
              </a:lnSpc>
              <a:buFont typeface="Courier New" panose="02070309020205020404" pitchFamily="49" charset="0"/>
              <a:buChar char="o"/>
              <a:defRPr sz="1400"/>
            </a:lvl2pPr>
            <a:lvl3pPr marL="1143000" indent="-228600">
              <a:lnSpc>
                <a:spcPct val="100000"/>
              </a:lnSpc>
              <a:buFont typeface="Courier New" panose="02070309020205020404" pitchFamily="49" charset="0"/>
              <a:buChar char="o"/>
              <a:defRPr sz="1400"/>
            </a:lvl3pPr>
            <a:lvl4pPr marL="1600200" indent="-228600">
              <a:lnSpc>
                <a:spcPct val="100000"/>
              </a:lnSpc>
              <a:buFont typeface="Courier New" panose="02070309020205020404" pitchFamily="49" charset="0"/>
              <a:buChar char="o"/>
              <a:defRPr sz="1400"/>
            </a:lvl4pPr>
            <a:lvl5pPr marL="2114550" indent="-228600">
              <a:lnSpc>
                <a:spcPct val="100000"/>
              </a:lnSpc>
              <a:buFont typeface="Courier New" panose="02070309020205020404" pitchFamily="49" charset="0"/>
              <a:buChar char="o"/>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7A60127D-1BCE-E672-2788-317A5227D09A}"/>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EEE93065-CC1D-AA49-7BEE-BBE02A44BFA0}"/>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08AEFD21-CC6E-2FB4-946F-5E8DE12CA6EE}"/>
              </a:ext>
            </a:extLst>
          </p:cNvPr>
          <p:cNvSpPr>
            <a:spLocks noGrp="1"/>
          </p:cNvSpPr>
          <p:nvPr>
            <p:ph type="sldNum" sz="quarter" idx="12"/>
          </p:nvPr>
        </p:nvSpPr>
        <p:spPr/>
        <p:txBody>
          <a:bodyPr/>
          <a:lstStyle/>
          <a:p>
            <a:fld id="{B776CE9F-4BD8-A748-847B-B97BB3C5BACA}" type="slidenum">
              <a:rPr lang="en-US" smtClean="0"/>
              <a:t>‹#›</a:t>
            </a:fld>
            <a:endParaRPr lang="en-US" dirty="0"/>
          </a:p>
        </p:txBody>
      </p:sp>
    </p:spTree>
    <p:extLst>
      <p:ext uri="{BB962C8B-B14F-4D97-AF65-F5344CB8AC3E}">
        <p14:creationId xmlns:p14="http://schemas.microsoft.com/office/powerpoint/2010/main" val="21687848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B5ADAE-1838-B684-9D0D-5FEC76A54B7D}"/>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400C591B-95F0-423B-44C1-674C55EFE7E0}"/>
              </a:ext>
            </a:extLst>
          </p:cNvPr>
          <p:cNvSpPr>
            <a:spLocks noGrp="1"/>
          </p:cNvSpPr>
          <p:nvPr>
            <p:ph type="dt" sz="half" idx="10"/>
          </p:nvPr>
        </p:nvSpPr>
        <p:spPr/>
        <p:txBody>
          <a:bodyPr/>
          <a:lstStyle/>
          <a:p>
            <a:r>
              <a:rPr lang="en-US" dirty="0"/>
              <a:t>20XX</a:t>
            </a:r>
          </a:p>
        </p:txBody>
      </p:sp>
      <p:sp>
        <p:nvSpPr>
          <p:cNvPr id="4" name="Footer Placeholder 3">
            <a:extLst>
              <a:ext uri="{FF2B5EF4-FFF2-40B4-BE49-F238E27FC236}">
                <a16:creationId xmlns:a16="http://schemas.microsoft.com/office/drawing/2014/main" id="{6118D088-2AD3-8F19-B70E-2305FE29778B}"/>
              </a:ext>
            </a:extLst>
          </p:cNvPr>
          <p:cNvSpPr>
            <a:spLocks noGrp="1"/>
          </p:cNvSpPr>
          <p:nvPr>
            <p:ph type="ftr" sz="quarter" idx="11"/>
          </p:nvPr>
        </p:nvSpPr>
        <p:spPr/>
        <p:txBody>
          <a:bodyPr/>
          <a:lstStyle/>
          <a:p>
            <a:r>
              <a:rPr lang="en-US" dirty="0"/>
              <a:t>Presentation title</a:t>
            </a:r>
          </a:p>
        </p:txBody>
      </p:sp>
      <p:sp>
        <p:nvSpPr>
          <p:cNvPr id="5" name="Slide Number Placeholder 4">
            <a:extLst>
              <a:ext uri="{FF2B5EF4-FFF2-40B4-BE49-F238E27FC236}">
                <a16:creationId xmlns:a16="http://schemas.microsoft.com/office/drawing/2014/main" id="{44042C15-0A2B-27B0-65D6-729E2E1646F6}"/>
              </a:ext>
            </a:extLst>
          </p:cNvPr>
          <p:cNvSpPr>
            <a:spLocks noGrp="1"/>
          </p:cNvSpPr>
          <p:nvPr>
            <p:ph type="sldNum" sz="quarter" idx="12"/>
          </p:nvPr>
        </p:nvSpPr>
        <p:spPr/>
        <p:txBody>
          <a:bodyPr/>
          <a:lstStyle/>
          <a:p>
            <a:fld id="{B776CE9F-4BD8-A748-847B-B97BB3C5BACA}" type="slidenum">
              <a:rPr lang="en-US" smtClean="0"/>
              <a:t>‹#›</a:t>
            </a:fld>
            <a:endParaRPr lang="en-US" dirty="0"/>
          </a:p>
        </p:txBody>
      </p:sp>
    </p:spTree>
    <p:extLst>
      <p:ext uri="{BB962C8B-B14F-4D97-AF65-F5344CB8AC3E}">
        <p14:creationId xmlns:p14="http://schemas.microsoft.com/office/powerpoint/2010/main" val="296420230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A1A46EC-6858-3F2C-4D2E-8782477267A9}"/>
              </a:ext>
            </a:extLst>
          </p:cNvPr>
          <p:cNvSpPr>
            <a:spLocks noGrp="1"/>
          </p:cNvSpPr>
          <p:nvPr>
            <p:ph type="dt" sz="half" idx="10"/>
          </p:nvPr>
        </p:nvSpPr>
        <p:spPr/>
        <p:txBody>
          <a:bodyPr/>
          <a:lstStyle/>
          <a:p>
            <a:r>
              <a:rPr lang="en-US" dirty="0"/>
              <a:t>20XX</a:t>
            </a:r>
          </a:p>
        </p:txBody>
      </p:sp>
      <p:sp>
        <p:nvSpPr>
          <p:cNvPr id="3" name="Footer Placeholder 2">
            <a:extLst>
              <a:ext uri="{FF2B5EF4-FFF2-40B4-BE49-F238E27FC236}">
                <a16:creationId xmlns:a16="http://schemas.microsoft.com/office/drawing/2014/main" id="{805D80F5-D887-2BE7-D117-62969D67A1E4}"/>
              </a:ext>
            </a:extLst>
          </p:cNvPr>
          <p:cNvSpPr>
            <a:spLocks noGrp="1"/>
          </p:cNvSpPr>
          <p:nvPr>
            <p:ph type="ftr" sz="quarter" idx="11"/>
          </p:nvPr>
        </p:nvSpPr>
        <p:spPr/>
        <p:txBody>
          <a:bodyPr/>
          <a:lstStyle/>
          <a:p>
            <a:r>
              <a:rPr lang="en-US" dirty="0"/>
              <a:t>Presentation title</a:t>
            </a:r>
          </a:p>
        </p:txBody>
      </p:sp>
      <p:sp>
        <p:nvSpPr>
          <p:cNvPr id="4" name="Slide Number Placeholder 3">
            <a:extLst>
              <a:ext uri="{FF2B5EF4-FFF2-40B4-BE49-F238E27FC236}">
                <a16:creationId xmlns:a16="http://schemas.microsoft.com/office/drawing/2014/main" id="{90A4DEF4-A3E8-469F-B338-DABC3FBBECA7}"/>
              </a:ext>
            </a:extLst>
          </p:cNvPr>
          <p:cNvSpPr>
            <a:spLocks noGrp="1"/>
          </p:cNvSpPr>
          <p:nvPr>
            <p:ph type="sldNum" sz="quarter" idx="12"/>
          </p:nvPr>
        </p:nvSpPr>
        <p:spPr/>
        <p:txBody>
          <a:bodyPr/>
          <a:lstStyle/>
          <a:p>
            <a:fld id="{B776CE9F-4BD8-A748-847B-B97BB3C5BACA}" type="slidenum">
              <a:rPr lang="en-US" smtClean="0"/>
              <a:t>‹#›</a:t>
            </a:fld>
            <a:endParaRPr lang="en-US" dirty="0"/>
          </a:p>
        </p:txBody>
      </p:sp>
    </p:spTree>
    <p:extLst>
      <p:ext uri="{BB962C8B-B14F-4D97-AF65-F5344CB8AC3E}">
        <p14:creationId xmlns:p14="http://schemas.microsoft.com/office/powerpoint/2010/main" val="278608400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AD6F5C-E297-38FD-EDB1-78C14E935B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5E393700-F2E1-EF5E-86AF-EEBF08F2F9E7}"/>
              </a:ext>
            </a:extLst>
          </p:cNvPr>
          <p:cNvSpPr>
            <a:spLocks noGrp="1"/>
          </p:cNvSpPr>
          <p:nvPr>
            <p:ph idx="1"/>
          </p:nvPr>
        </p:nvSpPr>
        <p:spPr>
          <a:xfrm>
            <a:off x="5183188" y="987425"/>
            <a:ext cx="6172200" cy="4873625"/>
          </a:xfrm>
        </p:spPr>
        <p:txBody>
          <a:bodyPr/>
          <a:lstStyle>
            <a:lvl1pPr marL="228600" indent="-228600">
              <a:lnSpc>
                <a:spcPct val="100000"/>
              </a:lnSpc>
              <a:buFont typeface="Courier New" panose="02070309020205020404" pitchFamily="49" charset="0"/>
              <a:buChar char="o"/>
              <a:defRPr sz="1400"/>
            </a:lvl1pPr>
            <a:lvl2pPr marL="685800" indent="-228600">
              <a:lnSpc>
                <a:spcPct val="100000"/>
              </a:lnSpc>
              <a:buFont typeface="Courier New" panose="02070309020205020404" pitchFamily="49" charset="0"/>
              <a:buChar char="o"/>
              <a:defRPr sz="1400"/>
            </a:lvl2pPr>
            <a:lvl3pPr marL="1143000" indent="-228600">
              <a:lnSpc>
                <a:spcPct val="100000"/>
              </a:lnSpc>
              <a:buFont typeface="Courier New" panose="02070309020205020404" pitchFamily="49" charset="0"/>
              <a:buChar char="o"/>
              <a:defRPr sz="1400"/>
            </a:lvl3pPr>
            <a:lvl4pPr marL="1600200" indent="-228600">
              <a:lnSpc>
                <a:spcPct val="100000"/>
              </a:lnSpc>
              <a:buFont typeface="Courier New" panose="02070309020205020404" pitchFamily="49" charset="0"/>
              <a:buChar char="o"/>
              <a:defRPr sz="1400"/>
            </a:lvl4pPr>
            <a:lvl5pPr marL="2114550" indent="-228600">
              <a:lnSpc>
                <a:spcPct val="100000"/>
              </a:lnSpc>
              <a:buFont typeface="Courier New" panose="02070309020205020404" pitchFamily="49" charset="0"/>
              <a:buChar char="o"/>
              <a:defRPr sz="14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90C051A-0AF0-386F-0C33-36164954D91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B945A93-71B2-9D1A-39DF-0C35DC53BE99}"/>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DE9AB610-D69A-3634-14D9-AFCFB347D016}"/>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775A0C97-CF81-7BB7-1FCB-19B88DE3A647}"/>
              </a:ext>
            </a:extLst>
          </p:cNvPr>
          <p:cNvSpPr>
            <a:spLocks noGrp="1"/>
          </p:cNvSpPr>
          <p:nvPr>
            <p:ph type="sldNum" sz="quarter" idx="12"/>
          </p:nvPr>
        </p:nvSpPr>
        <p:spPr/>
        <p:txBody>
          <a:bodyPr/>
          <a:lstStyle/>
          <a:p>
            <a:fld id="{B776CE9F-4BD8-A748-847B-B97BB3C5BACA}" type="slidenum">
              <a:rPr lang="en-US" smtClean="0"/>
              <a:t>‹#›</a:t>
            </a:fld>
            <a:endParaRPr lang="en-US" dirty="0"/>
          </a:p>
        </p:txBody>
      </p:sp>
    </p:spTree>
    <p:extLst>
      <p:ext uri="{BB962C8B-B14F-4D97-AF65-F5344CB8AC3E}">
        <p14:creationId xmlns:p14="http://schemas.microsoft.com/office/powerpoint/2010/main" val="253761091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5C73F9-9EC6-ECF6-A038-7714A086361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73C0B94D-581C-2941-611D-66EC048FEF1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a:extLst>
              <a:ext uri="{FF2B5EF4-FFF2-40B4-BE49-F238E27FC236}">
                <a16:creationId xmlns:a16="http://schemas.microsoft.com/office/drawing/2014/main" id="{B1B49119-34F5-BF97-7C37-6484487DD82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451F218-F3E8-6A92-ECD4-8CD2852E6CD5}"/>
              </a:ext>
            </a:extLst>
          </p:cNvPr>
          <p:cNvSpPr>
            <a:spLocks noGrp="1"/>
          </p:cNvSpPr>
          <p:nvPr>
            <p:ph type="dt" sz="half" idx="10"/>
          </p:nvPr>
        </p:nvSpPr>
        <p:spPr/>
        <p:txBody>
          <a:bodyPr/>
          <a:lstStyle/>
          <a:p>
            <a:r>
              <a:rPr lang="en-US" dirty="0"/>
              <a:t>20XX</a:t>
            </a:r>
          </a:p>
        </p:txBody>
      </p:sp>
      <p:sp>
        <p:nvSpPr>
          <p:cNvPr id="6" name="Footer Placeholder 5">
            <a:extLst>
              <a:ext uri="{FF2B5EF4-FFF2-40B4-BE49-F238E27FC236}">
                <a16:creationId xmlns:a16="http://schemas.microsoft.com/office/drawing/2014/main" id="{04403C20-A389-6DD6-B5A6-396D6A5CCA68}"/>
              </a:ext>
            </a:extLst>
          </p:cNvPr>
          <p:cNvSpPr>
            <a:spLocks noGrp="1"/>
          </p:cNvSpPr>
          <p:nvPr>
            <p:ph type="ftr" sz="quarter" idx="11"/>
          </p:nvPr>
        </p:nvSpPr>
        <p:spPr/>
        <p:txBody>
          <a:bodyPr/>
          <a:lstStyle/>
          <a:p>
            <a:r>
              <a:rPr lang="en-US" dirty="0"/>
              <a:t>Presentation title</a:t>
            </a:r>
          </a:p>
        </p:txBody>
      </p:sp>
      <p:sp>
        <p:nvSpPr>
          <p:cNvPr id="7" name="Slide Number Placeholder 6">
            <a:extLst>
              <a:ext uri="{FF2B5EF4-FFF2-40B4-BE49-F238E27FC236}">
                <a16:creationId xmlns:a16="http://schemas.microsoft.com/office/drawing/2014/main" id="{F04B49DE-2EEE-3929-842A-C5D12602A31E}"/>
              </a:ext>
            </a:extLst>
          </p:cNvPr>
          <p:cNvSpPr>
            <a:spLocks noGrp="1"/>
          </p:cNvSpPr>
          <p:nvPr>
            <p:ph type="sldNum" sz="quarter" idx="12"/>
          </p:nvPr>
        </p:nvSpPr>
        <p:spPr/>
        <p:txBody>
          <a:bodyPr/>
          <a:lstStyle/>
          <a:p>
            <a:fld id="{B776CE9F-4BD8-A748-847B-B97BB3C5BACA}" type="slidenum">
              <a:rPr lang="en-US" smtClean="0"/>
              <a:t>‹#›</a:t>
            </a:fld>
            <a:endParaRPr lang="en-US" dirty="0"/>
          </a:p>
        </p:txBody>
      </p:sp>
    </p:spTree>
    <p:extLst>
      <p:ext uri="{BB962C8B-B14F-4D97-AF65-F5344CB8AC3E}">
        <p14:creationId xmlns:p14="http://schemas.microsoft.com/office/powerpoint/2010/main" val="8879753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cxnSp>
        <p:nvCxnSpPr>
          <p:cNvPr id="7" name="Straight Connector 6">
            <a:extLst>
              <a:ext uri="{FF2B5EF4-FFF2-40B4-BE49-F238E27FC236}">
                <a16:creationId xmlns:a16="http://schemas.microsoft.com/office/drawing/2014/main" id="{4D044BB4-1B7E-4DBA-EC46-8BD07359AA4C}"/>
              </a:ext>
            </a:extLst>
          </p:cNvPr>
          <p:cNvCxnSpPr>
            <a:cxnSpLocks/>
          </p:cNvCxnSpPr>
          <p:nvPr userDrawn="1"/>
        </p:nvCxnSpPr>
        <p:spPr>
          <a:xfrm>
            <a:off x="571500" y="6475009"/>
            <a:ext cx="11010900" cy="0"/>
          </a:xfrm>
          <a:prstGeom prst="line">
            <a:avLst/>
          </a:prstGeom>
          <a:ln w="12700">
            <a:solidFill>
              <a:schemeClr val="tx1"/>
            </a:solidFill>
          </a:ln>
        </p:spPr>
        <p:style>
          <a:lnRef idx="1">
            <a:schemeClr val="accent1"/>
          </a:lnRef>
          <a:fillRef idx="0">
            <a:schemeClr val="accent1"/>
          </a:fillRef>
          <a:effectRef idx="0">
            <a:schemeClr val="accent1"/>
          </a:effectRef>
          <a:fontRef idx="minor">
            <a:schemeClr val="tx1"/>
          </a:fontRef>
        </p:style>
      </p:cxnSp>
      <p:sp>
        <p:nvSpPr>
          <p:cNvPr id="9" name="TextBox 8">
            <a:extLst>
              <a:ext uri="{FF2B5EF4-FFF2-40B4-BE49-F238E27FC236}">
                <a16:creationId xmlns:a16="http://schemas.microsoft.com/office/drawing/2014/main" id="{43E4EDB9-E572-C95C-6320-EE6B1FA9573F}"/>
              </a:ext>
            </a:extLst>
          </p:cNvPr>
          <p:cNvSpPr txBox="1"/>
          <p:nvPr userDrawn="1"/>
        </p:nvSpPr>
        <p:spPr>
          <a:xfrm>
            <a:off x="5718675" y="6349075"/>
            <a:ext cx="757170" cy="261610"/>
          </a:xfrm>
          <a:prstGeom prst="rect">
            <a:avLst/>
          </a:prstGeom>
          <a:solidFill>
            <a:schemeClr val="accent4"/>
          </a:solidFill>
        </p:spPr>
        <p:txBody>
          <a:bodyPr wrap="square" rtlCol="0">
            <a:spAutoFit/>
          </a:bodyPr>
          <a:lstStyle/>
          <a:p>
            <a:pPr algn="ctr"/>
            <a:endParaRPr lang="en-US" sz="1100" dirty="0">
              <a:latin typeface="Posterama" panose="020B0504020200020000" pitchFamily="34" charset="0"/>
              <a:cs typeface="Posterama" panose="020B0504020200020000" pitchFamily="34" charset="0"/>
            </a:endParaRPr>
          </a:p>
        </p:txBody>
      </p:sp>
      <p:sp>
        <p:nvSpPr>
          <p:cNvPr id="2" name="Title Placeholder 1">
            <a:extLst>
              <a:ext uri="{FF2B5EF4-FFF2-40B4-BE49-F238E27FC236}">
                <a16:creationId xmlns:a16="http://schemas.microsoft.com/office/drawing/2014/main" id="{05E3E706-5D5F-97F2-1290-CD23D05AE861}"/>
              </a:ext>
            </a:extLst>
          </p:cNvPr>
          <p:cNvSpPr>
            <a:spLocks noGrp="1"/>
          </p:cNvSpPr>
          <p:nvPr>
            <p:ph type="title"/>
          </p:nvPr>
        </p:nvSpPr>
        <p:spPr>
          <a:xfrm>
            <a:off x="585216" y="539496"/>
            <a:ext cx="11000232" cy="713232"/>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EB40C735-6DC7-2177-435E-56719940AE66}"/>
              </a:ext>
            </a:extLst>
          </p:cNvPr>
          <p:cNvSpPr>
            <a:spLocks noGrp="1"/>
          </p:cNvSpPr>
          <p:nvPr>
            <p:ph type="body" idx="1"/>
          </p:nvPr>
        </p:nvSpPr>
        <p:spPr>
          <a:xfrm>
            <a:off x="838200" y="1825625"/>
            <a:ext cx="10515600" cy="4351338"/>
          </a:xfrm>
          <a:prstGeom prst="rect">
            <a:avLst/>
          </a:prstGeom>
        </p:spPr>
        <p:txBody>
          <a:bodyPr vert="horz" lIns="91440" tIns="45720" rIns="91440" bIns="45720" rtlCol="0">
            <a:no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D1516000-7D7A-F39D-D6A0-0643400487B2}"/>
              </a:ext>
            </a:extLst>
          </p:cNvPr>
          <p:cNvSpPr>
            <a:spLocks noGrp="1"/>
          </p:cNvSpPr>
          <p:nvPr>
            <p:ph type="dt" sz="half" idx="2"/>
          </p:nvPr>
        </p:nvSpPr>
        <p:spPr>
          <a:xfrm>
            <a:off x="11055096" y="6327648"/>
            <a:ext cx="758952" cy="274320"/>
          </a:xfrm>
          <a:prstGeom prst="rect">
            <a:avLst/>
          </a:prstGeom>
          <a:solidFill>
            <a:schemeClr val="accent4"/>
          </a:solidFill>
        </p:spPr>
        <p:txBody>
          <a:bodyPr vert="horz" lIns="0" tIns="0" rIns="0" bIns="0" rtlCol="0" anchor="ctr">
            <a:noAutofit/>
          </a:bodyPr>
          <a:lstStyle>
            <a:lvl1pPr algn="ctr">
              <a:defRPr sz="1200">
                <a:solidFill>
                  <a:schemeClr val="tx1"/>
                </a:solidFill>
                <a:latin typeface="+mj-lt"/>
              </a:defRPr>
            </a:lvl1pPr>
          </a:lstStyle>
          <a:p>
            <a:r>
              <a:rPr lang="en-US" dirty="0"/>
              <a:t>20XX</a:t>
            </a:r>
          </a:p>
        </p:txBody>
      </p:sp>
      <p:sp>
        <p:nvSpPr>
          <p:cNvPr id="6" name="Slide Number Placeholder 5">
            <a:extLst>
              <a:ext uri="{FF2B5EF4-FFF2-40B4-BE49-F238E27FC236}">
                <a16:creationId xmlns:a16="http://schemas.microsoft.com/office/drawing/2014/main" id="{4095940C-AAD8-1C78-425F-8FE5AEECAAB4}"/>
              </a:ext>
            </a:extLst>
          </p:cNvPr>
          <p:cNvSpPr>
            <a:spLocks noGrp="1"/>
          </p:cNvSpPr>
          <p:nvPr>
            <p:ph type="sldNum" sz="quarter" idx="4"/>
          </p:nvPr>
        </p:nvSpPr>
        <p:spPr>
          <a:xfrm>
            <a:off x="5926836" y="6327648"/>
            <a:ext cx="338328" cy="338328"/>
          </a:xfrm>
          <a:prstGeom prst="ellipse">
            <a:avLst/>
          </a:prstGeom>
          <a:solidFill>
            <a:schemeClr val="accent4"/>
          </a:solidFill>
          <a:ln w="12700">
            <a:solidFill>
              <a:schemeClr val="tx1"/>
            </a:solidFill>
          </a:ln>
        </p:spPr>
        <p:txBody>
          <a:bodyPr vert="horz" lIns="0" tIns="0" rIns="0" bIns="0" rtlCol="0" anchor="ctr">
            <a:noAutofit/>
          </a:bodyPr>
          <a:lstStyle>
            <a:lvl1pPr algn="ctr">
              <a:defRPr sz="1200">
                <a:solidFill>
                  <a:schemeClr val="tx1"/>
                </a:solidFill>
                <a:latin typeface="+mj-lt"/>
              </a:defRPr>
            </a:lvl1pPr>
          </a:lstStyle>
          <a:p>
            <a:fld id="{B776CE9F-4BD8-A748-847B-B97BB3C5BACA}" type="slidenum">
              <a:rPr lang="en-US" smtClean="0"/>
              <a:pPr/>
              <a:t>‹#›</a:t>
            </a:fld>
            <a:endParaRPr lang="en-US" dirty="0"/>
          </a:p>
        </p:txBody>
      </p:sp>
      <p:sp>
        <p:nvSpPr>
          <p:cNvPr id="5" name="Footer Placeholder 4">
            <a:extLst>
              <a:ext uri="{FF2B5EF4-FFF2-40B4-BE49-F238E27FC236}">
                <a16:creationId xmlns:a16="http://schemas.microsoft.com/office/drawing/2014/main" id="{5C500302-AFD1-C82F-7B0B-5981472BE876}"/>
              </a:ext>
            </a:extLst>
          </p:cNvPr>
          <p:cNvSpPr>
            <a:spLocks noGrp="1"/>
          </p:cNvSpPr>
          <p:nvPr>
            <p:ph type="ftr" sz="quarter" idx="3"/>
          </p:nvPr>
        </p:nvSpPr>
        <p:spPr>
          <a:xfrm>
            <a:off x="484632" y="6327648"/>
            <a:ext cx="1517904" cy="274320"/>
          </a:xfrm>
          <a:prstGeom prst="rect">
            <a:avLst/>
          </a:prstGeom>
          <a:solidFill>
            <a:schemeClr val="accent4"/>
          </a:solidFill>
        </p:spPr>
        <p:txBody>
          <a:bodyPr vert="horz" lIns="91440" tIns="45720" rIns="91440" bIns="45720" rtlCol="0" anchor="ctr">
            <a:noAutofit/>
          </a:bodyPr>
          <a:lstStyle>
            <a:lvl1pPr algn="l">
              <a:defRPr sz="1200" b="0">
                <a:solidFill>
                  <a:schemeClr val="tx1"/>
                </a:solidFill>
                <a:latin typeface="+mj-lt"/>
              </a:defRPr>
            </a:lvl1pPr>
          </a:lstStyle>
          <a:p>
            <a:r>
              <a:rPr lang="en-US" dirty="0"/>
              <a:t>Presentation title</a:t>
            </a:r>
          </a:p>
        </p:txBody>
      </p:sp>
    </p:spTree>
    <p:extLst>
      <p:ext uri="{BB962C8B-B14F-4D97-AF65-F5344CB8AC3E}">
        <p14:creationId xmlns:p14="http://schemas.microsoft.com/office/powerpoint/2010/main" val="2107690247"/>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51" r:id="rId4"/>
    <p:sldLayoutId id="2147483661" r:id="rId5"/>
    <p:sldLayoutId id="2147483662" r:id="rId6"/>
    <p:sldLayoutId id="2147483663" r:id="rId7"/>
    <p:sldLayoutId id="2147483664" r:id="rId8"/>
    <p:sldLayoutId id="2147483665" r:id="rId9"/>
    <p:sldLayoutId id="2147483653" r:id="rId10"/>
    <p:sldLayoutId id="2147483666" r:id="rId11"/>
    <p:sldLayoutId id="2147483667" r:id="rId12"/>
    <p:sldLayoutId id="2147483668" r:id="rId13"/>
    <p:sldLayoutId id="2147483652" r:id="rId14"/>
    <p:sldLayoutId id="2147483654" r:id="rId15"/>
    <p:sldLayoutId id="2147483655" r:id="rId16"/>
    <p:sldLayoutId id="2147483656" r:id="rId17"/>
    <p:sldLayoutId id="2147483657" r:id="rId18"/>
  </p:sldLayoutIdLst>
  <p:hf hdr="0"/>
  <p:txStyles>
    <p:titleStyle>
      <a:lvl1pPr algn="ctr" defTabSz="914400" rtl="0" eaLnBrk="1" latinLnBrk="0" hangingPunct="1">
        <a:lnSpc>
          <a:spcPct val="90000"/>
        </a:lnSpc>
        <a:spcBef>
          <a:spcPct val="0"/>
        </a:spcBef>
        <a:buNone/>
        <a:defRPr sz="4000" kern="1200" cap="all" baseline="0">
          <a:solidFill>
            <a:schemeClr val="tx1"/>
          </a:solidFill>
          <a:latin typeface="+mj-lt"/>
          <a:ea typeface="+mj-ea"/>
          <a:cs typeface="Posterama" panose="020B0504020200020000" pitchFamily="34"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Georgia Pro" panose="02040502050405020303" pitchFamily="18"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Georgia Pro" panose="02040502050405020303" pitchFamily="18"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Georgia Pro" panose="02040502050405020303" pitchFamily="18"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Georgia Pro" panose="02040502050405020303" pitchFamily="18" charset="0"/>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Georgia Pro" panose="02040502050405020303" pitchFamily="18"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07/relationships/hdphoto" Target="../media/hdphoto1.wdp"/><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Placeholder 6" descr="Close up of feathers">
            <a:extLst>
              <a:ext uri="{FF2B5EF4-FFF2-40B4-BE49-F238E27FC236}">
                <a16:creationId xmlns:a16="http://schemas.microsoft.com/office/drawing/2014/main" id="{4F22309A-3E5E-DB9C-8093-A7A57190328F}"/>
              </a:ext>
            </a:extLst>
          </p:cNvPr>
          <p:cNvPicPr>
            <a:picLocks noGrp="1" noChangeAspect="1"/>
          </p:cNvPicPr>
          <p:nvPr>
            <p:ph type="pic" sz="quarter" idx="10"/>
          </p:nvPr>
        </p:nvPicPr>
        <p:blipFill>
          <a:blip r:embed="rId2">
            <a:alphaModFix/>
            <a:extLst>
              <a:ext uri="{BEBA8EAE-BF5A-486C-A8C5-ECC9F3942E4B}">
                <a14:imgProps xmlns:a14="http://schemas.microsoft.com/office/drawing/2010/main">
                  <a14:imgLayer r:embed="rId3">
                    <a14:imgEffect>
                      <a14:artisticTexturizer trans="32000" scaling="20"/>
                    </a14:imgEffect>
                    <a14:imgEffect>
                      <a14:sharpenSoften amount="-4000"/>
                    </a14:imgEffect>
                    <a14:imgEffect>
                      <a14:colorTemperature colorTemp="11301"/>
                    </a14:imgEffect>
                    <a14:imgEffect>
                      <a14:saturation sat="210000"/>
                    </a14:imgEffect>
                    <a14:imgEffect>
                      <a14:brightnessContrast bright="-3000" contrast="-18000"/>
                    </a14:imgEffect>
                  </a14:imgLayer>
                </a14:imgProps>
              </a:ext>
            </a:extLst>
          </a:blip>
          <a:srcRect/>
          <a:stretch>
            <a:fillRect/>
          </a:stretch>
        </p:blipFill>
        <p:spPr/>
      </p:pic>
      <p:sp>
        <p:nvSpPr>
          <p:cNvPr id="2" name="Title 1">
            <a:extLst>
              <a:ext uri="{FF2B5EF4-FFF2-40B4-BE49-F238E27FC236}">
                <a16:creationId xmlns:a16="http://schemas.microsoft.com/office/drawing/2014/main" id="{6076E06F-847B-DA3B-16C0-4ABAD9D66039}"/>
              </a:ext>
            </a:extLst>
          </p:cNvPr>
          <p:cNvSpPr>
            <a:spLocks noGrp="1"/>
          </p:cNvSpPr>
          <p:nvPr>
            <p:ph type="ctrTitle"/>
          </p:nvPr>
        </p:nvSpPr>
        <p:spPr/>
        <p:txBody>
          <a:bodyPr/>
          <a:lstStyle/>
          <a:p>
            <a:r>
              <a:rPr lang="en-US" b="1" i="1" dirty="0">
                <a:latin typeface="Times New Roman" panose="02020603050405020304" pitchFamily="18" charset="0"/>
                <a:cs typeface="Times New Roman" panose="02020603050405020304" pitchFamily="18" charset="0"/>
              </a:rPr>
              <a:t>Principles of social work</a:t>
            </a:r>
          </a:p>
        </p:txBody>
      </p:sp>
      <p:sp>
        <p:nvSpPr>
          <p:cNvPr id="3" name="Subtitle 2">
            <a:extLst>
              <a:ext uri="{FF2B5EF4-FFF2-40B4-BE49-F238E27FC236}">
                <a16:creationId xmlns:a16="http://schemas.microsoft.com/office/drawing/2014/main" id="{A2068D98-A13D-1121-2A5E-4FB60FC681F2}"/>
              </a:ext>
            </a:extLst>
          </p:cNvPr>
          <p:cNvSpPr>
            <a:spLocks noGrp="1"/>
          </p:cNvSpPr>
          <p:nvPr>
            <p:ph type="subTitle" idx="1"/>
          </p:nvPr>
        </p:nvSpPr>
        <p:spPr>
          <a:xfrm>
            <a:off x="4320988" y="3831336"/>
            <a:ext cx="3423980" cy="521208"/>
          </a:xfrm>
        </p:spPr>
        <p:txBody>
          <a:bodyPr/>
          <a:lstStyle/>
          <a:p>
            <a:r>
              <a:rPr lang="en-US" sz="1800" b="1" i="1" dirty="0">
                <a:latin typeface="Times New Roman" panose="02020603050405020304" pitchFamily="18" charset="0"/>
                <a:cs typeface="Times New Roman" panose="02020603050405020304" pitchFamily="18" charset="0"/>
              </a:rPr>
              <a:t>Course Instructor: Qubsha Munir</a:t>
            </a:r>
          </a:p>
        </p:txBody>
      </p:sp>
    </p:spTree>
    <p:extLst>
      <p:ext uri="{BB962C8B-B14F-4D97-AF65-F5344CB8AC3E}">
        <p14:creationId xmlns:p14="http://schemas.microsoft.com/office/powerpoint/2010/main" val="37557144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0356CA71-9596-49DF-997C-AA5FE644DCA1}"/>
              </a:ext>
            </a:extLst>
          </p:cNvPr>
          <p:cNvSpPr>
            <a:spLocks noGrp="1"/>
          </p:cNvSpPr>
          <p:nvPr>
            <p:ph type="pic" sz="quarter" idx="10"/>
          </p:nvPr>
        </p:nvSpPr>
        <p:spPr/>
      </p:sp>
      <p:sp>
        <p:nvSpPr>
          <p:cNvPr id="6" name="Title 5">
            <a:extLst>
              <a:ext uri="{FF2B5EF4-FFF2-40B4-BE49-F238E27FC236}">
                <a16:creationId xmlns:a16="http://schemas.microsoft.com/office/drawing/2014/main" id="{E3024640-1B62-4DE7-9F4E-872D0A024E9D}"/>
              </a:ext>
            </a:extLst>
          </p:cNvPr>
          <p:cNvSpPr>
            <a:spLocks noGrp="1"/>
          </p:cNvSpPr>
          <p:nvPr>
            <p:ph type="ctrTitle"/>
          </p:nvPr>
        </p:nvSpPr>
        <p:spPr>
          <a:xfrm>
            <a:off x="2077211" y="2823523"/>
            <a:ext cx="8037576" cy="932688"/>
          </a:xfrm>
        </p:spPr>
        <p:txBody>
          <a:bodyPr/>
          <a:lstStyle/>
          <a:p>
            <a:r>
              <a:rPr lang="en-AU" sz="3200" b="1" i="1" dirty="0">
                <a:effectLst/>
                <a:latin typeface="Times New Roman" panose="02020603050405020304" pitchFamily="18" charset="0"/>
                <a:ea typeface="Calibri" panose="020F0502020204030204" pitchFamily="34" charset="0"/>
                <a:cs typeface="Times New Roman" panose="02020603050405020304" pitchFamily="18" charset="0"/>
              </a:rPr>
              <a:t>current trends in social policy trends</a:t>
            </a:r>
            <a:endParaRPr lang="en-US" sz="8000" b="1" i="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3875844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a:extLst>
              <a:ext uri="{FF2B5EF4-FFF2-40B4-BE49-F238E27FC236}">
                <a16:creationId xmlns:a16="http://schemas.microsoft.com/office/drawing/2014/main" id="{BCBD55A8-837A-4661-9E85-D201BD8FEA2C}"/>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5 </a:t>
            </a:r>
            <a:r>
              <a:rPr lang="en-US" b="1" dirty="0" err="1">
                <a:latin typeface="Times New Roman" panose="02020603050405020304" pitchFamily="18" charset="0"/>
                <a:cs typeface="Times New Roman" panose="02020603050405020304" pitchFamily="18" charset="0"/>
              </a:rPr>
              <a:t>p’S</a:t>
            </a:r>
            <a:endParaRPr lang="en-US" b="1" dirty="0">
              <a:latin typeface="Times New Roman" panose="02020603050405020304" pitchFamily="18" charset="0"/>
              <a:cs typeface="Times New Roman" panose="02020603050405020304" pitchFamily="18" charset="0"/>
            </a:endParaRPr>
          </a:p>
        </p:txBody>
      </p:sp>
      <p:sp>
        <p:nvSpPr>
          <p:cNvPr id="7" name="Content Placeholder 6">
            <a:extLst>
              <a:ext uri="{FF2B5EF4-FFF2-40B4-BE49-F238E27FC236}">
                <a16:creationId xmlns:a16="http://schemas.microsoft.com/office/drawing/2014/main" id="{D90F7716-DC67-4372-B5DA-D69C6D5D43D8}"/>
              </a:ext>
            </a:extLst>
          </p:cNvPr>
          <p:cNvSpPr>
            <a:spLocks noGrp="1"/>
          </p:cNvSpPr>
          <p:nvPr>
            <p:ph idx="1"/>
          </p:nvPr>
        </p:nvSpPr>
        <p:spPr>
          <a:xfrm>
            <a:off x="585216" y="1598048"/>
            <a:ext cx="10716768" cy="4096512"/>
          </a:xfrm>
        </p:spPr>
        <p:txBody>
          <a:bodyPr/>
          <a:lstStyle/>
          <a:p>
            <a:pPr marL="342900" indent="-342900" algn="just">
              <a:buFont typeface="+mj-lt"/>
              <a:buAutoNum type="arabicPeriod"/>
            </a:pPr>
            <a:r>
              <a:rPr lang="en-US" sz="2000" b="1" u="sng" dirty="0">
                <a:latin typeface="Times New Roman" panose="02020603050405020304" pitchFamily="18" charset="0"/>
                <a:cs typeface="Times New Roman" panose="02020603050405020304" pitchFamily="18" charset="0"/>
              </a:rPr>
              <a:t>Personalization </a:t>
            </a:r>
          </a:p>
          <a:p>
            <a:pPr marL="0" indent="0" algn="just">
              <a:buNone/>
            </a:pPr>
            <a:r>
              <a:rPr lang="en-US" sz="2000" dirty="0">
                <a:latin typeface="Times New Roman" panose="02020603050405020304" pitchFamily="18" charset="0"/>
                <a:cs typeface="Times New Roman" panose="02020603050405020304" pitchFamily="18" charset="0"/>
              </a:rPr>
              <a:t>Social services are increasingly focused on </a:t>
            </a:r>
            <a:r>
              <a:rPr lang="en-US" sz="2000" b="1" i="1" dirty="0">
                <a:latin typeface="Times New Roman" panose="02020603050405020304" pitchFamily="18" charset="0"/>
                <a:cs typeface="Times New Roman" panose="02020603050405020304" pitchFamily="18" charset="0"/>
              </a:rPr>
              <a:t>customizing </a:t>
            </a:r>
            <a:r>
              <a:rPr lang="en-US" sz="2000" dirty="0">
                <a:latin typeface="Times New Roman" panose="02020603050405020304" pitchFamily="18" charset="0"/>
                <a:cs typeface="Times New Roman" panose="02020603050405020304" pitchFamily="18" charset="0"/>
              </a:rPr>
              <a:t>support based on individual needs, recognizing that people have unique circumstances. This includes personalized case management in areas like mental health and disability services. Programs are designed around the preferences and strengths of individuals, empowering them to take an active role in their own care and decision-making.</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r>
              <a:rPr lang="en-US" sz="2000" b="1" u="sng" dirty="0">
                <a:latin typeface="Times New Roman" panose="02020603050405020304" pitchFamily="18" charset="0"/>
                <a:cs typeface="Times New Roman" panose="02020603050405020304" pitchFamily="18" charset="0"/>
              </a:rPr>
              <a:t>2. Participation</a:t>
            </a:r>
          </a:p>
          <a:p>
            <a:pPr marL="0" indent="0" algn="just">
              <a:buNone/>
            </a:pPr>
            <a:r>
              <a:rPr lang="en-US" sz="2000" dirty="0">
                <a:latin typeface="Times New Roman" panose="02020603050405020304" pitchFamily="18" charset="0"/>
                <a:cs typeface="Times New Roman" panose="02020603050405020304" pitchFamily="18" charset="0"/>
              </a:rPr>
              <a:t>Social services are emphasizing the importance of </a:t>
            </a:r>
            <a:r>
              <a:rPr lang="en-US" sz="2000" b="1" i="1" dirty="0">
                <a:latin typeface="Times New Roman" panose="02020603050405020304" pitchFamily="18" charset="0"/>
                <a:cs typeface="Times New Roman" panose="02020603050405020304" pitchFamily="18" charset="0"/>
              </a:rPr>
              <a:t>engaging clients and community members </a:t>
            </a:r>
            <a:r>
              <a:rPr lang="en-US" sz="2000" dirty="0">
                <a:latin typeface="Times New Roman" panose="02020603050405020304" pitchFamily="18" charset="0"/>
                <a:cs typeface="Times New Roman" panose="02020603050405020304" pitchFamily="18" charset="0"/>
              </a:rPr>
              <a:t>in the development and implementation of programs. Encouraging client </a:t>
            </a:r>
            <a:r>
              <a:rPr lang="en-US" sz="2000" b="1" i="1" dirty="0">
                <a:latin typeface="Times New Roman" panose="02020603050405020304" pitchFamily="18" charset="0"/>
                <a:cs typeface="Times New Roman" panose="02020603050405020304" pitchFamily="18" charset="0"/>
              </a:rPr>
              <a:t>feedback</a:t>
            </a:r>
            <a:r>
              <a:rPr lang="en-US" sz="2000" dirty="0">
                <a:latin typeface="Times New Roman" panose="02020603050405020304" pitchFamily="18" charset="0"/>
                <a:cs typeface="Times New Roman" panose="02020603050405020304" pitchFamily="18" charset="0"/>
              </a:rPr>
              <a:t> and using it to inform service improvements is becoming standard practice, enhancing the quality of social services.</a:t>
            </a:r>
          </a:p>
        </p:txBody>
      </p:sp>
    </p:spTree>
    <p:extLst>
      <p:ext uri="{BB962C8B-B14F-4D97-AF65-F5344CB8AC3E}">
        <p14:creationId xmlns:p14="http://schemas.microsoft.com/office/powerpoint/2010/main" val="412922220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25B95A0-E276-4D0D-BD26-7D1D9C902E6F}"/>
              </a:ext>
            </a:extLst>
          </p:cNvPr>
          <p:cNvSpPr>
            <a:spLocks noGrp="1"/>
          </p:cNvSpPr>
          <p:nvPr>
            <p:ph idx="1"/>
          </p:nvPr>
        </p:nvSpPr>
        <p:spPr>
          <a:xfrm>
            <a:off x="731520" y="331695"/>
            <a:ext cx="10716768" cy="5712490"/>
          </a:xfrm>
        </p:spPr>
        <p:txBody>
          <a:bodyPr/>
          <a:lstStyle/>
          <a:p>
            <a:pPr marL="0" indent="0" algn="just">
              <a:buNone/>
            </a:pPr>
            <a:r>
              <a:rPr lang="en-US" sz="2000" b="1" u="sng" dirty="0">
                <a:latin typeface="Times New Roman" panose="02020603050405020304" pitchFamily="18" charset="0"/>
                <a:cs typeface="Times New Roman" panose="02020603050405020304" pitchFamily="18" charset="0"/>
              </a:rPr>
              <a:t>3. Prevention</a:t>
            </a:r>
            <a:r>
              <a:rPr lang="en-US" sz="2000" dirty="0">
                <a:latin typeface="Times New Roman" panose="02020603050405020304" pitchFamily="18" charset="0"/>
                <a:cs typeface="Times New Roman" panose="02020603050405020304" pitchFamily="18" charset="0"/>
              </a:rPr>
              <a:t> </a:t>
            </a:r>
          </a:p>
          <a:p>
            <a:pPr marL="0" indent="0" algn="just">
              <a:buNone/>
            </a:pPr>
            <a:r>
              <a:rPr lang="en-US" sz="2000" dirty="0">
                <a:latin typeface="Times New Roman" panose="02020603050405020304" pitchFamily="18" charset="0"/>
                <a:cs typeface="Times New Roman" panose="02020603050405020304" pitchFamily="18" charset="0"/>
              </a:rPr>
              <a:t>The key is to improve universal services (notably education and health care) to prevent problems emerging, and to target </a:t>
            </a:r>
            <a:r>
              <a:rPr lang="en-US" sz="2000" b="1" i="1" dirty="0">
                <a:latin typeface="Times New Roman" panose="02020603050405020304" pitchFamily="18" charset="0"/>
                <a:cs typeface="Times New Roman" panose="02020603050405020304" pitchFamily="18" charset="0"/>
              </a:rPr>
              <a:t>early intervention </a:t>
            </a:r>
            <a:r>
              <a:rPr lang="en-US" sz="2000" dirty="0">
                <a:latin typeface="Times New Roman" panose="02020603050405020304" pitchFamily="18" charset="0"/>
                <a:cs typeface="Times New Roman" panose="02020603050405020304" pitchFamily="18" charset="0"/>
              </a:rPr>
              <a:t>services to prevent them escalating. They key is to prevent problems from emerging and to target early intervention services. There's a strong focus on preventing social issues before they escalate. This includes early </a:t>
            </a:r>
            <a:r>
              <a:rPr lang="en-US" sz="2000" b="1" i="1" dirty="0">
                <a:latin typeface="Times New Roman" panose="02020603050405020304" pitchFamily="18" charset="0"/>
                <a:cs typeface="Times New Roman" panose="02020603050405020304" pitchFamily="18" charset="0"/>
              </a:rPr>
              <a:t>intervention programs </a:t>
            </a:r>
            <a:r>
              <a:rPr lang="en-US" sz="2000" dirty="0">
                <a:latin typeface="Times New Roman" panose="02020603050405020304" pitchFamily="18" charset="0"/>
                <a:cs typeface="Times New Roman" panose="02020603050405020304" pitchFamily="18" charset="0"/>
              </a:rPr>
              <a:t>for at-risk youth, mental health promotion, and initiatives aimed at addressing root causes of poverty and homelessness. Programs are increasingly integrating health, education, and social support services to tackle issues comprehensively and prevent future challenges.</a:t>
            </a:r>
          </a:p>
          <a:p>
            <a:pPr marL="0" indent="0" algn="just">
              <a:buNone/>
            </a:pPr>
            <a:r>
              <a:rPr lang="en-US" sz="2000" b="1" u="sng" dirty="0">
                <a:latin typeface="Times New Roman" panose="02020603050405020304" pitchFamily="18" charset="0"/>
                <a:cs typeface="Times New Roman" panose="02020603050405020304" pitchFamily="18" charset="0"/>
              </a:rPr>
              <a:t>4. Partnership</a:t>
            </a:r>
          </a:p>
          <a:p>
            <a:pPr marL="0" indent="0" algn="just">
              <a:buNone/>
            </a:pPr>
            <a:r>
              <a:rPr lang="en-US" sz="2000" dirty="0">
                <a:latin typeface="Times New Roman" panose="02020603050405020304" pitchFamily="18" charset="0"/>
                <a:cs typeface="Times New Roman" panose="02020603050405020304" pitchFamily="18" charset="0"/>
              </a:rPr>
              <a:t>Social services are moving towards </a:t>
            </a:r>
            <a:r>
              <a:rPr lang="en-US" sz="2000" b="1" i="1" dirty="0">
                <a:latin typeface="Times New Roman" panose="02020603050405020304" pitchFamily="18" charset="0"/>
                <a:cs typeface="Times New Roman" panose="02020603050405020304" pitchFamily="18" charset="0"/>
              </a:rPr>
              <a:t>partnerships between various stakeholders, including government agencies, non-profits, private sectors, and community organizations. </a:t>
            </a:r>
            <a:r>
              <a:rPr lang="en-US" sz="2000" dirty="0">
                <a:latin typeface="Times New Roman" panose="02020603050405020304" pitchFamily="18" charset="0"/>
                <a:cs typeface="Times New Roman" panose="02020603050405020304" pitchFamily="18" charset="0"/>
              </a:rPr>
              <a:t>This approach allows for resource sharing and more effective service delivery. Creating networks that </a:t>
            </a:r>
            <a:r>
              <a:rPr lang="en-US" sz="2000" b="1" i="1" dirty="0">
                <a:latin typeface="Times New Roman" panose="02020603050405020304" pitchFamily="18" charset="0"/>
                <a:cs typeface="Times New Roman" panose="02020603050405020304" pitchFamily="18" charset="0"/>
              </a:rPr>
              <a:t>connect multiple services </a:t>
            </a:r>
            <a:r>
              <a:rPr lang="en-US" sz="2000" dirty="0">
                <a:latin typeface="Times New Roman" panose="02020603050405020304" pitchFamily="18" charset="0"/>
                <a:cs typeface="Times New Roman" panose="02020603050405020304" pitchFamily="18" charset="0"/>
              </a:rPr>
              <a:t>(like housing, employment, and healthcare) helps to address the complex needs of individuals and families.</a:t>
            </a:r>
          </a:p>
          <a:p>
            <a:pPr marL="0" indent="0" algn="just">
              <a:buNone/>
            </a:pPr>
            <a:r>
              <a:rPr lang="en-US" sz="2000" b="1" u="sng" dirty="0">
                <a:latin typeface="Times New Roman" panose="02020603050405020304" pitchFamily="18" charset="0"/>
                <a:cs typeface="Times New Roman" panose="02020603050405020304" pitchFamily="18" charset="0"/>
              </a:rPr>
              <a:t>5. Privatization</a:t>
            </a:r>
            <a:r>
              <a:rPr lang="en-US" sz="2000" dirty="0">
                <a:latin typeface="Times New Roman" panose="02020603050405020304" pitchFamily="18" charset="0"/>
                <a:cs typeface="Times New Roman" panose="02020603050405020304" pitchFamily="18" charset="0"/>
              </a:rPr>
              <a:t> </a:t>
            </a:r>
          </a:p>
          <a:p>
            <a:pPr marL="0" indent="0" algn="just">
              <a:buNone/>
            </a:pPr>
            <a:r>
              <a:rPr lang="en-US" sz="2000" dirty="0">
                <a:latin typeface="Times New Roman" panose="02020603050405020304" pitchFamily="18" charset="0"/>
                <a:cs typeface="Times New Roman" panose="02020603050405020304" pitchFamily="18" charset="0"/>
              </a:rPr>
              <a:t>It captures the growing role of the private sector in providing welfare services: for example, private businesses that provide home care and residential care for older people. </a:t>
            </a:r>
          </a:p>
          <a:p>
            <a:pPr marL="0" indent="0" algn="just">
              <a:buNone/>
            </a:pPr>
            <a:endParaRPr lang="en-US" sz="2000" dirty="0">
              <a:latin typeface="Times New Roman" panose="02020603050405020304" pitchFamily="18" charset="0"/>
              <a:cs typeface="Times New Roman" panose="02020603050405020304" pitchFamily="18" charset="0"/>
            </a:endParaRPr>
          </a:p>
        </p:txBody>
      </p:sp>
      <p:sp>
        <p:nvSpPr>
          <p:cNvPr id="4" name="Date Placeholder 3">
            <a:extLst>
              <a:ext uri="{FF2B5EF4-FFF2-40B4-BE49-F238E27FC236}">
                <a16:creationId xmlns:a16="http://schemas.microsoft.com/office/drawing/2014/main" id="{D3093B71-CF36-4C3B-BA59-F4149FAE9E09}"/>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6D676A66-7F67-48A4-B581-A9DC62ED9029}"/>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97C2B8C3-1962-4956-B92C-514064E1CACD}"/>
              </a:ext>
            </a:extLst>
          </p:cNvPr>
          <p:cNvSpPr>
            <a:spLocks noGrp="1"/>
          </p:cNvSpPr>
          <p:nvPr>
            <p:ph type="sldNum" sz="quarter" idx="12"/>
          </p:nvPr>
        </p:nvSpPr>
        <p:spPr/>
        <p:txBody>
          <a:bodyPr/>
          <a:lstStyle/>
          <a:p>
            <a:fld id="{B776CE9F-4BD8-A748-847B-B97BB3C5BACA}" type="slidenum">
              <a:rPr lang="en-US" smtClean="0"/>
              <a:t>4</a:t>
            </a:fld>
            <a:endParaRPr lang="en-US" dirty="0"/>
          </a:p>
        </p:txBody>
      </p:sp>
    </p:spTree>
    <p:extLst>
      <p:ext uri="{BB962C8B-B14F-4D97-AF65-F5344CB8AC3E}">
        <p14:creationId xmlns:p14="http://schemas.microsoft.com/office/powerpoint/2010/main" val="1120449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CE4C3E-60D7-4EDB-B601-0AA9E4AF5767}"/>
              </a:ext>
            </a:extLst>
          </p:cNvPr>
          <p:cNvSpPr>
            <a:spLocks noGrp="1"/>
          </p:cNvSpPr>
          <p:nvPr>
            <p:ph type="title"/>
          </p:nvPr>
        </p:nvSpPr>
        <p:spPr/>
        <p:txBody>
          <a:bodyPr/>
          <a:lstStyle/>
          <a:p>
            <a:r>
              <a:rPr lang="en-US" b="1" dirty="0">
                <a:latin typeface="Times New Roman" panose="02020603050405020304" pitchFamily="18" charset="0"/>
                <a:cs typeface="Times New Roman" panose="02020603050405020304" pitchFamily="18" charset="0"/>
              </a:rPr>
              <a:t>5 R’s</a:t>
            </a:r>
          </a:p>
        </p:txBody>
      </p:sp>
      <p:sp>
        <p:nvSpPr>
          <p:cNvPr id="3" name="Content Placeholder 2">
            <a:extLst>
              <a:ext uri="{FF2B5EF4-FFF2-40B4-BE49-F238E27FC236}">
                <a16:creationId xmlns:a16="http://schemas.microsoft.com/office/drawing/2014/main" id="{20D85C8D-7B4E-4790-AAD2-19D8A7CB5F4A}"/>
              </a:ext>
            </a:extLst>
          </p:cNvPr>
          <p:cNvSpPr>
            <a:spLocks noGrp="1"/>
          </p:cNvSpPr>
          <p:nvPr>
            <p:ph idx="1"/>
          </p:nvPr>
        </p:nvSpPr>
        <p:spPr>
          <a:xfrm>
            <a:off x="731519" y="1622612"/>
            <a:ext cx="11173609" cy="4616822"/>
          </a:xfrm>
        </p:spPr>
        <p:txBody>
          <a:bodyPr/>
          <a:lstStyle/>
          <a:p>
            <a:pPr marL="0" indent="0">
              <a:buNone/>
            </a:pPr>
            <a:r>
              <a:rPr lang="en-US" sz="2000" b="1" u="sng" dirty="0">
                <a:latin typeface="Times New Roman" panose="02020603050405020304" pitchFamily="18" charset="0"/>
                <a:cs typeface="Times New Roman" panose="02020603050405020304" pitchFamily="18" charset="0"/>
              </a:rPr>
              <a:t>1. Rights</a:t>
            </a:r>
          </a:p>
          <a:p>
            <a:pPr marL="0" indent="0">
              <a:buNone/>
            </a:pPr>
            <a:r>
              <a:rPr lang="en-US" sz="2000" dirty="0">
                <a:latin typeface="Times New Roman" panose="02020603050405020304" pitchFamily="18" charset="0"/>
                <a:cs typeface="Times New Roman" panose="02020603050405020304" pitchFamily="18" charset="0"/>
              </a:rPr>
              <a:t>Individuals receiving social services have fundamental rights, including the </a:t>
            </a:r>
            <a:r>
              <a:rPr lang="en-US" sz="2000" b="1" i="1" dirty="0">
                <a:latin typeface="Times New Roman" panose="02020603050405020304" pitchFamily="18" charset="0"/>
                <a:cs typeface="Times New Roman" panose="02020603050405020304" pitchFamily="18" charset="0"/>
              </a:rPr>
              <a:t>right to dignity, privacy, and informed consent. </a:t>
            </a:r>
            <a:r>
              <a:rPr lang="en-US" sz="2000" dirty="0">
                <a:latin typeface="Times New Roman" panose="02020603050405020304" pitchFamily="18" charset="0"/>
                <a:cs typeface="Times New Roman" panose="02020603050405020304" pitchFamily="18" charset="0"/>
              </a:rPr>
              <a:t>Policies must ensure these rights are upheld. Social services often focus on advocating for the rights of vulnerable populations, ensuring their voices are heard in policy-making.</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b="1" u="sng" dirty="0">
                <a:latin typeface="Times New Roman" panose="02020603050405020304" pitchFamily="18" charset="0"/>
                <a:cs typeface="Times New Roman" panose="02020603050405020304" pitchFamily="18" charset="0"/>
              </a:rPr>
              <a:t>2. Responsibility</a:t>
            </a:r>
          </a:p>
          <a:p>
            <a:pPr marL="0" indent="0">
              <a:buNone/>
            </a:pPr>
            <a:r>
              <a:rPr lang="en-US" sz="2000" dirty="0">
                <a:latin typeface="Times New Roman" panose="02020603050405020304" pitchFamily="18" charset="0"/>
                <a:cs typeface="Times New Roman" panose="02020603050405020304" pitchFamily="18" charset="0"/>
              </a:rPr>
              <a:t>Social service providers have a </a:t>
            </a:r>
            <a:r>
              <a:rPr lang="en-US" sz="2000" b="1" i="1" dirty="0">
                <a:latin typeface="Times New Roman" panose="02020603050405020304" pitchFamily="18" charset="0"/>
                <a:cs typeface="Times New Roman" panose="02020603050405020304" pitchFamily="18" charset="0"/>
              </a:rPr>
              <a:t>responsibility to deliver services ethically and effectively.</a:t>
            </a:r>
            <a:r>
              <a:rPr lang="en-US" sz="2000" dirty="0">
                <a:latin typeface="Times New Roman" panose="02020603050405020304" pitchFamily="18" charset="0"/>
                <a:cs typeface="Times New Roman" panose="02020603050405020304" pitchFamily="18" charset="0"/>
              </a:rPr>
              <a:t> This includes being accountable to clients, funders, and the community.</a:t>
            </a:r>
          </a:p>
          <a:p>
            <a:pPr marL="0" indent="0">
              <a:buNone/>
            </a:pPr>
            <a:endParaRPr lang="en-US" sz="2000" dirty="0">
              <a:latin typeface="Times New Roman" panose="02020603050405020304" pitchFamily="18" charset="0"/>
              <a:cs typeface="Times New Roman" panose="02020603050405020304" pitchFamily="18" charset="0"/>
            </a:endParaRPr>
          </a:p>
          <a:p>
            <a:pPr marL="0" indent="0">
              <a:buNone/>
            </a:pPr>
            <a:r>
              <a:rPr lang="en-US" sz="2000" b="1" u="sng" dirty="0">
                <a:latin typeface="Times New Roman" panose="02020603050405020304" pitchFamily="18" charset="0"/>
                <a:cs typeface="Times New Roman" panose="02020603050405020304" pitchFamily="18" charset="0"/>
              </a:rPr>
              <a:t>3. Risk</a:t>
            </a:r>
          </a:p>
          <a:p>
            <a:pPr marL="0" indent="0">
              <a:buNone/>
            </a:pPr>
            <a:r>
              <a:rPr lang="en-US" sz="2000" b="1" i="1" dirty="0">
                <a:latin typeface="Times New Roman" panose="02020603050405020304" pitchFamily="18" charset="0"/>
                <a:cs typeface="Times New Roman" panose="02020603050405020304" pitchFamily="18" charset="0"/>
              </a:rPr>
              <a:t>Identifying and managing risks </a:t>
            </a:r>
            <a:r>
              <a:rPr lang="en-US" sz="2000" dirty="0">
                <a:latin typeface="Times New Roman" panose="02020603050405020304" pitchFamily="18" charset="0"/>
                <a:cs typeface="Times New Roman" panose="02020603050405020304" pitchFamily="18" charset="0"/>
              </a:rPr>
              <a:t>is crucial in social services, particularly in areas such as child protection, mental health, and substance abuse. </a:t>
            </a:r>
            <a:r>
              <a:rPr lang="en-US" sz="2000" b="1" i="1" dirty="0">
                <a:latin typeface="Times New Roman" panose="02020603050405020304" pitchFamily="18" charset="0"/>
                <a:cs typeface="Times New Roman" panose="02020603050405020304" pitchFamily="18" charset="0"/>
              </a:rPr>
              <a:t>Assessing risks </a:t>
            </a:r>
            <a:r>
              <a:rPr lang="en-US" sz="2000" dirty="0">
                <a:latin typeface="Times New Roman" panose="02020603050405020304" pitchFamily="18" charset="0"/>
                <a:cs typeface="Times New Roman" panose="02020603050405020304" pitchFamily="18" charset="0"/>
              </a:rPr>
              <a:t>helps to ensure the safety and well-being of clients. </a:t>
            </a:r>
          </a:p>
          <a:p>
            <a:endParaRPr lang="en-US" dirty="0"/>
          </a:p>
        </p:txBody>
      </p:sp>
      <p:sp>
        <p:nvSpPr>
          <p:cNvPr id="4" name="Date Placeholder 3">
            <a:extLst>
              <a:ext uri="{FF2B5EF4-FFF2-40B4-BE49-F238E27FC236}">
                <a16:creationId xmlns:a16="http://schemas.microsoft.com/office/drawing/2014/main" id="{6EAEDACA-D6E0-4104-ACBC-ED496430F076}"/>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ECC646A9-9FB7-40DE-B2B9-B515FD7F85B5}"/>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B77CC9D5-A362-4073-ACA8-F02DDB690B3A}"/>
              </a:ext>
            </a:extLst>
          </p:cNvPr>
          <p:cNvSpPr>
            <a:spLocks noGrp="1"/>
          </p:cNvSpPr>
          <p:nvPr>
            <p:ph type="sldNum" sz="quarter" idx="12"/>
          </p:nvPr>
        </p:nvSpPr>
        <p:spPr/>
        <p:txBody>
          <a:bodyPr/>
          <a:lstStyle/>
          <a:p>
            <a:fld id="{B776CE9F-4BD8-A748-847B-B97BB3C5BACA}" type="slidenum">
              <a:rPr lang="en-US" smtClean="0"/>
              <a:t>5</a:t>
            </a:fld>
            <a:endParaRPr lang="en-US" dirty="0"/>
          </a:p>
        </p:txBody>
      </p:sp>
    </p:spTree>
    <p:extLst>
      <p:ext uri="{BB962C8B-B14F-4D97-AF65-F5344CB8AC3E}">
        <p14:creationId xmlns:p14="http://schemas.microsoft.com/office/powerpoint/2010/main" val="14350716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F802F9-E421-4B45-AA2A-1719564E49CE}"/>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EF47FC10-2824-4D6F-AA0D-6C8BC3E96112}"/>
              </a:ext>
            </a:extLst>
          </p:cNvPr>
          <p:cNvSpPr>
            <a:spLocks noGrp="1"/>
          </p:cNvSpPr>
          <p:nvPr>
            <p:ph idx="1"/>
          </p:nvPr>
        </p:nvSpPr>
        <p:spPr/>
        <p:txBody>
          <a:bodyPr/>
          <a:lstStyle/>
          <a:p>
            <a:pPr marL="0" indent="0">
              <a:buNone/>
            </a:pPr>
            <a:r>
              <a:rPr lang="en-US" sz="2000" b="1" u="sng" dirty="0">
                <a:latin typeface="Times New Roman" panose="02020603050405020304" pitchFamily="18" charset="0"/>
                <a:cs typeface="Times New Roman" panose="02020603050405020304" pitchFamily="18" charset="0"/>
              </a:rPr>
              <a:t>4. Resources</a:t>
            </a:r>
          </a:p>
          <a:p>
            <a:pPr marL="0" indent="0">
              <a:buNone/>
            </a:pPr>
            <a:r>
              <a:rPr lang="en-US" sz="2000" dirty="0">
                <a:latin typeface="Times New Roman" panose="02020603050405020304" pitchFamily="18" charset="0"/>
                <a:cs typeface="Times New Roman" panose="02020603050405020304" pitchFamily="18" charset="0"/>
              </a:rPr>
              <a:t>Effective social services depend on adequate resources, </a:t>
            </a:r>
            <a:r>
              <a:rPr lang="en-US" sz="2000" b="1" i="1" dirty="0">
                <a:latin typeface="Times New Roman" panose="02020603050405020304" pitchFamily="18" charset="0"/>
                <a:cs typeface="Times New Roman" panose="02020603050405020304" pitchFamily="18" charset="0"/>
              </a:rPr>
              <a:t>including funding, trained personnel, and community support networks. </a:t>
            </a:r>
            <a:r>
              <a:rPr lang="en-US" sz="2000" dirty="0">
                <a:latin typeface="Times New Roman" panose="02020603050405020304" pitchFamily="18" charset="0"/>
                <a:cs typeface="Times New Roman" panose="02020603050405020304" pitchFamily="18" charset="0"/>
              </a:rPr>
              <a:t>Ensuring clients can access necessary resources is essential for positive outcomes. Social services often focus on building the capacity of individuals and communities to help them become more </a:t>
            </a:r>
            <a:r>
              <a:rPr lang="en-US" sz="2000" b="1" i="1" dirty="0">
                <a:latin typeface="Times New Roman" panose="02020603050405020304" pitchFamily="18" charset="0"/>
                <a:cs typeface="Times New Roman" panose="02020603050405020304" pitchFamily="18" charset="0"/>
              </a:rPr>
              <a:t>self-sufficient and resilient.</a:t>
            </a:r>
          </a:p>
          <a:p>
            <a:pPr marL="0" indent="0">
              <a:buNone/>
            </a:pPr>
            <a:endParaRPr lang="en-US" sz="2000" b="1" i="1" dirty="0">
              <a:latin typeface="Times New Roman" panose="02020603050405020304" pitchFamily="18" charset="0"/>
              <a:cs typeface="Times New Roman" panose="02020603050405020304" pitchFamily="18" charset="0"/>
            </a:endParaRPr>
          </a:p>
          <a:p>
            <a:pPr marL="0" indent="0" algn="just">
              <a:buNone/>
            </a:pPr>
            <a:r>
              <a:rPr lang="en-US" sz="2000" b="1" u="sng" dirty="0">
                <a:latin typeface="Times New Roman" panose="02020603050405020304" pitchFamily="18" charset="0"/>
                <a:cs typeface="Times New Roman" panose="02020603050405020304" pitchFamily="18" charset="0"/>
              </a:rPr>
              <a:t>5. Regulation</a:t>
            </a:r>
          </a:p>
          <a:p>
            <a:pPr marL="0" indent="0" algn="just">
              <a:buNone/>
            </a:pPr>
            <a:r>
              <a:rPr lang="en-US" sz="2000" dirty="0">
                <a:latin typeface="Times New Roman" panose="02020603050405020304" pitchFamily="18" charset="0"/>
                <a:cs typeface="Times New Roman" panose="02020603050405020304" pitchFamily="18" charset="0"/>
              </a:rPr>
              <a:t>Regulations and policies guide the delivery of social services, ensuring standards of practice and protecting client rights. This includes </a:t>
            </a:r>
            <a:r>
              <a:rPr lang="en-US" sz="2000" b="1" i="1" dirty="0">
                <a:latin typeface="Times New Roman" panose="02020603050405020304" pitchFamily="18" charset="0"/>
                <a:cs typeface="Times New Roman" panose="02020603050405020304" pitchFamily="18" charset="0"/>
              </a:rPr>
              <a:t>licensing requirements </a:t>
            </a:r>
            <a:r>
              <a:rPr lang="en-US" sz="2000" dirty="0">
                <a:latin typeface="Times New Roman" panose="02020603050405020304" pitchFamily="18" charset="0"/>
                <a:cs typeface="Times New Roman" panose="02020603050405020304" pitchFamily="18" charset="0"/>
              </a:rPr>
              <a:t>and quality assurance mechanisms. Social service organizations must comply with </a:t>
            </a:r>
            <a:r>
              <a:rPr lang="en-US" sz="2000" b="1" i="1" dirty="0">
                <a:latin typeface="Times New Roman" panose="02020603050405020304" pitchFamily="18" charset="0"/>
                <a:cs typeface="Times New Roman" panose="02020603050405020304" pitchFamily="18" charset="0"/>
              </a:rPr>
              <a:t>legal and ethical standards, including confidentiality, data protection, and anti-discrimination laws, to maintain trust and credibility.</a:t>
            </a:r>
            <a:r>
              <a:rPr lang="en-GB" sz="2000" b="1" i="1" dirty="0">
                <a:latin typeface="Times New Roman" panose="02020603050405020304" pitchFamily="18" charset="0"/>
                <a:cs typeface="Times New Roman" panose="02020603050405020304" pitchFamily="18" charset="0"/>
              </a:rPr>
              <a:t> </a:t>
            </a:r>
            <a:endParaRPr lang="en-US" sz="2000" b="1" i="1" dirty="0">
              <a:latin typeface="Times New Roman" panose="02020603050405020304" pitchFamily="18" charset="0"/>
              <a:cs typeface="Times New Roman" panose="02020603050405020304" pitchFamily="18" charset="0"/>
            </a:endParaRPr>
          </a:p>
          <a:p>
            <a:pPr marL="0" indent="0">
              <a:buNone/>
            </a:pPr>
            <a:endParaRPr lang="en-US" sz="2000" dirty="0">
              <a:latin typeface="Times New Roman" panose="02020603050405020304" pitchFamily="18" charset="0"/>
              <a:cs typeface="Times New Roman" panose="02020603050405020304" pitchFamily="18" charset="0"/>
            </a:endParaRPr>
          </a:p>
          <a:p>
            <a:endParaRPr lang="en-US" dirty="0"/>
          </a:p>
        </p:txBody>
      </p:sp>
      <p:sp>
        <p:nvSpPr>
          <p:cNvPr id="4" name="Date Placeholder 3">
            <a:extLst>
              <a:ext uri="{FF2B5EF4-FFF2-40B4-BE49-F238E27FC236}">
                <a16:creationId xmlns:a16="http://schemas.microsoft.com/office/drawing/2014/main" id="{054E6B57-37C3-4ADC-B711-EBFE6A576638}"/>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78A9310B-3A4C-43C0-9052-EE56F5DDFDDF}"/>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EBB76777-6AE0-4200-B190-986DECEF399F}"/>
              </a:ext>
            </a:extLst>
          </p:cNvPr>
          <p:cNvSpPr>
            <a:spLocks noGrp="1"/>
          </p:cNvSpPr>
          <p:nvPr>
            <p:ph type="sldNum" sz="quarter" idx="12"/>
          </p:nvPr>
        </p:nvSpPr>
        <p:spPr/>
        <p:txBody>
          <a:bodyPr/>
          <a:lstStyle/>
          <a:p>
            <a:fld id="{B776CE9F-4BD8-A748-847B-B97BB3C5BACA}" type="slidenum">
              <a:rPr lang="en-US" smtClean="0"/>
              <a:t>6</a:t>
            </a:fld>
            <a:endParaRPr lang="en-US" dirty="0"/>
          </a:p>
        </p:txBody>
      </p:sp>
    </p:spTree>
    <p:extLst>
      <p:ext uri="{BB962C8B-B14F-4D97-AF65-F5344CB8AC3E}">
        <p14:creationId xmlns:p14="http://schemas.microsoft.com/office/powerpoint/2010/main" val="379852968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E779508C-FBA1-42CC-B1D1-CF6043025FBD}"/>
              </a:ext>
            </a:extLst>
          </p:cNvPr>
          <p:cNvSpPr>
            <a:spLocks noGrp="1"/>
          </p:cNvSpPr>
          <p:nvPr>
            <p:ph type="pic" sz="quarter" idx="10"/>
          </p:nvPr>
        </p:nvSpPr>
        <p:spPr/>
      </p:sp>
      <p:sp>
        <p:nvSpPr>
          <p:cNvPr id="7" name="Title 6">
            <a:extLst>
              <a:ext uri="{FF2B5EF4-FFF2-40B4-BE49-F238E27FC236}">
                <a16:creationId xmlns:a16="http://schemas.microsoft.com/office/drawing/2014/main" id="{A36E8A11-8AF4-4A57-BB51-33650FC7E680}"/>
              </a:ext>
            </a:extLst>
          </p:cNvPr>
          <p:cNvSpPr>
            <a:spLocks noGrp="1"/>
          </p:cNvSpPr>
          <p:nvPr>
            <p:ph type="ctrTitle"/>
          </p:nvPr>
        </p:nvSpPr>
        <p:spPr>
          <a:xfrm>
            <a:off x="2156370" y="2635265"/>
            <a:ext cx="8037576" cy="932688"/>
          </a:xfrm>
        </p:spPr>
        <p:txBody>
          <a:bodyPr/>
          <a:lstStyle/>
          <a:p>
            <a:r>
              <a:rPr lang="en-US" sz="4000" b="1" i="1" dirty="0">
                <a:latin typeface="Times New Roman" panose="02020603050405020304" pitchFamily="18" charset="0"/>
                <a:cs typeface="Times New Roman" panose="02020603050405020304" pitchFamily="18" charset="0"/>
              </a:rPr>
              <a:t>Voluntary &amp; involuntary social work</a:t>
            </a:r>
            <a:endParaRPr lang="en-US" sz="4000" i="1" dirty="0"/>
          </a:p>
        </p:txBody>
      </p:sp>
    </p:spTree>
    <p:extLst>
      <p:ext uri="{BB962C8B-B14F-4D97-AF65-F5344CB8AC3E}">
        <p14:creationId xmlns:p14="http://schemas.microsoft.com/office/powerpoint/2010/main" val="196358452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33B6B5-90AA-4286-A54F-789EBB62B278}"/>
              </a:ext>
            </a:extLst>
          </p:cNvPr>
          <p:cNvSpPr>
            <a:spLocks noGrp="1"/>
          </p:cNvSpPr>
          <p:nvPr>
            <p:ph type="title"/>
          </p:nvPr>
        </p:nvSpPr>
        <p:spPr>
          <a:xfrm>
            <a:off x="585216" y="539495"/>
            <a:ext cx="11000232" cy="1280339"/>
          </a:xfrm>
        </p:spPr>
        <p:txBody>
          <a:bodyPr/>
          <a:lstStyle/>
          <a:p>
            <a:r>
              <a:rPr lang="en-US" sz="3600" b="1" dirty="0">
                <a:latin typeface="Times New Roman" panose="02020603050405020304" pitchFamily="18" charset="0"/>
                <a:cs typeface="Times New Roman" panose="02020603050405020304" pitchFamily="18" charset="0"/>
              </a:rPr>
              <a:t>Voluntary social work</a:t>
            </a:r>
          </a:p>
        </p:txBody>
      </p:sp>
      <p:sp>
        <p:nvSpPr>
          <p:cNvPr id="3" name="Content Placeholder 2">
            <a:extLst>
              <a:ext uri="{FF2B5EF4-FFF2-40B4-BE49-F238E27FC236}">
                <a16:creationId xmlns:a16="http://schemas.microsoft.com/office/drawing/2014/main" id="{2C9E848F-EB9B-4082-A4E0-71528B58D6A0}"/>
              </a:ext>
            </a:extLst>
          </p:cNvPr>
          <p:cNvSpPr>
            <a:spLocks noGrp="1"/>
          </p:cNvSpPr>
          <p:nvPr>
            <p:ph idx="1"/>
          </p:nvPr>
        </p:nvSpPr>
        <p:spPr>
          <a:xfrm>
            <a:off x="731520" y="1721224"/>
            <a:ext cx="10716768" cy="4322960"/>
          </a:xfrm>
        </p:spPr>
        <p:txBody>
          <a:bodyPr/>
          <a:lstStyle/>
          <a:p>
            <a:pPr algn="just"/>
            <a:r>
              <a:rPr lang="en-US" sz="2400" dirty="0">
                <a:latin typeface="Times New Roman" panose="02020603050405020304" pitchFamily="18" charset="0"/>
                <a:cs typeface="Times New Roman" panose="02020603050405020304" pitchFamily="18" charset="0"/>
              </a:rPr>
              <a:t>Voluntary social work occurs when individuals seek out services and support willingly. </a:t>
            </a:r>
          </a:p>
          <a:p>
            <a:pPr algn="just"/>
            <a:r>
              <a:rPr lang="en-US" sz="2400" dirty="0">
                <a:latin typeface="Times New Roman" panose="02020603050405020304" pitchFamily="18" charset="0"/>
                <a:cs typeface="Times New Roman" panose="02020603050405020304" pitchFamily="18" charset="0"/>
              </a:rPr>
              <a:t>Clients actively choose to engage with social workers for help with issues such as mental health, family problems, or community resources. </a:t>
            </a:r>
          </a:p>
          <a:p>
            <a:pPr algn="just"/>
            <a:r>
              <a:rPr lang="en-US" sz="2400" dirty="0">
                <a:latin typeface="Times New Roman" panose="02020603050405020304" pitchFamily="18" charset="0"/>
                <a:cs typeface="Times New Roman" panose="02020603050405020304" pitchFamily="18" charset="0"/>
              </a:rPr>
              <a:t>This approach often emphasizes client empowerment, autonomy, and collaboration. </a:t>
            </a:r>
          </a:p>
          <a:p>
            <a:pPr algn="just"/>
            <a:r>
              <a:rPr lang="en-US" sz="2400" dirty="0">
                <a:latin typeface="Times New Roman" panose="02020603050405020304" pitchFamily="18" charset="0"/>
                <a:cs typeface="Times New Roman" panose="02020603050405020304" pitchFamily="18" charset="0"/>
              </a:rPr>
              <a:t>Clients are seen as partners in the process, actively participating in decision-making and goal-setting. </a:t>
            </a:r>
          </a:p>
          <a:p>
            <a:pPr algn="just"/>
            <a:r>
              <a:rPr lang="en-US" sz="2400" dirty="0">
                <a:latin typeface="Times New Roman" panose="02020603050405020304" pitchFamily="18" charset="0"/>
                <a:cs typeface="Times New Roman" panose="02020603050405020304" pitchFamily="18" charset="0"/>
              </a:rPr>
              <a:t>Social workers use motivational interviewing and other engagement strategies to build rapport and encourage clients to explore their needs and goals.</a:t>
            </a:r>
          </a:p>
          <a:p>
            <a:pPr algn="just"/>
            <a:r>
              <a:rPr lang="en-US" sz="2400" dirty="0">
                <a:latin typeface="Times New Roman" panose="02020603050405020304" pitchFamily="18" charset="0"/>
                <a:cs typeface="Times New Roman" panose="02020603050405020304" pitchFamily="18" charset="0"/>
              </a:rPr>
              <a:t>Services are typically tailored to the individual’s preferences and circumstances, leading to more personalized and effective interventions.</a:t>
            </a:r>
          </a:p>
        </p:txBody>
      </p:sp>
      <p:sp>
        <p:nvSpPr>
          <p:cNvPr id="6" name="Slide Number Placeholder 5">
            <a:extLst>
              <a:ext uri="{FF2B5EF4-FFF2-40B4-BE49-F238E27FC236}">
                <a16:creationId xmlns:a16="http://schemas.microsoft.com/office/drawing/2014/main" id="{436B4EE3-B3F9-4A21-9061-A6FD88680DCB}"/>
              </a:ext>
            </a:extLst>
          </p:cNvPr>
          <p:cNvSpPr>
            <a:spLocks noGrp="1"/>
          </p:cNvSpPr>
          <p:nvPr>
            <p:ph type="sldNum" sz="quarter" idx="12"/>
          </p:nvPr>
        </p:nvSpPr>
        <p:spPr/>
        <p:txBody>
          <a:bodyPr/>
          <a:lstStyle/>
          <a:p>
            <a:fld id="{B776CE9F-4BD8-A748-847B-B97BB3C5BACA}" type="slidenum">
              <a:rPr lang="en-US" smtClean="0"/>
              <a:t>8</a:t>
            </a:fld>
            <a:endParaRPr lang="en-US" dirty="0"/>
          </a:p>
        </p:txBody>
      </p:sp>
    </p:spTree>
    <p:extLst>
      <p:ext uri="{BB962C8B-B14F-4D97-AF65-F5344CB8AC3E}">
        <p14:creationId xmlns:p14="http://schemas.microsoft.com/office/powerpoint/2010/main" val="60312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20DE40-6E9E-4DA1-8303-B62D5CD7D088}"/>
              </a:ext>
            </a:extLst>
          </p:cNvPr>
          <p:cNvSpPr>
            <a:spLocks noGrp="1"/>
          </p:cNvSpPr>
          <p:nvPr>
            <p:ph type="title"/>
          </p:nvPr>
        </p:nvSpPr>
        <p:spPr/>
        <p:txBody>
          <a:bodyPr/>
          <a:lstStyle/>
          <a:p>
            <a:r>
              <a:rPr lang="en-US" sz="4000" b="1" dirty="0">
                <a:latin typeface="Times New Roman" panose="02020603050405020304" pitchFamily="18" charset="0"/>
                <a:cs typeface="Times New Roman" panose="02020603050405020304" pitchFamily="18" charset="0"/>
              </a:rPr>
              <a:t>involuntary social work</a:t>
            </a:r>
            <a:endParaRPr lang="en-US" dirty="0"/>
          </a:p>
        </p:txBody>
      </p:sp>
      <p:sp>
        <p:nvSpPr>
          <p:cNvPr id="4" name="Date Placeholder 3">
            <a:extLst>
              <a:ext uri="{FF2B5EF4-FFF2-40B4-BE49-F238E27FC236}">
                <a16:creationId xmlns:a16="http://schemas.microsoft.com/office/drawing/2014/main" id="{5C75D4AF-33F1-4A6C-A55A-7E960F1526FC}"/>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D89F4025-D5CE-48C1-B793-3B386EBB596E}"/>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B5C28862-C101-48C9-AFBC-175AF5926DAE}"/>
              </a:ext>
            </a:extLst>
          </p:cNvPr>
          <p:cNvSpPr>
            <a:spLocks noGrp="1"/>
          </p:cNvSpPr>
          <p:nvPr>
            <p:ph type="sldNum" sz="quarter" idx="12"/>
          </p:nvPr>
        </p:nvSpPr>
        <p:spPr/>
        <p:txBody>
          <a:bodyPr/>
          <a:lstStyle/>
          <a:p>
            <a:fld id="{B776CE9F-4BD8-A748-847B-B97BB3C5BACA}" type="slidenum">
              <a:rPr lang="en-US" smtClean="0"/>
              <a:t>9</a:t>
            </a:fld>
            <a:endParaRPr lang="en-US" dirty="0"/>
          </a:p>
        </p:txBody>
      </p:sp>
      <p:pic>
        <p:nvPicPr>
          <p:cNvPr id="7" name="Content Placeholder 3">
            <a:extLst>
              <a:ext uri="{FF2B5EF4-FFF2-40B4-BE49-F238E27FC236}">
                <a16:creationId xmlns:a16="http://schemas.microsoft.com/office/drawing/2014/main" id="{F4BF662B-5531-4478-A865-643E0ED61676}"/>
              </a:ext>
            </a:extLst>
          </p:cNvPr>
          <p:cNvPicPr>
            <a:picLocks noGrp="1" noChangeAspect="1"/>
          </p:cNvPicPr>
          <p:nvPr/>
        </p:nvPicPr>
        <p:blipFill>
          <a:blip r:embed="rId2"/>
          <a:stretch>
            <a:fillRect/>
          </a:stretch>
        </p:blipFill>
        <p:spPr>
          <a:xfrm>
            <a:off x="2002536" y="2139821"/>
            <a:ext cx="7879977" cy="3300733"/>
          </a:xfrm>
          <a:prstGeom prst="rect">
            <a:avLst/>
          </a:prstGeom>
        </p:spPr>
      </p:pic>
    </p:spTree>
    <p:extLst>
      <p:ext uri="{BB962C8B-B14F-4D97-AF65-F5344CB8AC3E}">
        <p14:creationId xmlns:p14="http://schemas.microsoft.com/office/powerpoint/2010/main" val="256007473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B217E-EEFD-456A-986A-AC14173EA18A}"/>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4F82202C-AEA2-4F8A-8D20-D0D6C5319DCC}"/>
              </a:ext>
            </a:extLst>
          </p:cNvPr>
          <p:cNvSpPr>
            <a:spLocks noGrp="1"/>
          </p:cNvSpPr>
          <p:nvPr>
            <p:ph idx="1"/>
          </p:nvPr>
        </p:nvSpPr>
        <p:spPr>
          <a:xfrm>
            <a:off x="650837" y="1735746"/>
            <a:ext cx="10716768" cy="4189925"/>
          </a:xfrm>
        </p:spPr>
        <p:txBody>
          <a:bodyPr/>
          <a:lstStyle/>
          <a:p>
            <a:pPr algn="just"/>
            <a:r>
              <a:rPr lang="en-US" sz="2400" dirty="0">
                <a:latin typeface="Times New Roman" panose="02020603050405020304" pitchFamily="18" charset="0"/>
                <a:cs typeface="Times New Roman" panose="02020603050405020304" pitchFamily="18" charset="0"/>
              </a:rPr>
              <a:t>Involuntary social work involves clients who are mandated to receive services, often due to </a:t>
            </a:r>
            <a:r>
              <a:rPr lang="en-US" sz="2400" b="1" i="1" dirty="0">
                <a:latin typeface="Times New Roman" panose="02020603050405020304" pitchFamily="18" charset="0"/>
                <a:cs typeface="Times New Roman" panose="02020603050405020304" pitchFamily="18" charset="0"/>
              </a:rPr>
              <a:t>legal or safety concerns</a:t>
            </a:r>
            <a:r>
              <a:rPr lang="en-US" sz="2400" dirty="0">
                <a:latin typeface="Times New Roman" panose="02020603050405020304" pitchFamily="18" charset="0"/>
                <a:cs typeface="Times New Roman" panose="02020603050405020304" pitchFamily="18" charset="0"/>
              </a:rPr>
              <a:t>. </a:t>
            </a:r>
          </a:p>
          <a:p>
            <a:pPr algn="just"/>
            <a:r>
              <a:rPr lang="en-US" sz="2400" dirty="0">
                <a:latin typeface="Times New Roman" panose="02020603050405020304" pitchFamily="18" charset="0"/>
                <a:cs typeface="Times New Roman" panose="02020603050405020304" pitchFamily="18" charset="0"/>
              </a:rPr>
              <a:t>This can include cases related to </a:t>
            </a:r>
            <a:r>
              <a:rPr lang="en-US" sz="2400" b="1" i="1" dirty="0">
                <a:latin typeface="Times New Roman" panose="02020603050405020304" pitchFamily="18" charset="0"/>
                <a:cs typeface="Times New Roman" panose="02020603050405020304" pitchFamily="18" charset="0"/>
              </a:rPr>
              <a:t>child protection, mental health crises, or substance abuse. </a:t>
            </a:r>
          </a:p>
          <a:p>
            <a:pPr algn="just"/>
            <a:r>
              <a:rPr lang="en-US" sz="2400" dirty="0">
                <a:latin typeface="Times New Roman" panose="02020603050405020304" pitchFamily="18" charset="0"/>
                <a:cs typeface="Times New Roman" panose="02020603050405020304" pitchFamily="18" charset="0"/>
              </a:rPr>
              <a:t>Involuntary clients may be </a:t>
            </a:r>
            <a:r>
              <a:rPr lang="en-US" sz="2400" b="1" i="1" dirty="0">
                <a:latin typeface="Times New Roman" panose="02020603050405020304" pitchFamily="18" charset="0"/>
                <a:cs typeface="Times New Roman" panose="02020603050405020304" pitchFamily="18" charset="0"/>
              </a:rPr>
              <a:t>resistant or reluctant </a:t>
            </a:r>
            <a:r>
              <a:rPr lang="en-US" sz="2400" dirty="0">
                <a:latin typeface="Times New Roman" panose="02020603050405020304" pitchFamily="18" charset="0"/>
                <a:cs typeface="Times New Roman" panose="02020603050405020304" pitchFamily="18" charset="0"/>
              </a:rPr>
              <a:t>to engage, presenting challenges for social workers. Building trust and rapport can take more time and effort.</a:t>
            </a:r>
          </a:p>
          <a:p>
            <a:pPr algn="just"/>
            <a:r>
              <a:rPr lang="en-US" sz="2400" dirty="0">
                <a:latin typeface="Times New Roman" panose="02020603050405020304" pitchFamily="18" charset="0"/>
                <a:cs typeface="Times New Roman" panose="02020603050405020304" pitchFamily="18" charset="0"/>
              </a:rPr>
              <a:t>Social workers must navigate legal requirements, such as </a:t>
            </a:r>
            <a:r>
              <a:rPr lang="en-US" sz="2400" b="1" i="1" dirty="0">
                <a:latin typeface="Times New Roman" panose="02020603050405020304" pitchFamily="18" charset="0"/>
                <a:cs typeface="Times New Roman" panose="02020603050405020304" pitchFamily="18" charset="0"/>
              </a:rPr>
              <a:t>court orders</a:t>
            </a:r>
            <a:r>
              <a:rPr lang="en-US" sz="2400" dirty="0">
                <a:latin typeface="Times New Roman" panose="02020603050405020304" pitchFamily="18" charset="0"/>
                <a:cs typeface="Times New Roman" panose="02020603050405020304" pitchFamily="18" charset="0"/>
              </a:rPr>
              <a:t>, while also adhering to ethical standards that prioritize client well-being and dignity. </a:t>
            </a:r>
          </a:p>
          <a:p>
            <a:pPr algn="just"/>
            <a:r>
              <a:rPr lang="en-US" sz="2400" dirty="0">
                <a:latin typeface="Times New Roman" panose="02020603050405020304" pitchFamily="18" charset="0"/>
                <a:cs typeface="Times New Roman" panose="02020603050405020304" pitchFamily="18" charset="0"/>
              </a:rPr>
              <a:t>Involuntary social work often includes </a:t>
            </a:r>
            <a:r>
              <a:rPr lang="en-US" sz="2400" b="1" i="1" dirty="0">
                <a:latin typeface="Times New Roman" panose="02020603050405020304" pitchFamily="18" charset="0"/>
                <a:cs typeface="Times New Roman" panose="02020603050405020304" pitchFamily="18" charset="0"/>
              </a:rPr>
              <a:t>comprehensive risk assessments </a:t>
            </a:r>
            <a:r>
              <a:rPr lang="en-US" sz="2400" dirty="0">
                <a:latin typeface="Times New Roman" panose="02020603050405020304" pitchFamily="18" charset="0"/>
                <a:cs typeface="Times New Roman" panose="02020603050405020304" pitchFamily="18" charset="0"/>
              </a:rPr>
              <a:t>to ensure the safety of clients and others, guiding intervention strategies and decisions.</a:t>
            </a:r>
          </a:p>
        </p:txBody>
      </p:sp>
      <p:sp>
        <p:nvSpPr>
          <p:cNvPr id="4" name="Date Placeholder 3">
            <a:extLst>
              <a:ext uri="{FF2B5EF4-FFF2-40B4-BE49-F238E27FC236}">
                <a16:creationId xmlns:a16="http://schemas.microsoft.com/office/drawing/2014/main" id="{C308B590-DEEB-4F89-AEE7-211D848F5323}"/>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8C9DD71F-44D5-4176-8FCE-A4F587E73DFA}"/>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0ECDE195-0440-484D-BB71-B9004CACB4D2}"/>
              </a:ext>
            </a:extLst>
          </p:cNvPr>
          <p:cNvSpPr>
            <a:spLocks noGrp="1"/>
          </p:cNvSpPr>
          <p:nvPr>
            <p:ph type="sldNum" sz="quarter" idx="12"/>
          </p:nvPr>
        </p:nvSpPr>
        <p:spPr/>
        <p:txBody>
          <a:bodyPr/>
          <a:lstStyle/>
          <a:p>
            <a:fld id="{B776CE9F-4BD8-A748-847B-B97BB3C5BACA}" type="slidenum">
              <a:rPr lang="en-US" smtClean="0"/>
              <a:t>10</a:t>
            </a:fld>
            <a:endParaRPr lang="en-US" dirty="0"/>
          </a:p>
        </p:txBody>
      </p:sp>
    </p:spTree>
    <p:extLst>
      <p:ext uri="{BB962C8B-B14F-4D97-AF65-F5344CB8AC3E}">
        <p14:creationId xmlns:p14="http://schemas.microsoft.com/office/powerpoint/2010/main" val="428616152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F21B75-9A68-42C3-A122-1863B7E1873E}"/>
              </a:ext>
            </a:extLst>
          </p:cNvPr>
          <p:cNvSpPr>
            <a:spLocks noGrp="1"/>
          </p:cNvSpPr>
          <p:nvPr>
            <p:ph type="title"/>
          </p:nvPr>
        </p:nvSpPr>
        <p:spPr>
          <a:xfrm>
            <a:off x="589788" y="736092"/>
            <a:ext cx="11000232" cy="713232"/>
          </a:xfrm>
        </p:spPr>
        <p:txBody>
          <a:bodyPr/>
          <a:lstStyle/>
          <a:p>
            <a:r>
              <a:rPr lang="en-US" b="1" dirty="0">
                <a:latin typeface="Times New Roman" panose="02020603050405020304" pitchFamily="18" charset="0"/>
                <a:cs typeface="Times New Roman" panose="02020603050405020304" pitchFamily="18" charset="0"/>
              </a:rPr>
              <a:t>Key Differences Consent</a:t>
            </a:r>
          </a:p>
        </p:txBody>
      </p:sp>
      <p:sp>
        <p:nvSpPr>
          <p:cNvPr id="3" name="Content Placeholder 2">
            <a:extLst>
              <a:ext uri="{FF2B5EF4-FFF2-40B4-BE49-F238E27FC236}">
                <a16:creationId xmlns:a16="http://schemas.microsoft.com/office/drawing/2014/main" id="{E3112613-89F2-4478-9F5F-FF0B7C23435E}"/>
              </a:ext>
            </a:extLst>
          </p:cNvPr>
          <p:cNvSpPr>
            <a:spLocks noGrp="1"/>
          </p:cNvSpPr>
          <p:nvPr>
            <p:ph idx="1"/>
          </p:nvPr>
        </p:nvSpPr>
        <p:spPr/>
        <p:txBody>
          <a:bodyPr/>
          <a:lstStyle/>
          <a:p>
            <a:pPr algn="just"/>
            <a:r>
              <a:rPr lang="en-US" sz="2400" dirty="0">
                <a:latin typeface="Times New Roman" panose="02020603050405020304" pitchFamily="18" charset="0"/>
                <a:cs typeface="Times New Roman" panose="02020603050405020304" pitchFamily="18" charset="0"/>
              </a:rPr>
              <a:t> Voluntary social work is based on </a:t>
            </a:r>
            <a:r>
              <a:rPr lang="en-US" sz="2400" b="1" i="1" dirty="0">
                <a:latin typeface="Times New Roman" panose="02020603050405020304" pitchFamily="18" charset="0"/>
                <a:cs typeface="Times New Roman" panose="02020603050405020304" pitchFamily="18" charset="0"/>
              </a:rPr>
              <a:t>informed consent and collaboration</a:t>
            </a:r>
            <a:r>
              <a:rPr lang="en-US" sz="2400" dirty="0">
                <a:latin typeface="Times New Roman" panose="02020603050405020304" pitchFamily="18" charset="0"/>
                <a:cs typeface="Times New Roman" panose="02020603050405020304" pitchFamily="18" charset="0"/>
              </a:rPr>
              <a:t>, while involuntary social work may involve </a:t>
            </a:r>
            <a:r>
              <a:rPr lang="en-US" sz="2400" b="1" i="1" dirty="0">
                <a:latin typeface="Times New Roman" panose="02020603050405020304" pitchFamily="18" charset="0"/>
                <a:cs typeface="Times New Roman" panose="02020603050405020304" pitchFamily="18" charset="0"/>
              </a:rPr>
              <a:t>legal mandates.</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Voluntary clients are typically more </a:t>
            </a:r>
            <a:r>
              <a:rPr lang="en-US" sz="2400" b="1" i="1" dirty="0">
                <a:latin typeface="Times New Roman" panose="02020603050405020304" pitchFamily="18" charset="0"/>
                <a:cs typeface="Times New Roman" panose="02020603050405020304" pitchFamily="18" charset="0"/>
              </a:rPr>
              <a:t>engaged and motivated</a:t>
            </a:r>
            <a:r>
              <a:rPr lang="en-US" sz="2400" dirty="0">
                <a:latin typeface="Times New Roman" panose="02020603050405020304" pitchFamily="18" charset="0"/>
                <a:cs typeface="Times New Roman" panose="02020603050405020304" pitchFamily="18" charset="0"/>
              </a:rPr>
              <a:t>, whereas involuntary clients may need </a:t>
            </a:r>
            <a:r>
              <a:rPr lang="en-US" sz="2400" b="1" i="1" dirty="0">
                <a:latin typeface="Times New Roman" panose="02020603050405020304" pitchFamily="18" charset="0"/>
                <a:cs typeface="Times New Roman" panose="02020603050405020304" pitchFamily="18" charset="0"/>
              </a:rPr>
              <a:t>additional support </a:t>
            </a:r>
            <a:r>
              <a:rPr lang="en-US" sz="2400" dirty="0">
                <a:latin typeface="Times New Roman" panose="02020603050405020304" pitchFamily="18" charset="0"/>
                <a:cs typeface="Times New Roman" panose="02020603050405020304" pitchFamily="18" charset="0"/>
              </a:rPr>
              <a:t>to engage meaningfully.</a:t>
            </a:r>
          </a:p>
          <a:p>
            <a:pPr algn="just"/>
            <a:endParaRPr lang="en-US" sz="2400" dirty="0">
              <a:latin typeface="Times New Roman" panose="02020603050405020304" pitchFamily="18" charset="0"/>
              <a:cs typeface="Times New Roman" panose="02020603050405020304" pitchFamily="18" charset="0"/>
            </a:endParaRPr>
          </a:p>
          <a:p>
            <a:pPr algn="just"/>
            <a:r>
              <a:rPr lang="en-US" sz="2400" dirty="0">
                <a:latin typeface="Times New Roman" panose="02020603050405020304" pitchFamily="18" charset="0"/>
                <a:cs typeface="Times New Roman" panose="02020603050405020304" pitchFamily="18" charset="0"/>
              </a:rPr>
              <a:t>The goals in voluntary work are often set collaboratively, while in involuntary work, goals may be influenced by external factors, such as </a:t>
            </a:r>
            <a:r>
              <a:rPr lang="en-US" sz="2400" b="1" i="1" dirty="0">
                <a:latin typeface="Times New Roman" panose="02020603050405020304" pitchFamily="18" charset="0"/>
                <a:cs typeface="Times New Roman" panose="02020603050405020304" pitchFamily="18" charset="0"/>
              </a:rPr>
              <a:t>legal requirements or safety concerns.</a:t>
            </a:r>
          </a:p>
        </p:txBody>
      </p:sp>
      <p:sp>
        <p:nvSpPr>
          <p:cNvPr id="4" name="Date Placeholder 3">
            <a:extLst>
              <a:ext uri="{FF2B5EF4-FFF2-40B4-BE49-F238E27FC236}">
                <a16:creationId xmlns:a16="http://schemas.microsoft.com/office/drawing/2014/main" id="{2CA425CD-8294-4357-BBC2-113B02151557}"/>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1DE3028F-123F-4B31-8382-B752188B5F59}"/>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CB1D7A4B-7624-412A-AE23-BDC0EBC4A5DC}"/>
              </a:ext>
            </a:extLst>
          </p:cNvPr>
          <p:cNvSpPr>
            <a:spLocks noGrp="1"/>
          </p:cNvSpPr>
          <p:nvPr>
            <p:ph type="sldNum" sz="quarter" idx="12"/>
          </p:nvPr>
        </p:nvSpPr>
        <p:spPr/>
        <p:txBody>
          <a:bodyPr/>
          <a:lstStyle/>
          <a:p>
            <a:fld id="{B776CE9F-4BD8-A748-847B-B97BB3C5BACA}" type="slidenum">
              <a:rPr lang="en-US" smtClean="0"/>
              <a:t>11</a:t>
            </a:fld>
            <a:endParaRPr lang="en-US" dirty="0"/>
          </a:p>
        </p:txBody>
      </p:sp>
    </p:spTree>
    <p:extLst>
      <p:ext uri="{BB962C8B-B14F-4D97-AF65-F5344CB8AC3E}">
        <p14:creationId xmlns:p14="http://schemas.microsoft.com/office/powerpoint/2010/main" val="17715392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Picture Placeholder 8">
            <a:extLst>
              <a:ext uri="{FF2B5EF4-FFF2-40B4-BE49-F238E27FC236}">
                <a16:creationId xmlns:a16="http://schemas.microsoft.com/office/drawing/2014/main" id="{E779508C-FBA1-42CC-B1D1-CF6043025FBD}"/>
              </a:ext>
            </a:extLst>
          </p:cNvPr>
          <p:cNvSpPr>
            <a:spLocks noGrp="1"/>
          </p:cNvSpPr>
          <p:nvPr>
            <p:ph type="pic" sz="quarter" idx="10"/>
          </p:nvPr>
        </p:nvSpPr>
        <p:spPr/>
      </p:sp>
      <p:sp>
        <p:nvSpPr>
          <p:cNvPr id="7" name="Title 6">
            <a:extLst>
              <a:ext uri="{FF2B5EF4-FFF2-40B4-BE49-F238E27FC236}">
                <a16:creationId xmlns:a16="http://schemas.microsoft.com/office/drawing/2014/main" id="{A36E8A11-8AF4-4A57-BB51-33650FC7E680}"/>
              </a:ext>
            </a:extLst>
          </p:cNvPr>
          <p:cNvSpPr>
            <a:spLocks noGrp="1"/>
          </p:cNvSpPr>
          <p:nvPr>
            <p:ph type="ctrTitle"/>
          </p:nvPr>
        </p:nvSpPr>
        <p:spPr/>
        <p:txBody>
          <a:bodyPr/>
          <a:lstStyle/>
          <a:p>
            <a:r>
              <a:rPr lang="en-US" sz="4400" b="1" i="1" dirty="0">
                <a:latin typeface="Times New Roman" panose="02020603050405020304" pitchFamily="18" charset="0"/>
                <a:cs typeface="Times New Roman" panose="02020603050405020304" pitchFamily="18" charset="0"/>
              </a:rPr>
              <a:t>Social Policy triangle </a:t>
            </a:r>
            <a:endParaRPr lang="en-US" sz="4400" i="1" dirty="0"/>
          </a:p>
        </p:txBody>
      </p:sp>
    </p:spTree>
    <p:extLst>
      <p:ext uri="{BB962C8B-B14F-4D97-AF65-F5344CB8AC3E}">
        <p14:creationId xmlns:p14="http://schemas.microsoft.com/office/powerpoint/2010/main" val="270908851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E63959-1228-4CB5-AE88-E0CD143E4828}"/>
              </a:ext>
            </a:extLst>
          </p:cNvPr>
          <p:cNvSpPr>
            <a:spLocks noGrp="1"/>
          </p:cNvSpPr>
          <p:nvPr>
            <p:ph type="title"/>
          </p:nvPr>
        </p:nvSpPr>
        <p:spPr/>
        <p:txBody>
          <a:bodyPr/>
          <a:lstStyle/>
          <a:p>
            <a:endParaRPr lang="en-US"/>
          </a:p>
        </p:txBody>
      </p:sp>
      <p:sp>
        <p:nvSpPr>
          <p:cNvPr id="3" name="Content Placeholder 2">
            <a:extLst>
              <a:ext uri="{FF2B5EF4-FFF2-40B4-BE49-F238E27FC236}">
                <a16:creationId xmlns:a16="http://schemas.microsoft.com/office/drawing/2014/main" id="{BC2EC5E9-4AAB-4403-B9E7-CB6D80CBDF83}"/>
              </a:ext>
            </a:extLst>
          </p:cNvPr>
          <p:cNvSpPr>
            <a:spLocks noGrp="1"/>
          </p:cNvSpPr>
          <p:nvPr>
            <p:ph idx="1"/>
          </p:nvPr>
        </p:nvSpPr>
        <p:spPr/>
        <p:txBody>
          <a:bodyPr/>
          <a:lstStyle/>
          <a:p>
            <a:pPr marL="0" indent="0" algn="just">
              <a:buNone/>
            </a:pPr>
            <a:r>
              <a:rPr lang="en-US" sz="1800" dirty="0">
                <a:latin typeface="Times New Roman" panose="02020603050405020304" pitchFamily="18" charset="0"/>
                <a:cs typeface="Times New Roman" panose="02020603050405020304" pitchFamily="18" charset="0"/>
              </a:rPr>
              <a:t>The Social Policy Triangle, framed around </a:t>
            </a:r>
            <a:r>
              <a:rPr lang="en-US" sz="1800" b="1" dirty="0">
                <a:latin typeface="Times New Roman" panose="02020603050405020304" pitchFamily="18" charset="0"/>
                <a:cs typeface="Times New Roman" panose="02020603050405020304" pitchFamily="18" charset="0"/>
              </a:rPr>
              <a:t>Well-being</a:t>
            </a:r>
            <a:r>
              <a:rPr lang="en-US" sz="1800" dirty="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Economy</a:t>
            </a:r>
            <a:r>
              <a:rPr lang="en-US" sz="1800" dirty="0">
                <a:latin typeface="Times New Roman" panose="02020603050405020304" pitchFamily="18" charset="0"/>
                <a:cs typeface="Times New Roman" panose="02020603050405020304" pitchFamily="18" charset="0"/>
              </a:rPr>
              <a:t>, and </a:t>
            </a:r>
            <a:r>
              <a:rPr lang="en-US" sz="1800" b="1" dirty="0">
                <a:latin typeface="Times New Roman" panose="02020603050405020304" pitchFamily="18" charset="0"/>
                <a:cs typeface="Times New Roman" panose="02020603050405020304" pitchFamily="18" charset="0"/>
              </a:rPr>
              <a:t>Responsibility</a:t>
            </a:r>
            <a:r>
              <a:rPr lang="en-US" sz="1800" dirty="0">
                <a:latin typeface="Times New Roman" panose="02020603050405020304" pitchFamily="18" charset="0"/>
                <a:cs typeface="Times New Roman" panose="02020603050405020304" pitchFamily="18" charset="0"/>
              </a:rPr>
              <a:t>, provides a comprehensive view of how these elements interact in shaping social policies and services.</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1. Well-being</a:t>
            </a:r>
          </a:p>
          <a:p>
            <a:pPr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Definition</a:t>
            </a:r>
            <a:r>
              <a:rPr lang="en-US" sz="1800" dirty="0">
                <a:latin typeface="Times New Roman" panose="02020603050405020304" pitchFamily="18" charset="0"/>
                <a:cs typeface="Times New Roman" panose="02020603050405020304" pitchFamily="18" charset="0"/>
              </a:rPr>
              <a:t>: Refers to the overall quality of life of individuals and communities, encompassing physical, mental, emotional, and social health.</a:t>
            </a:r>
          </a:p>
          <a:p>
            <a:pPr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Role in Policy</a:t>
            </a:r>
            <a:r>
              <a:rPr lang="en-US" sz="1800" dirty="0">
                <a:latin typeface="Times New Roman" panose="02020603050405020304" pitchFamily="18" charset="0"/>
                <a:cs typeface="Times New Roman" panose="02020603050405020304" pitchFamily="18" charset="0"/>
              </a:rPr>
              <a:t>: Policies aimed at enhancing well-being focus on providing access to essential services like healthcare, education, housing, and social support. They seek to improve life outcomes and ensure that all individuals can thrive.</a:t>
            </a:r>
          </a:p>
          <a:p>
            <a:pPr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Examples</a:t>
            </a:r>
            <a:r>
              <a:rPr lang="en-US" sz="1800" dirty="0">
                <a:latin typeface="Times New Roman" panose="02020603050405020304" pitchFamily="18" charset="0"/>
                <a:cs typeface="Times New Roman" panose="02020603050405020304" pitchFamily="18" charset="0"/>
              </a:rPr>
              <a:t>: Mental health initiatives, programs for vulnerable populations, and community wellness programs.</a:t>
            </a:r>
          </a:p>
          <a:p>
            <a:endParaRPr lang="en-US" dirty="0"/>
          </a:p>
        </p:txBody>
      </p:sp>
      <p:sp>
        <p:nvSpPr>
          <p:cNvPr id="4" name="Date Placeholder 3">
            <a:extLst>
              <a:ext uri="{FF2B5EF4-FFF2-40B4-BE49-F238E27FC236}">
                <a16:creationId xmlns:a16="http://schemas.microsoft.com/office/drawing/2014/main" id="{858FD1B5-66DD-4C45-A6A5-400EA78DAB13}"/>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48C41FCC-B9B8-4799-ADE1-3AF2E91BC6B7}"/>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5EE5333F-BD96-4FF5-856B-054584DCF185}"/>
              </a:ext>
            </a:extLst>
          </p:cNvPr>
          <p:cNvSpPr>
            <a:spLocks noGrp="1"/>
          </p:cNvSpPr>
          <p:nvPr>
            <p:ph type="sldNum" sz="quarter" idx="12"/>
          </p:nvPr>
        </p:nvSpPr>
        <p:spPr/>
        <p:txBody>
          <a:bodyPr/>
          <a:lstStyle/>
          <a:p>
            <a:fld id="{B776CE9F-4BD8-A748-847B-B97BB3C5BACA}" type="slidenum">
              <a:rPr lang="en-US" smtClean="0"/>
              <a:t>13</a:t>
            </a:fld>
            <a:endParaRPr lang="en-US" dirty="0"/>
          </a:p>
        </p:txBody>
      </p:sp>
    </p:spTree>
    <p:extLst>
      <p:ext uri="{BB962C8B-B14F-4D97-AF65-F5344CB8AC3E}">
        <p14:creationId xmlns:p14="http://schemas.microsoft.com/office/powerpoint/2010/main" val="33783273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4B3283-C1C2-4C38-9060-99F2E52187CD}"/>
              </a:ext>
            </a:extLst>
          </p:cNvPr>
          <p:cNvSpPr>
            <a:spLocks noGrp="1"/>
          </p:cNvSpPr>
          <p:nvPr>
            <p:ph idx="1"/>
          </p:nvPr>
        </p:nvSpPr>
        <p:spPr>
          <a:xfrm>
            <a:off x="731520" y="618565"/>
            <a:ext cx="10716768" cy="5425619"/>
          </a:xfrm>
        </p:spPr>
        <p:txBody>
          <a:bodyPr/>
          <a:lstStyle/>
          <a:p>
            <a:pPr marL="0" indent="0" algn="just">
              <a:buNone/>
            </a:pPr>
            <a:r>
              <a:rPr lang="en-US" sz="1800" b="1" dirty="0">
                <a:latin typeface="Times New Roman" panose="02020603050405020304" pitchFamily="18" charset="0"/>
                <a:cs typeface="Times New Roman" panose="02020603050405020304" pitchFamily="18" charset="0"/>
              </a:rPr>
              <a:t>2. Economy</a:t>
            </a:r>
          </a:p>
          <a:p>
            <a:pPr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Definition</a:t>
            </a:r>
            <a:r>
              <a:rPr lang="en-US" sz="1800" dirty="0">
                <a:latin typeface="Times New Roman" panose="02020603050405020304" pitchFamily="18" charset="0"/>
                <a:cs typeface="Times New Roman" panose="02020603050405020304" pitchFamily="18" charset="0"/>
              </a:rPr>
              <a:t>: Represents the financial systems and structures that influence resource allocation, employment, and overall economic health.</a:t>
            </a:r>
          </a:p>
          <a:p>
            <a:pPr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Role in Policy</a:t>
            </a:r>
            <a:r>
              <a:rPr lang="en-US" sz="1800" dirty="0">
                <a:latin typeface="Times New Roman" panose="02020603050405020304" pitchFamily="18" charset="0"/>
                <a:cs typeface="Times New Roman" panose="02020603050405020304" pitchFamily="18" charset="0"/>
              </a:rPr>
              <a:t>: Economic policies directly impact social policies by determining funding for social services, the availability of jobs, and economic stability. Economic growth can lead to increased investments in social programs, while economic downturns often result in cuts to essential services.</a:t>
            </a:r>
          </a:p>
          <a:p>
            <a:pPr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Examples</a:t>
            </a:r>
            <a:r>
              <a:rPr lang="en-US" sz="1800" dirty="0">
                <a:latin typeface="Times New Roman" panose="02020603050405020304" pitchFamily="18" charset="0"/>
                <a:cs typeface="Times New Roman" panose="02020603050405020304" pitchFamily="18" charset="0"/>
              </a:rPr>
              <a:t>: Employment policies, tax structures, and social security systems that provide financial support during unemployment or retirement.</a:t>
            </a:r>
          </a:p>
          <a:p>
            <a:pPr marL="0" indent="0" algn="just">
              <a:buNone/>
            </a:pPr>
            <a:endParaRPr lang="en-US" sz="1800" dirty="0">
              <a:latin typeface="Times New Roman" panose="02020603050405020304" pitchFamily="18" charset="0"/>
              <a:cs typeface="Times New Roman" panose="02020603050405020304" pitchFamily="18" charset="0"/>
            </a:endParaRPr>
          </a:p>
          <a:p>
            <a:pPr marL="0" indent="0" algn="just">
              <a:buNone/>
            </a:pPr>
            <a:r>
              <a:rPr lang="en-US" sz="1800" b="1" dirty="0">
                <a:latin typeface="Times New Roman" panose="02020603050405020304" pitchFamily="18" charset="0"/>
                <a:cs typeface="Times New Roman" panose="02020603050405020304" pitchFamily="18" charset="0"/>
              </a:rPr>
              <a:t>3. Responsibility</a:t>
            </a:r>
          </a:p>
          <a:p>
            <a:pPr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Definition</a:t>
            </a:r>
            <a:r>
              <a:rPr lang="en-US" sz="1800" dirty="0">
                <a:latin typeface="Times New Roman" panose="02020603050405020304" pitchFamily="18" charset="0"/>
                <a:cs typeface="Times New Roman" panose="02020603050405020304" pitchFamily="18" charset="0"/>
              </a:rPr>
              <a:t>: Refers to the obligations of different stakeholders (government, private sector, community, and individuals) in addressing social issues and ensuring well-being.</a:t>
            </a:r>
          </a:p>
          <a:p>
            <a:pPr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Role in Policy</a:t>
            </a:r>
            <a:r>
              <a:rPr lang="en-US" sz="1800" dirty="0">
                <a:latin typeface="Times New Roman" panose="02020603050405020304" pitchFamily="18" charset="0"/>
                <a:cs typeface="Times New Roman" panose="02020603050405020304" pitchFamily="18" charset="0"/>
              </a:rPr>
              <a:t>: Responsibility emphasizes accountability in service delivery and the role of each actor in contributing to social welfare. It includes ethical considerations about how resources are used and who is served by social policies.</a:t>
            </a:r>
          </a:p>
          <a:p>
            <a:pPr algn="just">
              <a:buFont typeface="Arial" panose="020B0604020202020204" pitchFamily="34" charset="0"/>
              <a:buChar char="•"/>
            </a:pPr>
            <a:r>
              <a:rPr lang="en-US" sz="1800" b="1" dirty="0">
                <a:latin typeface="Times New Roman" panose="02020603050405020304" pitchFamily="18" charset="0"/>
                <a:cs typeface="Times New Roman" panose="02020603050405020304" pitchFamily="18" charset="0"/>
              </a:rPr>
              <a:t>Examples</a:t>
            </a:r>
            <a:r>
              <a:rPr lang="en-US" sz="1800" dirty="0">
                <a:latin typeface="Times New Roman" panose="02020603050405020304" pitchFamily="18" charset="0"/>
                <a:cs typeface="Times New Roman" panose="02020603050405020304" pitchFamily="18" charset="0"/>
              </a:rPr>
              <a:t>: Government accountability in service provision, corporate social responsibility initiatives, and community engagement in decision-making processes.</a:t>
            </a:r>
          </a:p>
          <a:p>
            <a:endParaRPr lang="en-US" dirty="0"/>
          </a:p>
        </p:txBody>
      </p:sp>
      <p:sp>
        <p:nvSpPr>
          <p:cNvPr id="4" name="Date Placeholder 3">
            <a:extLst>
              <a:ext uri="{FF2B5EF4-FFF2-40B4-BE49-F238E27FC236}">
                <a16:creationId xmlns:a16="http://schemas.microsoft.com/office/drawing/2014/main" id="{A865A9C0-3917-4C20-A03E-8D4D2A1C7B13}"/>
              </a:ext>
            </a:extLst>
          </p:cNvPr>
          <p:cNvSpPr>
            <a:spLocks noGrp="1"/>
          </p:cNvSpPr>
          <p:nvPr>
            <p:ph type="dt" sz="half" idx="10"/>
          </p:nvPr>
        </p:nvSpPr>
        <p:spPr/>
        <p:txBody>
          <a:bodyPr/>
          <a:lstStyle/>
          <a:p>
            <a:r>
              <a:rPr lang="en-US"/>
              <a:t>20XX</a:t>
            </a:r>
            <a:endParaRPr lang="en-US" dirty="0"/>
          </a:p>
        </p:txBody>
      </p:sp>
      <p:sp>
        <p:nvSpPr>
          <p:cNvPr id="5" name="Footer Placeholder 4">
            <a:extLst>
              <a:ext uri="{FF2B5EF4-FFF2-40B4-BE49-F238E27FC236}">
                <a16:creationId xmlns:a16="http://schemas.microsoft.com/office/drawing/2014/main" id="{D08574B5-032F-4BB0-AA8E-6B17B4EEF7D8}"/>
              </a:ext>
            </a:extLst>
          </p:cNvPr>
          <p:cNvSpPr>
            <a:spLocks noGrp="1"/>
          </p:cNvSpPr>
          <p:nvPr>
            <p:ph type="ftr" sz="quarter" idx="11"/>
          </p:nvPr>
        </p:nvSpPr>
        <p:spPr/>
        <p:txBody>
          <a:bodyPr/>
          <a:lstStyle/>
          <a:p>
            <a:r>
              <a:rPr lang="en-US"/>
              <a:t>Presentation title</a:t>
            </a:r>
            <a:endParaRPr lang="en-US" dirty="0"/>
          </a:p>
        </p:txBody>
      </p:sp>
      <p:sp>
        <p:nvSpPr>
          <p:cNvPr id="6" name="Slide Number Placeholder 5">
            <a:extLst>
              <a:ext uri="{FF2B5EF4-FFF2-40B4-BE49-F238E27FC236}">
                <a16:creationId xmlns:a16="http://schemas.microsoft.com/office/drawing/2014/main" id="{91A09A9D-887B-4451-A13E-BE8390F1989D}"/>
              </a:ext>
            </a:extLst>
          </p:cNvPr>
          <p:cNvSpPr>
            <a:spLocks noGrp="1"/>
          </p:cNvSpPr>
          <p:nvPr>
            <p:ph type="sldNum" sz="quarter" idx="12"/>
          </p:nvPr>
        </p:nvSpPr>
        <p:spPr/>
        <p:txBody>
          <a:bodyPr/>
          <a:lstStyle/>
          <a:p>
            <a:fld id="{B776CE9F-4BD8-A748-847B-B97BB3C5BACA}" type="slidenum">
              <a:rPr lang="en-US" smtClean="0"/>
              <a:t>14</a:t>
            </a:fld>
            <a:endParaRPr lang="en-US" dirty="0"/>
          </a:p>
        </p:txBody>
      </p:sp>
    </p:spTree>
    <p:extLst>
      <p:ext uri="{BB962C8B-B14F-4D97-AF65-F5344CB8AC3E}">
        <p14:creationId xmlns:p14="http://schemas.microsoft.com/office/powerpoint/2010/main" val="25129708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Picture Placeholder 9" descr="Group of flamingos">
            <a:extLst>
              <a:ext uri="{FF2B5EF4-FFF2-40B4-BE49-F238E27FC236}">
                <a16:creationId xmlns:a16="http://schemas.microsoft.com/office/drawing/2014/main" id="{F1D32BEC-50C5-C300-985D-C4FDCCB8B9E8}"/>
              </a:ext>
            </a:extLst>
          </p:cNvPr>
          <p:cNvPicPr>
            <a:picLocks noGrp="1" noChangeAspect="1"/>
          </p:cNvPicPr>
          <p:nvPr>
            <p:ph type="pic" sz="quarter" idx="10"/>
          </p:nvPr>
        </p:nvPicPr>
        <p:blipFill rotWithShape="1">
          <a:blip r:embed="rId2" cstate="email">
            <a:extLst>
              <a:ext uri="{28A0092B-C50C-407E-A947-70E740481C1C}">
                <a14:useLocalDpi xmlns:a14="http://schemas.microsoft.com/office/drawing/2010/main"/>
              </a:ext>
            </a:extLst>
          </a:blip>
          <a:srcRect/>
          <a:stretch/>
        </p:blipFill>
        <p:spPr/>
      </p:pic>
      <p:sp>
        <p:nvSpPr>
          <p:cNvPr id="13" name="Subtitle 12">
            <a:extLst>
              <a:ext uri="{FF2B5EF4-FFF2-40B4-BE49-F238E27FC236}">
                <a16:creationId xmlns:a16="http://schemas.microsoft.com/office/drawing/2014/main" id="{33693D95-5724-F0FE-E4CC-0590AB45C9A1}"/>
              </a:ext>
            </a:extLst>
          </p:cNvPr>
          <p:cNvSpPr>
            <a:spLocks noGrp="1"/>
          </p:cNvSpPr>
          <p:nvPr>
            <p:ph type="subTitle" idx="1"/>
          </p:nvPr>
        </p:nvSpPr>
        <p:spPr/>
        <p:txBody>
          <a:bodyPr/>
          <a:lstStyle/>
          <a:p>
            <a:r>
              <a:rPr lang="en-US" sz="2400" b="1" i="1" dirty="0">
                <a:latin typeface="Times New Roman" panose="02020603050405020304" pitchFamily="18" charset="0"/>
                <a:cs typeface="Times New Roman" panose="02020603050405020304" pitchFamily="18" charset="0"/>
              </a:rPr>
              <a:t>Thankyou </a:t>
            </a:r>
          </a:p>
          <a:p>
            <a:r>
              <a:rPr lang="en-US" sz="2400" b="1" i="1" dirty="0">
                <a:latin typeface="Times New Roman" panose="02020603050405020304" pitchFamily="18" charset="0"/>
                <a:cs typeface="Times New Roman" panose="02020603050405020304" pitchFamily="18" charset="0"/>
              </a:rPr>
              <a:t>Any Questions???</a:t>
            </a:r>
          </a:p>
        </p:txBody>
      </p:sp>
    </p:spTree>
    <p:extLst>
      <p:ext uri="{BB962C8B-B14F-4D97-AF65-F5344CB8AC3E}">
        <p14:creationId xmlns:p14="http://schemas.microsoft.com/office/powerpoint/2010/main" val="1494657989"/>
      </p:ext>
    </p:extLst>
  </p:cSld>
  <p:clrMapOvr>
    <a:masterClrMapping/>
  </p:clrMapOvr>
</p:sld>
</file>

<file path=ppt/theme/theme1.xml><?xml version="1.0" encoding="utf-8"?>
<a:theme xmlns:a="http://schemas.openxmlformats.org/drawingml/2006/main" name="Office Theme">
  <a:themeElements>
    <a:clrScheme name="F5F2EB">
      <a:dk1>
        <a:srgbClr val="000000"/>
      </a:dk1>
      <a:lt1>
        <a:srgbClr val="FFFFFF"/>
      </a:lt1>
      <a:dk2>
        <a:srgbClr val="44546A"/>
      </a:dk2>
      <a:lt2>
        <a:srgbClr val="E7E4E6"/>
      </a:lt2>
      <a:accent1>
        <a:srgbClr val="D96564"/>
      </a:accent1>
      <a:accent2>
        <a:srgbClr val="108669"/>
      </a:accent2>
      <a:accent3>
        <a:srgbClr val="84B278"/>
      </a:accent3>
      <a:accent4>
        <a:srgbClr val="F5F2EB"/>
      </a:accent4>
      <a:accent5>
        <a:srgbClr val="E89284"/>
      </a:accent5>
      <a:accent6>
        <a:srgbClr val="004D1C"/>
      </a:accent6>
      <a:hlink>
        <a:srgbClr val="108669"/>
      </a:hlink>
      <a:folHlink>
        <a:srgbClr val="D96564"/>
      </a:folHlink>
    </a:clrScheme>
    <a:fontScheme name="Custom 38">
      <a:majorFont>
        <a:latin typeface="Posterama"/>
        <a:ea typeface=""/>
        <a:cs typeface=""/>
      </a:majorFont>
      <a:minorFont>
        <a:latin typeface="Georgia Pr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Feathered_Design_Win32_SW_v12" id="{1AD134C9-4A31-4CB6-9F7D-29B35BD6EC68}" vid="{E7B7B4BC-1E73-4387-8610-DDF68B5613A3}"/>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_ip_UnifiedCompliancePolicyUIAction xmlns="http://schemas.microsoft.com/sharepoint/v3" xsi:nil="true"/>
    <Image xmlns="71af3243-3dd4-4a8d-8c0d-dd76da1f02a5">
      <Url xsi:nil="true"/>
      <Description xsi:nil="true"/>
    </Image>
    <Status xmlns="71af3243-3dd4-4a8d-8c0d-dd76da1f02a5">Not started</Status>
    <Background xmlns="71af3243-3dd4-4a8d-8c0d-dd76da1f02a5">false</Background>
    <_ip_UnifiedCompliancePolicyProperties xmlns="http://schemas.microsoft.com/sharepoint/v3" xsi:nil="true"/>
    <ImageTagsTaxHTField xmlns="71af3243-3dd4-4a8d-8c0d-dd76da1f02a5">
      <Terms xmlns="http://schemas.microsoft.com/office/infopath/2007/PartnerControls"/>
    </ImageTagsTaxHTField>
    <TaxCatchAll xmlns="230e9df3-be65-4c73-a93b-d1236ebd677e" xsi:nil="true"/>
    <MediaServiceKeyPoints xmlns="71af3243-3dd4-4a8d-8c0d-dd76da1f02a5" xsi:nil="true"/>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79F111ED35F8CC479449609E8A0923A6" ma:contentTypeVersion="25" ma:contentTypeDescription="Create a new document." ma:contentTypeScope="" ma:versionID="e02306daf00165b375dc6a58966960be">
  <xsd:schema xmlns:xsd="http://www.w3.org/2001/XMLSchema" xmlns:xs="http://www.w3.org/2001/XMLSchema" xmlns:p="http://schemas.microsoft.com/office/2006/metadata/properties" xmlns:ns1="http://schemas.microsoft.com/sharepoint/v3" xmlns:ns2="71af3243-3dd4-4a8d-8c0d-dd76da1f02a5" xmlns:ns3="16c05727-aa75-4e4a-9b5f-8a80a1165891" xmlns:ns4="230e9df3-be65-4c73-a93b-d1236ebd677e" targetNamespace="http://schemas.microsoft.com/office/2006/metadata/properties" ma:root="true" ma:fieldsID="df88fb76bf5f555224557953949c1ec9" ns1:_="" ns2:_="" ns3:_="" ns4:_="">
    <xsd:import namespace="http://schemas.microsoft.com/sharepoint/v3"/>
    <xsd:import namespace="71af3243-3dd4-4a8d-8c0d-dd76da1f02a5"/>
    <xsd:import namespace="16c05727-aa75-4e4a-9b5f-8a80a1165891"/>
    <xsd:import namespace="230e9df3-be65-4c73-a93b-d1236ebd677e"/>
    <xsd:element name="properties">
      <xsd:complexType>
        <xsd:sequence>
          <xsd:element name="documentManagement">
            <xsd:complexType>
              <xsd:all>
                <xsd:element ref="ns2:Status" minOccurs="0"/>
                <xsd:element ref="ns2:Image" minOccurs="0"/>
                <xsd:element ref="ns2:MediaServiceMetadata" minOccurs="0"/>
                <xsd:element ref="ns2:MediaServiceFastMetadata" minOccurs="0"/>
                <xsd:element ref="ns2:MediaServiceOCR" minOccurs="0"/>
                <xsd:element ref="ns2:MediaServiceAutoTags" minOccurs="0"/>
                <xsd:element ref="ns2:MediaServiceEventHashCode" minOccurs="0"/>
                <xsd:element ref="ns2:MediaServiceGenerationTime" minOccurs="0"/>
                <xsd:element ref="ns3:SharedWithUsers" minOccurs="0"/>
                <xsd:element ref="ns3:SharedWithDetails" minOccurs="0"/>
                <xsd:element ref="ns2:MediaServiceAutoKeyPoints" minOccurs="0"/>
                <xsd:element ref="ns2:MediaServiceKeyPoints" minOccurs="0"/>
                <xsd:element ref="ns2:MediaServiceDateTaken" minOccurs="0"/>
                <xsd:element ref="ns1:_ip_UnifiedCompliancePolicyProperties" minOccurs="0"/>
                <xsd:element ref="ns1:_ip_UnifiedCompliancePolicyUIAction" minOccurs="0"/>
                <xsd:element ref="ns4:TaxCatchAll" minOccurs="0"/>
                <xsd:element ref="ns2:ImageTagsTaxHTField" minOccurs="0"/>
                <xsd:element ref="ns2:MediaServiceLocation" minOccurs="0"/>
                <xsd:element ref="ns2:MediaLengthInSeconds" minOccurs="0"/>
                <xsd:element ref="ns2:Background" minOccurs="0"/>
                <xsd:element ref="ns2: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20" nillable="true" ma:displayName="Unified Compliance Policy Properties" ma:hidden="true" ma:internalName="_ip_UnifiedCompliancePolicyProperties" ma:readOnly="false">
      <xsd:simpleType>
        <xsd:restriction base="dms:Note"/>
      </xsd:simpleType>
    </xsd:element>
    <xsd:element name="_ip_UnifiedCompliancePolicyUIAction" ma:index="21" nillable="true" ma:displayName="Unified Compliance Policy UI Action" ma:hidden="true" ma:internalName="_ip_UnifiedCompliancePolicyUIAction" ma:readOnly="fals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71af3243-3dd4-4a8d-8c0d-dd76da1f02a5" elementFormDefault="qualified">
    <xsd:import namespace="http://schemas.microsoft.com/office/2006/documentManagement/types"/>
    <xsd:import namespace="http://schemas.microsoft.com/office/infopath/2007/PartnerControls"/>
    <xsd:element name="Status" ma:index="2" nillable="true" ma:displayName="Status" ma:default="Not started" ma:format="Dropdown" ma:internalName="Status" ma:readOnly="false">
      <xsd:simpleType>
        <xsd:restriction base="dms:Choice">
          <xsd:enumeration value="Not started"/>
          <xsd:enumeration value="In Progress"/>
          <xsd:enumeration value="Completed"/>
        </xsd:restriction>
      </xsd:simpleType>
    </xsd:element>
    <xsd:element name="Image" ma:index="3" nillable="true" ma:displayName="Image" ma:format="Image" ma:internalName="Image" ma:readOnly="false">
      <xsd:complexType>
        <xsd:complexContent>
          <xsd:extension base="dms:URL">
            <xsd:sequence>
              <xsd:element name="Url" type="dms:ValidUrl" minOccurs="0" nillable="true"/>
              <xsd:element name="Description" type="xsd:string" nillable="true"/>
            </xsd:sequence>
          </xsd:extension>
        </xsd:complexContent>
      </xsd:complexType>
    </xsd:element>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OCR" ma:index="10" nillable="true" ma:displayName="MediaServiceOCR" ma:hidden="true" ma:internalName="MediaServiceOCR" ma:readOnly="true">
      <xsd:simpleType>
        <xsd:restriction base="dms:Note"/>
      </xsd:simpleType>
    </xsd:element>
    <xsd:element name="MediaServiceAutoTags" ma:index="11" nillable="true" ma:displayName="MediaServiceAutoTags" ma:hidden="true" ma:internalName="MediaServiceAutoTags" ma:readOnly="true">
      <xsd:simpleType>
        <xsd:restriction base="dms:Text"/>
      </xsd:simpleType>
    </xsd:element>
    <xsd:element name="MediaServiceEventHashCode" ma:index="12" nillable="true" ma:displayName="MediaServiceEventHashCode" ma:hidden="true" ma:internalName="MediaServiceEventHashCode"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AutoKeyPoints" ma:index="16" nillable="true" ma:displayName="MediaServiceAutoKeyPoints" ma:hidden="true" ma:internalName="MediaServiceAutoKeyPoints" ma:readOnly="true">
      <xsd:simpleType>
        <xsd:restriction base="dms:Note"/>
      </xsd:simpleType>
    </xsd:element>
    <xsd:element name="MediaServiceKeyPoints" ma:index="17" nillable="true" ma:displayName="KeyPoints" ma:hidden="true" ma:internalName="MediaServiceKeyPoints" ma:readOnly="false">
      <xsd:simpleType>
        <xsd:restriction base="dms:Note"/>
      </xsd:simpleType>
    </xsd:element>
    <xsd:element name="MediaServiceDateTaken" ma:index="18" nillable="true" ma:displayName="MediaServiceDateTaken" ma:hidden="true" ma:internalName="MediaServiceDateTaken" ma:readOnly="true">
      <xsd:simpleType>
        <xsd:restriction base="dms:Text"/>
      </xsd:simpleType>
    </xsd:element>
    <xsd:element name="ImageTagsTaxHTField" ma:index="25" nillable="true" ma:taxonomy="true" ma:internalName="ImageTagsTaxHTField" ma:taxonomyFieldName="MediaServiceImageTags" ma:displayName="Image Tags" ma:readOnly="false" ma:fieldId="{5cf76f15-5ced-4ddc-b409-7134ff3c332f}" ma:taxonomyMulti="true" ma:sspId="e385fb40-52d4-4fae-9c5b-3e8ff8a5878e" ma:termSetId="09814cd3-568e-fe90-9814-8d621ff8fb84" ma:anchorId="fba54fb3-c3e1-fe81-a776-ca4b69148c4d" ma:open="true" ma:isKeyword="false">
      <xsd:complexType>
        <xsd:sequence>
          <xsd:element ref="pc:Terms" minOccurs="0" maxOccurs="1"/>
        </xsd:sequence>
      </xsd:complexType>
    </xsd:element>
    <xsd:element name="MediaServiceLocation" ma:index="26" nillable="true" ma:displayName="Location" ma:hidden="true" ma:internalName="MediaServiceLocation" ma:readOnly="true">
      <xsd:simpleType>
        <xsd:restriction base="dms:Text"/>
      </xsd:simpleType>
    </xsd:element>
    <xsd:element name="MediaLengthInSeconds" ma:index="27" nillable="true" ma:displayName="MediaLengthInSeconds" ma:hidden="true" ma:internalName="MediaLengthInSeconds" ma:readOnly="true">
      <xsd:simpleType>
        <xsd:restriction base="dms:Unknown"/>
      </xsd:simpleType>
    </xsd:element>
    <xsd:element name="Background" ma:index="28" nillable="true" ma:displayName="Background" ma:default="0" ma:format="Dropdown" ma:internalName="Background">
      <xsd:simpleType>
        <xsd:restriction base="dms:Boolean"/>
      </xsd:simpleType>
    </xsd:element>
    <xsd:element name="MediaServiceSearchProperties" ma:index="29" nillable="true" ma:displayName="MediaServiceSearchProperties" ma:hidden="true" ma:internalName="MediaServiceSearchPropertie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6c05727-aa75-4e4a-9b5f-8a80a1165891" elementFormDefault="qualified">
    <xsd:import namespace="http://schemas.microsoft.com/office/2006/documentManagement/types"/>
    <xsd:import namespace="http://schemas.microsoft.com/office/infopath/2007/PartnerControls"/>
    <xsd:element name="SharedWithUsers" ma:index="14" nillable="true" ma:displayName="Shared With" ma:hidden="true"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5" nillable="true" ma:displayName="Shared With Details" ma:hidden="true" ma:internalName="SharedWithDetails"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230e9df3-be65-4c73-a93b-d1236ebd677e" elementFormDefault="qualified">
    <xsd:import namespace="http://schemas.microsoft.com/office/2006/documentManagement/types"/>
    <xsd:import namespace="http://schemas.microsoft.com/office/infopath/2007/PartnerControls"/>
    <xsd:element name="TaxCatchAll" ma:index="23" nillable="true" ma:displayName="Taxonomy Catch All Column" ma:hidden="true" ma:list="{3f6bfcbc-3db3-4ae6-bd76-326f0798ad28}" ma:internalName="TaxCatchAll" ma:readOnly="false" ma:showField="CatchAllData" ma:web="16c05727-aa75-4e4a-9b5f-8a80a1165891">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displayName="Content Type"/>
        <xsd:element ref="dc:title" minOccurs="0" maxOccurs="1" ma:index="1"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D453791F-F5A3-4DD5-A653-7AA42E82FCC4}">
  <ds:schemaRefs>
    <ds:schemaRef ds:uri="http://schemas.microsoft.com/sharepoint/v3/contenttype/forms"/>
  </ds:schemaRefs>
</ds:datastoreItem>
</file>

<file path=customXml/itemProps2.xml><?xml version="1.0" encoding="utf-8"?>
<ds:datastoreItem xmlns:ds="http://schemas.openxmlformats.org/officeDocument/2006/customXml" ds:itemID="{BFFE8F7C-40E7-4230-B95E-A7E489894944}">
  <ds:schemaRefs>
    <ds:schemaRef ds:uri="http://schemas.microsoft.com/office/2006/metadata/properties"/>
    <ds:schemaRef ds:uri="http://schemas.microsoft.com/office/infopath/2007/PartnerControls"/>
    <ds:schemaRef ds:uri="http://schemas.microsoft.com/sharepoint/v3"/>
    <ds:schemaRef ds:uri="71af3243-3dd4-4a8d-8c0d-dd76da1f02a5"/>
    <ds:schemaRef ds:uri="230e9df3-be65-4c73-a93b-d1236ebd677e"/>
  </ds:schemaRefs>
</ds:datastoreItem>
</file>

<file path=customXml/itemProps3.xml><?xml version="1.0" encoding="utf-8"?>
<ds:datastoreItem xmlns:ds="http://schemas.openxmlformats.org/officeDocument/2006/customXml" ds:itemID="{579A01C8-E43C-4B02-93C6-A94C3FE5F39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microsoft.com/sharepoint/v3"/>
    <ds:schemaRef ds:uri="71af3243-3dd4-4a8d-8c0d-dd76da1f02a5"/>
    <ds:schemaRef ds:uri="16c05727-aa75-4e4a-9b5f-8a80a1165891"/>
    <ds:schemaRef ds:uri="230e9df3-be65-4c73-a93b-d1236ebd677e"/>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Metadata/LabelInfo.xml><?xml version="1.0" encoding="utf-8"?>
<clbl:labelList xmlns:clbl="http://schemas.microsoft.com/office/2020/mipLabelMetadata"/>
</file>

<file path=docProps/app.xml><?xml version="1.0" encoding="utf-8"?>
<Properties xmlns="http://schemas.openxmlformats.org/officeDocument/2006/extended-properties" xmlns:vt="http://schemas.openxmlformats.org/officeDocument/2006/docPropsVTypes">
  <Template>Feathered design</Template>
  <TotalTime>0</TotalTime>
  <Words>1202</Words>
  <Application>Microsoft Office PowerPoint</Application>
  <PresentationFormat>Widescreen</PresentationFormat>
  <Paragraphs>93</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Arial</vt:lpstr>
      <vt:lpstr>Calibri</vt:lpstr>
      <vt:lpstr>Courier New</vt:lpstr>
      <vt:lpstr>Georgia Pro</vt:lpstr>
      <vt:lpstr>Georgia Pro Light</vt:lpstr>
      <vt:lpstr>Posterama</vt:lpstr>
      <vt:lpstr>Times New Roman</vt:lpstr>
      <vt:lpstr>Office Theme</vt:lpstr>
      <vt:lpstr>Principles of social work</vt:lpstr>
      <vt:lpstr>current trends in social policy trends</vt:lpstr>
      <vt:lpstr>5 p’S</vt:lpstr>
      <vt:lpstr>PowerPoint Presentation</vt:lpstr>
      <vt:lpstr>5 R’s</vt:lpstr>
      <vt:lpstr>PowerPoint Presentation</vt:lpstr>
      <vt:lpstr>Voluntary &amp; involuntary social work</vt:lpstr>
      <vt:lpstr>Voluntary social work</vt:lpstr>
      <vt:lpstr>involuntary social work</vt:lpstr>
      <vt:lpstr>PowerPoint Presentation</vt:lpstr>
      <vt:lpstr>Key Differences Consent</vt:lpstr>
      <vt:lpstr>Social Policy triangle </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2024-09-24T04:18:18Z</dcterms:created>
  <dcterms:modified xsi:type="dcterms:W3CDTF">2024-10-23T04:49:11Z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0x01010079F111ED35F8CC479449609E8A0923A6</vt:lpwstr>
  </property>
</Properties>
</file>