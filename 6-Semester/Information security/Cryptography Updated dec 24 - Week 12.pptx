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27"/>
  </p:notesMasterIdLst>
  <p:sldIdLst>
    <p:sldId id="256" r:id="rId2"/>
    <p:sldId id="277" r:id="rId3"/>
    <p:sldId id="257" r:id="rId4"/>
    <p:sldId id="258" r:id="rId5"/>
    <p:sldId id="259" r:id="rId6"/>
    <p:sldId id="260" r:id="rId7"/>
    <p:sldId id="275" r:id="rId8"/>
    <p:sldId id="261" r:id="rId9"/>
    <p:sldId id="262" r:id="rId10"/>
    <p:sldId id="263" r:id="rId11"/>
    <p:sldId id="265" r:id="rId12"/>
    <p:sldId id="267" r:id="rId13"/>
    <p:sldId id="282" r:id="rId14"/>
    <p:sldId id="266" r:id="rId15"/>
    <p:sldId id="279" r:id="rId16"/>
    <p:sldId id="278" r:id="rId17"/>
    <p:sldId id="268" r:id="rId18"/>
    <p:sldId id="269" r:id="rId19"/>
    <p:sldId id="270" r:id="rId20"/>
    <p:sldId id="271" r:id="rId21"/>
    <p:sldId id="272" r:id="rId22"/>
    <p:sldId id="273" r:id="rId23"/>
    <p:sldId id="280" r:id="rId24"/>
    <p:sldId id="281" r:id="rId25"/>
    <p:sldId id="2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8" d="100"/>
          <a:sy n="88" d="100"/>
        </p:scale>
        <p:origin x="39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4:07:21.863"/>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0:08.414"/>
    </inkml:context>
    <inkml:brush xml:id="br0">
      <inkml:brushProperty name="width" value="0.035" units="cm"/>
      <inkml:brushProperty name="height" value="0.035" units="cm"/>
      <inkml:brushProperty name="color" value="#5B2D90"/>
    </inkml:brush>
  </inkml:definitions>
  <inkml:trace contextRef="#ctx0" brushRef="#br0">0 0 24575,'0'0'0,"0"2"0,0 2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3:37.956"/>
    </inkml:context>
    <inkml:brush xml:id="br0">
      <inkml:brushProperty name="width" value="0.035" units="cm"/>
      <inkml:brushProperty name="height" value="0.035" units="cm"/>
    </inkml:brush>
  </inkml:definitions>
  <inkml:trace contextRef="#ctx0" brushRef="#br0">161 30 24575,'0'0'0,"0"0"0,-2 0 0,-5 0 0,-9-1 0,-11-3 0,-12-4 0,1-1 0,7 2-8191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4:27.536"/>
    </inkml:context>
    <inkml:brush xml:id="br0">
      <inkml:brushProperty name="width" value="0.035" units="cm"/>
      <inkml:brushProperty name="height" value="0.035" units="cm"/>
      <inkml:brushProperty name="color" value="#E71224"/>
    </inkml:brush>
  </inkml:definitions>
  <inkml:trace contextRef="#ctx0" brushRef="#br0">1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4:55.129"/>
    </inkml:context>
    <inkml:brush xml:id="br0">
      <inkml:brushProperty name="width" value="0.035" units="cm"/>
      <inkml:brushProperty name="height" value="0.035" units="cm"/>
      <inkml:brushProperty name="color" value="#E71224"/>
    </inkml:brush>
  </inkml:definitions>
  <inkml:trace contextRef="#ctx0" brushRef="#br0">212 425 24575,'0'0'0,"0"-3"0,-2-5 0,-2-6 0,-3-7 0,-5-9 0,-3-6 0,-5-5 0,-5-6 0,-5-7 0,-7-11 0,4 6 0,7 12-8191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7:46.441"/>
    </inkml:context>
    <inkml:brush xml:id="br0">
      <inkml:brushProperty name="width" value="0.035" units="cm"/>
      <inkml:brushProperty name="height" value="0.035" units="cm"/>
      <inkml:brushProperty name="color" value="#E71224"/>
    </inkml:brush>
  </inkml:definitions>
  <inkml:trace contextRef="#ctx0" brushRef="#br0">1 1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7:46.098"/>
    </inkml:context>
    <inkml:brush xml:id="br0">
      <inkml:brushProperty name="width" value="0.035" units="cm"/>
      <inkml:brushProperty name="height" value="0.035" units="cm"/>
      <inkml:brushProperty name="color" value="#E71224"/>
    </inkml:brush>
  </inkml:definitions>
  <inkml:trace contextRef="#ctx0" brushRef="#br0">0 31 24575,'0'0'0,"2"0"0,8-8 0,4-4 0,-2 1-8191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7:48.043"/>
    </inkml:context>
    <inkml:brush xml:id="br0">
      <inkml:brushProperty name="width" value="0.035" units="cm"/>
      <inkml:brushProperty name="height" value="0.035" units="cm"/>
      <inkml:brushProperty name="color" value="#E71224"/>
    </inkml:brush>
  </inkml:definitions>
  <inkml:trace contextRef="#ctx0" brushRef="#br0">0 1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0:00.007"/>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0:28.171"/>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0:28.513"/>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0:40.148"/>
    </inkml:context>
    <inkml:brush xml:id="br0">
      <inkml:brushProperty name="width" value="0.035" units="cm"/>
      <inkml:brushProperty name="height" value="0.035" units="cm"/>
      <inkml:brushProperty name="color" value="#E71224"/>
    </inkml:brush>
  </inkml:definitions>
  <inkml:trace contextRef="#ctx0" brushRef="#br0">1 1 24575,'0'0'0,"0"0"0,0 0 0,0 0 0,0 0 0,2 0 0,0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3:49.112"/>
    </inkml:context>
    <inkml:brush xml:id="br0">
      <inkml:brushProperty name="width" value="0.035" units="cm"/>
      <inkml:brushProperty name="height" value="0.035" units="cm"/>
      <inkml:brushProperty name="color" value="#E71224"/>
    </inkml:brush>
  </inkml:definitions>
  <inkml:trace contextRef="#ctx0" brushRef="#br0">1 230 24575,'0'-2'0,"0"0"0,1 0 0,0 0 0,-1 0 0,1 0 0,0 0 0,0 1 0,0-1 0,0 0 0,0 1 0,0-1 0,0 1 0,1-1 0,-1 1 0,1-1 0,-1 1 0,1 0 0,-1 0 0,3-2 0,40-21 0,-30 17 0,168-84 0,-136 71 0,1 2 0,52-14 0,-98 32 0,0-1 0,0 1 0,0-1 0,0 1 0,1 0 0,-1-1 0,0 1 0,0 0 0,0 0 0,0 0 0,1 0 0,-1 0 0,0 0 0,0 0 0,0 0 0,1 0 0,-1 1 0,0-1 0,0 0 0,0 1 0,0-1 0,0 1 0,0-1 0,0 1 0,0 0 0,0-1 0,0 1 0,0 0 0,0 0 0,0 0 0,0 0 0,-1-1 0,1 1 0,0 0 0,-1 0 0,1 1 0,0 1 0,0 2 0,0 1 0,0 0 0,-1 0 0,0 0 0,-1 0 0,-1 10 0,1-4 0,-8 75-117,-30 335-1131,35-342-5578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4:44.267"/>
    </inkml:context>
    <inkml:brush xml:id="br0">
      <inkml:brushProperty name="width" value="0.035" units="cm"/>
      <inkml:brushProperty name="height" value="0.035" units="cm"/>
      <inkml:brushProperty name="color" value="#E71224"/>
    </inkml:brush>
  </inkml:definitions>
  <inkml:trace contextRef="#ctx0" brushRef="#br0">1 67 24575,'12'-20'0,"-11"18"0,0 0 0,0 1 0,1-1 0,-1 1 0,0 0 0,1-1 0,-1 1 0,1 0 0,-1 0 0,1 0 0,0 0 0,-1 0 0,1 0 0,0 0 0,0 1 0,-1-1 0,1 1 0,0-1 0,0 1 0,4-1 0,-4 2 0,1 0 0,-1 0 0,0 0 0,0 0 0,0 0 0,1 0 0,-1 1 0,0-1 0,-1 1 0,1-1 0,0 1 0,0 0 0,-1 0 0,1 0 0,-1 0 0,3 4 0,16 26 0,0 1 0,-3 1 0,-1 1 0,-1 0 0,-2 1 0,14 63 0,-26-72 0,-1-25 0,2-17 0,3-10 0,1-1 0,1 1 0,2 1 0,0-1 0,2 2 0,0-1 0,2 1 0,0 1 0,2 0 0,0 1 0,31-31 0,-41 46 0,1 0 0,0 1 0,0 0 0,0 0 0,1 1 0,-1 0 0,1 0 0,0 0 0,1 1 0,-1 0 0,0 0 0,1 1 0,0 0 0,9-1 0,-10 2 0,-1 1 0,1 1 0,0-1 0,-1 1 0,1 0 0,0 1 0,-1-1 0,1 1 0,-1 1 0,0-1 0,0 1 0,0 0 0,0 0 0,0 1 0,0 0 0,-1 0 0,5 5 0,9 9 0,-2 0 0,0 2 0,-1 0 0,-1 0 0,0 2 0,-2 0 0,-1 0 0,-1 1 0,9 27 0,-6-12 0,-2 1 0,-2 0 0,-1 1 0,-3 0 0,3 43 0,-9-40-1365,-1-33-5461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4:44.653"/>
    </inkml:context>
    <inkml:brush xml:id="br0">
      <inkml:brushProperty name="width" value="0.035" units="cm"/>
      <inkml:brushProperty name="height" value="0.035" units="cm"/>
      <inkml:brushProperty name="color" value="#E71224"/>
    </inkml:brush>
  </inkml:definitions>
  <inkml:trace contextRef="#ctx0" brushRef="#br0">1 182 24575,'0'0'0,"1"0"0,5 0 0,8 0 0,9-2 0,10-2 0,10-2 0,7-3 0,4-4 0,5-5 0,3-4 0,0-3 0,-1-2 0,-6 3 0,-13 5 0,-13 6-8191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4:44.998"/>
    </inkml:context>
    <inkml:brush xml:id="br0">
      <inkml:brushProperty name="width" value="0.035" units="cm"/>
      <inkml:brushProperty name="height" value="0.035" units="cm"/>
      <inkml:brushProperty name="color" value="#E71224"/>
    </inkml:brush>
  </inkml:definitions>
  <inkml:trace contextRef="#ctx0" brushRef="#br0">1 30 24575,'0'0'0,"0"0"0,0 0 0,1 2 0,5 2 0,9 0 0,15 0 0,16-3 0,17-6 0,9-8 0,-7-1 0,-15 1-8191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4:45.451"/>
    </inkml:context>
    <inkml:brush xml:id="br0">
      <inkml:brushProperty name="width" value="0.035" units="cm"/>
      <inkml:brushProperty name="height" value="0.035" units="cm"/>
      <inkml:brushProperty name="color" value="#E71224"/>
    </inkml:brush>
  </inkml:definitions>
  <inkml:trace contextRef="#ctx0" brushRef="#br0">1 140 24575,'17'-15'0,"19"-3"0,0 1 0,0 2 0,73-20 0,-70 23 0,-23 7 0,-3 0 0,0 1 0,1 0 0,0 1 0,0 0 0,0 1 0,24 0 0,-37 2 0,0 0 0,0 0 0,0 0 0,0 1 0,0-1 0,-1 0 0,1 0 0,0 1 0,0-1 0,0 1 0,0-1 0,0 0 0,0 1 0,-1 0 0,1-1 0,0 1 0,0-1 0,-1 1 0,1 0 0,0 0 0,-1-1 0,1 1 0,-1 0 0,1 0 0,-1 0 0,1 0 0,-1 0 0,1 1 0,-1 0 0,1 1 0,-1 0 0,0 0 0,0-1 0,-1 1 0,1 0 0,0-1 0,-1 1 0,1-1 0,-3 5 0,-1 4 0,-1 1 0,0-1 0,-11 15 0,8-16 0,-1 6 0,9-16 0,0 1 0,0-1 0,0 1 0,1-1 0,-1 0 0,0 1 0,0-1 0,0 1 0,1-1 0,-1 0 0,0 1 0,1-1 0,-1 0 0,0 1 0,1-1 0,-1 0 0,1 1 0,-1-1 0,0 0 0,1 0 0,-1 0 0,1 1 0,-1-1 0,1 0 0,-1 0 0,0 0 0,1 0 0,-1 0 0,1 0 0,-1 0 0,1 0 0,-1 0 0,1 0 0,-1 0 0,1 0 0,0 0 0,23 3 0,1 1 0,-1 1 0,-1 1 0,1 1 0,-1 1 0,0 1 0,-1 1 0,0 1 0,-1 1 0,34 25 0,-51-34 0,-1 0 0,0 0 0,0 0 0,0 0 0,-1 0 0,1 0 0,-1 1 0,1 0 0,-1-1 0,0 1 0,-1 0 0,1 0 0,-1 0 0,1 0 0,-1 0 0,0 0 0,0 6 0,-1-4 0,0 0 0,-1 1 0,1-1 0,-2 0 0,1 1 0,0-1 0,-1 0 0,0 0 0,-1 0 0,-4 8 0,-3 3 0,-1-1 0,0 0 0,-2 0 0,0-2 0,0 1 0,-23 17 0,31-27 0,-34 24 0,36-27 0,1 0 0,-1 0 0,0-1 0,0 1 0,0-1 0,0 0 0,0 0 0,0 0 0,-1 0 0,1 0 0,-5 0 0,1-4-1365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4:46.042"/>
    </inkml:context>
    <inkml:brush xml:id="br0">
      <inkml:brushProperty name="width" value="0.035" units="cm"/>
      <inkml:brushProperty name="height" value="0.035" units="cm"/>
      <inkml:brushProperty name="color" value="#E71224"/>
    </inkml:brush>
  </inkml:definitions>
  <inkml:trace contextRef="#ctx0" brushRef="#br0">0 143 24575,'0'0'0,"15"-14"0,14-5 0,1 0 0,0 3 0,2 0 0,0 2 0,0 1 0,68-16 0,-99 29 0,0-1 0,0 1 0,0 0 0,0-1 0,0 1 0,0 0 0,0 0 0,-1 0 0,1 0 0,0 0 0,0 0 0,0 0 0,0 0 0,0 0 0,0 1 0,0-1 0,0 0 0,0 0 0,0 1 0,-1-1 0,1 1 0,0-1 0,1 1 0,-2 0 0,0 0 0,0 0 0,0-1 0,0 1 0,0 0 0,0 0 0,0 0 0,0-1 0,0 1 0,0 0 0,0 0 0,-1 0 0,1-1 0,0 1 0,0 0 0,-1 0 0,1-1 0,-1 1 0,1 0 0,-1 0 0,-35 41 0,31-38 0,-5 6 0,6-7 0,0 1 0,0 0 0,1 0 0,-1 0 0,-4 8 0,8-12 0,-1 1 0,1 0 0,0 0 0,-1 0 0,1-1 0,0 1 0,0 0 0,0 0 0,0 0 0,0 0 0,0-1 0,0 1 0,0 0 0,0 0 0,0 0 0,0 0 0,0-1 0,1 1 0,-1 0 0,0 0 0,0 0 0,1-1 0,-1 1 0,1 0 0,-1 0 0,1-1 0,-1 1 0,1 0 0,-1-1 0,1 1 0,0-1 0,-1 1 0,1-1 0,0 1 0,-1-1 0,1 1 0,0-1 0,0 0 0,-1 1 0,1-1 0,0 0 0,1 0 0,76 31 0,-43-18 0,53 27 0,-57-23 0,37 29 0,-58-39 0,-1 1 0,0 0 0,0 1 0,0 0 0,-1 0 0,-1 1 0,10 15 0,-15-22-4,-1 0-1,1 0 1,-1 0-1,0 0 1,0 1-1,-1-1 1,1 0 0,0 0-1,-1 0 1,0 1-1,0-1 1,0 0-1,0 0 1,0 1-1,-1-1 1,0 0-1,-1 6 1,0-4 24,-1 0 0,0 1 0,0-1 0,0 0 0,0 0 0,-1-1 0,0 1 0,0-1 0,-5 5 0,-6 3-317,0-1 0,0 0 0,-2-1 0,-33 15 0,22-13-6529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0.718"/>
    </inkml:context>
    <inkml:brush xml:id="br0">
      <inkml:brushProperty name="width" value="0.035" units="cm"/>
      <inkml:brushProperty name="height" value="0.035" units="cm"/>
      <inkml:brushProperty name="color" value="#E71224"/>
    </inkml:brush>
  </inkml:definitions>
  <inkml:trace contextRef="#ctx0" brushRef="#br0">703 81 24575,'-32'2'0,"-1"0"0,1 3 0,0 0 0,0 2 0,1 1 0,0 2 0,-43 19 0,30-8 0,1 2 0,0 2 0,2 2 0,-46 38 0,72-52 0,0 0 0,0 2 0,2 0 0,0 0 0,0 1 0,2 1 0,0 0 0,-9 19 0,16-29 0,1 0 0,0 1 0,0-1 0,1 1 0,0-1 0,0 1 0,1 0 0,0-1 0,1 1 0,-1 0 0,1 0 0,1 0 0,0-1 0,0 1 0,0 0 0,1 0 0,0-1 0,1 1 0,-1-1 0,1 0 0,1 0 0,0 0 0,6 10 0,-5-11 0,0 0 0,0 0 0,1-1 0,0 1 0,0-2 0,0 1 0,0 0 0,1-1 0,0 0 0,0-1 0,8 4 0,-3-3 0,0 0 0,1-1 0,-1-1 0,1 0 0,0 0 0,16-1 0,-1-2 0,1-2 0,0-1 0,-1 0 0,0-3 0,38-12 0,-29 4 0,0-1 0,-1-1 0,0-2 0,-2-2 0,0-1 0,-2-2 0,0-1 0,-2-1 0,0-2 0,-2 0 0,-2-2 0,0-2 0,-2 0 0,-2-1 0,32-63 0,-46 81 0,-1 0 0,-1 0 0,0-1 0,-1 0 0,4-24 0,-8 36 0,-1 1 0,1-1 0,-1 0 0,0 1 0,0-1 0,0 1 0,-1-1 0,1 0 0,-1 1 0,0-1 0,0 1 0,0-1 0,0 1 0,0 0 0,-1-1 0,0 1 0,1 0 0,-1 0 0,-1 0 0,1 0 0,0 0 0,-1 1 0,1-1 0,-1 1 0,0-1 0,0 1 0,0 0 0,0 0 0,0 0 0,0 1 0,-5-3 0,-7 0 0,-1 0 0,1 0 0,-1 2 0,0 0 0,0 1 0,0 0 0,0 1 0,-27 4 0,4 2 0,0 1 0,-52 18 0,71-19-341,0 1 0,1 1-1,-31 17 1,38-16-6485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1.091"/>
    </inkml:context>
    <inkml:brush xml:id="br0">
      <inkml:brushProperty name="width" value="0.035" units="cm"/>
      <inkml:brushProperty name="height" value="0.035" units="cm"/>
      <inkml:brushProperty name="color" value="#E71224"/>
    </inkml:brush>
  </inkml:definitions>
  <inkml:trace contextRef="#ctx0" brushRef="#br0">95 0 24575,'0'0'0,"-1"2"0,-3 6 0,-4 9 0,-4 18 0,-5 28 0,-1 20 0,0 11 0,6 9 0,7 7 0,9-4 0,7-9 0,1-22 0,-1-22-8191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1.576"/>
    </inkml:context>
    <inkml:brush xml:id="br0">
      <inkml:brushProperty name="width" value="0.035" units="cm"/>
      <inkml:brushProperty name="height" value="0.035" units="cm"/>
      <inkml:brushProperty name="color" value="#E71224"/>
    </inkml:brush>
  </inkml:definitions>
  <inkml:trace contextRef="#ctx0" brushRef="#br0">1 0 24575,'-1'95'0,"10"270"0,-9-365 0,0 0 0,0 1 0,0-1 0,-1 0 0,1 1 0,0-1 0,0 0 0,0 1 0,0-1 0,0 0 0,0 1 0,1-1 0,-1 0 0,0 1 0,0-1 0,0 0 0,0 0 0,0 1 0,0-1 0,0 0 0,1 1 0,-1-1 0,0 0 0,0 0 0,0 1 0,1-1 0,-1 0 0,0 0 0,0 0 0,1 1 0,-1-1 0,0 0 0,0 0 0,1 0 0,-1 0 0,0 0 0,1 1 0,-1-1 0,0 0 0,1 0 0,-1 0 0,0 0 0,1 0 0,-1 0 0,16-13 0,17-36 0,-26 39 0,23-35 0,42-46 0,-58 75 0,1 1 0,0 0 0,1 1 0,1 1 0,0 0 0,20-10 0,-32 21 0,-1 0 0,1-1 0,0 2 0,-1-1 0,1 0 0,0 1 0,0 0 0,0 0 0,0 1 0,1-1 0,-1 1 0,0 0 0,0 0 0,0 1 0,0 0 0,0 0 0,6 2 0,-4-1 0,-1 1 0,1 1 0,-1-1 0,0 1 0,0 0 0,0 1 0,0-1 0,-1 1 0,0 0 0,0 0 0,7 11 0,15 25-69,-2 1 0,-3 1 0,-1 1 0,16 50 0,-15-40-951,-7-16-5806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1.937"/>
    </inkml:context>
    <inkml:brush xml:id="br0">
      <inkml:brushProperty name="width" value="0.035" units="cm"/>
      <inkml:brushProperty name="height" value="0.035" units="cm"/>
      <inkml:brushProperty name="color" value="#E71224"/>
    </inkml:brush>
  </inkml:definitions>
  <inkml:trace contextRef="#ctx0" brushRef="#br0">0 232 24575,'0'0'0,"4"0"0,7 0 0,13-3 0,17-9 0,21-11 0,16-13 0,11-8 0,0-2 0,-15 7 0,-20 10-8191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2.286"/>
    </inkml:context>
    <inkml:brush xml:id="br0">
      <inkml:brushProperty name="width" value="0.035" units="cm"/>
      <inkml:brushProperty name="height" value="0.035" units="cm"/>
      <inkml:brushProperty name="color" value="#E71224"/>
    </inkml:brush>
  </inkml:definitions>
  <inkml:trace contextRef="#ctx0" brushRef="#br0">0 279 24575,'0'0'0,"2"-2"0,9-4 0,19-7 0,22-11 0,28-9 0,29-7 0,25-8 0,40-10 0,-11 4-8191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2.637"/>
    </inkml:context>
    <inkml:brush xml:id="br0">
      <inkml:brushProperty name="width" value="0.035" units="cm"/>
      <inkml:brushProperty name="height" value="0.035" units="cm"/>
      <inkml:brushProperty name="color" value="#E71224"/>
    </inkml:brush>
  </inkml:definitions>
  <inkml:trace contextRef="#ctx0" brushRef="#br0">0 59 24575,'12'-1'0,"-1"0"0,0-1 0,0 0 0,17-6 0,11-2 0,33-3 0,111-7 0,-144 19 0,1 1 0,-1 2 0,1 2 0,56 12 0,-89-14 0,1 0 0,-1 0 0,1 1 0,-1 0 0,0 0 0,0 1 0,0 0 0,-1 0 0,1 0 0,-1 1 0,0 0 0,0 0 0,7 10 0,-10-11 0,0 1 0,0-1 0,-1 1 0,0 0 0,0 0 0,0-1 0,-1 1 0,1 1 0,-1-1 0,0 0 0,-1 0 0,1 0 0,-1 0 0,0 1 0,0-1 0,-1 0 0,0 0 0,0 0 0,0 1 0,-3 8 0,-2 0 0,0 0 0,0 0 0,-1-1 0,-1 0 0,-13 18 0,-55 57 0,36-43 0,39-45 0,1 0 0,0 0 0,0 0 0,-1 0 0,1 1 0,0-1 0,0 0 0,-1 0 0,1 0 0,0 1 0,0-1 0,-1 0 0,1 0 0,0 0 0,0 1 0,0-1 0,-1 0 0,1 0 0,0 1 0,0-1 0,0 0 0,0 1 0,0-1 0,0 0 0,0 0 0,0 1 0,-1-1 0,1 0 0,0 1 0,0-1 0,0 0 0,0 1 0,1-1 0,-1 0 0,0 0 0,0 1 0,0-1 0,0 0 0,0 1 0,0-1 0,0 0 0,0 0 0,1 1 0,-1-1 0,0 0 0,0 0 0,0 1 0,1-1 0,-1 0 0,0 0 0,0 0 0,1 1 0,-1-1 0,0 0 0,0 0 0,1 0 0,-1 0 0,0 0 0,1 0 0,-1 1 0,0-1 0,0 0 0,1 0 0,-1 0 0,0 0 0,1 0 0,-1 0 0,28-2 0,-21 1 0,36-8-273,1-1 0,-1-2 0,-1-2 0,48-22 0,-29 10-6553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3.011"/>
    </inkml:context>
    <inkml:brush xml:id="br0">
      <inkml:brushProperty name="width" value="0.035" units="cm"/>
      <inkml:brushProperty name="height" value="0.035" units="cm"/>
      <inkml:brushProperty name="color" value="#E71224"/>
    </inkml:brush>
  </inkml:definitions>
  <inkml:trace contextRef="#ctx0" brushRef="#br0">406 0 24575,'-16'1'0,"0"1"0,0 0 0,0 1 0,0 1 0,0 0 0,-16 7 0,-7 5 0,-39 23 0,61-30 0,0 1 0,0 1 0,1 0 0,0 1 0,1 1 0,-18 19 0,30-29 0,0 1 0,0-1 0,1 0 0,-1 1 0,1 0 0,0-1 0,0 1 0,0 0 0,1 0 0,0 0 0,-1 0 0,1 0 0,0 0 0,1 1 0,-1-1 0,1 0 0,0 0 0,0 0 0,0 1 0,1-1 0,-1 0 0,1 0 0,0 1 0,0-1 0,1 0 0,-1 0 0,1 0 0,0-1 0,0 1 0,0 0 0,0-1 0,1 1 0,-1-1 0,1 0 0,5 5 0,4 3 0,1 0 0,0-1 0,1 0 0,-1-2 0,2 1 0,-1-2 0,1 0 0,0 0 0,1-2 0,-1 0 0,1 0 0,0-2 0,1 0 0,-1 0 0,0-2 0,27 0 0,-31-2 0,0 0 0,-1-1 0,1 0 0,0 0 0,-1-1 0,0-1 0,0 0 0,0 0 0,0-1 0,16-10 0,-20 10 0,0-1 0,0 0 0,0 0 0,-1-1 0,0 1 0,0-2 0,-1 1 0,1 0 0,-2-1 0,1 0 0,-1 0 0,0 0 0,-1-1 0,5-16 0,-6 17 0,0 1 0,-1-1 0,0 0 0,0 0 0,-1 0 0,1 1 0,-2-1 0,1 0 0,-1 0 0,-1 0 0,1 0 0,-1 1 0,-1-1 0,1 1 0,-1-1 0,-1 1 0,1 0 0,-1 0 0,0 1 0,-1-1 0,0 1 0,0 0 0,0 0 0,-1 0 0,1 1 0,-1 0 0,-1 0 0,1 1 0,-1-1 0,0 1 0,1 1 0,-2-1 0,1 1 0,-9-2 0,-42-12-1365,8 8-5461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8.438"/>
    </inkml:context>
    <inkml:brush xml:id="br0">
      <inkml:brushProperty name="width" value="0.035" units="cm"/>
      <inkml:brushProperty name="height" value="0.035" units="cm"/>
      <inkml:brushProperty name="color" value="#E71224"/>
    </inkml:brush>
  </inkml:definitions>
  <inkml:trace contextRef="#ctx0" brushRef="#br0">74 643 24575,'0'0'0,"7"-3"0,4-10 0,0 0 0,0-1 0,-2 0 0,0 0 0,0-1 0,6-16 0,0 2 0,22-42 0,-2-2 0,-4-2 0,23-84 0,-53 156 0,2-8 0,0 1 0,-1-1 0,0 0 0,0-19 0,-2 29 0,0-1 0,0 0 0,0 0 0,0 1 0,-1-1 0,1 0 0,0 1 0,-1-1 0,1 0 0,-1 1 0,0-1 0,1 1 0,-1-1 0,0 1 0,0-1 0,0 1 0,0-1 0,0 1 0,0 0 0,-1 0 0,1-1 0,0 1 0,-1 0 0,1 0 0,0 0 0,-1 1 0,1-1 0,-1 0 0,0 0 0,1 1 0,-1-1 0,0 1 0,1 0 0,-1-1 0,0 1 0,1 0 0,-3 0 0,-6 0 0,0 1 0,0 1 0,0-1 0,0 2 0,1-1 0,-1 1 0,1 1 0,-17 8 0,5-1 0,0 1 0,-30 24 0,42-28 0,0 0 0,1 1 0,0-1 0,0 2 0,1-1 0,0 1 0,0 0 0,1 1 0,1-1 0,0 1 0,0 0 0,1 1 0,0-1 0,-3 21 0,6-24 0,0 0 0,0-1 0,1 1 0,0 0 0,0 0 0,1 0 0,0-1 0,0 1 0,1 0 0,0-1 0,0 1 0,1-1 0,0 0 0,0 1 0,1-1 0,0-1 0,0 1 0,1-1 0,-1 1 0,1-1 0,1-1 0,-1 1 0,11 7 0,-9-8 0,1 0 0,0-1 0,0 0 0,1 0 0,-1-1 0,1 0 0,0 0 0,0-1 0,0 0 0,0-1 0,0 0 0,0-1 0,0 1 0,11-2 0,6-2 0,-1-1 0,1-1 0,45-15 0,-20 2 30,-1-3 0,0-2 0,78-50 0,121-110-1515,-192 136-5341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9.064"/>
    </inkml:context>
    <inkml:brush xml:id="br0">
      <inkml:brushProperty name="width" value="0.035" units="cm"/>
      <inkml:brushProperty name="height" value="0.035" units="cm"/>
      <inkml:brushProperty name="color" value="#E71224"/>
    </inkml:brush>
  </inkml:definitions>
  <inkml:trace contextRef="#ctx0" brushRef="#br0">0 207 24575,'0'0'0,"0"0"0,2 0 0,5-2 0,14-5 0,18-9 0,19-7 0,15-8 0,10-5 0,1-1 0,-15 5 0,-18 9-8191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45:09.420"/>
    </inkml:context>
    <inkml:brush xml:id="br0">
      <inkml:brushProperty name="width" value="0.035" units="cm"/>
      <inkml:brushProperty name="height" value="0.035" units="cm"/>
      <inkml:brushProperty name="color" value="#E71224"/>
    </inkml:brush>
  </inkml:definitions>
  <inkml:trace contextRef="#ctx0" brushRef="#br0">1 42 24575,'0'0'0,"2"0"0,5 0 0,12 2 0,18 0 0,24-1 0,19-3 0,21-5 0,18-5 0,-11-2 0,-23 2-8191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30.250"/>
    </inkml:context>
    <inkml:brush xml:id="br0">
      <inkml:brushProperty name="width" value="0.035" units="cm"/>
      <inkml:brushProperty name="height" value="0.035" units="cm"/>
      <inkml:brushProperty name="color" value="#E71224"/>
    </inkml:brush>
  </inkml:definitions>
  <inkml:trace contextRef="#ctx0" brushRef="#br0">690 807 24575,'0'0'0,"-2"-32"0,-1 26 0,0 0 0,-1 0 0,1 0 0,-1 0 0,0 0 0,0 1 0,-1 0 0,0 0 0,0 0 0,0 1 0,-10-7 0,-6-4 0,-39-19 0,37 21 0,-2 2 0,1 1 0,-1 0 0,-1 2 0,0 1 0,0 1 0,-35-3 0,49 8 0,0 0 0,0 2 0,0-1 0,0 2 0,0-1 0,0 2 0,0-1 0,0 2 0,1 0 0,0 0 0,-1 1 0,2 0 0,-1 1 0,0 0 0,1 1 0,0 0 0,1 0 0,-12 13 0,11-9 0,1 0 0,1 1 0,0 0 0,0 1 0,1 0 0,1 0 0,0 0 0,1 1 0,0 0 0,1 0 0,1 0 0,0 1 0,1-1 0,1 1 0,0-1 0,1 1 0,0-1 0,1 1 0,4 18 0,-2-20 0,0 1 0,0-1 0,1 0 0,1-1 0,0 1 0,1-1 0,1 0 0,0 0 0,11 14 0,-12-18 0,1 0 0,0-1 0,1 0 0,0 0 0,0 0 0,0-1 0,1-1 0,0 1 0,0-1 0,0-1 0,1 0 0,19 6 0,-9-5 0,0 0 0,0-2 0,1 0 0,-1-1 0,1-2 0,27-1 0,-41 0 0,0 1 0,-1-1 0,1-1 0,0 1 0,-1-1 0,1-1 0,-1 1 0,0-1 0,1 0 0,-1 0 0,-1-1 0,1 0 0,0 0 0,-1 0 0,0 0 0,0-1 0,0 0 0,-1 0 0,0-1 0,1 1 0,-2-1 0,6-10 0,-1-4 0,-1 0 0,-2 0 0,0-1 0,-1 1 0,-1-1 0,1-33 0,-10-131 0,5 162 0,-50-347 0,19 171 0,28 168 0,2 0 0,2-58 0,13 118 0,-2-5 0,35 113 0,29 151 0,20 67 0,-86-327 0,1-1 0,2 0 0,26 46 0,-34-66 0,0-1 0,1 1 0,0-1 0,0 0 0,0-1 0,1 1 0,0-1 0,0 0 0,0-1 0,1 1 0,-1-1 0,1 0 0,0-1 0,0 0 0,0 0 0,1 0 0,-1-1 0,1 0 0,10 1 0,0-3-195,0-1 0,0 0 0,1-2 0,-1 0 0,0-1 0,30-11 0,18-10-6631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30.891"/>
    </inkml:context>
    <inkml:brush xml:id="br0">
      <inkml:brushProperty name="width" value="0.035" units="cm"/>
      <inkml:brushProperty name="height" value="0.035" units="cm"/>
      <inkml:brushProperty name="color" value="#E71224"/>
    </inkml:brush>
  </inkml:definitions>
  <inkml:trace contextRef="#ctx0" brushRef="#br0">0 379 24575,'0'0'0,"0"0"0,2 0 0,4-2 0,5-3 0,11-7 0,11-7 0,10-8 0,13-11 0,11-8 0,6-2 0,-1 0 0,-4 3 0,-7 6 0,-14 9 0,-15 10-8191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31.249"/>
    </inkml:context>
    <inkml:brush xml:id="br0">
      <inkml:brushProperty name="width" value="0.035" units="cm"/>
      <inkml:brushProperty name="height" value="0.035" units="cm"/>
      <inkml:brushProperty name="color" value="#E71224"/>
    </inkml:brush>
  </inkml:definitions>
  <inkml:trace contextRef="#ctx0" brushRef="#br0">0 116 24575,'0'0'0,"0"0"0,2 0 0,7 0 0,11-4 0,12-3 0,14-7 0,12-6 0,5-6 0,-7 2 0,-14 4-8191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31.688"/>
    </inkml:context>
    <inkml:brush xml:id="br0">
      <inkml:brushProperty name="width" value="0.035" units="cm"/>
      <inkml:brushProperty name="height" value="0.035" units="cm"/>
      <inkml:brushProperty name="color" value="#E71224"/>
    </inkml:brush>
  </inkml:definitions>
  <inkml:trace contextRef="#ctx0" brushRef="#br0">90 468 24575,'-4'-1'0,"0"-1"0,0 0 0,0 0 0,1-1 0,-1 1 0,1-1 0,-1 1 0,1-1 0,0 0 0,0 0 0,-4-6 0,2 3 0,1 2 0,0-1 0,1 1 0,-1-1 0,1 0 0,0 0 0,0 0 0,1 0 0,-1-1 0,1 1 0,1-1 0,-1 1 0,1-1 0,0 0 0,-1-6 0,2 4 0,0 0 0,1-1 0,0 1 0,0 0 0,1 0 0,0 0 0,0 0 0,1 0 0,3-7 0,4-4 0,0 1 0,1 1 0,1 0 0,0 0 0,1 1 0,1 1 0,18-15 0,-18 17 0,1 1 0,0 0 0,1 2 0,0 0 0,1 0 0,0 2 0,1 0 0,32-10 0,-44 17 0,0 0 0,1-1 0,-1 2 0,1-1 0,-1 1 0,1 0 0,-1 0 0,1 1 0,-1 0 0,1 0 0,-1 1 0,10 3 0,-11-3 0,0 1 0,-1 0 0,1 0 0,0 1 0,-1-1 0,1 1 0,-1 0 0,0 0 0,-1 0 0,1 1 0,-1-1 0,0 1 0,0 0 0,0 0 0,0 0 0,2 8 0,0 2 14,-1 1 1,0-1-1,-1 1 0,0 0 0,-1 0 0,-1 32 1,-14 96-955,10-123 415,-3 29-6301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32.031"/>
    </inkml:context>
    <inkml:brush xml:id="br0">
      <inkml:brushProperty name="width" value="0.035" units="cm"/>
      <inkml:brushProperty name="height" value="0.035" units="cm"/>
      <inkml:brushProperty name="color" value="#E71224"/>
    </inkml:brush>
  </inkml:definitions>
  <inkml:trace contextRef="#ctx0" brushRef="#br0">1 1 24575,'0'0'0,"0"0"0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35.427"/>
    </inkml:context>
    <inkml:brush xml:id="br0">
      <inkml:brushProperty name="width" value="0.035" units="cm"/>
      <inkml:brushProperty name="height" value="0.035" units="cm"/>
      <inkml:brushProperty name="color" value="#E71224"/>
    </inkml:brush>
  </inkml:definitions>
  <inkml:trace contextRef="#ctx0" brushRef="#br0">1 421 24575,'11'9'0,"18"27"0,-2 1 0,-1 1 0,-2 2 0,26 58 0,-27-53 0,148 313 0,-125-248 0,42 156 0,-86-258 0,1 3 0,-1-28 0,-29-812 0,6 412 0,21 327 0,4 75 0,5 16 0,11 20 0,-20-20 0,144 204 0,1 3 0,-141-202 0,1 0 0,0 1 0,1-1 0,0 0 0,0 0 0,11 9 0,-16-14 0,1 0 0,-1-1 0,1 1 0,-1 0 0,1-1 0,-1 1 0,1-1 0,0 1 0,-1-1 0,1 0 0,-1 0 0,1 1 0,0-1 0,-1-1 0,1 1 0,0 0 0,-1 0 0,1 0 0,-1-1 0,1 1 0,0-1 0,-1 1 0,1-1 0,-1 0 0,1 0 0,-1 1 0,0-1 0,1 0 0,-1 0 0,0-1 0,0 1 0,0 0 0,1 0 0,-1 0 0,0-2 0,10-11 0,-1 1 0,-1-2 0,-1 1 0,13-30 0,21-72 0,-21 55 0,-5 18 0,-2 1 0,1 1 0,3 1 0,36-62 0,-52 98 0,0 1 0,0 0 0,1 0 0,-1 0 0,1 0 0,0 0 0,0 1 0,0-1 0,0 1 0,0 0 0,0 0 0,1 0 0,3-2 0,-4 4 0,0-1 0,0 1 0,0-1 0,0 1 0,0 0 0,0 0 0,0 1 0,-1-1 0,1 1 0,0-1 0,0 1 0,0 0 0,0 0 0,-1 0 0,1 0 0,-1 1 0,1-1 0,-1 1 0,3 1 0,12 9 0,-2 1 0,1 0 0,-2 1 0,1 0 0,16 24 0,57 90 0,-79-113 0,223 406 0,-97-166 0,-122-231 0,-8-12 0,1-1 0,1 1 0,0-2 0,0 1 0,1-1 0,18 18 0,-24-27-45,-1 1-1,1-1 1,0 0-1,0 0 1,-1-1-1,1 1 1,0 0-1,0-1 1,0 1-1,0-1 1,0 1-1,0-1 1,0 0-1,0 0 1,0 0-1,0 0 1,0 0-1,0-1 1,0 1-1,0-1 1,0 1-1,0-1 1,0 1-1,0-1 0,-1 0 1,1 0-1,0 0 1,0 0-1,1-2 1,12-8-6781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35.864"/>
    </inkml:context>
    <inkml:brush xml:id="br0">
      <inkml:brushProperty name="width" value="0.035" units="cm"/>
      <inkml:brushProperty name="height" value="0.035" units="cm"/>
      <inkml:brushProperty name="color" value="#E71224"/>
    </inkml:brush>
  </inkml:definitions>
  <inkml:trace contextRef="#ctx0" brushRef="#br0">1 121 24575,'11'-10'0,"1"0"0,0 1 0,17-9 0,15-11 0,-11 1 0,-12 11 0,-42 49 0,2-6 0,0 1 0,1 1 0,2 0 0,1 1 0,-12 32 0,24-50 0,0-1 0,0 1 0,1 0 0,0 0 0,1 1 0,0-1 0,1 0 0,1 12 0,0-16 0,0 1 0,1-1 0,0 1 0,0-1 0,1 0 0,0 0 0,0 0 0,1-1 0,-1 1 0,1-1 0,1 1 0,-1-1 0,7 6 0,1-2 0,0 0 0,0 0 0,1-1 0,0-1 0,0 0 0,1-1 0,0 0 0,0-1 0,1 0 0,20 4 0,2-2 0,-1-1 0,1-2 0,46 1 0,-14-6-341,-1-3 0,1-3-1,95-20 1,-127 18-6485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43.372"/>
    </inkml:context>
    <inkml:brush xml:id="br0">
      <inkml:brushProperty name="width" value="0.035" units="cm"/>
      <inkml:brushProperty name="height" value="0.035" units="cm"/>
      <inkml:brushProperty name="color" value="#E71224"/>
    </inkml:brush>
  </inkml:definitions>
  <inkml:trace contextRef="#ctx0" brushRef="#br0">281 246 24575,'0'0'0,"-14"0"0,-242 0 0,255 0 0,1 0 0,0 0 0,-1 0 0,1 0 0,0 0 0,-1 0 0,1 0 0,0 0 0,-1 0 0,1 0 0,-1 0 0,1 0 0,0 0 0,-1 0 0,1 0 0,0-1 0,-1 1 0,1 0 0,0 0 0,0 0 0,-1-1 0,1 1 0,0 0 0,0 0 0,-1-1 0,1 1 0,0 0 0,0-1 0,-1 1 0,1 0 0,0-1 0,0 1 0,0 0 0,0-1 0,0 1 0,0 0 0,0-1 0,0 1 0,-1 0 0,1-1 0,0 1 0,1-1 0,-1 1 0,0 0 0,0-1 0,0 1 0,0 0 0,0-1 0,0 1 0,0 0 0,0-1 0,1 1 0,-1 0 0,0-1 0,0 1 0,0 0 0,1-1 0,-1 1 0,0 0 0,0 0 0,1-1 0,-1 1 0,0 0 0,1 0 0,22-26 0,-19 21 0,21-19 0,0 1 0,1 2 0,1 0 0,1 2 0,1 1 0,0 2 0,59-25 0,-36 27 0,-48 13 0,-1 1 0,1-1 0,0 1 0,-1 0 0,1 0 0,-1 0 0,1 0 0,0 1 0,-1-1 0,1 1 0,-1 0 0,6 3 0,-4-2 0,-4-2 0,0 1 0,0 0 0,0-1 0,0 1 0,0 0 0,0 0 0,0-1 0,0 1 0,0 0 0,0 0 0,0 0 0,0 0 0,-1 0 0,1 1 0,0-1 0,-1 0 0,1 0 0,-1 0 0,1 1 0,-1-1 0,0 0 0,1 0 0,-1 1 0,0-1 0,0 3 0,3 24 0,-2 0 0,0 0 0,-2 0 0,-9 53 0,-32 111 0,40-184 0,-7 26 0,-6 33 0,-4 0 0,-3-1 0,-34 73 0,63-150 0,1-1 0,1 2 0,0-1 0,14-12 0,56-50 0,-59 55 0,8-7 0,1 1 0,1 1 0,1 1 0,1 2 0,59-28 0,-79 43 0,1 1 0,0 0 0,-1 1 0,1 0 0,1 1 0,-1 0 0,0 1 0,21 1 0,-23 1 0,-1 1 0,0 0 0,-1 0 0,1 1 0,0 1 0,-1-1 0,1 1 0,-1 1 0,0 0 0,0 0 0,-1 1 0,12 10 0,-10-8 0,-1 1 0,0 0 0,-1 1 0,0 0 0,-1 0 0,0 1 0,0 0 0,-1 0 0,-1 0 0,1 1 0,2 13 0,-2-6 0,-2-1 0,-1 2 0,0-1 0,-2 0 0,0 0 0,-2 32 0,-5-4 0,-2 0 0,-3-1 0,-1 0 0,-2-1 0,-21 47 0,22-61-341,0 0 0,-2-1-1,-28 42 1,35-62-6485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44.217"/>
    </inkml:context>
    <inkml:brush xml:id="br0">
      <inkml:brushProperty name="width" value="0.035" units="cm"/>
      <inkml:brushProperty name="height" value="0.035" units="cm"/>
      <inkml:brushProperty name="color" value="#E71224"/>
    </inkml:brush>
  </inkml:definitions>
  <inkml:trace contextRef="#ctx0" brushRef="#br0">7 381 24575,'-1'-1'0,"1"1"0,-1-1 0,1 1 0,-1-1 0,1 0 0,-1 1 0,1-1 0,0 0 0,-1 1 0,1-1 0,0 0 0,0 1 0,-1-1 0,1 0 0,0 0 0,0 1 0,0-1 0,0 0 0,0 0 0,0 1 0,0-1 0,0 0 0,0 0 0,0 0 0,0 1 0,1-2 0,2-10 0,0 0 0,0 1 0,1-1 0,1 1 0,0 0 0,1 0 0,0 1 0,0 0 0,1 0 0,13-14 0,10-10 0,48-40 0,-60 56 0,2 1 0,0 1 0,1 0 0,0 2 0,36-18 0,-56 31 0,0 1 0,1-1 0,-1 0 0,0 1 0,1-1 0,-1 1 0,0 0 0,1-1 0,-1 1 0,0 0 0,1 0 0,-1 0 0,1 0 0,-1 0 0,1 0 0,-1 0 0,0 0 0,1 1 0,-1-1 0,1 0 0,-1 1 0,0 0 0,0-1 0,1 1 0,-1 0 0,0-1 0,0 1 0,0 0 0,0 0 0,1 0 0,-1 0 0,-1 0 0,1 0 0,0 0 0,0 0 0,0 1 0,0-1 0,-1 0 0,1 0 0,-1 1 0,1-1 0,-1 0 0,1 2 0,1 7 0,0 0 0,-1-1 0,0 1 0,-1 0 0,-1 10 0,1-17 0,-15 140 0,0-25 0,15-117 0,-1 1 0,1 0 0,0-1 0,0 1 0,0-1 0,0 1 0,1 0 0,-1-1 0,0 1 0,1 0 0,-1-1 0,1 1 0,-1-1 0,1 1 0,0-1 0,-1 1 0,1-1 0,0 1 0,0-1 0,0 0 0,0 0 0,1 1 0,-1-1 0,0 0 0,0 0 0,1 0 0,-1 0 0,0 0 0,1-1 0,-1 1 0,1 0 0,-1-1 0,1 1 0,0-1 0,-1 1 0,1-1 0,0 0 0,-1 0 0,1 0 0,1 0 0,9 0 0,0-1 0,-1 0 0,1-1 0,20-5 0,-15 2 0,51-11 0,-16 3 0,0 2 0,1 2 0,75-3 0,-111 12 0,0 1 0,0 1 0,-1 0 0,1 1 0,-1 1 0,20 8 0,-24-8 0,-2 1 0,1 0 0,-1 1 0,0 1 0,0-1 0,0 2 0,-1-1 0,0 1 0,14 17 0,-13-12 0,-1 1 0,-1-1 0,0 1 0,-1 1 0,0 0 0,-2 0 0,1 0 0,-2 0 0,0 1 0,-1 0 0,0 0 0,0 25 0,-2 0 0,-2 0 0,-2 0 0,-15 70 0,6-51 0,-4-1 0,-35 87 0,35-108 0,-2 0 0,-2-1 0,-1-1 0,-42 53 0,62-89-10,-3 7-103,-1 0 0,0-1 0,0 0 0,-1 0 1,0-1-1,0 0 0,0 0 0,-1 0 0,0 0 0,0-1 0,-12 5 0,12-8-6713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4:58.305"/>
    </inkml:context>
    <inkml:brush xml:id="br0">
      <inkml:brushProperty name="width" value="0.035" units="cm"/>
      <inkml:brushProperty name="height" value="0.035" units="cm"/>
      <inkml:brushProperty name="color" value="#E71224"/>
    </inkml:brush>
  </inkml:definitions>
  <inkml:trace contextRef="#ctx0" brushRef="#br0">1 1 24575,'8'17'0,"0"10"0,0 0 0,-1 0 0,5 57 0,-9-55 0,43 540-3,-33 9-872,-12-490 570,4 335 69,36 1223-1194,72-3 1,-57-1119 1110,1-55-955,-5-76 852,-7-81 10,-35-245 325,73 384 1522,-82-446-1366,4 15 602,1 1 1,0 0 0,15 31 0,-18-47-528,0 0 0,1 0 1,-1 0-1,1 0 0,0 0 1,0-1-1,0 1 0,1-1 1,-1 0-1,1-1 0,0 1 1,0-1-1,1 0 1,-1 0-1,1 0 0,11 3 1,3-1-118,1-1 0,0-1 0,0 0 0,0-2 0,32-1 0,112-18-55,-117 11 41,1323-220-1174,-1038 164 597,1213-210-2693,-224 105 2863,5 90-703,-629 107 1363,-508-6-133,305 77-1,-251-29-507,-26-1-1499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2:58:20.754"/>
    </inkml:context>
    <inkml:brush xml:id="br0">
      <inkml:brushProperty name="width" value="0.035" units="cm"/>
      <inkml:brushProperty name="height" value="0.035" units="cm"/>
      <inkml:brushProperty name="color" value="#E71224"/>
    </inkml:brush>
  </inkml:definitions>
  <inkml:trace contextRef="#ctx0" brushRef="#br0">0 1 24575,'424'0'-1365,"-409"0"-5461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0:31.277"/>
    </inkml:context>
    <inkml:brush xml:id="br0">
      <inkml:brushProperty name="width" value="0.035" units="cm"/>
      <inkml:brushProperty name="height" value="0.035" units="cm"/>
      <inkml:brushProperty name="color" value="#E71224"/>
    </inkml:brush>
  </inkml:definitions>
  <inkml:trace contextRef="#ctx0" brushRef="#br0">1 0 24575,'0'0'0,"0"0"0,0 2 0,0-1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0:38.032"/>
    </inkml:context>
    <inkml:brush xml:id="br0">
      <inkml:brushProperty name="width" value="0.035" units="cm"/>
      <inkml:brushProperty name="height" value="0.035" units="cm"/>
      <inkml:brushProperty name="color" value="#E71224"/>
    </inkml:brush>
  </inkml:definitions>
  <inkml:trace contextRef="#ctx0" brushRef="#br0">0 124 24575,'16'-24'0,"-7"15"0,1 0 0,0 1 0,0 0 0,1 1 0,0 0 0,0 1 0,0 0 0,1 1 0,0 0 0,0 0 0,1 2 0,22-5 0,6 2 0,0 1 0,69 3 0,280 3-1365,-378-1-5461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0:49.926"/>
    </inkml:context>
    <inkml:brush xml:id="br0">
      <inkml:brushProperty name="width" value="0.035" units="cm"/>
      <inkml:brushProperty name="height" value="0.035" units="cm"/>
      <inkml:brushProperty name="color" value="#E71224"/>
    </inkml:brush>
  </inkml:definitions>
  <inkml:trace contextRef="#ctx0" brushRef="#br0">0 0 24575,'0'0'0,"2"0"0,-1 0 0,2 0 0,2 0 0,0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0:53.449"/>
    </inkml:context>
    <inkml:brush xml:id="br0">
      <inkml:brushProperty name="width" value="0.035" units="cm"/>
      <inkml:brushProperty name="height" value="0.035" units="cm"/>
      <inkml:brushProperty name="color" value="#E71224"/>
    </inkml:brush>
  </inkml:definitions>
  <inkml:trace contextRef="#ctx0" brushRef="#br0">1 0 24575,'0'0'0,"0"0"0,0 0 0,0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0:54.577"/>
    </inkml:context>
    <inkml:brush xml:id="br0">
      <inkml:brushProperty name="width" value="0.035" units="cm"/>
      <inkml:brushProperty name="height" value="0.035" units="cm"/>
      <inkml:brushProperty name="color" value="#E71224"/>
    </inkml:brush>
  </inkml:definitions>
  <inkml:trace contextRef="#ctx0" brushRef="#br0">0 605 24575,'3'8'0,"-1"-1"0,1 1 0,0 0 0,1-1 0,-1 0 0,2 0 0,-1 0 0,9 10 0,-11-13 0,-1-3 0,0 0 0,0 0 0,1 0 0,-1 0 0,0 0 0,0 0 0,0 0 0,1-1 0,-1 1 0,1 0 0,-1-1 0,0 1 0,1-1 0,-1 1 0,1-1 0,-1 0 0,1 1 0,-1-1 0,1 0 0,-1 0 0,1 0 0,-1 0 0,1-1 0,-1 1 0,1 0 0,-1-1 0,1 1 0,1-1 0,6-3 0,0 1 0,0-2 0,12-6 0,-10 5 0,78-46 39,-2-3-1,105-88 0,140-149-1357,-318 280 1158,107-100-6665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0:58.702"/>
    </inkml:context>
    <inkml:brush xml:id="br0">
      <inkml:brushProperty name="width" value="0.035" units="cm"/>
      <inkml:brushProperty name="height" value="0.035" units="cm"/>
      <inkml:brushProperty name="color" value="#E71224"/>
    </inkml:brush>
  </inkml:definitions>
  <inkml:trace contextRef="#ctx0" brushRef="#br0">83 811 24575,'-3'-4'0,"1"1"0,-1 0 0,0 0 0,0 0 0,0 0 0,-5-3 0,1 0 0,5 3 0,0 1 0,0 0 0,0 0 0,0 0 0,0 0 0,-1 0 0,1 0 0,-1 1 0,1-1 0,-1 1 0,0 0 0,1 0 0,-1 0 0,0 0 0,0 0 0,0 1 0,-5-1 0,8 4 0,0 0 0,1 0 0,-1 1 0,1-1 0,0 0 0,0 0 0,0 0 0,4 6 0,-3-4 0,1 0 0,0 0 0,0-1 0,0 1 0,1-1 0,-1 0 0,1 0 0,0 0 0,0-1 0,1 1 0,-1-1 0,1 0 0,-1 0 0,1-1 0,0 1 0,0-1 0,0 0 0,0-1 0,1 1 0,-1-1 0,0 0 0,1 0 0,-1 0 0,1-1 0,-1 0 0,1 0 0,-1-1 0,11-1 0,3-2 0,-1 0 0,1-2 0,-1 0 0,0-1 0,0-1 0,32-20 0,-7 0 0,-1-2 0,-1-2 0,-2-2 0,45-50 0,123-166 0,-194 235 0,166-221-1365,-118 153-5461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1:25.287"/>
    </inkml:context>
    <inkml:brush xml:id="br0">
      <inkml:brushProperty name="width" value="0.035" units="cm"/>
      <inkml:brushProperty name="height" value="0.035" units="cm"/>
      <inkml:brushProperty name="color" value="#E71224"/>
    </inkml:brush>
  </inkml:definitions>
  <inkml:trace contextRef="#ctx0" brushRef="#br0">644 41 24575,'-3'0'0,"1"0"0,-1 0 0,1 0 0,-1 0 0,1 0 0,-1 0 0,1-1 0,-1 0 0,1 1 0,0-1 0,-1 0 0,1 0 0,-3-1 0,-1-1 0,-9 0 0,0 0 0,0 1 0,0 0 0,0 1 0,0 1 0,0 0 0,0 1 0,0 1 0,0 0 0,0 1 0,0 1 0,0 0 0,1 1 0,0 1 0,-19 9 0,5 0 0,1 1 0,0 2 0,1 0 0,1 2 0,1 1 0,-29 31 0,38-34 0,0-1 0,2 2 0,0 0 0,1 0 0,1 1 0,0 1 0,2 0 0,0 0 0,-6 27 0,12-34 0,0-1 0,0 1 0,2 0 0,0 0 0,0-1 0,1 1 0,1 0 0,0 0 0,1 0 0,1 0 0,0-1 0,1 1 0,0-1 0,1 0 0,0 0 0,10 16 0,1-4 0,1-1 0,1-1 0,1-1 0,1 0 0,33 28 0,-39-39 0,0 0 0,0-1 0,1 0 0,0-1 0,1-1 0,0-1 0,0 0 0,1-1 0,-1 0 0,26 4 0,-30-9 0,0 0 0,0-1 0,1 0 0,-1-1 0,0 0 0,0-1 0,0 0 0,0-1 0,-1 0 0,20-9 0,-14 4 0,0 0 0,-1-2 0,-1 0 0,1-1 0,-2-1 0,18-17 0,-2-3 0,-1-2 0,-2-1 0,-2 0 0,-1-2 0,21-44 0,-32 54 0,-1 1 0,-1-1 0,-2-1 0,0 0 0,-2-1 0,5-38 0,-10 53 0,-1 1 0,-1-1 0,0 0 0,0 1 0,-1-1 0,-1 1 0,0-1 0,-1 1 0,-1 0 0,0 0 0,-1 0 0,0 0 0,-1 1 0,0 0 0,-14-20 0,8 19-34,-1 0 0,-1 2 0,0-1 0,-1 2-1,0 0 1,0 1 0,-27-12 0,8 3-1058,17 8-5734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1:31.231"/>
    </inkml:context>
    <inkml:brush xml:id="br0">
      <inkml:brushProperty name="width" value="0.035" units="cm"/>
      <inkml:brushProperty name="height" value="0.035" units="cm"/>
      <inkml:brushProperty name="color" value="#E71224"/>
    </inkml:brush>
  </inkml:definitions>
  <inkml:trace contextRef="#ctx0" brushRef="#br0">6 1 24575,'0'0'0,"-2"0"0,1 0 0,-1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1:33.071"/>
    </inkml:context>
    <inkml:brush xml:id="br0">
      <inkml:brushProperty name="width" value="0.035" units="cm"/>
      <inkml:brushProperty name="height" value="0.035" units="cm"/>
      <inkml:brushProperty name="color" value="#E71224"/>
    </inkml:brush>
  </inkml:definitions>
  <inkml:trace contextRef="#ctx0" brushRef="#br0">1387 70 24575,'3'-2'0,"-1"-1"0,1 1 0,-1 0 0,1-1 0,-1 1 0,0-1 0,0 0 0,0 0 0,0 0 0,0 0 0,-1 0 0,1 0 0,-1 0 0,0 0 0,0-1 0,0 1 0,0 0 0,-1-1 0,1-4 0,-1 8 0,0-1 0,0 1 0,0 0 0,0-1 0,0 1 0,-1 0 0,1-1 0,0 1 0,0 0 0,0 0 0,0-1 0,0 1 0,-1 0 0,1 0 0,0-1 0,0 1 0,0 0 0,-1 0 0,1 0 0,0-1 0,0 1 0,-1 0 0,1 0 0,0 0 0,0 0 0,-1-1 0,1 1 0,0 0 0,-1 0 0,1 0 0,0 0 0,-1 0 0,1 0 0,0 0 0,0 0 0,-1 0 0,1 0 0,0 0 0,-1 0 0,1 0 0,0 0 0,-1 1 0,-16 5 0,16-6 0,-98 49 0,-160 107 0,181-106 0,-745 481 0,810-523-111,-4 3-203,0 0 1,-1 0-1,-35 13 1,38-20-6513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1:34.838"/>
    </inkml:context>
    <inkml:brush xml:id="br0">
      <inkml:brushProperty name="width" value="0.035" units="cm"/>
      <inkml:brushProperty name="height" value="0.035" units="cm"/>
      <inkml:brushProperty name="color" value="#E71224"/>
    </inkml:brush>
  </inkml:definitions>
  <inkml:trace contextRef="#ctx0" brushRef="#br0">0 1 24575,'0'0'0,"0"0"0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9T13:01:37.451"/>
    </inkml:context>
    <inkml:brush xml:id="br0">
      <inkml:brushProperty name="width" value="0.035" units="cm"/>
      <inkml:brushProperty name="height" value="0.035" units="cm"/>
      <inkml:brushProperty name="color" value="#E71224"/>
    </inkml:brush>
  </inkml:definitions>
  <inkml:trace contextRef="#ctx0" brushRef="#br0">0 1 24575,'0'0'0,"0"0"0,0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12B92-C48D-467E-8B62-354397C46F36}" type="datetimeFigureOut">
              <a:rPr lang="en-US" smtClean="0"/>
              <a:t>29-Nov-24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70589B-B399-4D23-8DBC-517C918E0E2D}" type="slidenum">
              <a:rPr lang="en-US" smtClean="0"/>
              <a:t>‹#›</a:t>
            </a:fld>
            <a:endParaRPr lang="en-US"/>
          </a:p>
        </p:txBody>
      </p:sp>
    </p:spTree>
    <p:extLst>
      <p:ext uri="{BB962C8B-B14F-4D97-AF65-F5344CB8AC3E}">
        <p14:creationId xmlns:p14="http://schemas.microsoft.com/office/powerpoint/2010/main" val="3815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70589B-B399-4D23-8DBC-517C918E0E2D}" type="slidenum">
              <a:rPr lang="en-US" smtClean="0"/>
              <a:t>3</a:t>
            </a:fld>
            <a:endParaRPr lang="en-US" dirty="0"/>
          </a:p>
        </p:txBody>
      </p:sp>
    </p:spTree>
    <p:extLst>
      <p:ext uri="{BB962C8B-B14F-4D97-AF65-F5344CB8AC3E}">
        <p14:creationId xmlns:p14="http://schemas.microsoft.com/office/powerpoint/2010/main" val="31365154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206F587-009C-4295-BFC6-F5362E235D6B}" type="datetime1">
              <a:rPr lang="en-US" smtClean="0"/>
              <a:t>29-Nov-24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abid.rauf@numl.edu.pk</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987521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DBEFF9-8B7C-41A0-BC57-3E8F70199D7C}" type="datetime1">
              <a:rPr lang="en-US" smtClean="0"/>
              <a:t>29-Nov-24</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505182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923C4E-709E-48AC-917B-5F465854F23D}" type="datetime1">
              <a:rPr lang="en-US" smtClean="0"/>
              <a:t>29-Nov-24</a:t>
            </a:fld>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772181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DF8A05-EE26-4BDC-8F86-7D8D683A5318}" type="datetime1">
              <a:rPr lang="en-US" smtClean="0"/>
              <a:t>29-Nov-24</a:t>
            </a:fld>
            <a:endParaRPr lang="en-US"/>
          </a:p>
        </p:txBody>
      </p:sp>
      <p:sp>
        <p:nvSpPr>
          <p:cNvPr id="6" name="Footer Placeholder 5"/>
          <p:cNvSpPr>
            <a:spLocks noGrp="1"/>
          </p:cNvSpPr>
          <p:nvPr>
            <p:ph type="ftr" sz="quarter" idx="11"/>
          </p:nvPr>
        </p:nvSpPr>
        <p:spPr/>
        <p:txBody>
          <a:bodyPr/>
          <a:lstStyle/>
          <a:p>
            <a:r>
              <a:rPr lang="en-US"/>
              <a:t>abid.rauf@numl.edu.pk</a:t>
            </a:r>
          </a:p>
        </p:txBody>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665953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94277F-7EC5-43D7-9E0C-4E8D1910EBD8}" type="datetime1">
              <a:rPr lang="en-US" smtClean="0"/>
              <a:t>29-Nov-24</a:t>
            </a:fld>
            <a:endParaRPr lang="en-US"/>
          </a:p>
        </p:txBody>
      </p:sp>
      <p:sp>
        <p:nvSpPr>
          <p:cNvPr id="8" name="Footer Placeholder 7"/>
          <p:cNvSpPr>
            <a:spLocks noGrp="1"/>
          </p:cNvSpPr>
          <p:nvPr>
            <p:ph type="ftr" sz="quarter" idx="11"/>
          </p:nvPr>
        </p:nvSpPr>
        <p:spPr/>
        <p:txBody>
          <a:bodyPr/>
          <a:lstStyle/>
          <a:p>
            <a:r>
              <a:rPr lang="en-US"/>
              <a:t>abid.rauf@numl.edu.pk</a:t>
            </a:r>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999115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9E6370-BDC3-4904-8CF6-189195115BAE}" type="datetime1">
              <a:rPr lang="en-US" smtClean="0"/>
              <a:t>29-Nov-24</a:t>
            </a:fld>
            <a:endParaRPr lang="en-US"/>
          </a:p>
        </p:txBody>
      </p:sp>
      <p:sp>
        <p:nvSpPr>
          <p:cNvPr id="4" name="Footer Placeholder 3"/>
          <p:cNvSpPr>
            <a:spLocks noGrp="1"/>
          </p:cNvSpPr>
          <p:nvPr>
            <p:ph type="ftr" sz="quarter" idx="11"/>
          </p:nvPr>
        </p:nvSpPr>
        <p:spPr/>
        <p:txBody>
          <a:bodyPr/>
          <a:lstStyle/>
          <a:p>
            <a:r>
              <a:rPr lang="en-US"/>
              <a:t>abid.rauf@numl.edu.pk</a:t>
            </a:r>
          </a:p>
        </p:txBody>
      </p:sp>
      <p:sp>
        <p:nvSpPr>
          <p:cNvPr id="5" name="Slide Number Placeholder 4"/>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855419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DE5FF-E8DE-4CF9-9315-8B59F21732D4}" type="datetime1">
              <a:rPr lang="en-US" smtClean="0"/>
              <a:t>29-Nov-24</a:t>
            </a:fld>
            <a:endParaRPr lang="en-US"/>
          </a:p>
        </p:txBody>
      </p:sp>
      <p:sp>
        <p:nvSpPr>
          <p:cNvPr id="3" name="Footer Placeholder 2"/>
          <p:cNvSpPr>
            <a:spLocks noGrp="1"/>
          </p:cNvSpPr>
          <p:nvPr>
            <p:ph type="ftr" sz="quarter" idx="11"/>
          </p:nvPr>
        </p:nvSpPr>
        <p:spPr/>
        <p:txBody>
          <a:bodyPr/>
          <a:lstStyle/>
          <a:p>
            <a:r>
              <a:rPr lang="en-US"/>
              <a:t>abid.rauf@numl.edu.pk</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4271045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F7AD9B-DCD9-49E7-A087-63D01AC74697}" type="datetime1">
              <a:rPr lang="en-US" smtClean="0"/>
              <a:t>29-Nov-24</a:t>
            </a:fld>
            <a:endParaRPr lang="en-US"/>
          </a:p>
        </p:txBody>
      </p:sp>
      <p:sp>
        <p:nvSpPr>
          <p:cNvPr id="6" name="Footer Placeholder 5"/>
          <p:cNvSpPr>
            <a:spLocks noGrp="1"/>
          </p:cNvSpPr>
          <p:nvPr>
            <p:ph type="ftr" sz="quarter" idx="11"/>
          </p:nvPr>
        </p:nvSpPr>
        <p:spPr/>
        <p:txBody>
          <a:bodyPr/>
          <a:lstStyle/>
          <a:p>
            <a:r>
              <a:rPr lang="en-US"/>
              <a:t>abid.rauf@numl.edu.pk</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036749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31D616-F938-41D4-A31E-0C107C342400}" type="datetime1">
              <a:rPr lang="en-US" smtClean="0"/>
              <a:t>29-Nov-24</a:t>
            </a:fld>
            <a:endParaRPr lang="en-US"/>
          </a:p>
        </p:txBody>
      </p:sp>
      <p:sp>
        <p:nvSpPr>
          <p:cNvPr id="6" name="Footer Placeholder 5"/>
          <p:cNvSpPr>
            <a:spLocks noGrp="1"/>
          </p:cNvSpPr>
          <p:nvPr>
            <p:ph type="ftr" sz="quarter" idx="11"/>
          </p:nvPr>
        </p:nvSpPr>
        <p:spPr/>
        <p:txBody>
          <a:bodyPr/>
          <a:lstStyle/>
          <a:p>
            <a:r>
              <a:rPr lang="en-US"/>
              <a:t>abid.rauf@numl.edu.pk</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52441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A2EDE8-D3B2-4A91-BCCB-E3FBE5F77157}" type="datetime1">
              <a:rPr lang="en-US" smtClean="0"/>
              <a:t>29-Nov-24</a:t>
            </a:fld>
            <a:endParaRPr lang="en-US"/>
          </a:p>
        </p:txBody>
      </p:sp>
      <p:sp>
        <p:nvSpPr>
          <p:cNvPr id="6" name="Footer Placeholder 5"/>
          <p:cNvSpPr>
            <a:spLocks noGrp="1"/>
          </p:cNvSpPr>
          <p:nvPr>
            <p:ph type="ftr" sz="quarter" idx="11"/>
          </p:nvPr>
        </p:nvSpPr>
        <p:spPr/>
        <p:txBody>
          <a:bodyPr/>
          <a:lstStyle/>
          <a:p>
            <a:r>
              <a:rPr lang="en-US"/>
              <a:t>abid.rauf@numl.edu.pk</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356206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7070575-AC3C-4F25-A118-179BD4764CBD}" type="datetime1">
              <a:rPr lang="en-US" smtClean="0"/>
              <a:t>29-Nov-24</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449132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5A59693-049E-43B0-A417-F2EDD9FE3BC5}" type="datetime1">
              <a:rPr lang="en-US" smtClean="0"/>
              <a:t>29-Nov-24</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369410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AA5B00-012B-41EC-9DAD-60EB8D0E6AAF}" type="datetime1">
              <a:rPr lang="en-US" smtClean="0"/>
              <a:t>29-Nov-24</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883707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D989CDF-BD9B-4F46-814E-7FA1B0A3D343}" type="datetime1">
              <a:rPr lang="en-US" smtClean="0"/>
              <a:t>29-Nov-24</a:t>
            </a:fld>
            <a:endParaRPr lang="en-US"/>
          </a:p>
        </p:txBody>
      </p:sp>
      <p:sp>
        <p:nvSpPr>
          <p:cNvPr id="8" name="Footer Placeholder 7"/>
          <p:cNvSpPr>
            <a:spLocks noGrp="1"/>
          </p:cNvSpPr>
          <p:nvPr>
            <p:ph type="ftr" sz="quarter" idx="11"/>
          </p:nvPr>
        </p:nvSpPr>
        <p:spPr/>
        <p:txBody>
          <a:bodyPr/>
          <a:lstStyle/>
          <a:p>
            <a:r>
              <a:rPr lang="en-US"/>
              <a:t>abid.rauf@numl.edu.pk</a:t>
            </a:r>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89662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862E318-365E-4B97-A439-21307E6F50B2}" type="datetime1">
              <a:rPr lang="en-US" smtClean="0"/>
              <a:t>29-Nov-24</a:t>
            </a:fld>
            <a:endParaRPr lang="en-US"/>
          </a:p>
        </p:txBody>
      </p:sp>
      <p:sp>
        <p:nvSpPr>
          <p:cNvPr id="8" name="Footer Placeholder 7"/>
          <p:cNvSpPr>
            <a:spLocks noGrp="1"/>
          </p:cNvSpPr>
          <p:nvPr>
            <p:ph type="ftr" sz="quarter" idx="11"/>
          </p:nvPr>
        </p:nvSpPr>
        <p:spPr>
          <a:xfrm>
            <a:off x="561111" y="6391838"/>
            <a:ext cx="3644282" cy="304801"/>
          </a:xfrm>
        </p:spPr>
        <p:txBody>
          <a:bodyPr/>
          <a:lstStyle/>
          <a:p>
            <a:r>
              <a:rPr lang="en-US"/>
              <a:t>abid.rauf@numl.edu.pk</a:t>
            </a:r>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963103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BC8F5FC-6BFB-4806-BA82-69D2C1AAAA89}" type="datetime1">
              <a:rPr lang="en-US" smtClean="0"/>
              <a:t>29-Nov-24</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527253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446A0F9-E6F7-4AAE-8FF3-285C9B5E9854}" type="datetime1">
              <a:rPr lang="en-US" smtClean="0"/>
              <a:t>29-Nov-24</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140436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DC9CC3C-B5E8-438E-802F-EDA0B49B3BED}" type="datetime1">
              <a:rPr lang="en-US" smtClean="0"/>
              <a:t>29-Nov-24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abid.rauf@numl.edu.pk</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6E90A38-B1BF-454F-A0C4-5401CDA122E6}" type="slidenum">
              <a:rPr lang="en-US" smtClean="0"/>
              <a:t>‹#›</a:t>
            </a:fld>
            <a:endParaRPr lang="en-US"/>
          </a:p>
        </p:txBody>
      </p:sp>
    </p:spTree>
    <p:extLst>
      <p:ext uri="{BB962C8B-B14F-4D97-AF65-F5344CB8AC3E}">
        <p14:creationId xmlns:p14="http://schemas.microsoft.com/office/powerpoint/2010/main" val="7236606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sldNum="0" hd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6" Type="http://schemas.openxmlformats.org/officeDocument/2006/relationships/image" Target="../media/image25.png"/><Relationship Id="rId21" Type="http://schemas.openxmlformats.org/officeDocument/2006/relationships/customXml" Target="../ink/ink16.xml"/><Relationship Id="rId34" Type="http://schemas.openxmlformats.org/officeDocument/2006/relationships/image" Target="../media/image29.png"/><Relationship Id="rId42" Type="http://schemas.openxmlformats.org/officeDocument/2006/relationships/image" Target="../media/image33.png"/><Relationship Id="rId47" Type="http://schemas.openxmlformats.org/officeDocument/2006/relationships/customXml" Target="../ink/ink29.xml"/><Relationship Id="rId50" Type="http://schemas.openxmlformats.org/officeDocument/2006/relationships/image" Target="../media/image37.png"/><Relationship Id="rId55" Type="http://schemas.openxmlformats.org/officeDocument/2006/relationships/customXml" Target="../ink/ink33.xml"/><Relationship Id="rId63" Type="http://schemas.openxmlformats.org/officeDocument/2006/relationships/image" Target="../media/image43.png"/><Relationship Id="rId7" Type="http://schemas.openxmlformats.org/officeDocument/2006/relationships/customXml" Target="../ink/ink7.xml"/><Relationship Id="rId2" Type="http://schemas.openxmlformats.org/officeDocument/2006/relationships/customXml" Target="../ink/ink4.xml"/><Relationship Id="rId16" Type="http://schemas.openxmlformats.org/officeDocument/2006/relationships/image" Target="../media/image20.png"/><Relationship Id="rId29" Type="http://schemas.openxmlformats.org/officeDocument/2006/relationships/customXml" Target="../ink/ink20.xml"/><Relationship Id="rId11" Type="http://schemas.openxmlformats.org/officeDocument/2006/relationships/customXml" Target="../ink/ink10.xml"/><Relationship Id="rId24" Type="http://schemas.openxmlformats.org/officeDocument/2006/relationships/image" Target="../media/image24.png"/><Relationship Id="rId32" Type="http://schemas.openxmlformats.org/officeDocument/2006/relationships/image" Target="../media/image28.png"/><Relationship Id="rId37" Type="http://schemas.openxmlformats.org/officeDocument/2006/relationships/customXml" Target="../ink/ink24.xml"/><Relationship Id="rId40" Type="http://schemas.openxmlformats.org/officeDocument/2006/relationships/image" Target="../media/image32.png"/><Relationship Id="rId45" Type="http://schemas.openxmlformats.org/officeDocument/2006/relationships/customXml" Target="../ink/ink28.xml"/><Relationship Id="rId53" Type="http://schemas.openxmlformats.org/officeDocument/2006/relationships/customXml" Target="../ink/ink32.xml"/><Relationship Id="rId58" Type="http://schemas.openxmlformats.org/officeDocument/2006/relationships/customXml" Target="../ink/ink35.xml"/><Relationship Id="rId5" Type="http://schemas.openxmlformats.org/officeDocument/2006/relationships/image" Target="../media/image17.png"/><Relationship Id="rId61" Type="http://schemas.openxmlformats.org/officeDocument/2006/relationships/image" Target="../media/image42.png"/><Relationship Id="rId19" Type="http://schemas.openxmlformats.org/officeDocument/2006/relationships/customXml" Target="../ink/ink15.xml"/><Relationship Id="rId14" Type="http://schemas.openxmlformats.org/officeDocument/2006/relationships/image" Target="../media/image19.png"/><Relationship Id="rId22" Type="http://schemas.openxmlformats.org/officeDocument/2006/relationships/image" Target="../media/image23.png"/><Relationship Id="rId27" Type="http://schemas.openxmlformats.org/officeDocument/2006/relationships/customXml" Target="../ink/ink19.xml"/><Relationship Id="rId30" Type="http://schemas.openxmlformats.org/officeDocument/2006/relationships/image" Target="../media/image27.png"/><Relationship Id="rId35" Type="http://schemas.openxmlformats.org/officeDocument/2006/relationships/customXml" Target="../ink/ink23.xml"/><Relationship Id="rId43" Type="http://schemas.openxmlformats.org/officeDocument/2006/relationships/customXml" Target="../ink/ink27.xml"/><Relationship Id="rId48" Type="http://schemas.openxmlformats.org/officeDocument/2006/relationships/image" Target="../media/image36.png"/><Relationship Id="rId56" Type="http://schemas.openxmlformats.org/officeDocument/2006/relationships/customXml" Target="../ink/ink34.xml"/><Relationship Id="rId64" Type="http://schemas.openxmlformats.org/officeDocument/2006/relationships/customXml" Target="../ink/ink38.xml"/><Relationship Id="rId8" Type="http://schemas.openxmlformats.org/officeDocument/2006/relationships/image" Target="../media/image18.png"/><Relationship Id="rId51" Type="http://schemas.openxmlformats.org/officeDocument/2006/relationships/customXml" Target="../ink/ink31.xml"/><Relationship Id="rId3" Type="http://schemas.openxmlformats.org/officeDocument/2006/relationships/image" Target="../media/image8.png"/><Relationship Id="rId12" Type="http://schemas.openxmlformats.org/officeDocument/2006/relationships/customXml" Target="../ink/ink11.xml"/><Relationship Id="rId17" Type="http://schemas.openxmlformats.org/officeDocument/2006/relationships/customXml" Target="../ink/ink14.xml"/><Relationship Id="rId25" Type="http://schemas.openxmlformats.org/officeDocument/2006/relationships/customXml" Target="../ink/ink18.xml"/><Relationship Id="rId33" Type="http://schemas.openxmlformats.org/officeDocument/2006/relationships/customXml" Target="../ink/ink22.xml"/><Relationship Id="rId38" Type="http://schemas.openxmlformats.org/officeDocument/2006/relationships/image" Target="../media/image31.png"/><Relationship Id="rId46" Type="http://schemas.openxmlformats.org/officeDocument/2006/relationships/image" Target="../media/image35.png"/><Relationship Id="rId59" Type="http://schemas.openxmlformats.org/officeDocument/2006/relationships/image" Target="../media/image41.png"/><Relationship Id="rId20" Type="http://schemas.openxmlformats.org/officeDocument/2006/relationships/image" Target="../media/image22.png"/><Relationship Id="rId41" Type="http://schemas.openxmlformats.org/officeDocument/2006/relationships/customXml" Target="../ink/ink26.xml"/><Relationship Id="rId54" Type="http://schemas.openxmlformats.org/officeDocument/2006/relationships/image" Target="../media/image39.png"/><Relationship Id="rId62" Type="http://schemas.openxmlformats.org/officeDocument/2006/relationships/customXml" Target="../ink/ink37.xml"/><Relationship Id="rId1" Type="http://schemas.openxmlformats.org/officeDocument/2006/relationships/slideLayout" Target="../slideLayouts/slideLayout2.xml"/><Relationship Id="rId6" Type="http://schemas.openxmlformats.org/officeDocument/2006/relationships/customXml" Target="../ink/ink6.xml"/><Relationship Id="rId15" Type="http://schemas.openxmlformats.org/officeDocument/2006/relationships/customXml" Target="../ink/ink13.xml"/><Relationship Id="rId23" Type="http://schemas.openxmlformats.org/officeDocument/2006/relationships/customXml" Target="../ink/ink17.xml"/><Relationship Id="rId28" Type="http://schemas.openxmlformats.org/officeDocument/2006/relationships/image" Target="../media/image26.png"/><Relationship Id="rId36" Type="http://schemas.openxmlformats.org/officeDocument/2006/relationships/image" Target="../media/image30.png"/><Relationship Id="rId49" Type="http://schemas.openxmlformats.org/officeDocument/2006/relationships/customXml" Target="../ink/ink30.xml"/><Relationship Id="rId57" Type="http://schemas.openxmlformats.org/officeDocument/2006/relationships/image" Target="../media/image40.png"/><Relationship Id="rId10" Type="http://schemas.openxmlformats.org/officeDocument/2006/relationships/customXml" Target="../ink/ink9.xml"/><Relationship Id="rId31" Type="http://schemas.openxmlformats.org/officeDocument/2006/relationships/customXml" Target="../ink/ink21.xml"/><Relationship Id="rId44" Type="http://schemas.openxmlformats.org/officeDocument/2006/relationships/image" Target="../media/image34.png"/><Relationship Id="rId52" Type="http://schemas.openxmlformats.org/officeDocument/2006/relationships/image" Target="../media/image38.png"/><Relationship Id="rId60" Type="http://schemas.openxmlformats.org/officeDocument/2006/relationships/customXml" Target="../ink/ink36.xml"/><Relationship Id="rId65" Type="http://schemas.openxmlformats.org/officeDocument/2006/relationships/image" Target="../media/image44.png"/><Relationship Id="rId4" Type="http://schemas.openxmlformats.org/officeDocument/2006/relationships/customXml" Target="../ink/ink5.xml"/><Relationship Id="rId9" Type="http://schemas.openxmlformats.org/officeDocument/2006/relationships/customXml" Target="../ink/ink8.xml"/><Relationship Id="rId13" Type="http://schemas.openxmlformats.org/officeDocument/2006/relationships/customXml" Target="../ink/ink12.xml"/><Relationship Id="rId18" Type="http://schemas.openxmlformats.org/officeDocument/2006/relationships/image" Target="../media/image21.png"/><Relationship Id="rId39" Type="http://schemas.openxmlformats.org/officeDocument/2006/relationships/customXml" Target="../ink/ink25.xml"/></Relationships>
</file>

<file path=ppt/slides/_rels/slide23.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customXml" Target="../ink/ink44.xml"/><Relationship Id="rId18" Type="http://schemas.openxmlformats.org/officeDocument/2006/relationships/image" Target="../media/image51.png"/><Relationship Id="rId3" Type="http://schemas.openxmlformats.org/officeDocument/2006/relationships/customXml" Target="../ink/ink39.xml"/><Relationship Id="rId21" Type="http://schemas.openxmlformats.org/officeDocument/2006/relationships/image" Target="../media/image52.png"/><Relationship Id="rId7" Type="http://schemas.openxmlformats.org/officeDocument/2006/relationships/customXml" Target="../ink/ink41.xml"/><Relationship Id="rId12" Type="http://schemas.openxmlformats.org/officeDocument/2006/relationships/image" Target="../media/image8.png"/><Relationship Id="rId17" Type="http://schemas.openxmlformats.org/officeDocument/2006/relationships/customXml" Target="../ink/ink46.xml"/><Relationship Id="rId2" Type="http://schemas.openxmlformats.org/officeDocument/2006/relationships/image" Target="../media/image45.png"/><Relationship Id="rId16" Type="http://schemas.openxmlformats.org/officeDocument/2006/relationships/image" Target="../media/image50.png"/><Relationship Id="rId20" Type="http://schemas.openxmlformats.org/officeDocument/2006/relationships/customXml" Target="../ink/ink48.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customXml" Target="../ink/ink43.xml"/><Relationship Id="rId5" Type="http://schemas.openxmlformats.org/officeDocument/2006/relationships/customXml" Target="../ink/ink40.xml"/><Relationship Id="rId15" Type="http://schemas.openxmlformats.org/officeDocument/2006/relationships/customXml" Target="../ink/ink45.xml"/><Relationship Id="rId23" Type="http://schemas.openxmlformats.org/officeDocument/2006/relationships/customXml" Target="../ink/ink50.xml"/><Relationship Id="rId10" Type="http://schemas.openxmlformats.org/officeDocument/2006/relationships/image" Target="../media/image48.png"/><Relationship Id="rId19" Type="http://schemas.openxmlformats.org/officeDocument/2006/relationships/customXml" Target="../ink/ink47.xml"/><Relationship Id="rId4" Type="http://schemas.openxmlformats.org/officeDocument/2006/relationships/image" Target="../media/image46.png"/><Relationship Id="rId9" Type="http://schemas.openxmlformats.org/officeDocument/2006/relationships/customXml" Target="../ink/ink42.xml"/><Relationship Id="rId14" Type="http://schemas.openxmlformats.org/officeDocument/2006/relationships/image" Target="../media/image49.png"/><Relationship Id="rId22" Type="http://schemas.openxmlformats.org/officeDocument/2006/relationships/customXml" Target="../ink/ink49.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Asymmetric Cryptography </a:t>
            </a:r>
          </a:p>
        </p:txBody>
      </p:sp>
      <p:sp>
        <p:nvSpPr>
          <p:cNvPr id="3" name="Subtitle 2"/>
          <p:cNvSpPr>
            <a:spLocks noGrp="1"/>
          </p:cNvSpPr>
          <p:nvPr>
            <p:ph type="subTitle" idx="1"/>
          </p:nvPr>
        </p:nvSpPr>
        <p:spPr/>
        <p:txBody>
          <a:bodyPr/>
          <a:lstStyle/>
          <a:p>
            <a:r>
              <a:rPr lang="en-US" dirty="0"/>
              <a:t>Information SECURITY</a:t>
            </a:r>
          </a:p>
        </p:txBody>
      </p:sp>
    </p:spTree>
    <p:extLst>
      <p:ext uri="{BB962C8B-B14F-4D97-AF65-F5344CB8AC3E}">
        <p14:creationId xmlns:p14="http://schemas.microsoft.com/office/powerpoint/2010/main" val="153055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Asymmetric Cryptography</a:t>
            </a:r>
          </a:p>
        </p:txBody>
      </p:sp>
      <p:sp>
        <p:nvSpPr>
          <p:cNvPr id="3" name="Text Placeholder 2"/>
          <p:cNvSpPr>
            <a:spLocks noGrp="1"/>
          </p:cNvSpPr>
          <p:nvPr>
            <p:ph type="body" idx="1"/>
          </p:nvPr>
        </p:nvSpPr>
        <p:spPr/>
        <p:txBody>
          <a:bodyPr/>
          <a:lstStyle/>
          <a:p>
            <a:r>
              <a:rPr lang="en-US" dirty="0"/>
              <a:t>Introduction </a:t>
            </a:r>
          </a:p>
          <a:p>
            <a:r>
              <a:rPr lang="en-US" dirty="0"/>
              <a:t>Public Key Encryption</a:t>
            </a:r>
          </a:p>
          <a:p>
            <a:r>
              <a:rPr lang="en-US" dirty="0"/>
              <a:t>Public Key Cryptosystem  </a:t>
            </a:r>
          </a:p>
          <a:p>
            <a:r>
              <a:rPr lang="en-US" dirty="0"/>
              <a:t>Characteristics </a:t>
            </a:r>
          </a:p>
        </p:txBody>
      </p:sp>
    </p:spTree>
    <p:extLst>
      <p:ext uri="{BB962C8B-B14F-4D97-AF65-F5344CB8AC3E}">
        <p14:creationId xmlns:p14="http://schemas.microsoft.com/office/powerpoint/2010/main" val="889844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All cryptographic systems based on permutation &amp; substitution</a:t>
            </a:r>
          </a:p>
          <a:p>
            <a:pPr lvl="1"/>
            <a:r>
              <a:rPr lang="en-US" dirty="0"/>
              <a:t>Rotor machines for encryption &amp; decryption</a:t>
            </a:r>
          </a:p>
          <a:p>
            <a:pPr lvl="2"/>
            <a:r>
              <a:rPr lang="en-US" b="0" i="0" dirty="0">
                <a:solidFill>
                  <a:schemeClr val="tx1"/>
                </a:solidFill>
                <a:effectLst/>
                <a:latin typeface="Times New Roman" panose="02020603050405020304" pitchFamily="18" charset="0"/>
                <a:cs typeface="Times New Roman" panose="02020603050405020304" pitchFamily="18" charset="0"/>
              </a:rPr>
              <a:t>Rotor machines were devices created in the early 1920s that used electromechanical systems to encrypt and decrypt messages using intricate internal mechanisms. They are made up of rotating discs or rotors that use a straightforward substitution cipher to scramble the letters in a plaintext message</a:t>
            </a:r>
            <a:endParaRPr lang="en-US" dirty="0">
              <a:solidFill>
                <a:schemeClr val="tx1"/>
              </a:solidFill>
              <a:latin typeface="Times New Roman" panose="02020603050405020304" pitchFamily="18" charset="0"/>
              <a:cs typeface="Times New Roman" panose="02020603050405020304" pitchFamily="18" charset="0"/>
            </a:endParaRPr>
          </a:p>
          <a:p>
            <a:r>
              <a:rPr lang="en-US" dirty="0"/>
              <a:t>With the availability of computers, more complex systems were devised like DES, AES.</a:t>
            </a:r>
          </a:p>
          <a:p>
            <a:endParaRPr lang="en-US" dirty="0"/>
          </a:p>
        </p:txBody>
      </p:sp>
      <p:pic>
        <p:nvPicPr>
          <p:cNvPr id="4" name="Picture 3"/>
          <p:cNvPicPr>
            <a:picLocks noChangeAspect="1"/>
          </p:cNvPicPr>
          <p:nvPr/>
        </p:nvPicPr>
        <p:blipFill>
          <a:blip r:embed="rId3"/>
          <a:stretch>
            <a:fillRect/>
          </a:stretch>
        </p:blipFill>
        <p:spPr>
          <a:xfrm>
            <a:off x="1360122" y="5178479"/>
            <a:ext cx="8620491" cy="841321"/>
          </a:xfrm>
          <a:prstGeom prst="rect">
            <a:avLst/>
          </a:prstGeom>
        </p:spPr>
      </p:pic>
    </p:spTree>
    <p:extLst>
      <p:ext uri="{BB962C8B-B14F-4D97-AF65-F5344CB8AC3E}">
        <p14:creationId xmlns:p14="http://schemas.microsoft.com/office/powerpoint/2010/main" val="3489610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1154954" y="2307771"/>
            <a:ext cx="9900094" cy="4049486"/>
          </a:xfrm>
        </p:spPr>
        <p:txBody>
          <a:bodyPr>
            <a:normAutofit/>
          </a:bodyPr>
          <a:lstStyle/>
          <a:p>
            <a:r>
              <a:rPr lang="en-US" dirty="0"/>
              <a:t>Public-key Cryptography</a:t>
            </a:r>
          </a:p>
          <a:p>
            <a:pPr lvl="1"/>
            <a:r>
              <a:rPr lang="en-US" dirty="0"/>
              <a:t>Public-key cryptography based on mathematical functions rather than permutation &amp; substitution</a:t>
            </a:r>
          </a:p>
          <a:p>
            <a:pPr lvl="1"/>
            <a:r>
              <a:rPr lang="en-US" dirty="0"/>
              <a:t>Public-key Cryptography is asymmetric, used two key for encryption/decryption</a:t>
            </a:r>
          </a:p>
          <a:p>
            <a:r>
              <a:rPr lang="en-US" dirty="0"/>
              <a:t>Misconceptions:</a:t>
            </a:r>
          </a:p>
          <a:p>
            <a:pPr lvl="1"/>
            <a:r>
              <a:rPr lang="en-US" dirty="0"/>
              <a:t>Public-key algorithms are secure</a:t>
            </a:r>
          </a:p>
          <a:p>
            <a:pPr lvl="1"/>
            <a:r>
              <a:rPr lang="en-US" dirty="0"/>
              <a:t>Public-key encryptions obsolete symmetric encryption</a:t>
            </a:r>
          </a:p>
          <a:p>
            <a:pPr lvl="1"/>
            <a:r>
              <a:rPr lang="en-US" dirty="0"/>
              <a:t>Key distribution</a:t>
            </a:r>
          </a:p>
          <a:p>
            <a:endParaRPr lang="en-US" dirty="0"/>
          </a:p>
        </p:txBody>
      </p:sp>
    </p:spTree>
    <p:extLst>
      <p:ext uri="{BB962C8B-B14F-4D97-AF65-F5344CB8AC3E}">
        <p14:creationId xmlns:p14="http://schemas.microsoft.com/office/powerpoint/2010/main" val="567629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Encryption</a:t>
            </a:r>
          </a:p>
        </p:txBody>
      </p:sp>
      <p:sp>
        <p:nvSpPr>
          <p:cNvPr id="3" name="Content Placeholder 2"/>
          <p:cNvSpPr>
            <a:spLocks noGrp="1"/>
          </p:cNvSpPr>
          <p:nvPr>
            <p:ph idx="1"/>
          </p:nvPr>
        </p:nvSpPr>
        <p:spPr>
          <a:xfrm>
            <a:off x="1154954" y="2360990"/>
            <a:ext cx="8825659" cy="3658810"/>
          </a:xfrm>
        </p:spPr>
        <p:txBody>
          <a:bodyPr>
            <a:normAutofit lnSpcReduction="10000"/>
          </a:bodyPr>
          <a:lstStyle/>
          <a:p>
            <a:r>
              <a:rPr lang="en-US" dirty="0"/>
              <a:t>Principles:</a:t>
            </a:r>
          </a:p>
          <a:p>
            <a:pPr lvl="1"/>
            <a:r>
              <a:rPr lang="en-US" dirty="0"/>
              <a:t>Security is compromised due to third party</a:t>
            </a:r>
          </a:p>
          <a:p>
            <a:pPr lvl="1"/>
            <a:r>
              <a:rPr lang="en-US" dirty="0"/>
              <a:t>Digital signature</a:t>
            </a:r>
          </a:p>
          <a:p>
            <a:r>
              <a:rPr lang="en-US" dirty="0"/>
              <a:t>Developed to address two key issues:</a:t>
            </a:r>
          </a:p>
          <a:p>
            <a:pPr lvl="1"/>
            <a:r>
              <a:rPr lang="en-US" dirty="0"/>
              <a:t>key distribution – how to have secure communications in general without having to trust at </a:t>
            </a:r>
            <a:r>
              <a:rPr lang="en-US" b="1" i="0" dirty="0">
                <a:solidFill>
                  <a:schemeClr val="tx1"/>
                </a:solidFill>
                <a:effectLst/>
                <a:latin typeface="arial" panose="020B0604020202020204" pitchFamily="34" charset="0"/>
              </a:rPr>
              <a:t>key</a:t>
            </a:r>
            <a:r>
              <a:rPr lang="en-US" b="0" i="0" dirty="0">
                <a:solidFill>
                  <a:schemeClr val="tx1"/>
                </a:solidFill>
                <a:effectLst/>
                <a:latin typeface="arial" panose="020B0604020202020204" pitchFamily="34" charset="0"/>
              </a:rPr>
              <a:t> distribution center(</a:t>
            </a:r>
            <a:r>
              <a:rPr lang="en-US" dirty="0"/>
              <a:t>KDC) with your key</a:t>
            </a:r>
          </a:p>
          <a:p>
            <a:pPr lvl="1"/>
            <a:r>
              <a:rPr lang="en-US" dirty="0"/>
              <a:t>digital signatures – how to verify a message comes intact from the claimed sender</a:t>
            </a:r>
          </a:p>
          <a:p>
            <a:r>
              <a:rPr lang="en-US" dirty="0"/>
              <a:t>Idea proposed in 1976 by Diffie-Hellman</a:t>
            </a:r>
          </a:p>
          <a:p>
            <a:pPr lvl="1"/>
            <a:r>
              <a:rPr lang="en-US" dirty="0"/>
              <a:t>Each user generated a pair of keys</a:t>
            </a:r>
          </a:p>
          <a:p>
            <a:pPr lvl="1"/>
            <a:r>
              <a:rPr lang="en-US" dirty="0"/>
              <a:t>Each user places one key in public ring and second is private key</a:t>
            </a:r>
          </a:p>
          <a:p>
            <a:endParaRPr lang="en-US" dirty="0"/>
          </a:p>
        </p:txBody>
      </p:sp>
    </p:spTree>
    <p:extLst>
      <p:ext uri="{BB962C8B-B14F-4D97-AF65-F5344CB8AC3E}">
        <p14:creationId xmlns:p14="http://schemas.microsoft.com/office/powerpoint/2010/main" val="2922115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Encryption</a:t>
            </a:r>
            <a:endParaRPr lang="en-US" b="1" dirty="0"/>
          </a:p>
        </p:txBody>
      </p:sp>
      <p:pic>
        <p:nvPicPr>
          <p:cNvPr id="7" name="Content Placeholder 6"/>
          <p:cNvPicPr>
            <a:picLocks noGrp="1" noChangeAspect="1"/>
          </p:cNvPicPr>
          <p:nvPr>
            <p:ph idx="1"/>
          </p:nvPr>
        </p:nvPicPr>
        <p:blipFill>
          <a:blip r:embed="rId2"/>
          <a:stretch>
            <a:fillRect/>
          </a:stretch>
        </p:blipFill>
        <p:spPr>
          <a:xfrm>
            <a:off x="1497207" y="2322285"/>
            <a:ext cx="9197586" cy="4131734"/>
          </a:xfrm>
          <a:prstGeom prst="rect">
            <a:avLst/>
          </a:prstGeom>
        </p:spPr>
      </p:pic>
    </p:spTree>
    <p:extLst>
      <p:ext uri="{BB962C8B-B14F-4D97-AF65-F5344CB8AC3E}">
        <p14:creationId xmlns:p14="http://schemas.microsoft.com/office/powerpoint/2010/main" val="1212638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Encryption</a:t>
            </a:r>
          </a:p>
        </p:txBody>
      </p:sp>
      <p:pic>
        <p:nvPicPr>
          <p:cNvPr id="6" name="Content Placeholder 5"/>
          <p:cNvPicPr>
            <a:picLocks noGrp="1" noChangeAspect="1"/>
          </p:cNvPicPr>
          <p:nvPr>
            <p:ph idx="1"/>
          </p:nvPr>
        </p:nvPicPr>
        <p:blipFill>
          <a:blip r:embed="rId2"/>
          <a:stretch>
            <a:fillRect/>
          </a:stretch>
        </p:blipFill>
        <p:spPr>
          <a:xfrm>
            <a:off x="1154954" y="2330137"/>
            <a:ext cx="9197586" cy="3685151"/>
          </a:xfrm>
          <a:prstGeom prst="rect">
            <a:avLst/>
          </a:prstGeom>
        </p:spPr>
      </p:pic>
    </p:spTree>
    <p:extLst>
      <p:ext uri="{BB962C8B-B14F-4D97-AF65-F5344CB8AC3E}">
        <p14:creationId xmlns:p14="http://schemas.microsoft.com/office/powerpoint/2010/main" val="65140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Crypto Systems </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59429" y="2316896"/>
            <a:ext cx="7139495" cy="434032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3917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Characteristics of Public-Key Encryption</a:t>
            </a:r>
          </a:p>
        </p:txBody>
      </p:sp>
      <p:sp>
        <p:nvSpPr>
          <p:cNvPr id="3" name="Content Placeholder 2"/>
          <p:cNvSpPr>
            <a:spLocks noGrp="1"/>
          </p:cNvSpPr>
          <p:nvPr>
            <p:ph idx="1"/>
          </p:nvPr>
        </p:nvSpPr>
        <p:spPr>
          <a:xfrm>
            <a:off x="1154954" y="2603500"/>
            <a:ext cx="9872437" cy="3416300"/>
          </a:xfrm>
        </p:spPr>
        <p:txBody>
          <a:bodyPr>
            <a:normAutofit/>
          </a:bodyPr>
          <a:lstStyle/>
          <a:p>
            <a:r>
              <a:rPr lang="en-US" sz="2000" dirty="0"/>
              <a:t>Public-Key algorithms rely on two keys which have following characteristics:</a:t>
            </a:r>
          </a:p>
          <a:p>
            <a:pPr lvl="1"/>
            <a:r>
              <a:rPr lang="en-US" sz="1800" b="1" dirty="0"/>
              <a:t>Computationally infeasible </a:t>
            </a:r>
            <a:r>
              <a:rPr lang="en-US" sz="1800" dirty="0"/>
              <a:t>to find decryption key knowing only algorithm &amp; encryption key</a:t>
            </a:r>
          </a:p>
          <a:p>
            <a:pPr lvl="1"/>
            <a:r>
              <a:rPr lang="en-US" sz="1800" b="1" dirty="0"/>
              <a:t>Computationally easy</a:t>
            </a:r>
            <a:r>
              <a:rPr lang="en-US" sz="1800" dirty="0"/>
              <a:t> to en/decrypt messages when the relevant (en/decrypt) key is known</a:t>
            </a:r>
          </a:p>
          <a:p>
            <a:pPr lvl="1"/>
            <a:r>
              <a:rPr lang="en-US" sz="1800" b="1" dirty="0"/>
              <a:t>Either of the two related keys can be used for encryption</a:t>
            </a:r>
            <a:r>
              <a:rPr lang="en-US" sz="1800" dirty="0"/>
              <a:t>, with the other used for decryption (in some schemes)</a:t>
            </a:r>
          </a:p>
        </p:txBody>
      </p:sp>
    </p:spTree>
    <p:extLst>
      <p:ext uri="{BB962C8B-B14F-4D97-AF65-F5344CB8AC3E}">
        <p14:creationId xmlns:p14="http://schemas.microsoft.com/office/powerpoint/2010/main" val="3503101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Diffie-Hellman Key Agreement</a:t>
            </a:r>
          </a:p>
        </p:txBody>
      </p:sp>
      <p:sp>
        <p:nvSpPr>
          <p:cNvPr id="7" name="Text Placeholder 6"/>
          <p:cNvSpPr>
            <a:spLocks noGrp="1"/>
          </p:cNvSpPr>
          <p:nvPr>
            <p:ph type="body" idx="1"/>
          </p:nvPr>
        </p:nvSpPr>
        <p:spPr/>
        <p:txBody>
          <a:bodyPr/>
          <a:lstStyle/>
          <a:p>
            <a:r>
              <a:rPr lang="en-US" dirty="0"/>
              <a:t>Algorithm </a:t>
            </a:r>
          </a:p>
          <a:p>
            <a:r>
              <a:rPr lang="en-US" dirty="0"/>
              <a:t>Example</a:t>
            </a:r>
          </a:p>
          <a:p>
            <a:r>
              <a:rPr lang="en-US" dirty="0"/>
              <a:t>MITM attack</a:t>
            </a:r>
          </a:p>
        </p:txBody>
      </p:sp>
    </p:spTree>
    <p:extLst>
      <p:ext uri="{BB962C8B-B14F-4D97-AF65-F5344CB8AC3E}">
        <p14:creationId xmlns:p14="http://schemas.microsoft.com/office/powerpoint/2010/main" val="4186325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Diffie-Hellman</a:t>
            </a:r>
          </a:p>
        </p:txBody>
      </p:sp>
      <p:pic>
        <p:nvPicPr>
          <p:cNvPr id="6" name="Content Placeholder 5"/>
          <p:cNvPicPr>
            <a:picLocks noGrp="1" noChangeAspect="1"/>
          </p:cNvPicPr>
          <p:nvPr>
            <p:ph idx="1"/>
          </p:nvPr>
        </p:nvPicPr>
        <p:blipFill>
          <a:blip r:embed="rId2"/>
          <a:stretch>
            <a:fillRect/>
          </a:stretch>
        </p:blipFill>
        <p:spPr>
          <a:xfrm>
            <a:off x="4420905" y="6178"/>
            <a:ext cx="5931635" cy="6858000"/>
          </a:xfrm>
          <a:prstGeom prst="rect">
            <a:avLst/>
          </a:prstGeom>
        </p:spPr>
      </p:pic>
    </p:spTree>
    <p:extLst>
      <p:ext uri="{BB962C8B-B14F-4D97-AF65-F5344CB8AC3E}">
        <p14:creationId xmlns:p14="http://schemas.microsoft.com/office/powerpoint/2010/main" val="2264897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6" name="Content Placeholder 5"/>
          <p:cNvPicPr>
            <a:picLocks noGrp="1" noChangeAspect="1"/>
          </p:cNvPicPr>
          <p:nvPr>
            <p:ph idx="1"/>
          </p:nvPr>
        </p:nvPicPr>
        <p:blipFill>
          <a:blip r:embed="rId2"/>
          <a:stretch>
            <a:fillRect/>
          </a:stretch>
        </p:blipFill>
        <p:spPr>
          <a:xfrm>
            <a:off x="1154954" y="2420778"/>
            <a:ext cx="9693479" cy="3248166"/>
          </a:xfrm>
          <a:prstGeom prst="rect">
            <a:avLst/>
          </a:prstGeom>
        </p:spPr>
      </p:pic>
    </p:spTree>
    <p:extLst>
      <p:ext uri="{BB962C8B-B14F-4D97-AF65-F5344CB8AC3E}">
        <p14:creationId xmlns:p14="http://schemas.microsoft.com/office/powerpoint/2010/main" val="1597358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8F20-4BF4-6D3C-553D-8B98D0152BE6}"/>
              </a:ext>
            </a:extLst>
          </p:cNvPr>
          <p:cNvSpPr>
            <a:spLocks noGrp="1"/>
          </p:cNvSpPr>
          <p:nvPr>
            <p:ph type="title"/>
          </p:nvPr>
        </p:nvSpPr>
        <p:spPr/>
        <p:txBody>
          <a:bodyPr/>
          <a:lstStyle/>
          <a:p>
            <a:r>
              <a:rPr lang="en-US" dirty="0"/>
              <a:t>How to find the primitive root of prime Number 157</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D21C2708-C717-7552-E380-935BEAB83058}"/>
                  </a:ext>
                </a:extLst>
              </p14:cNvPr>
              <p14:cNvContentPartPr/>
              <p14:nvPr/>
            </p14:nvContentPartPr>
            <p14:xfrm>
              <a:off x="3939420" y="4282260"/>
              <a:ext cx="360" cy="360"/>
            </p14:xfrm>
          </p:contentPart>
        </mc:Choice>
        <mc:Fallback>
          <p:pic>
            <p:nvPicPr>
              <p:cNvPr id="5" name="Ink 4">
                <a:extLst>
                  <a:ext uri="{FF2B5EF4-FFF2-40B4-BE49-F238E27FC236}">
                    <a16:creationId xmlns:a16="http://schemas.microsoft.com/office/drawing/2014/main" id="{D21C2708-C717-7552-E380-935BEAB83058}"/>
                  </a:ext>
                </a:extLst>
              </p:cNvPr>
              <p:cNvPicPr/>
              <p:nvPr/>
            </p:nvPicPr>
            <p:blipFill>
              <a:blip r:embed="rId3"/>
              <a:stretch>
                <a:fillRect/>
              </a:stretch>
            </p:blipFill>
            <p:spPr>
              <a:xfrm>
                <a:off x="3932940" y="4276140"/>
                <a:ext cx="12600" cy="12600"/>
              </a:xfrm>
              <a:prstGeom prst="rect">
                <a:avLst/>
              </a:prstGeom>
            </p:spPr>
          </p:pic>
        </mc:Fallback>
      </mc:AlternateContent>
      <p:pic>
        <p:nvPicPr>
          <p:cNvPr id="7" name="Picture 6">
            <a:extLst>
              <a:ext uri="{FF2B5EF4-FFF2-40B4-BE49-F238E27FC236}">
                <a16:creationId xmlns:a16="http://schemas.microsoft.com/office/drawing/2014/main" id="{796C1A12-5756-480A-4CF1-E86E21CEBFAF}"/>
              </a:ext>
            </a:extLst>
          </p:cNvPr>
          <p:cNvPicPr>
            <a:picLocks noChangeAspect="1"/>
          </p:cNvPicPr>
          <p:nvPr/>
        </p:nvPicPr>
        <p:blipFill>
          <a:blip r:embed="rId4"/>
          <a:srcRect t="4427"/>
          <a:stretch/>
        </p:blipFill>
        <p:spPr>
          <a:xfrm>
            <a:off x="1564256" y="1913528"/>
            <a:ext cx="8547366" cy="4859383"/>
          </a:xfrm>
          <a:prstGeom prst="rect">
            <a:avLst/>
          </a:prstGeom>
        </p:spPr>
      </p:pic>
      <p:sp>
        <p:nvSpPr>
          <p:cNvPr id="8" name="TextBox 7">
            <a:extLst>
              <a:ext uri="{FF2B5EF4-FFF2-40B4-BE49-F238E27FC236}">
                <a16:creationId xmlns:a16="http://schemas.microsoft.com/office/drawing/2014/main" id="{7F132C67-9AAF-183A-FA7C-66D32B8247C8}"/>
              </a:ext>
            </a:extLst>
          </p:cNvPr>
          <p:cNvSpPr txBox="1"/>
          <p:nvPr/>
        </p:nvSpPr>
        <p:spPr>
          <a:xfrm>
            <a:off x="5535659" y="5773783"/>
            <a:ext cx="5994489" cy="646331"/>
          </a:xfrm>
          <a:prstGeom prst="rect">
            <a:avLst/>
          </a:prstGeom>
          <a:noFill/>
        </p:spPr>
        <p:txBody>
          <a:bodyPr wrap="square" rtlCol="0">
            <a:spAutoFit/>
          </a:bodyPr>
          <a:lstStyle/>
          <a:p>
            <a:r>
              <a:rPr lang="en-US" dirty="0">
                <a:solidFill>
                  <a:srgbClr val="FF0000"/>
                </a:solidFill>
              </a:rPr>
              <a:t>Distinctive Numbers become the minimum primitive root of any Number</a:t>
            </a:r>
          </a:p>
        </p:txBody>
      </p:sp>
    </p:spTree>
    <p:extLst>
      <p:ext uri="{BB962C8B-B14F-4D97-AF65-F5344CB8AC3E}">
        <p14:creationId xmlns:p14="http://schemas.microsoft.com/office/powerpoint/2010/main" val="606407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MITM Attack </a:t>
            </a:r>
          </a:p>
        </p:txBody>
      </p:sp>
      <p:pic>
        <p:nvPicPr>
          <p:cNvPr id="6" name="Content Placeholder 5"/>
          <p:cNvPicPr>
            <a:picLocks noGrp="1" noChangeAspect="1"/>
          </p:cNvPicPr>
          <p:nvPr>
            <p:ph idx="1"/>
          </p:nvPr>
        </p:nvPicPr>
        <p:blipFill>
          <a:blip r:embed="rId2"/>
          <a:stretch>
            <a:fillRect/>
          </a:stretch>
        </p:blipFill>
        <p:spPr>
          <a:xfrm>
            <a:off x="5763774" y="244048"/>
            <a:ext cx="6299155" cy="6369903"/>
          </a:xfrm>
          <a:prstGeom prst="rect">
            <a:avLst/>
          </a:prstGeom>
        </p:spPr>
      </p:pic>
      <p:sp>
        <p:nvSpPr>
          <p:cNvPr id="3" name="TextBox 2">
            <a:extLst>
              <a:ext uri="{FF2B5EF4-FFF2-40B4-BE49-F238E27FC236}">
                <a16:creationId xmlns:a16="http://schemas.microsoft.com/office/drawing/2014/main" id="{FD73690F-0177-0FFC-0B54-0FD95479A7CF}"/>
              </a:ext>
            </a:extLst>
          </p:cNvPr>
          <p:cNvSpPr txBox="1"/>
          <p:nvPr/>
        </p:nvSpPr>
        <p:spPr>
          <a:xfrm>
            <a:off x="263137" y="2368230"/>
            <a:ext cx="5749536" cy="4247317"/>
          </a:xfrm>
          <a:prstGeom prst="rect">
            <a:avLst/>
          </a:prstGeom>
          <a:noFill/>
        </p:spPr>
        <p:txBody>
          <a:bodyPr wrap="square" rtlCol="0">
            <a:spAutoFit/>
          </a:bodyPr>
          <a:lstStyle/>
          <a:p>
            <a:pPr algn="just"/>
            <a:r>
              <a:rPr lang="en-US" b="0" i="0" dirty="0">
                <a:effectLst/>
                <a:latin typeface="Times New Roman" panose="02020603050405020304" pitchFamily="18" charset="0"/>
                <a:cs typeface="Times New Roman" panose="02020603050405020304" pitchFamily="18" charset="0"/>
              </a:rPr>
              <a:t>Successful MITM execution has two distinct phases: interception and decryption.</a:t>
            </a:r>
          </a:p>
          <a:p>
            <a:pPr algn="just"/>
            <a:endParaRPr lang="en-US" b="1"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The first step intercepts user traffic through the attacker’s network before it reaches its intended destination.</a:t>
            </a:r>
          </a:p>
          <a:p>
            <a:pPr algn="just"/>
            <a:r>
              <a:rPr lang="en-US" b="0" i="0" dirty="0">
                <a:effectLst/>
                <a:latin typeface="Times New Roman" panose="02020603050405020304" pitchFamily="18" charset="0"/>
                <a:cs typeface="Times New Roman" panose="02020603050405020304" pitchFamily="18" charset="0"/>
              </a:rPr>
              <a:t>The most common (and simplest) way of doing this is a passive attack in which an </a:t>
            </a:r>
            <a:r>
              <a:rPr lang="en-US" b="0" i="0" u="none" strike="noStrike" dirty="0">
                <a:effectLst/>
                <a:latin typeface="Times New Roman" panose="02020603050405020304" pitchFamily="18" charset="0"/>
                <a:cs typeface="Times New Roman" panose="02020603050405020304" pitchFamily="18" charset="0"/>
              </a:rPr>
              <a:t>attacker</a:t>
            </a:r>
            <a:r>
              <a:rPr lang="en-US" b="0" i="0" dirty="0">
                <a:effectLst/>
                <a:latin typeface="Times New Roman" panose="02020603050405020304" pitchFamily="18" charset="0"/>
                <a:cs typeface="Times New Roman" panose="02020603050405020304" pitchFamily="18" charset="0"/>
              </a:rPr>
              <a:t> makes free, </a:t>
            </a:r>
            <a:r>
              <a:rPr lang="en-US" b="0" i="0" u="none" strike="noStrike" dirty="0">
                <a:effectLst/>
                <a:latin typeface="Times New Roman" panose="02020603050405020304" pitchFamily="18" charset="0"/>
                <a:cs typeface="Times New Roman" panose="02020603050405020304" pitchFamily="18" charset="0"/>
              </a:rPr>
              <a:t>malicious </a:t>
            </a:r>
            <a:r>
              <a:rPr lang="en-US" b="0" i="0" u="none" strike="noStrike" dirty="0" err="1">
                <a:effectLst/>
                <a:latin typeface="Times New Roman" panose="02020603050405020304" pitchFamily="18" charset="0"/>
                <a:cs typeface="Times New Roman" panose="02020603050405020304" pitchFamily="18" charset="0"/>
              </a:rPr>
              <a:t>WiFi</a:t>
            </a:r>
            <a:r>
              <a:rPr lang="en-US" b="0" i="0" u="none" strike="noStrike" dirty="0">
                <a:effectLst/>
                <a:latin typeface="Times New Roman" panose="02020603050405020304" pitchFamily="18" charset="0"/>
                <a:cs typeface="Times New Roman" panose="02020603050405020304" pitchFamily="18" charset="0"/>
              </a:rPr>
              <a:t> hotspots available to the public</a:t>
            </a:r>
            <a:r>
              <a:rPr lang="en-US" b="0" i="0" dirty="0">
                <a:effectLst/>
                <a:latin typeface="Times New Roman" panose="02020603050405020304" pitchFamily="18" charset="0"/>
                <a:cs typeface="Times New Roman" panose="02020603050405020304" pitchFamily="18" charset="0"/>
              </a:rPr>
              <a:t>. Typically named in a way that corresponds to their location, they aren’t password protected. Once a victim connects to such a hotspot, the attacker gains full visibility to any online data exchange.</a:t>
            </a:r>
          </a:p>
          <a:p>
            <a:pPr algn="just"/>
            <a:endParaRPr lang="en-US" dirty="0">
              <a:latin typeface="Times New Roman" panose="02020603050405020304" pitchFamily="18" charset="0"/>
              <a:cs typeface="Times New Roman" panose="02020603050405020304" pitchFamily="18" charset="0"/>
            </a:endParaRPr>
          </a:p>
          <a:p>
            <a:pPr algn="just"/>
            <a:r>
              <a:rPr lang="en-US" b="0" i="0" dirty="0">
                <a:solidFill>
                  <a:srgbClr val="000000"/>
                </a:solidFill>
                <a:effectLst/>
                <a:latin typeface="Inter"/>
              </a:rPr>
              <a:t>After interception, any two-way </a:t>
            </a:r>
            <a:r>
              <a:rPr lang="en-US" b="0" i="0" u="none" strike="noStrike" dirty="0">
                <a:solidFill>
                  <a:srgbClr val="285AE6"/>
                </a:solidFill>
                <a:effectLst/>
                <a:latin typeface="Inter"/>
              </a:rPr>
              <a:t>SSL</a:t>
            </a:r>
            <a:r>
              <a:rPr lang="en-US" b="0" i="0" dirty="0">
                <a:solidFill>
                  <a:srgbClr val="000000"/>
                </a:solidFill>
                <a:effectLst/>
                <a:latin typeface="Inter"/>
              </a:rPr>
              <a:t> traffic needs to be </a:t>
            </a:r>
            <a:r>
              <a:rPr lang="en-US" b="1" i="0" dirty="0">
                <a:solidFill>
                  <a:srgbClr val="000000"/>
                </a:solidFill>
                <a:effectLst/>
                <a:latin typeface="Inter"/>
              </a:rPr>
              <a:t>decrypted </a:t>
            </a:r>
            <a:r>
              <a:rPr lang="en-US" b="0" i="0" dirty="0">
                <a:solidFill>
                  <a:srgbClr val="000000"/>
                </a:solidFill>
                <a:effectLst/>
                <a:latin typeface="Inter"/>
              </a:rPr>
              <a:t>without alerting the user or application. A number of methods exist to achieve this:</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143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71105-D9B3-4CB2-20BB-F4A2F4B471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921BF9-8359-1002-BDBD-84DC0F51C42B}"/>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72697F38-F6AC-56BE-4495-DA8D6ADED956}"/>
              </a:ext>
            </a:extLst>
          </p:cNvPr>
          <p:cNvPicPr>
            <a:picLocks noChangeAspect="1"/>
          </p:cNvPicPr>
          <p:nvPr/>
        </p:nvPicPr>
        <p:blipFill>
          <a:blip r:embed="rId2"/>
          <a:stretch>
            <a:fillRect/>
          </a:stretch>
        </p:blipFill>
        <p:spPr>
          <a:xfrm>
            <a:off x="287151" y="382641"/>
            <a:ext cx="11617697" cy="6092718"/>
          </a:xfrm>
          <a:prstGeom prst="rect">
            <a:avLst/>
          </a:prstGeom>
        </p:spPr>
      </p:pic>
    </p:spTree>
    <p:extLst>
      <p:ext uri="{BB962C8B-B14F-4D97-AF65-F5344CB8AC3E}">
        <p14:creationId xmlns:p14="http://schemas.microsoft.com/office/powerpoint/2010/main" val="693555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5858-395F-B381-3608-F1965511E8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36BADD-FD59-3607-99E3-26488998CE8D}"/>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12FC8D39-84C1-9FAA-AD3D-196DA6ED99A5}"/>
              </a:ext>
            </a:extLst>
          </p:cNvPr>
          <p:cNvPicPr>
            <a:picLocks noChangeAspect="1"/>
          </p:cNvPicPr>
          <p:nvPr/>
        </p:nvPicPr>
        <p:blipFill>
          <a:blip r:embed="rId2"/>
          <a:stretch>
            <a:fillRect/>
          </a:stretch>
        </p:blipFill>
        <p:spPr>
          <a:xfrm>
            <a:off x="0" y="2310531"/>
            <a:ext cx="12192000" cy="4002237"/>
          </a:xfrm>
          <a:prstGeom prst="rect">
            <a:avLst/>
          </a:prstGeom>
        </p:spPr>
      </p:pic>
    </p:spTree>
    <p:extLst>
      <p:ext uri="{BB962C8B-B14F-4D97-AF65-F5344CB8AC3E}">
        <p14:creationId xmlns:p14="http://schemas.microsoft.com/office/powerpoint/2010/main" val="8265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RSA</a:t>
            </a:r>
          </a:p>
        </p:txBody>
      </p:sp>
      <p:sp>
        <p:nvSpPr>
          <p:cNvPr id="7" name="Text Placeholder 6"/>
          <p:cNvSpPr>
            <a:spLocks noGrp="1"/>
          </p:cNvSpPr>
          <p:nvPr>
            <p:ph type="body" idx="1"/>
          </p:nvPr>
        </p:nvSpPr>
        <p:spPr/>
        <p:txBody>
          <a:bodyPr/>
          <a:lstStyle/>
          <a:p>
            <a:r>
              <a:rPr lang="en-US" dirty="0"/>
              <a:t>Introduction</a:t>
            </a:r>
          </a:p>
          <a:p>
            <a:r>
              <a:rPr lang="en-US" dirty="0"/>
              <a:t>Algorithm </a:t>
            </a:r>
          </a:p>
          <a:p>
            <a:r>
              <a:rPr lang="en-US" dirty="0"/>
              <a:t>Example</a:t>
            </a:r>
          </a:p>
          <a:p>
            <a:r>
              <a:rPr lang="en-US" dirty="0"/>
              <a:t>Attack</a:t>
            </a:r>
          </a:p>
        </p:txBody>
      </p:sp>
    </p:spTree>
    <p:extLst>
      <p:ext uri="{BB962C8B-B14F-4D97-AF65-F5344CB8AC3E}">
        <p14:creationId xmlns:p14="http://schemas.microsoft.com/office/powerpoint/2010/main" val="2341728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Public Key Encryption : RSA</a:t>
            </a:r>
          </a:p>
        </p:txBody>
      </p:sp>
      <p:sp>
        <p:nvSpPr>
          <p:cNvPr id="7" name="Content Placeholder 6"/>
          <p:cNvSpPr>
            <a:spLocks noGrp="1"/>
          </p:cNvSpPr>
          <p:nvPr>
            <p:ph idx="1"/>
          </p:nvPr>
        </p:nvSpPr>
        <p:spPr/>
        <p:txBody>
          <a:bodyPr/>
          <a:lstStyle/>
          <a:p>
            <a:pPr algn="just"/>
            <a:r>
              <a:rPr lang="en-US" dirty="0"/>
              <a:t>Public key encryption enables a sender and a receiver to communicate securely over an insecure channel</a:t>
            </a:r>
          </a:p>
          <a:p>
            <a:pPr algn="just"/>
            <a:endParaRPr lang="en-US" dirty="0"/>
          </a:p>
          <a:p>
            <a:pPr algn="just"/>
            <a:r>
              <a:rPr lang="en-US" dirty="0"/>
              <a:t>The idea behind public key encryption is that it should be easy for anyone to encrypt a message, but computationally infeasible for anyone to decrypt it unless they have some “special knowledge”</a:t>
            </a:r>
          </a:p>
          <a:p>
            <a:pPr algn="just"/>
            <a:endParaRPr lang="en-US" dirty="0"/>
          </a:p>
          <a:p>
            <a:pPr algn="just"/>
            <a:r>
              <a:rPr lang="en-US" dirty="0"/>
              <a:t>This “special knowledge” could be considered to be a decryption key (also known as a private key)</a:t>
            </a:r>
          </a:p>
        </p:txBody>
      </p:sp>
    </p:spTree>
    <p:extLst>
      <p:ext uri="{BB962C8B-B14F-4D97-AF65-F5344CB8AC3E}">
        <p14:creationId xmlns:p14="http://schemas.microsoft.com/office/powerpoint/2010/main" val="3765187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Rivest</a:t>
            </a:r>
            <a:r>
              <a:rPr lang="en-US" dirty="0"/>
              <a:t>-Shamir-</a:t>
            </a:r>
            <a:r>
              <a:rPr lang="en-US" dirty="0" err="1"/>
              <a:t>Adleman</a:t>
            </a:r>
            <a:r>
              <a:rPr lang="en-US" dirty="0"/>
              <a:t> (RSA)</a:t>
            </a:r>
          </a:p>
        </p:txBody>
      </p:sp>
      <p:sp>
        <p:nvSpPr>
          <p:cNvPr id="3" name="Content Placeholder 2"/>
          <p:cNvSpPr>
            <a:spLocks noGrp="1"/>
          </p:cNvSpPr>
          <p:nvPr>
            <p:ph idx="1"/>
          </p:nvPr>
        </p:nvSpPr>
        <p:spPr/>
        <p:txBody>
          <a:bodyPr/>
          <a:lstStyle/>
          <a:p>
            <a:pPr algn="just"/>
            <a:r>
              <a:rPr lang="en-US" dirty="0"/>
              <a:t>Each person that wants to be able to receive encrypted messages must generate a RSA key pair</a:t>
            </a:r>
          </a:p>
          <a:p>
            <a:pPr algn="just"/>
            <a:r>
              <a:rPr lang="en-US" dirty="0"/>
              <a:t>The RSA key pair is comprised of a public key (that is shared with the sender and anyone else that may want to send encrypted messages to the receiver) and a private key (that is kept secret by the receiver)</a:t>
            </a:r>
          </a:p>
          <a:p>
            <a:pPr algn="just"/>
            <a:r>
              <a:rPr lang="en-US" dirty="0"/>
              <a:t>The public key is used by the sender to encrypt messages to the receiver</a:t>
            </a:r>
          </a:p>
          <a:p>
            <a:pPr algn="just"/>
            <a:r>
              <a:rPr lang="en-US" dirty="0"/>
              <a:t>The private key is used by the receiver to decrypt messages</a:t>
            </a:r>
          </a:p>
          <a:p>
            <a:pPr algn="just"/>
            <a:r>
              <a:rPr lang="en-US" dirty="0"/>
              <a:t>The RSA key generation algorithm generates a public key and a secret key (RSA key pair)</a:t>
            </a:r>
          </a:p>
        </p:txBody>
      </p:sp>
    </p:spTree>
    <p:extLst>
      <p:ext uri="{BB962C8B-B14F-4D97-AF65-F5344CB8AC3E}">
        <p14:creationId xmlns:p14="http://schemas.microsoft.com/office/powerpoint/2010/main" val="580124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RSA Key Generation</a:t>
            </a:r>
          </a:p>
        </p:txBody>
      </p:sp>
      <p:pic>
        <p:nvPicPr>
          <p:cNvPr id="6" name="Content Placeholder 5"/>
          <p:cNvPicPr>
            <a:picLocks noGrp="1" noChangeAspect="1"/>
          </p:cNvPicPr>
          <p:nvPr>
            <p:ph idx="1"/>
          </p:nvPr>
        </p:nvPicPr>
        <p:blipFill>
          <a:blip r:embed="rId2"/>
          <a:stretch>
            <a:fillRect/>
          </a:stretch>
        </p:blipFill>
        <p:spPr>
          <a:xfrm>
            <a:off x="1489157" y="2463654"/>
            <a:ext cx="9102030" cy="3433798"/>
          </a:xfrm>
          <a:prstGeom prst="rect">
            <a:avLst/>
          </a:prstGeom>
        </p:spPr>
      </p:pic>
      <mc:AlternateContent xmlns:mc="http://schemas.openxmlformats.org/markup-compatibility/2006">
        <mc:Choice xmlns:p14="http://schemas.microsoft.com/office/powerpoint/2010/main" Requires="p14">
          <p:contentPart p14:bwMode="auto" r:id="rId3">
            <p14:nvContentPartPr>
              <p14:cNvPr id="83" name="Ink 82">
                <a:extLst>
                  <a:ext uri="{FF2B5EF4-FFF2-40B4-BE49-F238E27FC236}">
                    <a16:creationId xmlns:a16="http://schemas.microsoft.com/office/drawing/2014/main" id="{24D91C07-3806-FBFF-5C69-C3CC4487C5C5}"/>
                  </a:ext>
                </a:extLst>
              </p14:cNvPr>
              <p14:cNvContentPartPr/>
              <p14:nvPr/>
            </p14:nvContentPartPr>
            <p14:xfrm>
              <a:off x="2060935" y="5805466"/>
              <a:ext cx="360" cy="3960"/>
            </p14:xfrm>
          </p:contentPart>
        </mc:Choice>
        <mc:Fallback>
          <p:pic>
            <p:nvPicPr>
              <p:cNvPr id="83" name="Ink 82">
                <a:extLst>
                  <a:ext uri="{FF2B5EF4-FFF2-40B4-BE49-F238E27FC236}">
                    <a16:creationId xmlns:a16="http://schemas.microsoft.com/office/drawing/2014/main" id="{24D91C07-3806-FBFF-5C69-C3CC4487C5C5}"/>
                  </a:ext>
                </a:extLst>
              </p:cNvPr>
              <p:cNvPicPr/>
              <p:nvPr/>
            </p:nvPicPr>
            <p:blipFill>
              <a:blip r:embed="rId4"/>
              <a:stretch>
                <a:fillRect/>
              </a:stretch>
            </p:blipFill>
            <p:spPr>
              <a:xfrm>
                <a:off x="2054815" y="5799346"/>
                <a:ext cx="12600" cy="16200"/>
              </a:xfrm>
              <a:prstGeom prst="rect">
                <a:avLst/>
              </a:prstGeom>
            </p:spPr>
          </p:pic>
        </mc:Fallback>
      </mc:AlternateContent>
    </p:spTree>
    <p:extLst>
      <p:ext uri="{BB962C8B-B14F-4D97-AF65-F5344CB8AC3E}">
        <p14:creationId xmlns:p14="http://schemas.microsoft.com/office/powerpoint/2010/main" val="3976869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Encryption and Decryption </a:t>
            </a:r>
          </a:p>
        </p:txBody>
      </p:sp>
      <p:pic>
        <p:nvPicPr>
          <p:cNvPr id="6" name="Content Placeholder 5"/>
          <p:cNvPicPr>
            <a:picLocks noGrp="1" noChangeAspect="1"/>
          </p:cNvPicPr>
          <p:nvPr>
            <p:ph idx="1"/>
          </p:nvPr>
        </p:nvPicPr>
        <p:blipFill>
          <a:blip r:embed="rId2"/>
          <a:stretch>
            <a:fillRect/>
          </a:stretch>
        </p:blipFill>
        <p:spPr>
          <a:xfrm>
            <a:off x="1577735" y="2470245"/>
            <a:ext cx="7867949" cy="2645983"/>
          </a:xfrm>
          <a:prstGeom prst="rect">
            <a:avLst/>
          </a:prstGeom>
        </p:spPr>
      </p:pic>
      <mc:AlternateContent xmlns:mc="http://schemas.openxmlformats.org/markup-compatibility/2006">
        <mc:Choice xmlns:p14="http://schemas.microsoft.com/office/powerpoint/2010/main" Requires="p14">
          <p:contentPart p14:bwMode="auto" r:id="rId3">
            <p14:nvContentPartPr>
              <p14:cNvPr id="18" name="Ink 17">
                <a:extLst>
                  <a:ext uri="{FF2B5EF4-FFF2-40B4-BE49-F238E27FC236}">
                    <a16:creationId xmlns:a16="http://schemas.microsoft.com/office/drawing/2014/main" id="{7E315896-5673-F9FD-FE4B-F13180D01A66}"/>
                  </a:ext>
                </a:extLst>
              </p14:cNvPr>
              <p14:cNvContentPartPr/>
              <p14:nvPr/>
            </p14:nvContentPartPr>
            <p14:xfrm>
              <a:off x="8401385" y="3665107"/>
              <a:ext cx="57960" cy="11160"/>
            </p14:xfrm>
          </p:contentPart>
        </mc:Choice>
        <mc:Fallback>
          <p:pic>
            <p:nvPicPr>
              <p:cNvPr id="18" name="Ink 17">
                <a:extLst>
                  <a:ext uri="{FF2B5EF4-FFF2-40B4-BE49-F238E27FC236}">
                    <a16:creationId xmlns:a16="http://schemas.microsoft.com/office/drawing/2014/main" id="{7E315896-5673-F9FD-FE4B-F13180D01A66}"/>
                  </a:ext>
                </a:extLst>
              </p:cNvPr>
              <p:cNvPicPr/>
              <p:nvPr/>
            </p:nvPicPr>
            <p:blipFill>
              <a:blip r:embed="rId4"/>
              <a:stretch>
                <a:fillRect/>
              </a:stretch>
            </p:blipFill>
            <p:spPr>
              <a:xfrm>
                <a:off x="8395265" y="3658987"/>
                <a:ext cx="70200" cy="23400"/>
              </a:xfrm>
              <a:prstGeom prst="rect">
                <a:avLst/>
              </a:prstGeom>
            </p:spPr>
          </p:pic>
        </mc:Fallback>
      </mc:AlternateContent>
    </p:spTree>
    <p:extLst>
      <p:ext uri="{BB962C8B-B14F-4D97-AF65-F5344CB8AC3E}">
        <p14:creationId xmlns:p14="http://schemas.microsoft.com/office/powerpoint/2010/main" val="423755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a:xfrm>
            <a:off x="263965" y="2335370"/>
            <a:ext cx="11501315" cy="4429957"/>
          </a:xfrm>
        </p:spPr>
        <p:txBody>
          <a:bodyPr>
            <a:normAutofit fontScale="92500" lnSpcReduction="10000"/>
          </a:bodyPr>
          <a:lstStyle/>
          <a:p>
            <a:pPr marL="469900" indent="-469900">
              <a:lnSpc>
                <a:spcPct val="105000"/>
              </a:lnSpc>
            </a:pPr>
            <a:r>
              <a:rPr lang="en-US" dirty="0">
                <a:solidFill>
                  <a:schemeClr val="tx1"/>
                </a:solidFill>
              </a:rPr>
              <a:t>Choose p = 3 and q = 11</a:t>
            </a:r>
          </a:p>
          <a:p>
            <a:pPr marL="469900" indent="-469900">
              <a:lnSpc>
                <a:spcPct val="105000"/>
              </a:lnSpc>
            </a:pPr>
            <a:r>
              <a:rPr lang="en-US" dirty="0">
                <a:solidFill>
                  <a:schemeClr val="tx1"/>
                </a:solidFill>
              </a:rPr>
              <a:t>Compute n = p * q = 3 * 11 = 33</a:t>
            </a:r>
          </a:p>
          <a:p>
            <a:pPr marL="469900" indent="-469900">
              <a:lnSpc>
                <a:spcPct val="105000"/>
              </a:lnSpc>
            </a:pPr>
            <a:r>
              <a:rPr lang="en-US" dirty="0">
                <a:solidFill>
                  <a:schemeClr val="tx1"/>
                </a:solidFill>
              </a:rPr>
              <a:t>Compute φ(n) = (p - 1) * (q - 1) = 2 * 10 = 20</a:t>
            </a:r>
          </a:p>
          <a:p>
            <a:pPr marL="469900" indent="-469900">
              <a:lnSpc>
                <a:spcPct val="105000"/>
              </a:lnSpc>
            </a:pPr>
            <a:r>
              <a:rPr lang="en-US" dirty="0">
                <a:solidFill>
                  <a:schemeClr val="tx1"/>
                </a:solidFill>
              </a:rPr>
              <a:t>Choose </a:t>
            </a:r>
            <a:r>
              <a:rPr lang="en-US" b="1" dirty="0">
                <a:solidFill>
                  <a:schemeClr val="tx1"/>
                </a:solidFill>
              </a:rPr>
              <a:t>e</a:t>
            </a:r>
            <a:r>
              <a:rPr lang="en-US" dirty="0">
                <a:solidFill>
                  <a:schemeClr val="tx1"/>
                </a:solidFill>
              </a:rPr>
              <a:t> such that 1 &lt; e &lt; φ(n) and </a:t>
            </a:r>
            <a:r>
              <a:rPr lang="en-US" b="1" dirty="0">
                <a:solidFill>
                  <a:schemeClr val="tx1"/>
                </a:solidFill>
              </a:rPr>
              <a:t>e and φ(n) are coprime</a:t>
            </a:r>
            <a:r>
              <a:rPr lang="en-US" dirty="0">
                <a:solidFill>
                  <a:schemeClr val="tx1"/>
                </a:solidFill>
              </a:rPr>
              <a:t>. </a:t>
            </a:r>
          </a:p>
          <a:p>
            <a:pPr marL="469900" indent="-469900">
              <a:lnSpc>
                <a:spcPct val="105000"/>
              </a:lnSpc>
            </a:pPr>
            <a:r>
              <a:rPr lang="en-US" dirty="0">
                <a:solidFill>
                  <a:schemeClr val="tx1"/>
                </a:solidFill>
              </a:rPr>
              <a:t>Let e = 7</a:t>
            </a:r>
          </a:p>
          <a:p>
            <a:pPr marL="469900" indent="-469900">
              <a:lnSpc>
                <a:spcPct val="105000"/>
              </a:lnSpc>
            </a:pPr>
            <a:r>
              <a:rPr lang="en-US" dirty="0">
                <a:solidFill>
                  <a:schemeClr val="tx1"/>
                </a:solidFill>
              </a:rPr>
              <a:t>Compute a value for d such that (d * e) % φ(n) = 1. </a:t>
            </a:r>
          </a:p>
          <a:p>
            <a:pPr marL="869950" lvl="1" indent="-469900">
              <a:lnSpc>
                <a:spcPct val="105000"/>
              </a:lnSpc>
            </a:pPr>
            <a:r>
              <a:rPr lang="en-US" dirty="0">
                <a:solidFill>
                  <a:schemeClr val="tx1"/>
                </a:solidFill>
              </a:rPr>
              <a:t>One solution is d = 3 =&gt; [(3 * 7) % 20 = 1]</a:t>
            </a:r>
          </a:p>
          <a:p>
            <a:pPr marL="469900" indent="-469900">
              <a:lnSpc>
                <a:spcPct val="105000"/>
              </a:lnSpc>
            </a:pPr>
            <a:r>
              <a:rPr lang="en-US" dirty="0">
                <a:solidFill>
                  <a:schemeClr val="tx1"/>
                </a:solidFill>
              </a:rPr>
              <a:t>Public key is (e, n) =&gt; (7, 33)</a:t>
            </a:r>
          </a:p>
          <a:p>
            <a:pPr marL="469900" indent="-469900">
              <a:lnSpc>
                <a:spcPct val="105000"/>
              </a:lnSpc>
            </a:pPr>
            <a:r>
              <a:rPr lang="en-US" dirty="0">
                <a:solidFill>
                  <a:schemeClr val="tx1"/>
                </a:solidFill>
              </a:rPr>
              <a:t>Private key is (d, n) =&gt; (3, 33)</a:t>
            </a:r>
          </a:p>
          <a:p>
            <a:pPr marL="469900" indent="-469900">
              <a:lnSpc>
                <a:spcPct val="105000"/>
              </a:lnSpc>
            </a:pPr>
            <a:r>
              <a:rPr lang="en-US" dirty="0">
                <a:solidFill>
                  <a:schemeClr val="tx1"/>
                </a:solidFill>
              </a:rPr>
              <a:t>Let message M be 7 &lt; n</a:t>
            </a:r>
          </a:p>
          <a:p>
            <a:pPr marL="469900" indent="-469900">
              <a:lnSpc>
                <a:spcPct val="105000"/>
              </a:lnSpc>
            </a:pPr>
            <a:r>
              <a:rPr lang="en-US" dirty="0">
                <a:solidFill>
                  <a:schemeClr val="tx1"/>
                </a:solidFill>
              </a:rPr>
              <a:t>The decryption of </a:t>
            </a:r>
            <a:r>
              <a:rPr lang="en-US" b="1" i="1" dirty="0">
                <a:solidFill>
                  <a:schemeClr val="tx1"/>
                </a:solidFill>
              </a:rPr>
              <a:t>C</a:t>
            </a:r>
            <a:r>
              <a:rPr lang="en-US" i="1" dirty="0">
                <a:solidFill>
                  <a:schemeClr val="tx1"/>
                </a:solidFill>
              </a:rPr>
              <a:t>= (M</a:t>
            </a:r>
            <a:r>
              <a:rPr lang="en-US" i="1" baseline="30000" dirty="0">
                <a:solidFill>
                  <a:schemeClr val="tx1"/>
                </a:solidFill>
              </a:rPr>
              <a:t>e </a:t>
            </a:r>
            <a:r>
              <a:rPr lang="en-US" i="1" dirty="0">
                <a:solidFill>
                  <a:schemeClr val="tx1"/>
                </a:solidFill>
              </a:rPr>
              <a:t>% n) =&gt; C = 7</a:t>
            </a:r>
            <a:r>
              <a:rPr lang="en-US" i="1" baseline="30000" dirty="0">
                <a:solidFill>
                  <a:schemeClr val="tx1"/>
                </a:solidFill>
              </a:rPr>
              <a:t>7</a:t>
            </a:r>
            <a:r>
              <a:rPr lang="en-US" i="1" dirty="0">
                <a:solidFill>
                  <a:schemeClr val="tx1"/>
                </a:solidFill>
              </a:rPr>
              <a:t> % 33 = 28</a:t>
            </a:r>
          </a:p>
          <a:p>
            <a:pPr marL="469900" indent="-469900">
              <a:lnSpc>
                <a:spcPct val="105000"/>
              </a:lnSpc>
            </a:pPr>
            <a:r>
              <a:rPr lang="en-US" dirty="0">
                <a:solidFill>
                  <a:schemeClr val="tx1"/>
                </a:solidFill>
              </a:rPr>
              <a:t>The encryption of </a:t>
            </a:r>
            <a:r>
              <a:rPr lang="en-US" b="1" i="1" dirty="0">
                <a:solidFill>
                  <a:schemeClr val="tx1"/>
                </a:solidFill>
              </a:rPr>
              <a:t>M </a:t>
            </a:r>
            <a:r>
              <a:rPr lang="en-US" i="1" dirty="0">
                <a:solidFill>
                  <a:schemeClr val="tx1"/>
                </a:solidFill>
              </a:rPr>
              <a:t>= (C</a:t>
            </a:r>
            <a:r>
              <a:rPr lang="en-US" i="1" baseline="30000" dirty="0">
                <a:solidFill>
                  <a:schemeClr val="tx1"/>
                </a:solidFill>
              </a:rPr>
              <a:t>d </a:t>
            </a:r>
            <a:r>
              <a:rPr lang="en-US" i="1" dirty="0">
                <a:solidFill>
                  <a:schemeClr val="tx1"/>
                </a:solidFill>
              </a:rPr>
              <a:t>% n)</a:t>
            </a:r>
            <a:r>
              <a:rPr lang="en-US" i="1" baseline="30000" dirty="0">
                <a:solidFill>
                  <a:schemeClr val="tx1"/>
                </a:solidFill>
              </a:rPr>
              <a:t> </a:t>
            </a:r>
            <a:r>
              <a:rPr lang="en-US" i="1" dirty="0">
                <a:solidFill>
                  <a:schemeClr val="tx1"/>
                </a:solidFill>
              </a:rPr>
              <a:t>=m = 28</a:t>
            </a:r>
            <a:r>
              <a:rPr lang="en-US" i="1" baseline="30000" dirty="0">
                <a:solidFill>
                  <a:schemeClr val="tx1"/>
                </a:solidFill>
              </a:rPr>
              <a:t>3</a:t>
            </a:r>
            <a:r>
              <a:rPr lang="en-US" i="1" dirty="0">
                <a:solidFill>
                  <a:schemeClr val="tx1"/>
                </a:solidFill>
              </a:rPr>
              <a:t> % 33 = 7	</a:t>
            </a:r>
            <a:endParaRPr lang="en-US" dirty="0">
              <a:solidFill>
                <a:schemeClr val="tx1"/>
              </a:solidFill>
            </a:endParaRPr>
          </a:p>
          <a:p>
            <a:pPr marL="469900" indent="-469900">
              <a:lnSpc>
                <a:spcPct val="105000"/>
              </a:lnSpc>
            </a:pPr>
            <a:endParaRPr lang="en-GB" sz="1400" dirty="0">
              <a:solidFill>
                <a:schemeClr val="tx1"/>
              </a:solidFill>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4AA6611-6698-F87E-5101-8227975DB92F}"/>
                  </a:ext>
                </a:extLst>
              </p14:cNvPr>
              <p14:cNvContentPartPr/>
              <p14:nvPr/>
            </p14:nvContentPartPr>
            <p14:xfrm>
              <a:off x="7805585" y="4550707"/>
              <a:ext cx="360" cy="360"/>
            </p14:xfrm>
          </p:contentPart>
        </mc:Choice>
        <mc:Fallback>
          <p:pic>
            <p:nvPicPr>
              <p:cNvPr id="4" name="Ink 3">
                <a:extLst>
                  <a:ext uri="{FF2B5EF4-FFF2-40B4-BE49-F238E27FC236}">
                    <a16:creationId xmlns:a16="http://schemas.microsoft.com/office/drawing/2014/main" id="{14AA6611-6698-F87E-5101-8227975DB92F}"/>
                  </a:ext>
                </a:extLst>
              </p:cNvPr>
              <p:cNvPicPr/>
              <p:nvPr/>
            </p:nvPicPr>
            <p:blipFill>
              <a:blip r:embed="rId3"/>
              <a:stretch>
                <a:fillRect/>
              </a:stretch>
            </p:blipFill>
            <p:spPr>
              <a:xfrm>
                <a:off x="7799465" y="4544587"/>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0" name="Ink 19">
                <a:extLst>
                  <a:ext uri="{FF2B5EF4-FFF2-40B4-BE49-F238E27FC236}">
                    <a16:creationId xmlns:a16="http://schemas.microsoft.com/office/drawing/2014/main" id="{76AA4BB1-5082-4AA2-C2B0-8A6004C4560E}"/>
                  </a:ext>
                </a:extLst>
              </p14:cNvPr>
              <p14:cNvContentPartPr/>
              <p14:nvPr/>
            </p14:nvContentPartPr>
            <p14:xfrm>
              <a:off x="2720585" y="3225187"/>
              <a:ext cx="76320" cy="153360"/>
            </p14:xfrm>
          </p:contentPart>
        </mc:Choice>
        <mc:Fallback>
          <p:pic>
            <p:nvPicPr>
              <p:cNvPr id="20" name="Ink 19">
                <a:extLst>
                  <a:ext uri="{FF2B5EF4-FFF2-40B4-BE49-F238E27FC236}">
                    <a16:creationId xmlns:a16="http://schemas.microsoft.com/office/drawing/2014/main" id="{76AA4BB1-5082-4AA2-C2B0-8A6004C4560E}"/>
                  </a:ext>
                </a:extLst>
              </p:cNvPr>
              <p:cNvPicPr/>
              <p:nvPr/>
            </p:nvPicPr>
            <p:blipFill>
              <a:blip r:embed="rId5"/>
              <a:stretch>
                <a:fillRect/>
              </a:stretch>
            </p:blipFill>
            <p:spPr>
              <a:xfrm>
                <a:off x="2714465" y="3219067"/>
                <a:ext cx="8856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0" name="Ink 69">
                <a:extLst>
                  <a:ext uri="{FF2B5EF4-FFF2-40B4-BE49-F238E27FC236}">
                    <a16:creationId xmlns:a16="http://schemas.microsoft.com/office/drawing/2014/main" id="{60A3BCD8-149E-A9F4-A578-F968687947B9}"/>
                  </a:ext>
                </a:extLst>
              </p14:cNvPr>
              <p14:cNvContentPartPr/>
              <p14:nvPr/>
            </p14:nvContentPartPr>
            <p14:xfrm>
              <a:off x="10073225" y="5579947"/>
              <a:ext cx="360" cy="360"/>
            </p14:xfrm>
          </p:contentPart>
        </mc:Choice>
        <mc:Fallback>
          <p:pic>
            <p:nvPicPr>
              <p:cNvPr id="70" name="Ink 69">
                <a:extLst>
                  <a:ext uri="{FF2B5EF4-FFF2-40B4-BE49-F238E27FC236}">
                    <a16:creationId xmlns:a16="http://schemas.microsoft.com/office/drawing/2014/main" id="{60A3BCD8-149E-A9F4-A578-F968687947B9}"/>
                  </a:ext>
                </a:extLst>
              </p:cNvPr>
              <p:cNvPicPr/>
              <p:nvPr/>
            </p:nvPicPr>
            <p:blipFill>
              <a:blip r:embed="rId3"/>
              <a:stretch>
                <a:fillRect/>
              </a:stretch>
            </p:blipFill>
            <p:spPr>
              <a:xfrm>
                <a:off x="10067105" y="5573827"/>
                <a:ext cx="12600" cy="12600"/>
              </a:xfrm>
              <a:prstGeom prst="rect">
                <a:avLst/>
              </a:prstGeom>
            </p:spPr>
          </p:pic>
        </mc:Fallback>
      </mc:AlternateContent>
      <p:grpSp>
        <p:nvGrpSpPr>
          <p:cNvPr id="72" name="Group 71">
            <a:extLst>
              <a:ext uri="{FF2B5EF4-FFF2-40B4-BE49-F238E27FC236}">
                <a16:creationId xmlns:a16="http://schemas.microsoft.com/office/drawing/2014/main" id="{0FD8ECB7-8E28-2BA8-E2F5-03EC589780C3}"/>
              </a:ext>
            </a:extLst>
          </p:cNvPr>
          <p:cNvGrpSpPr/>
          <p:nvPr/>
        </p:nvGrpSpPr>
        <p:grpSpPr>
          <a:xfrm>
            <a:off x="9932825" y="5931307"/>
            <a:ext cx="147960" cy="29160"/>
            <a:chOff x="9932825" y="5931307"/>
            <a:chExt cx="147960" cy="29160"/>
          </a:xfrm>
        </p:grpSpPr>
        <mc:AlternateContent xmlns:mc="http://schemas.openxmlformats.org/markup-compatibility/2006">
          <mc:Choice xmlns:p14="http://schemas.microsoft.com/office/powerpoint/2010/main" Requires="p14">
            <p:contentPart p14:bwMode="auto" r:id="rId7">
              <p14:nvContentPartPr>
                <p14:cNvPr id="69" name="Ink 68">
                  <a:extLst>
                    <a:ext uri="{FF2B5EF4-FFF2-40B4-BE49-F238E27FC236}">
                      <a16:creationId xmlns:a16="http://schemas.microsoft.com/office/drawing/2014/main" id="{5C8C230C-9021-12B2-FF68-8F12D26DB3D4}"/>
                    </a:ext>
                  </a:extLst>
                </p14:cNvPr>
                <p14:cNvContentPartPr/>
                <p14:nvPr/>
              </p14:nvContentPartPr>
              <p14:xfrm>
                <a:off x="9932825" y="5931307"/>
                <a:ext cx="14040" cy="11160"/>
              </p14:xfrm>
            </p:contentPart>
          </mc:Choice>
          <mc:Fallback>
            <p:pic>
              <p:nvPicPr>
                <p:cNvPr id="69" name="Ink 68">
                  <a:extLst>
                    <a:ext uri="{FF2B5EF4-FFF2-40B4-BE49-F238E27FC236}">
                      <a16:creationId xmlns:a16="http://schemas.microsoft.com/office/drawing/2014/main" id="{5C8C230C-9021-12B2-FF68-8F12D26DB3D4}"/>
                    </a:ext>
                  </a:extLst>
                </p:cNvPr>
                <p:cNvPicPr/>
                <p:nvPr/>
              </p:nvPicPr>
              <p:blipFill>
                <a:blip r:embed="rId8"/>
                <a:stretch>
                  <a:fillRect/>
                </a:stretch>
              </p:blipFill>
              <p:spPr>
                <a:xfrm>
                  <a:off x="9926705" y="5925187"/>
                  <a:ext cx="2628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1" name="Ink 70">
                  <a:extLst>
                    <a:ext uri="{FF2B5EF4-FFF2-40B4-BE49-F238E27FC236}">
                      <a16:creationId xmlns:a16="http://schemas.microsoft.com/office/drawing/2014/main" id="{9EBDE1DE-84AA-D259-91B2-77BC4F6E1C8B}"/>
                    </a:ext>
                  </a:extLst>
                </p14:cNvPr>
                <p14:cNvContentPartPr/>
                <p14:nvPr/>
              </p14:nvContentPartPr>
              <p14:xfrm>
                <a:off x="10080425" y="5960107"/>
                <a:ext cx="360" cy="360"/>
              </p14:xfrm>
            </p:contentPart>
          </mc:Choice>
          <mc:Fallback>
            <p:pic>
              <p:nvPicPr>
                <p:cNvPr id="71" name="Ink 70">
                  <a:extLst>
                    <a:ext uri="{FF2B5EF4-FFF2-40B4-BE49-F238E27FC236}">
                      <a16:creationId xmlns:a16="http://schemas.microsoft.com/office/drawing/2014/main" id="{9EBDE1DE-84AA-D259-91B2-77BC4F6E1C8B}"/>
                    </a:ext>
                  </a:extLst>
                </p:cNvPr>
                <p:cNvPicPr/>
                <p:nvPr/>
              </p:nvPicPr>
              <p:blipFill>
                <a:blip r:embed="rId3"/>
                <a:stretch>
                  <a:fillRect/>
                </a:stretch>
              </p:blipFill>
              <p:spPr>
                <a:xfrm>
                  <a:off x="10074305" y="5953987"/>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134" name="Ink 133">
                <a:extLst>
                  <a:ext uri="{FF2B5EF4-FFF2-40B4-BE49-F238E27FC236}">
                    <a16:creationId xmlns:a16="http://schemas.microsoft.com/office/drawing/2014/main" id="{1E88EA83-FF87-CC6D-AEE5-FC5C7F71C40C}"/>
                  </a:ext>
                </a:extLst>
              </p14:cNvPr>
              <p14:cNvContentPartPr/>
              <p14:nvPr/>
            </p14:nvContentPartPr>
            <p14:xfrm>
              <a:off x="149825" y="726787"/>
              <a:ext cx="360" cy="360"/>
            </p14:xfrm>
          </p:contentPart>
        </mc:Choice>
        <mc:Fallback>
          <p:pic>
            <p:nvPicPr>
              <p:cNvPr id="134" name="Ink 133">
                <a:extLst>
                  <a:ext uri="{FF2B5EF4-FFF2-40B4-BE49-F238E27FC236}">
                    <a16:creationId xmlns:a16="http://schemas.microsoft.com/office/drawing/2014/main" id="{1E88EA83-FF87-CC6D-AEE5-FC5C7F71C40C}"/>
                  </a:ext>
                </a:extLst>
              </p:cNvPr>
              <p:cNvPicPr/>
              <p:nvPr/>
            </p:nvPicPr>
            <p:blipFill>
              <a:blip r:embed="rId3"/>
              <a:stretch>
                <a:fillRect/>
              </a:stretch>
            </p:blipFill>
            <p:spPr>
              <a:xfrm>
                <a:off x="143705" y="720667"/>
                <a:ext cx="12600" cy="12600"/>
              </a:xfrm>
              <a:prstGeom prst="rect">
                <a:avLst/>
              </a:prstGeom>
            </p:spPr>
          </p:pic>
        </mc:Fallback>
      </mc:AlternateContent>
      <p:grpSp>
        <p:nvGrpSpPr>
          <p:cNvPr id="154" name="Group 153">
            <a:extLst>
              <a:ext uri="{FF2B5EF4-FFF2-40B4-BE49-F238E27FC236}">
                <a16:creationId xmlns:a16="http://schemas.microsoft.com/office/drawing/2014/main" id="{C8CB7339-1A0B-8E0C-89D0-BF208E75FDC9}"/>
              </a:ext>
            </a:extLst>
          </p:cNvPr>
          <p:cNvGrpSpPr/>
          <p:nvPr/>
        </p:nvGrpSpPr>
        <p:grpSpPr>
          <a:xfrm>
            <a:off x="134705" y="726787"/>
            <a:ext cx="360" cy="360"/>
            <a:chOff x="134705" y="726787"/>
            <a:chExt cx="360" cy="360"/>
          </a:xfrm>
        </p:grpSpPr>
        <mc:AlternateContent xmlns:mc="http://schemas.openxmlformats.org/markup-compatibility/2006">
          <mc:Choice xmlns:p14="http://schemas.microsoft.com/office/powerpoint/2010/main" Requires="p14">
            <p:contentPart p14:bwMode="auto" r:id="rId11">
              <p14:nvContentPartPr>
                <p14:cNvPr id="150" name="Ink 149">
                  <a:extLst>
                    <a:ext uri="{FF2B5EF4-FFF2-40B4-BE49-F238E27FC236}">
                      <a16:creationId xmlns:a16="http://schemas.microsoft.com/office/drawing/2014/main" id="{5E3423FE-F464-4591-0051-F02F41095D20}"/>
                    </a:ext>
                  </a:extLst>
                </p14:cNvPr>
                <p14:cNvContentPartPr/>
                <p14:nvPr/>
              </p14:nvContentPartPr>
              <p14:xfrm>
                <a:off x="134705" y="726787"/>
                <a:ext cx="360" cy="360"/>
              </p14:xfrm>
            </p:contentPart>
          </mc:Choice>
          <mc:Fallback>
            <p:pic>
              <p:nvPicPr>
                <p:cNvPr id="150" name="Ink 149">
                  <a:extLst>
                    <a:ext uri="{FF2B5EF4-FFF2-40B4-BE49-F238E27FC236}">
                      <a16:creationId xmlns:a16="http://schemas.microsoft.com/office/drawing/2014/main" id="{5E3423FE-F464-4591-0051-F02F41095D20}"/>
                    </a:ext>
                  </a:extLst>
                </p:cNvPr>
                <p:cNvPicPr/>
                <p:nvPr/>
              </p:nvPicPr>
              <p:blipFill>
                <a:blip r:embed="rId3"/>
                <a:stretch>
                  <a:fillRect/>
                </a:stretch>
              </p:blipFill>
              <p:spPr>
                <a:xfrm>
                  <a:off x="128585" y="720667"/>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1" name="Ink 150">
                  <a:extLst>
                    <a:ext uri="{FF2B5EF4-FFF2-40B4-BE49-F238E27FC236}">
                      <a16:creationId xmlns:a16="http://schemas.microsoft.com/office/drawing/2014/main" id="{A4B35866-7151-4BC2-7906-DF05B8D4ACCB}"/>
                    </a:ext>
                  </a:extLst>
                </p14:cNvPr>
                <p14:cNvContentPartPr/>
                <p14:nvPr/>
              </p14:nvContentPartPr>
              <p14:xfrm>
                <a:off x="134705" y="726787"/>
                <a:ext cx="360" cy="360"/>
              </p14:xfrm>
            </p:contentPart>
          </mc:Choice>
          <mc:Fallback>
            <p:pic>
              <p:nvPicPr>
                <p:cNvPr id="151" name="Ink 150">
                  <a:extLst>
                    <a:ext uri="{FF2B5EF4-FFF2-40B4-BE49-F238E27FC236}">
                      <a16:creationId xmlns:a16="http://schemas.microsoft.com/office/drawing/2014/main" id="{A4B35866-7151-4BC2-7906-DF05B8D4ACCB}"/>
                    </a:ext>
                  </a:extLst>
                </p:cNvPr>
                <p:cNvPicPr/>
                <p:nvPr/>
              </p:nvPicPr>
              <p:blipFill>
                <a:blip r:embed="rId3"/>
                <a:stretch>
                  <a:fillRect/>
                </a:stretch>
              </p:blipFill>
              <p:spPr>
                <a:xfrm>
                  <a:off x="128585" y="720667"/>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155" name="Ink 154">
                <a:extLst>
                  <a:ext uri="{FF2B5EF4-FFF2-40B4-BE49-F238E27FC236}">
                    <a16:creationId xmlns:a16="http://schemas.microsoft.com/office/drawing/2014/main" id="{0BDEA2F8-F2A0-DE83-59CC-D3214DB51AA6}"/>
                  </a:ext>
                </a:extLst>
              </p14:cNvPr>
              <p14:cNvContentPartPr/>
              <p14:nvPr/>
            </p14:nvContentPartPr>
            <p14:xfrm>
              <a:off x="2153945" y="6053654"/>
              <a:ext cx="1800" cy="360"/>
            </p14:xfrm>
          </p:contentPart>
        </mc:Choice>
        <mc:Fallback>
          <p:pic>
            <p:nvPicPr>
              <p:cNvPr id="155" name="Ink 154">
                <a:extLst>
                  <a:ext uri="{FF2B5EF4-FFF2-40B4-BE49-F238E27FC236}">
                    <a16:creationId xmlns:a16="http://schemas.microsoft.com/office/drawing/2014/main" id="{0BDEA2F8-F2A0-DE83-59CC-D3214DB51AA6}"/>
                  </a:ext>
                </a:extLst>
              </p:cNvPr>
              <p:cNvPicPr/>
              <p:nvPr/>
            </p:nvPicPr>
            <p:blipFill>
              <a:blip r:embed="rId14"/>
              <a:stretch>
                <a:fillRect/>
              </a:stretch>
            </p:blipFill>
            <p:spPr>
              <a:xfrm>
                <a:off x="2147825" y="6047534"/>
                <a:ext cx="140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09" name="Ink 208">
                <a:extLst>
                  <a:ext uri="{FF2B5EF4-FFF2-40B4-BE49-F238E27FC236}">
                    <a16:creationId xmlns:a16="http://schemas.microsoft.com/office/drawing/2014/main" id="{2C41B62C-8C43-D966-E159-D08881F68937}"/>
                  </a:ext>
                </a:extLst>
              </p14:cNvPr>
              <p14:cNvContentPartPr/>
              <p14:nvPr/>
            </p14:nvContentPartPr>
            <p14:xfrm>
              <a:off x="9408346" y="3190786"/>
              <a:ext cx="179280" cy="241560"/>
            </p14:xfrm>
          </p:contentPart>
        </mc:Choice>
        <mc:Fallback>
          <p:pic>
            <p:nvPicPr>
              <p:cNvPr id="209" name="Ink 208">
                <a:extLst>
                  <a:ext uri="{FF2B5EF4-FFF2-40B4-BE49-F238E27FC236}">
                    <a16:creationId xmlns:a16="http://schemas.microsoft.com/office/drawing/2014/main" id="{2C41B62C-8C43-D966-E159-D08881F68937}"/>
                  </a:ext>
                </a:extLst>
              </p:cNvPr>
              <p:cNvPicPr/>
              <p:nvPr/>
            </p:nvPicPr>
            <p:blipFill>
              <a:blip r:embed="rId16"/>
              <a:stretch>
                <a:fillRect/>
              </a:stretch>
            </p:blipFill>
            <p:spPr>
              <a:xfrm>
                <a:off x="9402226" y="3184666"/>
                <a:ext cx="191520" cy="253800"/>
              </a:xfrm>
              <a:prstGeom prst="rect">
                <a:avLst/>
              </a:prstGeom>
            </p:spPr>
          </p:pic>
        </mc:Fallback>
      </mc:AlternateContent>
      <p:grpSp>
        <p:nvGrpSpPr>
          <p:cNvPr id="233" name="Group 232">
            <a:extLst>
              <a:ext uri="{FF2B5EF4-FFF2-40B4-BE49-F238E27FC236}">
                <a16:creationId xmlns:a16="http://schemas.microsoft.com/office/drawing/2014/main" id="{10083938-DE71-195B-3BA7-BDFD5544DD89}"/>
              </a:ext>
            </a:extLst>
          </p:cNvPr>
          <p:cNvGrpSpPr/>
          <p:nvPr/>
        </p:nvGrpSpPr>
        <p:grpSpPr>
          <a:xfrm>
            <a:off x="8147986" y="2311867"/>
            <a:ext cx="3171240" cy="3063399"/>
            <a:chOff x="8147986" y="2311867"/>
            <a:chExt cx="3171240" cy="3063399"/>
          </a:xfrm>
        </p:grpSpPr>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78EB7070-B818-1FC3-1B02-F4448540745D}"/>
                    </a:ext>
                  </a:extLst>
                </p14:cNvPr>
                <p14:cNvContentPartPr/>
                <p14:nvPr/>
              </p14:nvContentPartPr>
              <p14:xfrm>
                <a:off x="8350625" y="2500867"/>
                <a:ext cx="294840" cy="219600"/>
              </p14:xfrm>
            </p:contentPart>
          </mc:Choice>
          <mc:Fallback>
            <p:pic>
              <p:nvPicPr>
                <p:cNvPr id="11" name="Ink 10">
                  <a:extLst>
                    <a:ext uri="{FF2B5EF4-FFF2-40B4-BE49-F238E27FC236}">
                      <a16:creationId xmlns:a16="http://schemas.microsoft.com/office/drawing/2014/main" id="{78EB7070-B818-1FC3-1B02-F4448540745D}"/>
                    </a:ext>
                  </a:extLst>
                </p:cNvPr>
                <p:cNvPicPr/>
                <p:nvPr/>
              </p:nvPicPr>
              <p:blipFill>
                <a:blip r:embed="rId18"/>
                <a:stretch>
                  <a:fillRect/>
                </a:stretch>
              </p:blipFill>
              <p:spPr>
                <a:xfrm>
                  <a:off x="8344505" y="2494747"/>
                  <a:ext cx="30708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E4EF53A6-8EED-8260-E1EC-062E22DE0B8E}"/>
                    </a:ext>
                  </a:extLst>
                </p14:cNvPr>
                <p14:cNvContentPartPr/>
                <p14:nvPr/>
              </p14:nvContentPartPr>
              <p14:xfrm>
                <a:off x="8878025" y="2394667"/>
                <a:ext cx="214200" cy="65880"/>
              </p14:xfrm>
            </p:contentPart>
          </mc:Choice>
          <mc:Fallback>
            <p:pic>
              <p:nvPicPr>
                <p:cNvPr id="12" name="Ink 11">
                  <a:extLst>
                    <a:ext uri="{FF2B5EF4-FFF2-40B4-BE49-F238E27FC236}">
                      <a16:creationId xmlns:a16="http://schemas.microsoft.com/office/drawing/2014/main" id="{E4EF53A6-8EED-8260-E1EC-062E22DE0B8E}"/>
                    </a:ext>
                  </a:extLst>
                </p:cNvPr>
                <p:cNvPicPr/>
                <p:nvPr/>
              </p:nvPicPr>
              <p:blipFill>
                <a:blip r:embed="rId20"/>
                <a:stretch>
                  <a:fillRect/>
                </a:stretch>
              </p:blipFill>
              <p:spPr>
                <a:xfrm>
                  <a:off x="8871905" y="2388547"/>
                  <a:ext cx="22644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AAF31FDC-55D7-7412-ED83-11067B739BDB}"/>
                    </a:ext>
                  </a:extLst>
                </p14:cNvPr>
                <p14:cNvContentPartPr/>
                <p14:nvPr/>
              </p14:nvContentPartPr>
              <p14:xfrm>
                <a:off x="8968385" y="2557027"/>
                <a:ext cx="125640" cy="16560"/>
              </p14:xfrm>
            </p:contentPart>
          </mc:Choice>
          <mc:Fallback>
            <p:pic>
              <p:nvPicPr>
                <p:cNvPr id="13" name="Ink 12">
                  <a:extLst>
                    <a:ext uri="{FF2B5EF4-FFF2-40B4-BE49-F238E27FC236}">
                      <a16:creationId xmlns:a16="http://schemas.microsoft.com/office/drawing/2014/main" id="{AAF31FDC-55D7-7412-ED83-11067B739BDB}"/>
                    </a:ext>
                  </a:extLst>
                </p:cNvPr>
                <p:cNvPicPr/>
                <p:nvPr/>
              </p:nvPicPr>
              <p:blipFill>
                <a:blip r:embed="rId22"/>
                <a:stretch>
                  <a:fillRect/>
                </a:stretch>
              </p:blipFill>
              <p:spPr>
                <a:xfrm>
                  <a:off x="8962265" y="2550907"/>
                  <a:ext cx="1378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963094E7-CF09-C18A-EA7B-9C9581CDD517}"/>
                    </a:ext>
                  </a:extLst>
                </p14:cNvPr>
                <p14:cNvContentPartPr/>
                <p14:nvPr/>
              </p14:nvContentPartPr>
              <p14:xfrm>
                <a:off x="9303905" y="2345347"/>
                <a:ext cx="259200" cy="208080"/>
              </p14:xfrm>
            </p:contentPart>
          </mc:Choice>
          <mc:Fallback>
            <p:pic>
              <p:nvPicPr>
                <p:cNvPr id="14" name="Ink 13">
                  <a:extLst>
                    <a:ext uri="{FF2B5EF4-FFF2-40B4-BE49-F238E27FC236}">
                      <a16:creationId xmlns:a16="http://schemas.microsoft.com/office/drawing/2014/main" id="{963094E7-CF09-C18A-EA7B-9C9581CDD517}"/>
                    </a:ext>
                  </a:extLst>
                </p:cNvPr>
                <p:cNvPicPr/>
                <p:nvPr/>
              </p:nvPicPr>
              <p:blipFill>
                <a:blip r:embed="rId24"/>
                <a:stretch>
                  <a:fillRect/>
                </a:stretch>
              </p:blipFill>
              <p:spPr>
                <a:xfrm>
                  <a:off x="9297785" y="2339227"/>
                  <a:ext cx="27144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21645694-865C-B288-2270-8BAC2D255CFF}"/>
                    </a:ext>
                  </a:extLst>
                </p14:cNvPr>
                <p14:cNvContentPartPr/>
                <p14:nvPr/>
              </p14:nvContentPartPr>
              <p14:xfrm>
                <a:off x="9708545" y="2311867"/>
                <a:ext cx="231840" cy="203760"/>
              </p14:xfrm>
            </p:contentPart>
          </mc:Choice>
          <mc:Fallback>
            <p:pic>
              <p:nvPicPr>
                <p:cNvPr id="15" name="Ink 14">
                  <a:extLst>
                    <a:ext uri="{FF2B5EF4-FFF2-40B4-BE49-F238E27FC236}">
                      <a16:creationId xmlns:a16="http://schemas.microsoft.com/office/drawing/2014/main" id="{21645694-865C-B288-2270-8BAC2D255CFF}"/>
                    </a:ext>
                  </a:extLst>
                </p:cNvPr>
                <p:cNvPicPr/>
                <p:nvPr/>
              </p:nvPicPr>
              <p:blipFill>
                <a:blip r:embed="rId26"/>
                <a:stretch>
                  <a:fillRect/>
                </a:stretch>
              </p:blipFill>
              <p:spPr>
                <a:xfrm>
                  <a:off x="9702425" y="2305747"/>
                  <a:ext cx="2440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4" name="Ink 23">
                  <a:extLst>
                    <a:ext uri="{FF2B5EF4-FFF2-40B4-BE49-F238E27FC236}">
                      <a16:creationId xmlns:a16="http://schemas.microsoft.com/office/drawing/2014/main" id="{1631743D-371D-22E8-D3CE-5CFF19C88AA2}"/>
                    </a:ext>
                  </a:extLst>
                </p14:cNvPr>
                <p14:cNvContentPartPr/>
                <p14:nvPr/>
              </p14:nvContentPartPr>
              <p14:xfrm>
                <a:off x="8383025" y="3019267"/>
                <a:ext cx="356040" cy="264960"/>
              </p14:xfrm>
            </p:contentPart>
          </mc:Choice>
          <mc:Fallback>
            <p:pic>
              <p:nvPicPr>
                <p:cNvPr id="24" name="Ink 23">
                  <a:extLst>
                    <a:ext uri="{FF2B5EF4-FFF2-40B4-BE49-F238E27FC236}">
                      <a16:creationId xmlns:a16="http://schemas.microsoft.com/office/drawing/2014/main" id="{1631743D-371D-22E8-D3CE-5CFF19C88AA2}"/>
                    </a:ext>
                  </a:extLst>
                </p:cNvPr>
                <p:cNvPicPr/>
                <p:nvPr/>
              </p:nvPicPr>
              <p:blipFill>
                <a:blip r:embed="rId28"/>
                <a:stretch>
                  <a:fillRect/>
                </a:stretch>
              </p:blipFill>
              <p:spPr>
                <a:xfrm>
                  <a:off x="8376905" y="3013147"/>
                  <a:ext cx="36828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5" name="Ink 24">
                  <a:extLst>
                    <a:ext uri="{FF2B5EF4-FFF2-40B4-BE49-F238E27FC236}">
                      <a16:creationId xmlns:a16="http://schemas.microsoft.com/office/drawing/2014/main" id="{172F1116-23CD-3CD5-42AF-2891730D8F6D}"/>
                    </a:ext>
                  </a:extLst>
                </p14:cNvPr>
                <p14:cNvContentPartPr/>
                <p14:nvPr/>
              </p14:nvContentPartPr>
              <p14:xfrm>
                <a:off x="8594705" y="2933227"/>
                <a:ext cx="34560" cy="304560"/>
              </p14:xfrm>
            </p:contentPart>
          </mc:Choice>
          <mc:Fallback>
            <p:pic>
              <p:nvPicPr>
                <p:cNvPr id="25" name="Ink 24">
                  <a:extLst>
                    <a:ext uri="{FF2B5EF4-FFF2-40B4-BE49-F238E27FC236}">
                      <a16:creationId xmlns:a16="http://schemas.microsoft.com/office/drawing/2014/main" id="{172F1116-23CD-3CD5-42AF-2891730D8F6D}"/>
                    </a:ext>
                  </a:extLst>
                </p:cNvPr>
                <p:cNvPicPr/>
                <p:nvPr/>
              </p:nvPicPr>
              <p:blipFill>
                <a:blip r:embed="rId30"/>
                <a:stretch>
                  <a:fillRect/>
                </a:stretch>
              </p:blipFill>
              <p:spPr>
                <a:xfrm>
                  <a:off x="8588585" y="2927107"/>
                  <a:ext cx="46800" cy="316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6" name="Ink 25">
                  <a:extLst>
                    <a:ext uri="{FF2B5EF4-FFF2-40B4-BE49-F238E27FC236}">
                      <a16:creationId xmlns:a16="http://schemas.microsoft.com/office/drawing/2014/main" id="{D2F43A19-1E00-AA97-7925-0447E3EA68B0}"/>
                    </a:ext>
                  </a:extLst>
                </p14:cNvPr>
                <p14:cNvContentPartPr/>
                <p14:nvPr/>
              </p14:nvContentPartPr>
              <p14:xfrm>
                <a:off x="8849225" y="2990827"/>
                <a:ext cx="232560" cy="201240"/>
              </p14:xfrm>
            </p:contentPart>
          </mc:Choice>
          <mc:Fallback>
            <p:pic>
              <p:nvPicPr>
                <p:cNvPr id="26" name="Ink 25">
                  <a:extLst>
                    <a:ext uri="{FF2B5EF4-FFF2-40B4-BE49-F238E27FC236}">
                      <a16:creationId xmlns:a16="http://schemas.microsoft.com/office/drawing/2014/main" id="{D2F43A19-1E00-AA97-7925-0447E3EA68B0}"/>
                    </a:ext>
                  </a:extLst>
                </p:cNvPr>
                <p:cNvPicPr/>
                <p:nvPr/>
              </p:nvPicPr>
              <p:blipFill>
                <a:blip r:embed="rId32"/>
                <a:stretch>
                  <a:fillRect/>
                </a:stretch>
              </p:blipFill>
              <p:spPr>
                <a:xfrm>
                  <a:off x="8843105" y="2984707"/>
                  <a:ext cx="24480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7" name="Ink 26">
                  <a:extLst>
                    <a:ext uri="{FF2B5EF4-FFF2-40B4-BE49-F238E27FC236}">
                      <a16:creationId xmlns:a16="http://schemas.microsoft.com/office/drawing/2014/main" id="{75166376-49F4-4C05-DE48-8B4A644E454A}"/>
                    </a:ext>
                  </a:extLst>
                </p14:cNvPr>
                <p14:cNvContentPartPr/>
                <p14:nvPr/>
              </p14:nvContentPartPr>
              <p14:xfrm>
                <a:off x="9336665" y="2903707"/>
                <a:ext cx="189720" cy="83880"/>
              </p14:xfrm>
            </p:contentPart>
          </mc:Choice>
          <mc:Fallback>
            <p:pic>
              <p:nvPicPr>
                <p:cNvPr id="27" name="Ink 26">
                  <a:extLst>
                    <a:ext uri="{FF2B5EF4-FFF2-40B4-BE49-F238E27FC236}">
                      <a16:creationId xmlns:a16="http://schemas.microsoft.com/office/drawing/2014/main" id="{75166376-49F4-4C05-DE48-8B4A644E454A}"/>
                    </a:ext>
                  </a:extLst>
                </p:cNvPr>
                <p:cNvPicPr/>
                <p:nvPr/>
              </p:nvPicPr>
              <p:blipFill>
                <a:blip r:embed="rId34"/>
                <a:stretch>
                  <a:fillRect/>
                </a:stretch>
              </p:blipFill>
              <p:spPr>
                <a:xfrm>
                  <a:off x="9330545" y="2897587"/>
                  <a:ext cx="2019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8" name="Ink 27">
                  <a:extLst>
                    <a:ext uri="{FF2B5EF4-FFF2-40B4-BE49-F238E27FC236}">
                      <a16:creationId xmlns:a16="http://schemas.microsoft.com/office/drawing/2014/main" id="{A537328C-D8DD-55CA-C587-195AEAEA9EFB}"/>
                    </a:ext>
                  </a:extLst>
                </p14:cNvPr>
                <p14:cNvContentPartPr/>
                <p14:nvPr/>
              </p14:nvContentPartPr>
              <p14:xfrm>
                <a:off x="9380225" y="2980387"/>
                <a:ext cx="272160" cy="100440"/>
              </p14:xfrm>
            </p:contentPart>
          </mc:Choice>
          <mc:Fallback>
            <p:pic>
              <p:nvPicPr>
                <p:cNvPr id="28" name="Ink 27">
                  <a:extLst>
                    <a:ext uri="{FF2B5EF4-FFF2-40B4-BE49-F238E27FC236}">
                      <a16:creationId xmlns:a16="http://schemas.microsoft.com/office/drawing/2014/main" id="{A537328C-D8DD-55CA-C587-195AEAEA9EFB}"/>
                    </a:ext>
                  </a:extLst>
                </p:cNvPr>
                <p:cNvPicPr/>
                <p:nvPr/>
              </p:nvPicPr>
              <p:blipFill>
                <a:blip r:embed="rId36"/>
                <a:stretch>
                  <a:fillRect/>
                </a:stretch>
              </p:blipFill>
              <p:spPr>
                <a:xfrm>
                  <a:off x="9374105" y="2974267"/>
                  <a:ext cx="28440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9" name="Ink 28">
                  <a:extLst>
                    <a:ext uri="{FF2B5EF4-FFF2-40B4-BE49-F238E27FC236}">
                      <a16:creationId xmlns:a16="http://schemas.microsoft.com/office/drawing/2014/main" id="{80BD3350-52AC-355C-97D5-282EA14140BB}"/>
                    </a:ext>
                  </a:extLst>
                </p14:cNvPr>
                <p14:cNvContentPartPr/>
                <p14:nvPr/>
              </p14:nvContentPartPr>
              <p14:xfrm>
                <a:off x="9708545" y="2844307"/>
                <a:ext cx="334440" cy="159840"/>
              </p14:xfrm>
            </p:contentPart>
          </mc:Choice>
          <mc:Fallback>
            <p:pic>
              <p:nvPicPr>
                <p:cNvPr id="29" name="Ink 28">
                  <a:extLst>
                    <a:ext uri="{FF2B5EF4-FFF2-40B4-BE49-F238E27FC236}">
                      <a16:creationId xmlns:a16="http://schemas.microsoft.com/office/drawing/2014/main" id="{80BD3350-52AC-355C-97D5-282EA14140BB}"/>
                    </a:ext>
                  </a:extLst>
                </p:cNvPr>
                <p:cNvPicPr/>
                <p:nvPr/>
              </p:nvPicPr>
              <p:blipFill>
                <a:blip r:embed="rId38"/>
                <a:stretch>
                  <a:fillRect/>
                </a:stretch>
              </p:blipFill>
              <p:spPr>
                <a:xfrm>
                  <a:off x="9702425" y="2838187"/>
                  <a:ext cx="34668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0" name="Ink 29">
                  <a:extLst>
                    <a:ext uri="{FF2B5EF4-FFF2-40B4-BE49-F238E27FC236}">
                      <a16:creationId xmlns:a16="http://schemas.microsoft.com/office/drawing/2014/main" id="{176449E3-9C62-4F36-6044-A406232C765F}"/>
                    </a:ext>
                  </a:extLst>
                </p14:cNvPr>
                <p14:cNvContentPartPr/>
                <p14:nvPr/>
              </p14:nvContentPartPr>
              <p14:xfrm>
                <a:off x="10176545" y="2815147"/>
                <a:ext cx="196920" cy="154440"/>
              </p14:xfrm>
            </p:contentPart>
          </mc:Choice>
          <mc:Fallback>
            <p:pic>
              <p:nvPicPr>
                <p:cNvPr id="30" name="Ink 29">
                  <a:extLst>
                    <a:ext uri="{FF2B5EF4-FFF2-40B4-BE49-F238E27FC236}">
                      <a16:creationId xmlns:a16="http://schemas.microsoft.com/office/drawing/2014/main" id="{176449E3-9C62-4F36-6044-A406232C765F}"/>
                    </a:ext>
                  </a:extLst>
                </p:cNvPr>
                <p:cNvPicPr/>
                <p:nvPr/>
              </p:nvPicPr>
              <p:blipFill>
                <a:blip r:embed="rId40"/>
                <a:stretch>
                  <a:fillRect/>
                </a:stretch>
              </p:blipFill>
              <p:spPr>
                <a:xfrm>
                  <a:off x="10170425" y="2809027"/>
                  <a:ext cx="20916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3" name="Ink 32">
                  <a:extLst>
                    <a:ext uri="{FF2B5EF4-FFF2-40B4-BE49-F238E27FC236}">
                      <a16:creationId xmlns:a16="http://schemas.microsoft.com/office/drawing/2014/main" id="{AF34CBAB-262E-F1E1-A89D-755D5F163F46}"/>
                    </a:ext>
                  </a:extLst>
                </p14:cNvPr>
                <p14:cNvContentPartPr/>
                <p14:nvPr/>
              </p14:nvContentPartPr>
              <p14:xfrm>
                <a:off x="8548265" y="3440827"/>
                <a:ext cx="340560" cy="231840"/>
              </p14:xfrm>
            </p:contentPart>
          </mc:Choice>
          <mc:Fallback>
            <p:pic>
              <p:nvPicPr>
                <p:cNvPr id="33" name="Ink 32">
                  <a:extLst>
                    <a:ext uri="{FF2B5EF4-FFF2-40B4-BE49-F238E27FC236}">
                      <a16:creationId xmlns:a16="http://schemas.microsoft.com/office/drawing/2014/main" id="{AF34CBAB-262E-F1E1-A89D-755D5F163F46}"/>
                    </a:ext>
                  </a:extLst>
                </p:cNvPr>
                <p:cNvPicPr/>
                <p:nvPr/>
              </p:nvPicPr>
              <p:blipFill>
                <a:blip r:embed="rId42"/>
                <a:stretch>
                  <a:fillRect/>
                </a:stretch>
              </p:blipFill>
              <p:spPr>
                <a:xfrm>
                  <a:off x="8542145" y="3434707"/>
                  <a:ext cx="35280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4" name="Ink 33">
                  <a:extLst>
                    <a:ext uri="{FF2B5EF4-FFF2-40B4-BE49-F238E27FC236}">
                      <a16:creationId xmlns:a16="http://schemas.microsoft.com/office/drawing/2014/main" id="{0FD59008-4876-4773-BBFB-7077C304FB7E}"/>
                    </a:ext>
                  </a:extLst>
                </p14:cNvPr>
                <p14:cNvContentPartPr/>
                <p14:nvPr/>
              </p14:nvContentPartPr>
              <p14:xfrm>
                <a:off x="9116705" y="3400507"/>
                <a:ext cx="175680" cy="74880"/>
              </p14:xfrm>
            </p:contentPart>
          </mc:Choice>
          <mc:Fallback>
            <p:pic>
              <p:nvPicPr>
                <p:cNvPr id="34" name="Ink 33">
                  <a:extLst>
                    <a:ext uri="{FF2B5EF4-FFF2-40B4-BE49-F238E27FC236}">
                      <a16:creationId xmlns:a16="http://schemas.microsoft.com/office/drawing/2014/main" id="{0FD59008-4876-4773-BBFB-7077C304FB7E}"/>
                    </a:ext>
                  </a:extLst>
                </p:cNvPr>
                <p:cNvPicPr/>
                <p:nvPr/>
              </p:nvPicPr>
              <p:blipFill>
                <a:blip r:embed="rId44"/>
                <a:stretch>
                  <a:fillRect/>
                </a:stretch>
              </p:blipFill>
              <p:spPr>
                <a:xfrm>
                  <a:off x="9110585" y="3394387"/>
                  <a:ext cx="18792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5" name="Ink 34">
                  <a:extLst>
                    <a:ext uri="{FF2B5EF4-FFF2-40B4-BE49-F238E27FC236}">
                      <a16:creationId xmlns:a16="http://schemas.microsoft.com/office/drawing/2014/main" id="{2FF41987-9614-35B0-0500-838A56FAF304}"/>
                    </a:ext>
                  </a:extLst>
                </p14:cNvPr>
                <p14:cNvContentPartPr/>
                <p14:nvPr/>
              </p14:nvContentPartPr>
              <p14:xfrm>
                <a:off x="9112745" y="3531547"/>
                <a:ext cx="223200" cy="16920"/>
              </p14:xfrm>
            </p:contentPart>
          </mc:Choice>
          <mc:Fallback>
            <p:pic>
              <p:nvPicPr>
                <p:cNvPr id="35" name="Ink 34">
                  <a:extLst>
                    <a:ext uri="{FF2B5EF4-FFF2-40B4-BE49-F238E27FC236}">
                      <a16:creationId xmlns:a16="http://schemas.microsoft.com/office/drawing/2014/main" id="{2FF41987-9614-35B0-0500-838A56FAF304}"/>
                    </a:ext>
                  </a:extLst>
                </p:cNvPr>
                <p:cNvPicPr/>
                <p:nvPr/>
              </p:nvPicPr>
              <p:blipFill>
                <a:blip r:embed="rId46"/>
                <a:stretch>
                  <a:fillRect/>
                </a:stretch>
              </p:blipFill>
              <p:spPr>
                <a:xfrm>
                  <a:off x="9106625" y="3525427"/>
                  <a:ext cx="2354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19" name="Ink 218">
                  <a:extLst>
                    <a:ext uri="{FF2B5EF4-FFF2-40B4-BE49-F238E27FC236}">
                      <a16:creationId xmlns:a16="http://schemas.microsoft.com/office/drawing/2014/main" id="{E6C49198-9EAC-E11B-43D7-8268C1FBC93D}"/>
                    </a:ext>
                  </a:extLst>
                </p14:cNvPr>
                <p14:cNvContentPartPr/>
                <p14:nvPr/>
              </p14:nvContentPartPr>
              <p14:xfrm>
                <a:off x="8647306" y="3782626"/>
                <a:ext cx="397800" cy="430200"/>
              </p14:xfrm>
            </p:contentPart>
          </mc:Choice>
          <mc:Fallback>
            <p:pic>
              <p:nvPicPr>
                <p:cNvPr id="219" name="Ink 218">
                  <a:extLst>
                    <a:ext uri="{FF2B5EF4-FFF2-40B4-BE49-F238E27FC236}">
                      <a16:creationId xmlns:a16="http://schemas.microsoft.com/office/drawing/2014/main" id="{E6C49198-9EAC-E11B-43D7-8268C1FBC93D}"/>
                    </a:ext>
                  </a:extLst>
                </p:cNvPr>
                <p:cNvPicPr/>
                <p:nvPr/>
              </p:nvPicPr>
              <p:blipFill>
                <a:blip r:embed="rId48"/>
                <a:stretch>
                  <a:fillRect/>
                </a:stretch>
              </p:blipFill>
              <p:spPr>
                <a:xfrm>
                  <a:off x="8641186" y="3776506"/>
                  <a:ext cx="410040" cy="4424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20" name="Ink 219">
                  <a:extLst>
                    <a:ext uri="{FF2B5EF4-FFF2-40B4-BE49-F238E27FC236}">
                      <a16:creationId xmlns:a16="http://schemas.microsoft.com/office/drawing/2014/main" id="{1B2D699A-2AFF-9664-48C4-2486F57C7A4E}"/>
                    </a:ext>
                  </a:extLst>
                </p14:cNvPr>
                <p14:cNvContentPartPr/>
                <p14:nvPr/>
              </p14:nvContentPartPr>
              <p14:xfrm>
                <a:off x="9285586" y="3843466"/>
                <a:ext cx="213840" cy="136800"/>
              </p14:xfrm>
            </p:contentPart>
          </mc:Choice>
          <mc:Fallback>
            <p:pic>
              <p:nvPicPr>
                <p:cNvPr id="220" name="Ink 219">
                  <a:extLst>
                    <a:ext uri="{FF2B5EF4-FFF2-40B4-BE49-F238E27FC236}">
                      <a16:creationId xmlns:a16="http://schemas.microsoft.com/office/drawing/2014/main" id="{1B2D699A-2AFF-9664-48C4-2486F57C7A4E}"/>
                    </a:ext>
                  </a:extLst>
                </p:cNvPr>
                <p:cNvPicPr/>
                <p:nvPr/>
              </p:nvPicPr>
              <p:blipFill>
                <a:blip r:embed="rId50"/>
                <a:stretch>
                  <a:fillRect/>
                </a:stretch>
              </p:blipFill>
              <p:spPr>
                <a:xfrm>
                  <a:off x="9279466" y="3837346"/>
                  <a:ext cx="2260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221" name="Ink 220">
                  <a:extLst>
                    <a:ext uri="{FF2B5EF4-FFF2-40B4-BE49-F238E27FC236}">
                      <a16:creationId xmlns:a16="http://schemas.microsoft.com/office/drawing/2014/main" id="{68AB3014-DEEC-187D-C71E-F9FD134D7FC1}"/>
                    </a:ext>
                  </a:extLst>
                </p14:cNvPr>
                <p14:cNvContentPartPr/>
                <p14:nvPr/>
              </p14:nvContentPartPr>
              <p14:xfrm>
                <a:off x="9404746" y="4074586"/>
                <a:ext cx="118440" cy="41760"/>
              </p14:xfrm>
            </p:contentPart>
          </mc:Choice>
          <mc:Fallback>
            <p:pic>
              <p:nvPicPr>
                <p:cNvPr id="221" name="Ink 220">
                  <a:extLst>
                    <a:ext uri="{FF2B5EF4-FFF2-40B4-BE49-F238E27FC236}">
                      <a16:creationId xmlns:a16="http://schemas.microsoft.com/office/drawing/2014/main" id="{68AB3014-DEEC-187D-C71E-F9FD134D7FC1}"/>
                    </a:ext>
                  </a:extLst>
                </p:cNvPr>
                <p:cNvPicPr/>
                <p:nvPr/>
              </p:nvPicPr>
              <p:blipFill>
                <a:blip r:embed="rId52"/>
                <a:stretch>
                  <a:fillRect/>
                </a:stretch>
              </p:blipFill>
              <p:spPr>
                <a:xfrm>
                  <a:off x="9398626" y="4068466"/>
                  <a:ext cx="13068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222" name="Ink 221">
                  <a:extLst>
                    <a:ext uri="{FF2B5EF4-FFF2-40B4-BE49-F238E27FC236}">
                      <a16:creationId xmlns:a16="http://schemas.microsoft.com/office/drawing/2014/main" id="{04835C1D-C068-BE8A-AC2C-5C7736B6585E}"/>
                    </a:ext>
                  </a:extLst>
                </p14:cNvPr>
                <p14:cNvContentPartPr/>
                <p14:nvPr/>
              </p14:nvContentPartPr>
              <p14:xfrm>
                <a:off x="9766186" y="3628546"/>
                <a:ext cx="177840" cy="168840"/>
              </p14:xfrm>
            </p:contentPart>
          </mc:Choice>
          <mc:Fallback>
            <p:pic>
              <p:nvPicPr>
                <p:cNvPr id="222" name="Ink 221">
                  <a:extLst>
                    <a:ext uri="{FF2B5EF4-FFF2-40B4-BE49-F238E27FC236}">
                      <a16:creationId xmlns:a16="http://schemas.microsoft.com/office/drawing/2014/main" id="{04835C1D-C068-BE8A-AC2C-5C7736B6585E}"/>
                    </a:ext>
                  </a:extLst>
                </p:cNvPr>
                <p:cNvPicPr/>
                <p:nvPr/>
              </p:nvPicPr>
              <p:blipFill>
                <a:blip r:embed="rId54"/>
                <a:stretch>
                  <a:fillRect/>
                </a:stretch>
              </p:blipFill>
              <p:spPr>
                <a:xfrm>
                  <a:off x="9760066" y="3622426"/>
                  <a:ext cx="19008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223" name="Ink 222">
                  <a:extLst>
                    <a:ext uri="{FF2B5EF4-FFF2-40B4-BE49-F238E27FC236}">
                      <a16:creationId xmlns:a16="http://schemas.microsoft.com/office/drawing/2014/main" id="{039210CE-AECD-DAD7-DBC6-8B08F547559D}"/>
                    </a:ext>
                  </a:extLst>
                </p14:cNvPr>
                <p14:cNvContentPartPr/>
                <p14:nvPr/>
              </p14:nvContentPartPr>
              <p14:xfrm>
                <a:off x="10116106" y="4094386"/>
                <a:ext cx="360" cy="360"/>
              </p14:xfrm>
            </p:contentPart>
          </mc:Choice>
          <mc:Fallback>
            <p:pic>
              <p:nvPicPr>
                <p:cNvPr id="223" name="Ink 222">
                  <a:extLst>
                    <a:ext uri="{FF2B5EF4-FFF2-40B4-BE49-F238E27FC236}">
                      <a16:creationId xmlns:a16="http://schemas.microsoft.com/office/drawing/2014/main" id="{039210CE-AECD-DAD7-DBC6-8B08F547559D}"/>
                    </a:ext>
                  </a:extLst>
                </p:cNvPr>
                <p:cNvPicPr/>
                <p:nvPr/>
              </p:nvPicPr>
              <p:blipFill>
                <a:blip r:embed="rId3"/>
                <a:stretch>
                  <a:fillRect/>
                </a:stretch>
              </p:blipFill>
              <p:spPr>
                <a:xfrm>
                  <a:off x="10109986" y="4088266"/>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25" name="Ink 224">
                  <a:extLst>
                    <a:ext uri="{FF2B5EF4-FFF2-40B4-BE49-F238E27FC236}">
                      <a16:creationId xmlns:a16="http://schemas.microsoft.com/office/drawing/2014/main" id="{618A883F-9167-26C2-4A30-CF5BED78AF89}"/>
                    </a:ext>
                  </a:extLst>
                </p14:cNvPr>
                <p14:cNvContentPartPr/>
                <p14:nvPr/>
              </p14:nvContentPartPr>
              <p14:xfrm>
                <a:off x="8736586" y="4438186"/>
                <a:ext cx="699480" cy="532080"/>
              </p14:xfrm>
            </p:contentPart>
          </mc:Choice>
          <mc:Fallback>
            <p:pic>
              <p:nvPicPr>
                <p:cNvPr id="225" name="Ink 224">
                  <a:extLst>
                    <a:ext uri="{FF2B5EF4-FFF2-40B4-BE49-F238E27FC236}">
                      <a16:creationId xmlns:a16="http://schemas.microsoft.com/office/drawing/2014/main" id="{618A883F-9167-26C2-4A30-CF5BED78AF89}"/>
                    </a:ext>
                  </a:extLst>
                </p:cNvPr>
                <p:cNvPicPr/>
                <p:nvPr/>
              </p:nvPicPr>
              <p:blipFill>
                <a:blip r:embed="rId57"/>
                <a:stretch>
                  <a:fillRect/>
                </a:stretch>
              </p:blipFill>
              <p:spPr>
                <a:xfrm>
                  <a:off x="8730466" y="4432066"/>
                  <a:ext cx="711720" cy="5443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226" name="Ink 225">
                  <a:extLst>
                    <a:ext uri="{FF2B5EF4-FFF2-40B4-BE49-F238E27FC236}">
                      <a16:creationId xmlns:a16="http://schemas.microsoft.com/office/drawing/2014/main" id="{BFE1A3C9-8470-2917-8CFB-CF19E23CC2D1}"/>
                    </a:ext>
                  </a:extLst>
                </p14:cNvPr>
                <p14:cNvContentPartPr/>
                <p14:nvPr/>
              </p14:nvContentPartPr>
              <p14:xfrm>
                <a:off x="9661066" y="4510546"/>
                <a:ext cx="298440" cy="202320"/>
              </p14:xfrm>
            </p:contentPart>
          </mc:Choice>
          <mc:Fallback>
            <p:pic>
              <p:nvPicPr>
                <p:cNvPr id="226" name="Ink 225">
                  <a:extLst>
                    <a:ext uri="{FF2B5EF4-FFF2-40B4-BE49-F238E27FC236}">
                      <a16:creationId xmlns:a16="http://schemas.microsoft.com/office/drawing/2014/main" id="{BFE1A3C9-8470-2917-8CFB-CF19E23CC2D1}"/>
                    </a:ext>
                  </a:extLst>
                </p:cNvPr>
                <p:cNvPicPr/>
                <p:nvPr/>
              </p:nvPicPr>
              <p:blipFill>
                <a:blip r:embed="rId59"/>
                <a:stretch>
                  <a:fillRect/>
                </a:stretch>
              </p:blipFill>
              <p:spPr>
                <a:xfrm>
                  <a:off x="9654946" y="4504426"/>
                  <a:ext cx="31068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229" name="Ink 228">
                  <a:extLst>
                    <a:ext uri="{FF2B5EF4-FFF2-40B4-BE49-F238E27FC236}">
                      <a16:creationId xmlns:a16="http://schemas.microsoft.com/office/drawing/2014/main" id="{04328F79-072B-18B4-A6DA-AE13C5574865}"/>
                    </a:ext>
                  </a:extLst>
                </p14:cNvPr>
                <p14:cNvContentPartPr/>
                <p14:nvPr/>
              </p14:nvContentPartPr>
              <p14:xfrm>
                <a:off x="10029346" y="4228306"/>
                <a:ext cx="374760" cy="474480"/>
              </p14:xfrm>
            </p:contentPart>
          </mc:Choice>
          <mc:Fallback>
            <p:pic>
              <p:nvPicPr>
                <p:cNvPr id="229" name="Ink 228">
                  <a:extLst>
                    <a:ext uri="{FF2B5EF4-FFF2-40B4-BE49-F238E27FC236}">
                      <a16:creationId xmlns:a16="http://schemas.microsoft.com/office/drawing/2014/main" id="{04328F79-072B-18B4-A6DA-AE13C5574865}"/>
                    </a:ext>
                  </a:extLst>
                </p:cNvPr>
                <p:cNvPicPr/>
                <p:nvPr/>
              </p:nvPicPr>
              <p:blipFill>
                <a:blip r:embed="rId61"/>
                <a:stretch>
                  <a:fillRect/>
                </a:stretch>
              </p:blipFill>
              <p:spPr>
                <a:xfrm>
                  <a:off x="10023226" y="4222186"/>
                  <a:ext cx="387000" cy="4867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230" name="Ink 229">
                  <a:extLst>
                    <a:ext uri="{FF2B5EF4-FFF2-40B4-BE49-F238E27FC236}">
                      <a16:creationId xmlns:a16="http://schemas.microsoft.com/office/drawing/2014/main" id="{ABE20E2C-D28D-7D7C-EA84-1B9C54EF955D}"/>
                    </a:ext>
                  </a:extLst>
                </p14:cNvPr>
                <p14:cNvContentPartPr/>
                <p14:nvPr/>
              </p14:nvContentPartPr>
              <p14:xfrm>
                <a:off x="10442266" y="4126066"/>
                <a:ext cx="423360" cy="525240"/>
              </p14:xfrm>
            </p:contentPart>
          </mc:Choice>
          <mc:Fallback>
            <p:pic>
              <p:nvPicPr>
                <p:cNvPr id="230" name="Ink 229">
                  <a:extLst>
                    <a:ext uri="{FF2B5EF4-FFF2-40B4-BE49-F238E27FC236}">
                      <a16:creationId xmlns:a16="http://schemas.microsoft.com/office/drawing/2014/main" id="{ABE20E2C-D28D-7D7C-EA84-1B9C54EF955D}"/>
                    </a:ext>
                  </a:extLst>
                </p:cNvPr>
                <p:cNvPicPr/>
                <p:nvPr/>
              </p:nvPicPr>
              <p:blipFill>
                <a:blip r:embed="rId63"/>
                <a:stretch>
                  <a:fillRect/>
                </a:stretch>
              </p:blipFill>
              <p:spPr>
                <a:xfrm>
                  <a:off x="10436146" y="4119946"/>
                  <a:ext cx="435600" cy="5374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32" name="Ink 231">
                  <a:extLst>
                    <a:ext uri="{FF2B5EF4-FFF2-40B4-BE49-F238E27FC236}">
                      <a16:creationId xmlns:a16="http://schemas.microsoft.com/office/drawing/2014/main" id="{47FE42C1-D205-61E8-245D-2ABE9D2E7EB0}"/>
                    </a:ext>
                  </a:extLst>
                </p14:cNvPr>
                <p14:cNvContentPartPr/>
                <p14:nvPr/>
              </p14:nvContentPartPr>
              <p14:xfrm>
                <a:off x="8147986" y="2645746"/>
                <a:ext cx="3171240" cy="2729520"/>
              </p14:xfrm>
            </p:contentPart>
          </mc:Choice>
          <mc:Fallback>
            <p:pic>
              <p:nvPicPr>
                <p:cNvPr id="232" name="Ink 231">
                  <a:extLst>
                    <a:ext uri="{FF2B5EF4-FFF2-40B4-BE49-F238E27FC236}">
                      <a16:creationId xmlns:a16="http://schemas.microsoft.com/office/drawing/2014/main" id="{47FE42C1-D205-61E8-245D-2ABE9D2E7EB0}"/>
                    </a:ext>
                  </a:extLst>
                </p:cNvPr>
                <p:cNvPicPr/>
                <p:nvPr/>
              </p:nvPicPr>
              <p:blipFill>
                <a:blip r:embed="rId65"/>
                <a:stretch>
                  <a:fillRect/>
                </a:stretch>
              </p:blipFill>
              <p:spPr>
                <a:xfrm>
                  <a:off x="8141866" y="2639626"/>
                  <a:ext cx="3183480" cy="2741760"/>
                </a:xfrm>
                <a:prstGeom prst="rect">
                  <a:avLst/>
                </a:prstGeom>
              </p:spPr>
            </p:pic>
          </mc:Fallback>
        </mc:AlternateContent>
      </p:grpSp>
    </p:spTree>
    <p:extLst>
      <p:ext uri="{BB962C8B-B14F-4D97-AF65-F5344CB8AC3E}">
        <p14:creationId xmlns:p14="http://schemas.microsoft.com/office/powerpoint/2010/main" val="1764678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131F7-414B-5F59-3CE2-C7B6D2650080}"/>
              </a:ext>
            </a:extLst>
          </p:cNvPr>
          <p:cNvSpPr>
            <a:spLocks noGrp="1"/>
          </p:cNvSpPr>
          <p:nvPr>
            <p:ph type="title"/>
          </p:nvPr>
        </p:nvSpPr>
        <p:spPr/>
        <p:txBody>
          <a:bodyPr/>
          <a:lstStyle/>
          <a:p>
            <a:r>
              <a:rPr lang="en-US" dirty="0"/>
              <a:t>Example 2</a:t>
            </a:r>
          </a:p>
        </p:txBody>
      </p:sp>
      <p:sp>
        <p:nvSpPr>
          <p:cNvPr id="5" name="Content Placeholder 2">
            <a:extLst>
              <a:ext uri="{FF2B5EF4-FFF2-40B4-BE49-F238E27FC236}">
                <a16:creationId xmlns:a16="http://schemas.microsoft.com/office/drawing/2014/main" id="{0D028B38-CFC8-AA2F-EA9C-623562752859}"/>
              </a:ext>
            </a:extLst>
          </p:cNvPr>
          <p:cNvSpPr txBox="1">
            <a:spLocks/>
          </p:cNvSpPr>
          <p:nvPr/>
        </p:nvSpPr>
        <p:spPr>
          <a:xfrm>
            <a:off x="1944207" y="2172352"/>
            <a:ext cx="7324484" cy="233891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469900" indent="-469900">
              <a:lnSpc>
                <a:spcPct val="105000"/>
              </a:lnSpc>
            </a:pPr>
            <a:r>
              <a:rPr lang="en-US" sz="1400" dirty="0">
                <a:solidFill>
                  <a:schemeClr val="tx1"/>
                </a:solidFill>
              </a:rPr>
              <a:t>Choose p = 4 and q = 11</a:t>
            </a:r>
          </a:p>
          <a:p>
            <a:pPr marL="469900" indent="-469900">
              <a:lnSpc>
                <a:spcPct val="105000"/>
              </a:lnSpc>
            </a:pPr>
            <a:r>
              <a:rPr lang="en-US" sz="1400" dirty="0">
                <a:solidFill>
                  <a:schemeClr val="tx1"/>
                </a:solidFill>
              </a:rPr>
              <a:t>As we don’t have n lets find n first</a:t>
            </a:r>
          </a:p>
          <a:p>
            <a:pPr marL="469900" indent="-469900">
              <a:lnSpc>
                <a:spcPct val="105000"/>
              </a:lnSpc>
            </a:pPr>
            <a:r>
              <a:rPr lang="en-US" sz="1400" dirty="0">
                <a:solidFill>
                  <a:schemeClr val="tx1"/>
                </a:solidFill>
              </a:rPr>
              <a:t>Compute </a:t>
            </a:r>
            <a:r>
              <a:rPr lang="en-US" sz="1400" b="1" dirty="0">
                <a:solidFill>
                  <a:schemeClr val="tx1"/>
                </a:solidFill>
              </a:rPr>
              <a:t>n</a:t>
            </a:r>
            <a:r>
              <a:rPr lang="en-US" sz="1400" dirty="0">
                <a:solidFill>
                  <a:schemeClr val="tx1"/>
                </a:solidFill>
              </a:rPr>
              <a:t> = p * q = 4 * 11 = </a:t>
            </a:r>
            <a:r>
              <a:rPr lang="en-US" sz="1400" b="1" dirty="0">
                <a:solidFill>
                  <a:schemeClr val="tx1"/>
                </a:solidFill>
              </a:rPr>
              <a:t>44</a:t>
            </a:r>
          </a:p>
          <a:p>
            <a:pPr marL="469900" indent="-469900">
              <a:lnSpc>
                <a:spcPct val="105000"/>
              </a:lnSpc>
            </a:pPr>
            <a:r>
              <a:rPr lang="en-US" sz="1400" dirty="0">
                <a:solidFill>
                  <a:schemeClr val="tx1"/>
                </a:solidFill>
              </a:rPr>
              <a:t>Compute </a:t>
            </a:r>
            <a:r>
              <a:rPr lang="en-US" sz="1400" b="1" dirty="0">
                <a:solidFill>
                  <a:schemeClr val="tx1"/>
                </a:solidFill>
              </a:rPr>
              <a:t>φ(n)</a:t>
            </a:r>
            <a:r>
              <a:rPr lang="en-US" sz="1400" dirty="0">
                <a:solidFill>
                  <a:schemeClr val="tx1"/>
                </a:solidFill>
              </a:rPr>
              <a:t> = (p - 1) * (q - 1) = 3 * 10 = 30 So φ(n) = </a:t>
            </a:r>
            <a:r>
              <a:rPr lang="en-US" sz="1400" b="1" dirty="0">
                <a:solidFill>
                  <a:schemeClr val="tx1"/>
                </a:solidFill>
              </a:rPr>
              <a:t>30</a:t>
            </a:r>
          </a:p>
          <a:p>
            <a:pPr marL="469900" indent="-469900">
              <a:lnSpc>
                <a:spcPct val="105000"/>
              </a:lnSpc>
            </a:pPr>
            <a:r>
              <a:rPr lang="en-US" sz="1400" dirty="0">
                <a:solidFill>
                  <a:schemeClr val="tx1"/>
                </a:solidFill>
              </a:rPr>
              <a:t>Let us choose </a:t>
            </a:r>
            <a:r>
              <a:rPr lang="en-US" sz="1400" b="1" dirty="0">
                <a:solidFill>
                  <a:schemeClr val="tx1"/>
                </a:solidFill>
              </a:rPr>
              <a:t>e </a:t>
            </a:r>
            <a:r>
              <a:rPr lang="en-US" sz="1400" dirty="0">
                <a:solidFill>
                  <a:schemeClr val="tx1"/>
                </a:solidFill>
              </a:rPr>
              <a:t>which is between </a:t>
            </a:r>
            <a:r>
              <a:rPr lang="en-US" sz="1400" b="1" dirty="0">
                <a:solidFill>
                  <a:schemeClr val="tx1"/>
                </a:solidFill>
              </a:rPr>
              <a:t>1 </a:t>
            </a:r>
            <a:r>
              <a:rPr lang="en-US" sz="1400" dirty="0">
                <a:solidFill>
                  <a:schemeClr val="tx1"/>
                </a:solidFill>
              </a:rPr>
              <a:t>&lt; e &lt; </a:t>
            </a:r>
            <a:r>
              <a:rPr lang="en-US" sz="1400" b="1" dirty="0">
                <a:solidFill>
                  <a:schemeClr val="tx1"/>
                </a:solidFill>
              </a:rPr>
              <a:t>30 </a:t>
            </a:r>
            <a:r>
              <a:rPr lang="en-US" sz="1400" dirty="0">
                <a:solidFill>
                  <a:schemeClr val="tx1"/>
                </a:solidFill>
              </a:rPr>
              <a:t>Where </a:t>
            </a:r>
            <a:r>
              <a:rPr lang="en-US" sz="1400" b="1" dirty="0">
                <a:solidFill>
                  <a:schemeClr val="tx1"/>
                </a:solidFill>
              </a:rPr>
              <a:t>e and φ(n) are coprime</a:t>
            </a:r>
            <a:r>
              <a:rPr lang="en-US" sz="1400" dirty="0">
                <a:solidFill>
                  <a:schemeClr val="tx1"/>
                </a:solidFill>
              </a:rPr>
              <a:t>. </a:t>
            </a:r>
          </a:p>
          <a:p>
            <a:pPr marL="469900" indent="-469900">
              <a:lnSpc>
                <a:spcPct val="105000"/>
              </a:lnSpc>
            </a:pPr>
            <a:r>
              <a:rPr lang="en-US" sz="1400" b="1" dirty="0">
                <a:solidFill>
                  <a:schemeClr val="tx1"/>
                </a:solidFill>
              </a:rPr>
              <a:t>Let e = 17</a:t>
            </a:r>
            <a:r>
              <a:rPr lang="en-US" sz="1400" dirty="0">
                <a:solidFill>
                  <a:schemeClr val="tx1"/>
                </a:solidFill>
              </a:rPr>
              <a:t>	SUCH THAT THEIR GCD (17, 30)=1</a:t>
            </a:r>
            <a:endParaRPr lang="en-US" sz="1400" b="1" dirty="0">
              <a:solidFill>
                <a:schemeClr val="tx1"/>
              </a:solidFill>
            </a:endParaRPr>
          </a:p>
        </p:txBody>
      </p:sp>
      <p:sp>
        <p:nvSpPr>
          <p:cNvPr id="7" name="TextBox 6">
            <a:extLst>
              <a:ext uri="{FF2B5EF4-FFF2-40B4-BE49-F238E27FC236}">
                <a16:creationId xmlns:a16="http://schemas.microsoft.com/office/drawing/2014/main" id="{A72656D5-9276-10F4-1AA7-A25CC6E980D2}"/>
              </a:ext>
            </a:extLst>
          </p:cNvPr>
          <p:cNvSpPr txBox="1"/>
          <p:nvPr/>
        </p:nvSpPr>
        <p:spPr>
          <a:xfrm>
            <a:off x="5535659" y="4370665"/>
            <a:ext cx="6718862" cy="2210926"/>
          </a:xfrm>
          <a:prstGeom prst="rect">
            <a:avLst/>
          </a:prstGeom>
          <a:noFill/>
        </p:spPr>
        <p:txBody>
          <a:bodyPr wrap="square">
            <a:spAutoFit/>
          </a:bodyPr>
          <a:lstStyle/>
          <a:p>
            <a:pPr>
              <a:lnSpc>
                <a:spcPct val="105000"/>
              </a:lnSpc>
            </a:pPr>
            <a:r>
              <a:rPr lang="en-US" sz="1200" b="1" dirty="0">
                <a:solidFill>
                  <a:schemeClr val="tx1"/>
                </a:solidFill>
              </a:rPr>
              <a:t>+-	</a:t>
            </a:r>
          </a:p>
          <a:p>
            <a:pPr marL="469900" indent="-469900">
              <a:lnSpc>
                <a:spcPct val="105000"/>
              </a:lnSpc>
              <a:buFont typeface="Wingdings" panose="05000000000000000000" pitchFamily="2" charset="2"/>
              <a:buChar char="Ø"/>
            </a:pPr>
            <a:r>
              <a:rPr lang="en-US" sz="1200" b="1" dirty="0">
                <a:solidFill>
                  <a:schemeClr val="tx1"/>
                </a:solidFill>
              </a:rPr>
              <a:t>Public key (PU) </a:t>
            </a:r>
            <a:r>
              <a:rPr lang="en-US" sz="1200" dirty="0">
                <a:solidFill>
                  <a:schemeClr val="tx1"/>
                </a:solidFill>
              </a:rPr>
              <a:t>is (e, n) =&gt; (</a:t>
            </a:r>
            <a:r>
              <a:rPr lang="en-US" sz="1200" b="1" dirty="0">
                <a:solidFill>
                  <a:schemeClr val="tx1"/>
                </a:solidFill>
              </a:rPr>
              <a:t>17, </a:t>
            </a:r>
            <a:r>
              <a:rPr lang="en-US" sz="1200" b="1" dirty="0"/>
              <a:t>44</a:t>
            </a:r>
            <a:r>
              <a:rPr lang="en-US" sz="1200" dirty="0">
                <a:solidFill>
                  <a:schemeClr val="tx1"/>
                </a:solidFill>
              </a:rPr>
              <a:t>) &amp; </a:t>
            </a:r>
            <a:r>
              <a:rPr lang="en-US" sz="1200" b="1" dirty="0">
                <a:solidFill>
                  <a:schemeClr val="tx1"/>
                </a:solidFill>
              </a:rPr>
              <a:t>Private key (PR) </a:t>
            </a:r>
            <a:r>
              <a:rPr lang="en-US" sz="1200" dirty="0">
                <a:solidFill>
                  <a:schemeClr val="tx1"/>
                </a:solidFill>
              </a:rPr>
              <a:t>is (d, n) =&gt; (</a:t>
            </a:r>
            <a:r>
              <a:rPr lang="en-US" sz="1200" b="1" dirty="0">
                <a:solidFill>
                  <a:schemeClr val="tx1"/>
                </a:solidFill>
              </a:rPr>
              <a:t>23, </a:t>
            </a:r>
            <a:r>
              <a:rPr lang="en-US" sz="1200" b="1" dirty="0"/>
              <a:t>44</a:t>
            </a:r>
            <a:r>
              <a:rPr lang="en-US" sz="1200" dirty="0">
                <a:solidFill>
                  <a:schemeClr val="tx1"/>
                </a:solidFill>
              </a:rPr>
              <a:t>)</a:t>
            </a:r>
          </a:p>
          <a:p>
            <a:pPr>
              <a:lnSpc>
                <a:spcPct val="105000"/>
              </a:lnSpc>
            </a:pPr>
            <a:endParaRPr lang="en-US" sz="1200" dirty="0">
              <a:solidFill>
                <a:schemeClr val="tx1"/>
              </a:solidFill>
            </a:endParaRPr>
          </a:p>
          <a:p>
            <a:pPr marL="469900" indent="-469900">
              <a:lnSpc>
                <a:spcPct val="105000"/>
              </a:lnSpc>
              <a:buFont typeface="Wingdings" panose="05000000000000000000" pitchFamily="2" charset="2"/>
              <a:buChar char="Ø"/>
            </a:pPr>
            <a:r>
              <a:rPr lang="en-US" sz="1200" dirty="0">
                <a:solidFill>
                  <a:schemeClr val="tx1"/>
                </a:solidFill>
              </a:rPr>
              <a:t>Now, lets do the encryption and Decryption process where Message is: </a:t>
            </a:r>
          </a:p>
          <a:p>
            <a:pPr marL="469900" indent="-469900">
              <a:lnSpc>
                <a:spcPct val="105000"/>
              </a:lnSpc>
              <a:buFont typeface="Wingdings" panose="05000000000000000000" pitchFamily="2" charset="2"/>
              <a:buChar char="Ø"/>
            </a:pPr>
            <a:endParaRPr lang="en-US" sz="1200" dirty="0">
              <a:solidFill>
                <a:schemeClr val="tx1"/>
              </a:solidFill>
            </a:endParaRPr>
          </a:p>
          <a:p>
            <a:pPr marL="469900" indent="-469900">
              <a:lnSpc>
                <a:spcPct val="105000"/>
              </a:lnSpc>
              <a:buFont typeface="Wingdings" panose="05000000000000000000" pitchFamily="2" charset="2"/>
              <a:buChar char="Ø"/>
            </a:pPr>
            <a:r>
              <a:rPr lang="en-US" sz="1200" dirty="0">
                <a:solidFill>
                  <a:schemeClr val="tx1"/>
                </a:solidFill>
              </a:rPr>
              <a:t>M&lt;n =&gt; </a:t>
            </a:r>
            <a:r>
              <a:rPr lang="en-US" sz="1200" b="1" dirty="0">
                <a:solidFill>
                  <a:schemeClr val="tx1"/>
                </a:solidFill>
              </a:rPr>
              <a:t>M&lt;</a:t>
            </a:r>
            <a:r>
              <a:rPr lang="en-US" sz="1200" b="1" dirty="0"/>
              <a:t>44</a:t>
            </a:r>
            <a:r>
              <a:rPr lang="en-US" sz="1200" dirty="0">
                <a:solidFill>
                  <a:schemeClr val="tx1"/>
                </a:solidFill>
              </a:rPr>
              <a:t>, So let’s choose Message to be any value &lt;44 i.e., M=13</a:t>
            </a:r>
          </a:p>
          <a:p>
            <a:pPr marL="469900" indent="-469900">
              <a:lnSpc>
                <a:spcPct val="105000"/>
              </a:lnSpc>
              <a:buFont typeface="Wingdings" panose="05000000000000000000" pitchFamily="2" charset="2"/>
              <a:buChar char="Ø"/>
            </a:pPr>
            <a:endParaRPr lang="en-US" sz="1200" dirty="0">
              <a:solidFill>
                <a:schemeClr val="tx1"/>
              </a:solidFill>
            </a:endParaRPr>
          </a:p>
          <a:p>
            <a:pPr marL="469900" indent="-469900">
              <a:lnSpc>
                <a:spcPct val="105000"/>
              </a:lnSpc>
              <a:buFont typeface="Wingdings" panose="05000000000000000000" pitchFamily="2" charset="2"/>
              <a:buChar char="Ø"/>
            </a:pPr>
            <a:r>
              <a:rPr lang="en-US" sz="1200" dirty="0">
                <a:solidFill>
                  <a:schemeClr val="tx1"/>
                </a:solidFill>
              </a:rPr>
              <a:t>The encryption of </a:t>
            </a:r>
            <a:r>
              <a:rPr lang="en-US" sz="1200" i="1" dirty="0">
                <a:solidFill>
                  <a:schemeClr val="tx1"/>
                </a:solidFill>
              </a:rPr>
              <a:t>(M</a:t>
            </a:r>
            <a:r>
              <a:rPr lang="en-US" sz="1200" i="1" baseline="30000" dirty="0">
                <a:solidFill>
                  <a:schemeClr val="tx1"/>
                </a:solidFill>
              </a:rPr>
              <a:t>e </a:t>
            </a:r>
            <a:r>
              <a:rPr lang="en-US" sz="1200" i="1" dirty="0">
                <a:solidFill>
                  <a:schemeClr val="tx1"/>
                </a:solidFill>
              </a:rPr>
              <a:t>% n) =C =&gt; 13</a:t>
            </a:r>
            <a:r>
              <a:rPr lang="en-US" sz="1200" i="1" baseline="40000" dirty="0">
                <a:solidFill>
                  <a:schemeClr val="tx1"/>
                </a:solidFill>
              </a:rPr>
              <a:t>17</a:t>
            </a:r>
            <a:r>
              <a:rPr lang="en-US" sz="1200" i="1" dirty="0">
                <a:solidFill>
                  <a:schemeClr val="tx1"/>
                </a:solidFill>
              </a:rPr>
              <a:t> % </a:t>
            </a:r>
            <a:r>
              <a:rPr lang="en-US" sz="1200" i="1" dirty="0"/>
              <a:t>44</a:t>
            </a:r>
            <a:r>
              <a:rPr lang="en-US" sz="1200" i="1" dirty="0">
                <a:solidFill>
                  <a:schemeClr val="tx1"/>
                </a:solidFill>
              </a:rPr>
              <a:t> =&gt; 29 is the cyphertext</a:t>
            </a:r>
          </a:p>
          <a:p>
            <a:pPr marL="469900" indent="-469900">
              <a:lnSpc>
                <a:spcPct val="105000"/>
              </a:lnSpc>
              <a:buFont typeface="Wingdings" panose="05000000000000000000" pitchFamily="2" charset="2"/>
              <a:buChar char="Ø"/>
            </a:pPr>
            <a:r>
              <a:rPr lang="en-US" sz="1200" dirty="0">
                <a:solidFill>
                  <a:schemeClr val="tx1"/>
                </a:solidFill>
              </a:rPr>
              <a:t>The decryption of </a:t>
            </a:r>
            <a:r>
              <a:rPr lang="en-US" sz="1200" i="1" dirty="0">
                <a:solidFill>
                  <a:schemeClr val="tx1"/>
                </a:solidFill>
              </a:rPr>
              <a:t>(C</a:t>
            </a:r>
            <a:r>
              <a:rPr lang="en-US" sz="1200" i="1" baseline="30000" dirty="0">
                <a:solidFill>
                  <a:schemeClr val="tx1"/>
                </a:solidFill>
              </a:rPr>
              <a:t>d </a:t>
            </a:r>
            <a:r>
              <a:rPr lang="en-US" sz="1200" i="1" dirty="0">
                <a:solidFill>
                  <a:schemeClr val="tx1"/>
                </a:solidFill>
              </a:rPr>
              <a:t>% n) = M </a:t>
            </a:r>
            <a:r>
              <a:rPr lang="en-US" sz="1200" i="1" baseline="30000" dirty="0">
                <a:solidFill>
                  <a:schemeClr val="tx1"/>
                </a:solidFill>
              </a:rPr>
              <a:t> </a:t>
            </a:r>
            <a:r>
              <a:rPr lang="en-US" sz="1200" i="1" dirty="0">
                <a:solidFill>
                  <a:schemeClr val="tx1"/>
                </a:solidFill>
              </a:rPr>
              <a:t>=&gt;29</a:t>
            </a:r>
            <a:r>
              <a:rPr lang="en-US" sz="1200" i="1" baseline="40000" dirty="0"/>
              <a:t>23</a:t>
            </a:r>
            <a:r>
              <a:rPr lang="en-US" sz="1200" i="1" baseline="40000" dirty="0">
                <a:solidFill>
                  <a:schemeClr val="tx1"/>
                </a:solidFill>
              </a:rPr>
              <a:t> </a:t>
            </a:r>
            <a:r>
              <a:rPr lang="en-US" sz="1200" i="1" dirty="0">
                <a:solidFill>
                  <a:schemeClr val="tx1"/>
                </a:solidFill>
              </a:rPr>
              <a:t>%</a:t>
            </a:r>
            <a:r>
              <a:rPr lang="en-US" sz="1200" dirty="0">
                <a:solidFill>
                  <a:schemeClr val="tx1"/>
                </a:solidFill>
              </a:rPr>
              <a:t> </a:t>
            </a:r>
            <a:r>
              <a:rPr lang="en-US" sz="1200" dirty="0"/>
              <a:t>44</a:t>
            </a:r>
            <a:r>
              <a:rPr lang="en-US" sz="1200" dirty="0">
                <a:solidFill>
                  <a:schemeClr val="tx1"/>
                </a:solidFill>
              </a:rPr>
              <a:t> is </a:t>
            </a:r>
            <a:r>
              <a:rPr lang="en-US" sz="1200" i="1" dirty="0">
                <a:solidFill>
                  <a:schemeClr val="tx1"/>
                </a:solidFill>
              </a:rPr>
              <a:t>M = 13 </a:t>
            </a:r>
          </a:p>
          <a:p>
            <a:pPr marL="469900" indent="-469900">
              <a:lnSpc>
                <a:spcPct val="105000"/>
              </a:lnSpc>
              <a:buFont typeface="Wingdings" panose="05000000000000000000" pitchFamily="2" charset="2"/>
              <a:buChar char="Ø"/>
            </a:pPr>
            <a:endParaRPr lang="en-US" sz="1200" i="1" dirty="0"/>
          </a:p>
          <a:p>
            <a:pPr marL="469900" indent="-469900">
              <a:lnSpc>
                <a:spcPct val="105000"/>
              </a:lnSpc>
              <a:buFont typeface="Wingdings" panose="05000000000000000000" pitchFamily="2" charset="2"/>
              <a:buChar char="Ø"/>
            </a:pPr>
            <a:r>
              <a:rPr lang="en-US" sz="1200" i="1" dirty="0">
                <a:solidFill>
                  <a:schemeClr val="tx1"/>
                </a:solidFill>
              </a:rPr>
              <a:t>which will give you the Original Plain Text.</a:t>
            </a:r>
            <a:endParaRPr lang="en-US" sz="1200" dirty="0">
              <a:solidFill>
                <a:schemeClr val="tx1"/>
              </a:solidFill>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C139447-6E82-BE75-88BD-DD935CB6184C}"/>
                  </a:ext>
                </a:extLst>
              </p:cNvPr>
              <p:cNvSpPr txBox="1"/>
              <p:nvPr/>
            </p:nvSpPr>
            <p:spPr>
              <a:xfrm>
                <a:off x="0" y="4173495"/>
                <a:ext cx="5763343" cy="2605265"/>
              </a:xfrm>
              <a:prstGeom prst="rect">
                <a:avLst/>
              </a:prstGeom>
              <a:noFill/>
            </p:spPr>
            <p:txBody>
              <a:bodyPr wrap="square">
                <a:spAutoFit/>
              </a:bodyPr>
              <a:lstStyle/>
              <a:p>
                <a:pPr marL="469900" indent="-469900">
                  <a:lnSpc>
                    <a:spcPct val="105000"/>
                  </a:lnSpc>
                  <a:buFont typeface="Wingdings" panose="05000000000000000000" pitchFamily="2" charset="2"/>
                  <a:buChar char="Ø"/>
                </a:pPr>
                <a:r>
                  <a:rPr lang="en-US" sz="1100" dirty="0">
                    <a:solidFill>
                      <a:schemeClr val="tx1"/>
                    </a:solidFill>
                  </a:rPr>
                  <a:t>Compute a value for </a:t>
                </a:r>
                <a:r>
                  <a:rPr lang="en-US" sz="1100" b="1" dirty="0">
                    <a:solidFill>
                      <a:schemeClr val="tx1"/>
                    </a:solidFill>
                  </a:rPr>
                  <a:t>d</a:t>
                </a:r>
                <a:r>
                  <a:rPr lang="en-US" sz="1100" dirty="0">
                    <a:solidFill>
                      <a:schemeClr val="tx1"/>
                    </a:solidFill>
                  </a:rPr>
                  <a:t> </a:t>
                </a:r>
                <a:r>
                  <a:rPr lang="en-US" sz="1100" b="1" dirty="0">
                    <a:solidFill>
                      <a:schemeClr val="tx1"/>
                    </a:solidFill>
                  </a:rPr>
                  <a:t>=?,  </a:t>
                </a:r>
                <a:r>
                  <a:rPr lang="en-US" sz="1100" dirty="0">
                    <a:solidFill>
                      <a:schemeClr val="tx1"/>
                    </a:solidFill>
                  </a:rPr>
                  <a:t>such that (d * e) % φ(n) = 1. </a:t>
                </a:r>
              </a:p>
              <a:p>
                <a:pPr marL="628650" lvl="1" indent="-228600">
                  <a:lnSpc>
                    <a:spcPct val="120000"/>
                  </a:lnSpc>
                  <a:spcBef>
                    <a:spcPts val="0"/>
                  </a:spcBef>
                  <a:buFont typeface="Wingdings" panose="05000000000000000000" pitchFamily="2" charset="2"/>
                  <a:buChar char="Ø"/>
                </a:pPr>
                <a:r>
                  <a:rPr lang="en-US" sz="1100" dirty="0">
                    <a:solidFill>
                      <a:schemeClr val="tx1"/>
                    </a:solidFill>
                  </a:rPr>
                  <a:t>One solution is d = </a:t>
                </a:r>
                <a:r>
                  <a:rPr lang="en-US" sz="1100" dirty="0"/>
                  <a:t>2</a:t>
                </a:r>
                <a:r>
                  <a:rPr lang="en-US" sz="1100" dirty="0">
                    <a:solidFill>
                      <a:schemeClr val="tx1"/>
                    </a:solidFill>
                  </a:rPr>
                  <a:t>3 =&gt; [(? * 17) % 30 = 1]</a:t>
                </a:r>
              </a:p>
              <a:p>
                <a:pPr marL="628650" lvl="1" indent="-228600">
                  <a:lnSpc>
                    <a:spcPct val="120000"/>
                  </a:lnSpc>
                  <a:spcBef>
                    <a:spcPts val="0"/>
                  </a:spcBef>
                  <a:buFont typeface="Wingdings" panose="05000000000000000000" pitchFamily="2" charset="2"/>
                  <a:buChar char="Ø"/>
                </a:pPr>
                <a:r>
                  <a:rPr lang="en-US" sz="1100" dirty="0">
                    <a:solidFill>
                      <a:schemeClr val="tx1"/>
                    </a:solidFill>
                  </a:rPr>
                  <a:t>30, 60, 90, 120, 150, 180, 210, 240. 270, 300, 330, 360, </a:t>
                </a:r>
                <a:r>
                  <a:rPr lang="en-US" sz="1100" b="1" dirty="0">
                    <a:solidFill>
                      <a:schemeClr val="tx1"/>
                    </a:solidFill>
                  </a:rPr>
                  <a:t>390</a:t>
                </a:r>
                <a:r>
                  <a:rPr lang="en-US" sz="1100" dirty="0">
                    <a:solidFill>
                      <a:schemeClr val="tx1"/>
                    </a:solidFill>
                  </a:rPr>
                  <a:t> ………….</a:t>
                </a:r>
              </a:p>
              <a:p>
                <a:pPr marL="628650" lvl="1" indent="-228600">
                  <a:lnSpc>
                    <a:spcPct val="120000"/>
                  </a:lnSpc>
                  <a:spcBef>
                    <a:spcPts val="0"/>
                  </a:spcBef>
                  <a:buFont typeface="Wingdings" panose="05000000000000000000" pitchFamily="2" charset="2"/>
                  <a:buChar char="Ø"/>
                </a:pPr>
                <a:r>
                  <a:rPr lang="en-US" sz="1100" dirty="0">
                    <a:solidFill>
                      <a:schemeClr val="tx1"/>
                    </a:solidFill>
                  </a:rPr>
                  <a:t>OR we can find the formula to calculate the </a:t>
                </a:r>
                <a:r>
                  <a:rPr lang="en-US" sz="1100" b="1" dirty="0">
                    <a:solidFill>
                      <a:schemeClr val="tx1"/>
                    </a:solidFill>
                  </a:rPr>
                  <a:t>d</a:t>
                </a:r>
                <a:r>
                  <a:rPr lang="en-US" sz="1100" dirty="0">
                    <a:solidFill>
                      <a:schemeClr val="tx1"/>
                    </a:solidFill>
                  </a:rPr>
                  <a:t> =?  =&gt; </a:t>
                </a:r>
              </a:p>
              <a:p>
                <a:pPr marL="628650" lvl="1" indent="-228600">
                  <a:lnSpc>
                    <a:spcPct val="120000"/>
                  </a:lnSpc>
                  <a:spcBef>
                    <a:spcPts val="0"/>
                  </a:spcBef>
                  <a:buFont typeface="Wingdings" panose="05000000000000000000" pitchFamily="2" charset="2"/>
                  <a:buChar char="Ø"/>
                </a:pPr>
                <a14:m>
                  <m:oMath xmlns:m="http://schemas.openxmlformats.org/officeDocument/2006/math">
                    <m:r>
                      <a:rPr lang="en-US" b="0" i="1" smtClean="0">
                        <a:solidFill>
                          <a:schemeClr val="tx1"/>
                        </a:solidFill>
                        <a:latin typeface="Cambria Math" panose="02040503050406030204" pitchFamily="18" charset="0"/>
                      </a:rPr>
                      <m:t>𝑑</m:t>
                    </m:r>
                    <m:r>
                      <a:rPr lang="en-US" b="0" i="1" smtClean="0">
                        <a:solidFill>
                          <a:schemeClr val="tx1"/>
                        </a:solidFill>
                        <a:latin typeface="Cambria Math" panose="02040503050406030204" pitchFamily="18" charset="0"/>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r>
                          <a:rPr lang="en-US" b="1" i="1" smtClean="0">
                            <a:solidFill>
                              <a:schemeClr val="tx1"/>
                            </a:solidFill>
                            <a:latin typeface="Cambria Math" panose="02040503050406030204" pitchFamily="18" charset="0"/>
                          </a:rPr>
                          <m:t>𝑲</m:t>
                        </m:r>
                        <m:r>
                          <a:rPr lang="en-US" b="0" i="1" smtClean="0">
                            <a:solidFill>
                              <a:schemeClr val="tx1"/>
                            </a:solidFill>
                            <a:latin typeface="Cambria Math" panose="02040503050406030204" pitchFamily="18" charset="0"/>
                          </a:rPr>
                          <m:t> (</m:t>
                        </m:r>
                        <m:r>
                          <m:rPr>
                            <m:nor/>
                          </m:rPr>
                          <a:rPr lang="en-US" dirty="0"/>
                          <m:t>φn</m:t>
                        </m:r>
                        <m:r>
                          <a:rPr lang="en-US" b="0" i="1" dirty="0" smtClean="0">
                            <a:latin typeface="Cambria Math" panose="02040503050406030204" pitchFamily="18" charset="0"/>
                          </a:rPr>
                          <m:t>)</m:t>
                        </m:r>
                      </m:num>
                      <m:den>
                        <m:r>
                          <a:rPr lang="en-US" b="0" i="1" smtClean="0">
                            <a:solidFill>
                              <a:schemeClr val="tx1"/>
                            </a:solidFill>
                            <a:latin typeface="Cambria Math" panose="02040503050406030204" pitchFamily="18" charset="0"/>
                          </a:rPr>
                          <m:t>𝑒</m:t>
                        </m:r>
                      </m:den>
                    </m:f>
                  </m:oMath>
                </a14:m>
                <a:endParaRPr lang="en-US" sz="1100" dirty="0">
                  <a:solidFill>
                    <a:schemeClr val="tx1"/>
                  </a:solidFill>
                </a:endParaRPr>
              </a:p>
              <a:p>
                <a:pPr marL="628650" lvl="1" indent="-228600">
                  <a:lnSpc>
                    <a:spcPct val="105000"/>
                  </a:lnSpc>
                  <a:spcBef>
                    <a:spcPts val="0"/>
                  </a:spcBef>
                  <a:buFont typeface="Wingdings" panose="05000000000000000000" pitchFamily="2" charset="2"/>
                  <a:buChar char="Ø"/>
                </a:pPr>
                <a:r>
                  <a:rPr lang="en-US" sz="1100" dirty="0">
                    <a:solidFill>
                      <a:schemeClr val="tx1"/>
                    </a:solidFill>
                  </a:rPr>
                  <a:t>So, find the value of </a:t>
                </a:r>
                <a:r>
                  <a:rPr lang="en-US" sz="1100" b="1" dirty="0">
                    <a:solidFill>
                      <a:schemeClr val="tx1"/>
                    </a:solidFill>
                  </a:rPr>
                  <a:t>K </a:t>
                </a:r>
                <a:r>
                  <a:rPr lang="en-US" sz="1100" dirty="0">
                    <a:solidFill>
                      <a:schemeClr val="tx1"/>
                    </a:solidFill>
                  </a:rPr>
                  <a:t>which has give the value of </a:t>
                </a:r>
                <a:r>
                  <a:rPr lang="en-US" sz="1100" b="1" dirty="0">
                    <a:solidFill>
                      <a:schemeClr val="tx1"/>
                    </a:solidFill>
                  </a:rPr>
                  <a:t>d</a:t>
                </a:r>
                <a:r>
                  <a:rPr lang="en-US" sz="1100" dirty="0">
                    <a:solidFill>
                      <a:schemeClr val="tx1"/>
                    </a:solidFill>
                  </a:rPr>
                  <a:t> an integer</a:t>
                </a:r>
              </a:p>
              <a:p>
                <a:pPr marL="628650" lvl="1" indent="-228600">
                  <a:lnSpc>
                    <a:spcPct val="105000"/>
                  </a:lnSpc>
                  <a:spcBef>
                    <a:spcPts val="0"/>
                  </a:spcBef>
                  <a:buFont typeface="Wingdings" panose="05000000000000000000" pitchFamily="2" charset="2"/>
                  <a:buChar char="Ø"/>
                </a:pPr>
                <a:r>
                  <a:rPr lang="en-US" sz="1100" dirty="0">
                    <a:solidFill>
                      <a:schemeClr val="tx1"/>
                    </a:solidFill>
                  </a:rPr>
                  <a:t>K=1	1+1(30)/1</a:t>
                </a:r>
                <a:r>
                  <a:rPr lang="en-US" sz="1100" dirty="0"/>
                  <a:t>7</a:t>
                </a:r>
                <a:r>
                  <a:rPr lang="en-US" sz="1100" dirty="0">
                    <a:solidFill>
                      <a:schemeClr val="tx1"/>
                    </a:solidFill>
                  </a:rPr>
                  <a:t>		1+30/17 = 1.82 x as it’s a fraction, rejected</a:t>
                </a:r>
              </a:p>
              <a:p>
                <a:pPr marL="628650" lvl="1" indent="-228600">
                  <a:lnSpc>
                    <a:spcPct val="105000"/>
                  </a:lnSpc>
                  <a:spcBef>
                    <a:spcPts val="0"/>
                  </a:spcBef>
                  <a:buFont typeface="Wingdings" panose="05000000000000000000" pitchFamily="2" charset="2"/>
                  <a:buChar char="Ø"/>
                </a:pPr>
                <a:r>
                  <a:rPr lang="en-US" sz="1100" dirty="0">
                    <a:solidFill>
                      <a:schemeClr val="tx1"/>
                    </a:solidFill>
                  </a:rPr>
                  <a:t>K=2	1+2(30)/1</a:t>
                </a:r>
                <a:r>
                  <a:rPr lang="en-US" sz="1100" dirty="0"/>
                  <a:t>7</a:t>
                </a:r>
                <a:r>
                  <a:rPr lang="en-US" sz="1100" dirty="0">
                    <a:solidFill>
                      <a:schemeClr val="tx1"/>
                    </a:solidFill>
                  </a:rPr>
                  <a:t>		1+60/17 = </a:t>
                </a:r>
                <a:r>
                  <a:rPr lang="en-US" sz="1100" dirty="0"/>
                  <a:t>3.58   </a:t>
                </a:r>
                <a:r>
                  <a:rPr lang="en-US" sz="1100" dirty="0">
                    <a:solidFill>
                      <a:schemeClr val="tx1"/>
                    </a:solidFill>
                  </a:rPr>
                  <a:t>x</a:t>
                </a:r>
              </a:p>
              <a:p>
                <a:pPr marL="628650" lvl="1" indent="-228600">
                  <a:lnSpc>
                    <a:spcPct val="105000"/>
                  </a:lnSpc>
                  <a:spcBef>
                    <a:spcPts val="0"/>
                  </a:spcBef>
                  <a:buFont typeface="Wingdings" panose="05000000000000000000" pitchFamily="2" charset="2"/>
                  <a:buChar char="Ø"/>
                </a:pPr>
                <a:r>
                  <a:rPr lang="en-US" sz="1100" dirty="0">
                    <a:solidFill>
                      <a:schemeClr val="tx1"/>
                    </a:solidFill>
                  </a:rPr>
                  <a:t>K=3	1+3(30)/1</a:t>
                </a:r>
                <a:r>
                  <a:rPr lang="en-US" sz="1100" dirty="0"/>
                  <a:t>7</a:t>
                </a:r>
                <a:r>
                  <a:rPr lang="en-US" sz="1100" dirty="0">
                    <a:solidFill>
                      <a:schemeClr val="tx1"/>
                    </a:solidFill>
                  </a:rPr>
                  <a:t>		1+90/17 = 5.35   x</a:t>
                </a:r>
              </a:p>
              <a:p>
                <a:pPr marL="628650" lvl="1" indent="-228600">
                  <a:lnSpc>
                    <a:spcPct val="105000"/>
                  </a:lnSpc>
                  <a:spcBef>
                    <a:spcPts val="0"/>
                  </a:spcBef>
                  <a:buFont typeface="Wingdings" panose="05000000000000000000" pitchFamily="2" charset="2"/>
                  <a:buChar char="Ø"/>
                </a:pPr>
                <a:r>
                  <a:rPr lang="en-US" sz="1100" dirty="0"/>
                  <a:t>……………………………………….</a:t>
                </a:r>
                <a:endParaRPr lang="en-US" sz="1100" dirty="0">
                  <a:solidFill>
                    <a:schemeClr val="tx1"/>
                  </a:solidFill>
                </a:endParaRPr>
              </a:p>
              <a:p>
                <a:pPr marL="628650" lvl="1" indent="-228600">
                  <a:lnSpc>
                    <a:spcPct val="105000"/>
                  </a:lnSpc>
                  <a:spcBef>
                    <a:spcPts val="0"/>
                  </a:spcBef>
                  <a:buFont typeface="Wingdings" panose="05000000000000000000" pitchFamily="2" charset="2"/>
                  <a:buChar char="Ø"/>
                </a:pPr>
                <a:r>
                  <a:rPr lang="en-US" sz="1100" dirty="0">
                    <a:solidFill>
                      <a:schemeClr val="tx1"/>
                    </a:solidFill>
                  </a:rPr>
                  <a:t>K=13  1+13(30)/17		1+390/17 = </a:t>
                </a:r>
                <a:r>
                  <a:rPr lang="en-US" sz="1100" b="1" dirty="0"/>
                  <a:t>23</a:t>
                </a:r>
                <a:r>
                  <a:rPr lang="en-US" sz="1100" b="1" dirty="0">
                    <a:solidFill>
                      <a:schemeClr val="tx1"/>
                    </a:solidFill>
                  </a:rPr>
                  <a:t>    ok it’s a Integer </a:t>
                </a:r>
              </a:p>
              <a:p>
                <a:pPr marL="628650" lvl="1" indent="-228600">
                  <a:lnSpc>
                    <a:spcPct val="105000"/>
                  </a:lnSpc>
                  <a:spcBef>
                    <a:spcPts val="0"/>
                  </a:spcBef>
                  <a:buFont typeface="Wingdings" panose="05000000000000000000" pitchFamily="2" charset="2"/>
                  <a:buChar char="Ø"/>
                </a:pPr>
                <a:r>
                  <a:rPr lang="en-US" sz="1100" dirty="0">
                    <a:solidFill>
                      <a:schemeClr val="tx1"/>
                    </a:solidFill>
                  </a:rPr>
                  <a:t>Therefore  </a:t>
                </a:r>
                <a:r>
                  <a:rPr lang="en-US" sz="1100" b="1" dirty="0">
                    <a:solidFill>
                      <a:schemeClr val="tx1"/>
                    </a:solidFill>
                  </a:rPr>
                  <a:t>d= </a:t>
                </a:r>
                <a:r>
                  <a:rPr lang="en-US" sz="1100" b="1" dirty="0"/>
                  <a:t>23</a:t>
                </a:r>
                <a:endParaRPr lang="en-US" sz="1100" dirty="0"/>
              </a:p>
            </p:txBody>
          </p:sp>
        </mc:Choice>
        <mc:Fallback>
          <p:sp>
            <p:nvSpPr>
              <p:cNvPr id="9" name="TextBox 8">
                <a:extLst>
                  <a:ext uri="{FF2B5EF4-FFF2-40B4-BE49-F238E27FC236}">
                    <a16:creationId xmlns:a16="http://schemas.microsoft.com/office/drawing/2014/main" id="{CC139447-6E82-BE75-88BD-DD935CB6184C}"/>
                  </a:ext>
                </a:extLst>
              </p:cNvPr>
              <p:cNvSpPr txBox="1">
                <a:spLocks noRot="1" noChangeAspect="1" noMove="1" noResize="1" noEditPoints="1" noAdjustHandles="1" noChangeArrowheads="1" noChangeShapeType="1" noTextEdit="1"/>
              </p:cNvSpPr>
              <p:nvPr/>
            </p:nvSpPr>
            <p:spPr>
              <a:xfrm>
                <a:off x="0" y="4173495"/>
                <a:ext cx="5763343" cy="2605265"/>
              </a:xfrm>
              <a:prstGeom prst="rect">
                <a:avLst/>
              </a:prstGeom>
              <a:blipFill>
                <a:blip r:embed="rId2"/>
                <a:stretch>
                  <a:fillRect t="-234" b="-703"/>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963E28D8-35B4-7D4E-5C74-7112518A9B5A}"/>
              </a:ext>
            </a:extLst>
          </p:cNvPr>
          <p:cNvSpPr txBox="1"/>
          <p:nvPr/>
        </p:nvSpPr>
        <p:spPr>
          <a:xfrm>
            <a:off x="8895090" y="2133302"/>
            <a:ext cx="2926080" cy="1823128"/>
          </a:xfrm>
          <a:prstGeom prst="rect">
            <a:avLst/>
          </a:prstGeom>
          <a:noFill/>
        </p:spPr>
        <p:txBody>
          <a:bodyPr wrap="square">
            <a:spAutoFit/>
          </a:bodyPr>
          <a:lstStyle/>
          <a:p>
            <a:pPr>
              <a:lnSpc>
                <a:spcPct val="105000"/>
              </a:lnSpc>
            </a:pPr>
            <a:r>
              <a:rPr lang="en-US" sz="1200" dirty="0">
                <a:solidFill>
                  <a:schemeClr val="tx1"/>
                </a:solidFill>
              </a:rPr>
              <a:t>Remember!!! </a:t>
            </a:r>
          </a:p>
          <a:p>
            <a:pPr>
              <a:lnSpc>
                <a:spcPct val="105000"/>
              </a:lnSpc>
            </a:pPr>
            <a:r>
              <a:rPr lang="en-US" sz="1200" dirty="0">
                <a:solidFill>
                  <a:schemeClr val="tx1"/>
                </a:solidFill>
              </a:rPr>
              <a:t>Choose </a:t>
            </a:r>
            <a:r>
              <a:rPr lang="en-US" sz="1200" b="1" dirty="0">
                <a:solidFill>
                  <a:schemeClr val="tx1"/>
                </a:solidFill>
              </a:rPr>
              <a:t>e</a:t>
            </a:r>
            <a:r>
              <a:rPr lang="en-US" sz="1200" dirty="0">
                <a:solidFill>
                  <a:schemeClr val="tx1"/>
                </a:solidFill>
              </a:rPr>
              <a:t> such that 1 &lt; e &lt; φ(n) and </a:t>
            </a:r>
            <a:r>
              <a:rPr lang="en-US" sz="1200" b="1" dirty="0">
                <a:solidFill>
                  <a:schemeClr val="tx1"/>
                </a:solidFill>
              </a:rPr>
              <a:t>e and φ(n) are coprime</a:t>
            </a:r>
            <a:r>
              <a:rPr lang="en-US" sz="1200" dirty="0">
                <a:solidFill>
                  <a:schemeClr val="tx1"/>
                </a:solidFill>
              </a:rPr>
              <a:t>. </a:t>
            </a:r>
          </a:p>
          <a:p>
            <a:pPr>
              <a:lnSpc>
                <a:spcPct val="105000"/>
              </a:lnSpc>
            </a:pPr>
            <a:endParaRPr lang="en-US" sz="1200" dirty="0"/>
          </a:p>
          <a:p>
            <a:pPr algn="r">
              <a:lnSpc>
                <a:spcPct val="105000"/>
              </a:lnSpc>
            </a:pPr>
            <a:r>
              <a:rPr lang="en-US" sz="1200" b="1" dirty="0"/>
              <a:t>NOTE:</a:t>
            </a:r>
          </a:p>
          <a:p>
            <a:pPr algn="r">
              <a:lnSpc>
                <a:spcPct val="105000"/>
              </a:lnSpc>
            </a:pPr>
            <a:r>
              <a:rPr lang="en-US" sz="1200" dirty="0"/>
              <a:t>     n = 44</a:t>
            </a:r>
          </a:p>
          <a:p>
            <a:pPr algn="r">
              <a:lnSpc>
                <a:spcPct val="105000"/>
              </a:lnSpc>
            </a:pPr>
            <a:r>
              <a:rPr lang="en-US" sz="1200" b="1" dirty="0">
                <a:solidFill>
                  <a:schemeClr val="tx1"/>
                </a:solidFill>
              </a:rPr>
              <a:t>φ(n) = 30</a:t>
            </a:r>
          </a:p>
          <a:p>
            <a:pPr algn="r">
              <a:lnSpc>
                <a:spcPct val="105000"/>
              </a:lnSpc>
            </a:pPr>
            <a:r>
              <a:rPr lang="en-US" sz="1200" b="1" dirty="0"/>
              <a:t>     e  = 17</a:t>
            </a:r>
          </a:p>
          <a:p>
            <a:pPr algn="r">
              <a:lnSpc>
                <a:spcPct val="105000"/>
              </a:lnSpc>
            </a:pPr>
            <a:r>
              <a:rPr lang="en-US" sz="1200" b="1" dirty="0"/>
              <a:t>     d  = 23</a:t>
            </a:r>
            <a:endParaRPr lang="en-US" sz="1200" dirty="0"/>
          </a:p>
        </p:txBody>
      </p:sp>
      <mc:AlternateContent xmlns:mc="http://schemas.openxmlformats.org/markup-compatibility/2006">
        <mc:Choice xmlns:p14="http://schemas.microsoft.com/office/powerpoint/2010/main" Requires="p14">
          <p:contentPart p14:bwMode="auto" r:id="rId3">
            <p14:nvContentPartPr>
              <p14:cNvPr id="28" name="Ink 27">
                <a:extLst>
                  <a:ext uri="{FF2B5EF4-FFF2-40B4-BE49-F238E27FC236}">
                    <a16:creationId xmlns:a16="http://schemas.microsoft.com/office/drawing/2014/main" id="{587A81B9-2DD0-EB52-887E-FF93B2FCBBF0}"/>
                  </a:ext>
                </a:extLst>
              </p14:cNvPr>
              <p14:cNvContentPartPr/>
              <p14:nvPr/>
            </p14:nvContentPartPr>
            <p14:xfrm>
              <a:off x="7382160" y="3371016"/>
              <a:ext cx="158400" cy="360"/>
            </p14:xfrm>
          </p:contentPart>
        </mc:Choice>
        <mc:Fallback>
          <p:pic>
            <p:nvPicPr>
              <p:cNvPr id="28" name="Ink 27">
                <a:extLst>
                  <a:ext uri="{FF2B5EF4-FFF2-40B4-BE49-F238E27FC236}">
                    <a16:creationId xmlns:a16="http://schemas.microsoft.com/office/drawing/2014/main" id="{587A81B9-2DD0-EB52-887E-FF93B2FCBBF0}"/>
                  </a:ext>
                </a:extLst>
              </p:cNvPr>
              <p:cNvPicPr/>
              <p:nvPr/>
            </p:nvPicPr>
            <p:blipFill>
              <a:blip r:embed="rId4"/>
              <a:stretch>
                <a:fillRect/>
              </a:stretch>
            </p:blipFill>
            <p:spPr>
              <a:xfrm>
                <a:off x="7375680" y="3364896"/>
                <a:ext cx="1706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0" name="Ink 39">
                <a:extLst>
                  <a:ext uri="{FF2B5EF4-FFF2-40B4-BE49-F238E27FC236}">
                    <a16:creationId xmlns:a16="http://schemas.microsoft.com/office/drawing/2014/main" id="{32A81498-7A93-532D-C143-6712CA03108C}"/>
                  </a:ext>
                </a:extLst>
              </p14:cNvPr>
              <p14:cNvContentPartPr/>
              <p14:nvPr/>
            </p14:nvContentPartPr>
            <p14:xfrm>
              <a:off x="2820600" y="5604816"/>
              <a:ext cx="360" cy="1440"/>
            </p14:xfrm>
          </p:contentPart>
        </mc:Choice>
        <mc:Fallback>
          <p:pic>
            <p:nvPicPr>
              <p:cNvPr id="40" name="Ink 39">
                <a:extLst>
                  <a:ext uri="{FF2B5EF4-FFF2-40B4-BE49-F238E27FC236}">
                    <a16:creationId xmlns:a16="http://schemas.microsoft.com/office/drawing/2014/main" id="{32A81498-7A93-532D-C143-6712CA03108C}"/>
                  </a:ext>
                </a:extLst>
              </p:cNvPr>
              <p:cNvPicPr/>
              <p:nvPr/>
            </p:nvPicPr>
            <p:blipFill>
              <a:blip r:embed="rId6"/>
              <a:stretch>
                <a:fillRect/>
              </a:stretch>
            </p:blipFill>
            <p:spPr>
              <a:xfrm>
                <a:off x="2814480" y="5598696"/>
                <a:ext cx="1260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1" name="Ink 40">
                <a:extLst>
                  <a:ext uri="{FF2B5EF4-FFF2-40B4-BE49-F238E27FC236}">
                    <a16:creationId xmlns:a16="http://schemas.microsoft.com/office/drawing/2014/main" id="{B8DBC198-9564-4AAD-FE39-2AE7E46B8CD0}"/>
                  </a:ext>
                </a:extLst>
              </p14:cNvPr>
              <p14:cNvContentPartPr/>
              <p14:nvPr/>
            </p14:nvContentPartPr>
            <p14:xfrm>
              <a:off x="3537720" y="5855016"/>
              <a:ext cx="280080" cy="44640"/>
            </p14:xfrm>
          </p:contentPart>
        </mc:Choice>
        <mc:Fallback>
          <p:pic>
            <p:nvPicPr>
              <p:cNvPr id="41" name="Ink 40">
                <a:extLst>
                  <a:ext uri="{FF2B5EF4-FFF2-40B4-BE49-F238E27FC236}">
                    <a16:creationId xmlns:a16="http://schemas.microsoft.com/office/drawing/2014/main" id="{B8DBC198-9564-4AAD-FE39-2AE7E46B8CD0}"/>
                  </a:ext>
                </a:extLst>
              </p:cNvPr>
              <p:cNvPicPr/>
              <p:nvPr/>
            </p:nvPicPr>
            <p:blipFill>
              <a:blip r:embed="rId8"/>
              <a:stretch>
                <a:fillRect/>
              </a:stretch>
            </p:blipFill>
            <p:spPr>
              <a:xfrm>
                <a:off x="3531600" y="5848896"/>
                <a:ext cx="29232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2" name="Ink 41">
                <a:extLst>
                  <a:ext uri="{FF2B5EF4-FFF2-40B4-BE49-F238E27FC236}">
                    <a16:creationId xmlns:a16="http://schemas.microsoft.com/office/drawing/2014/main" id="{8EE248FF-0B30-DD49-8294-1B7C8C792678}"/>
                  </a:ext>
                </a:extLst>
              </p14:cNvPr>
              <p14:cNvContentPartPr/>
              <p14:nvPr/>
            </p14:nvContentPartPr>
            <p14:xfrm>
              <a:off x="1188000" y="6094776"/>
              <a:ext cx="5760" cy="360"/>
            </p14:xfrm>
          </p:contentPart>
        </mc:Choice>
        <mc:Fallback>
          <p:pic>
            <p:nvPicPr>
              <p:cNvPr id="42" name="Ink 41">
                <a:extLst>
                  <a:ext uri="{FF2B5EF4-FFF2-40B4-BE49-F238E27FC236}">
                    <a16:creationId xmlns:a16="http://schemas.microsoft.com/office/drawing/2014/main" id="{8EE248FF-0B30-DD49-8294-1B7C8C792678}"/>
                  </a:ext>
                </a:extLst>
              </p:cNvPr>
              <p:cNvPicPr/>
              <p:nvPr/>
            </p:nvPicPr>
            <p:blipFill>
              <a:blip r:embed="rId10"/>
              <a:stretch>
                <a:fillRect/>
              </a:stretch>
            </p:blipFill>
            <p:spPr>
              <a:xfrm>
                <a:off x="1181880" y="6088656"/>
                <a:ext cx="180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4" name="Ink 43">
                <a:extLst>
                  <a:ext uri="{FF2B5EF4-FFF2-40B4-BE49-F238E27FC236}">
                    <a16:creationId xmlns:a16="http://schemas.microsoft.com/office/drawing/2014/main" id="{D624C218-A612-A44D-48B4-DA8A29E21122}"/>
                  </a:ext>
                </a:extLst>
              </p14:cNvPr>
              <p14:cNvContentPartPr/>
              <p14:nvPr/>
            </p14:nvContentPartPr>
            <p14:xfrm>
              <a:off x="3625560" y="6220416"/>
              <a:ext cx="360" cy="360"/>
            </p14:xfrm>
          </p:contentPart>
        </mc:Choice>
        <mc:Fallback>
          <p:pic>
            <p:nvPicPr>
              <p:cNvPr id="44" name="Ink 43">
                <a:extLst>
                  <a:ext uri="{FF2B5EF4-FFF2-40B4-BE49-F238E27FC236}">
                    <a16:creationId xmlns:a16="http://schemas.microsoft.com/office/drawing/2014/main" id="{D624C218-A612-A44D-48B4-DA8A29E21122}"/>
                  </a:ext>
                </a:extLst>
              </p:cNvPr>
              <p:cNvPicPr/>
              <p:nvPr/>
            </p:nvPicPr>
            <p:blipFill>
              <a:blip r:embed="rId12"/>
              <a:stretch>
                <a:fillRect/>
              </a:stretch>
            </p:blipFill>
            <p:spPr>
              <a:xfrm>
                <a:off x="3619440" y="6214296"/>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5" name="Ink 44">
                <a:extLst>
                  <a:ext uri="{FF2B5EF4-FFF2-40B4-BE49-F238E27FC236}">
                    <a16:creationId xmlns:a16="http://schemas.microsoft.com/office/drawing/2014/main" id="{7CA0A99A-2FEF-7447-460D-F785F9200A32}"/>
                  </a:ext>
                </a:extLst>
              </p14:cNvPr>
              <p14:cNvContentPartPr/>
              <p14:nvPr/>
            </p14:nvContentPartPr>
            <p14:xfrm>
              <a:off x="4086720" y="5711016"/>
              <a:ext cx="352080" cy="251280"/>
            </p14:xfrm>
          </p:contentPart>
        </mc:Choice>
        <mc:Fallback>
          <p:pic>
            <p:nvPicPr>
              <p:cNvPr id="45" name="Ink 44">
                <a:extLst>
                  <a:ext uri="{FF2B5EF4-FFF2-40B4-BE49-F238E27FC236}">
                    <a16:creationId xmlns:a16="http://schemas.microsoft.com/office/drawing/2014/main" id="{7CA0A99A-2FEF-7447-460D-F785F9200A32}"/>
                  </a:ext>
                </a:extLst>
              </p:cNvPr>
              <p:cNvPicPr/>
              <p:nvPr/>
            </p:nvPicPr>
            <p:blipFill>
              <a:blip r:embed="rId14"/>
              <a:stretch>
                <a:fillRect/>
              </a:stretch>
            </p:blipFill>
            <p:spPr>
              <a:xfrm>
                <a:off x="4080600" y="5704896"/>
                <a:ext cx="36432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46" name="Ink 45">
                <a:extLst>
                  <a:ext uri="{FF2B5EF4-FFF2-40B4-BE49-F238E27FC236}">
                    <a16:creationId xmlns:a16="http://schemas.microsoft.com/office/drawing/2014/main" id="{C4660BF3-35DC-D13D-26E3-07858E693FAA}"/>
                  </a:ext>
                </a:extLst>
              </p14:cNvPr>
              <p14:cNvContentPartPr/>
              <p14:nvPr/>
            </p14:nvContentPartPr>
            <p14:xfrm>
              <a:off x="4186440" y="5814696"/>
              <a:ext cx="367560" cy="309240"/>
            </p14:xfrm>
          </p:contentPart>
        </mc:Choice>
        <mc:Fallback>
          <p:pic>
            <p:nvPicPr>
              <p:cNvPr id="46" name="Ink 45">
                <a:extLst>
                  <a:ext uri="{FF2B5EF4-FFF2-40B4-BE49-F238E27FC236}">
                    <a16:creationId xmlns:a16="http://schemas.microsoft.com/office/drawing/2014/main" id="{C4660BF3-35DC-D13D-26E3-07858E693FAA}"/>
                  </a:ext>
                </a:extLst>
              </p:cNvPr>
              <p:cNvPicPr/>
              <p:nvPr/>
            </p:nvPicPr>
            <p:blipFill>
              <a:blip r:embed="rId16"/>
              <a:stretch>
                <a:fillRect/>
              </a:stretch>
            </p:blipFill>
            <p:spPr>
              <a:xfrm>
                <a:off x="4180320" y="5808576"/>
                <a:ext cx="37980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47" name="Ink 46">
                <a:extLst>
                  <a:ext uri="{FF2B5EF4-FFF2-40B4-BE49-F238E27FC236}">
                    <a16:creationId xmlns:a16="http://schemas.microsoft.com/office/drawing/2014/main" id="{65579CCC-1EF8-41D4-743C-8C6D8B3ADCAD}"/>
                  </a:ext>
                </a:extLst>
              </p14:cNvPr>
              <p14:cNvContentPartPr/>
              <p14:nvPr/>
            </p14:nvContentPartPr>
            <p14:xfrm>
              <a:off x="3493800" y="6311760"/>
              <a:ext cx="329760" cy="344160"/>
            </p14:xfrm>
          </p:contentPart>
        </mc:Choice>
        <mc:Fallback>
          <p:pic>
            <p:nvPicPr>
              <p:cNvPr id="47" name="Ink 46">
                <a:extLst>
                  <a:ext uri="{FF2B5EF4-FFF2-40B4-BE49-F238E27FC236}">
                    <a16:creationId xmlns:a16="http://schemas.microsoft.com/office/drawing/2014/main" id="{65579CCC-1EF8-41D4-743C-8C6D8B3ADCAD}"/>
                  </a:ext>
                </a:extLst>
              </p:cNvPr>
              <p:cNvPicPr/>
              <p:nvPr/>
            </p:nvPicPr>
            <p:blipFill>
              <a:blip r:embed="rId18"/>
              <a:stretch>
                <a:fillRect/>
              </a:stretch>
            </p:blipFill>
            <p:spPr>
              <a:xfrm>
                <a:off x="3487680" y="6305640"/>
                <a:ext cx="342000" cy="356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48" name="Ink 47">
                <a:extLst>
                  <a:ext uri="{FF2B5EF4-FFF2-40B4-BE49-F238E27FC236}">
                    <a16:creationId xmlns:a16="http://schemas.microsoft.com/office/drawing/2014/main" id="{B8BACE2C-7617-12E4-B343-112E629C03A4}"/>
                  </a:ext>
                </a:extLst>
              </p14:cNvPr>
              <p14:cNvContentPartPr/>
              <p14:nvPr/>
            </p14:nvContentPartPr>
            <p14:xfrm>
              <a:off x="3344760" y="6658800"/>
              <a:ext cx="2160" cy="360"/>
            </p14:xfrm>
          </p:contentPart>
        </mc:Choice>
        <mc:Fallback>
          <p:pic>
            <p:nvPicPr>
              <p:cNvPr id="48" name="Ink 47">
                <a:extLst>
                  <a:ext uri="{FF2B5EF4-FFF2-40B4-BE49-F238E27FC236}">
                    <a16:creationId xmlns:a16="http://schemas.microsoft.com/office/drawing/2014/main" id="{B8BACE2C-7617-12E4-B343-112E629C03A4}"/>
                  </a:ext>
                </a:extLst>
              </p:cNvPr>
              <p:cNvPicPr/>
              <p:nvPr/>
            </p:nvPicPr>
            <p:blipFill>
              <a:blip r:embed="rId6"/>
              <a:stretch>
                <a:fillRect/>
              </a:stretch>
            </p:blipFill>
            <p:spPr>
              <a:xfrm>
                <a:off x="3338640" y="6652680"/>
                <a:ext cx="144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49" name="Ink 48">
                <a:extLst>
                  <a:ext uri="{FF2B5EF4-FFF2-40B4-BE49-F238E27FC236}">
                    <a16:creationId xmlns:a16="http://schemas.microsoft.com/office/drawing/2014/main" id="{B8406CA1-B444-9E17-226A-43A725B0A4E8}"/>
                  </a:ext>
                </a:extLst>
              </p14:cNvPr>
              <p14:cNvContentPartPr/>
              <p14:nvPr/>
            </p14:nvContentPartPr>
            <p14:xfrm>
              <a:off x="4427640" y="4256520"/>
              <a:ext cx="511560" cy="310680"/>
            </p14:xfrm>
          </p:contentPart>
        </mc:Choice>
        <mc:Fallback>
          <p:pic>
            <p:nvPicPr>
              <p:cNvPr id="49" name="Ink 48">
                <a:extLst>
                  <a:ext uri="{FF2B5EF4-FFF2-40B4-BE49-F238E27FC236}">
                    <a16:creationId xmlns:a16="http://schemas.microsoft.com/office/drawing/2014/main" id="{B8406CA1-B444-9E17-226A-43A725B0A4E8}"/>
                  </a:ext>
                </a:extLst>
              </p:cNvPr>
              <p:cNvPicPr/>
              <p:nvPr/>
            </p:nvPicPr>
            <p:blipFill>
              <a:blip r:embed="rId21"/>
              <a:stretch>
                <a:fillRect/>
              </a:stretch>
            </p:blipFill>
            <p:spPr>
              <a:xfrm>
                <a:off x="4421520" y="4250400"/>
                <a:ext cx="52380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50" name="Ink 49">
                <a:extLst>
                  <a:ext uri="{FF2B5EF4-FFF2-40B4-BE49-F238E27FC236}">
                    <a16:creationId xmlns:a16="http://schemas.microsoft.com/office/drawing/2014/main" id="{97D8E55E-2FAD-30E5-F480-879D8FA3ABDE}"/>
                  </a:ext>
                </a:extLst>
              </p14:cNvPr>
              <p14:cNvContentPartPr/>
              <p14:nvPr/>
            </p14:nvContentPartPr>
            <p14:xfrm>
              <a:off x="2912040" y="6384480"/>
              <a:ext cx="360" cy="360"/>
            </p14:xfrm>
          </p:contentPart>
        </mc:Choice>
        <mc:Fallback>
          <p:pic>
            <p:nvPicPr>
              <p:cNvPr id="50" name="Ink 49">
                <a:extLst>
                  <a:ext uri="{FF2B5EF4-FFF2-40B4-BE49-F238E27FC236}">
                    <a16:creationId xmlns:a16="http://schemas.microsoft.com/office/drawing/2014/main" id="{97D8E55E-2FAD-30E5-F480-879D8FA3ABDE}"/>
                  </a:ext>
                </a:extLst>
              </p:cNvPr>
              <p:cNvPicPr/>
              <p:nvPr/>
            </p:nvPicPr>
            <p:blipFill>
              <a:blip r:embed="rId12"/>
              <a:stretch>
                <a:fillRect/>
              </a:stretch>
            </p:blipFill>
            <p:spPr>
              <a:xfrm>
                <a:off x="2905920" y="637836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51" name="Ink 50">
                <a:extLst>
                  <a:ext uri="{FF2B5EF4-FFF2-40B4-BE49-F238E27FC236}">
                    <a16:creationId xmlns:a16="http://schemas.microsoft.com/office/drawing/2014/main" id="{F02189D4-657F-10A5-2322-5520A5B95DCE}"/>
                  </a:ext>
                </a:extLst>
              </p14:cNvPr>
              <p14:cNvContentPartPr/>
              <p14:nvPr/>
            </p14:nvContentPartPr>
            <p14:xfrm>
              <a:off x="3516840" y="6670680"/>
              <a:ext cx="360" cy="360"/>
            </p14:xfrm>
          </p:contentPart>
        </mc:Choice>
        <mc:Fallback>
          <p:pic>
            <p:nvPicPr>
              <p:cNvPr id="51" name="Ink 50">
                <a:extLst>
                  <a:ext uri="{FF2B5EF4-FFF2-40B4-BE49-F238E27FC236}">
                    <a16:creationId xmlns:a16="http://schemas.microsoft.com/office/drawing/2014/main" id="{F02189D4-657F-10A5-2322-5520A5B95DCE}"/>
                  </a:ext>
                </a:extLst>
              </p:cNvPr>
              <p:cNvPicPr/>
              <p:nvPr/>
            </p:nvPicPr>
            <p:blipFill>
              <a:blip r:embed="rId12"/>
              <a:stretch>
                <a:fillRect/>
              </a:stretch>
            </p:blipFill>
            <p:spPr>
              <a:xfrm>
                <a:off x="3510720" y="6664560"/>
                <a:ext cx="12600" cy="12600"/>
              </a:xfrm>
              <a:prstGeom prst="rect">
                <a:avLst/>
              </a:prstGeom>
            </p:spPr>
          </p:pic>
        </mc:Fallback>
      </mc:AlternateContent>
    </p:spTree>
    <p:extLst>
      <p:ext uri="{BB962C8B-B14F-4D97-AF65-F5344CB8AC3E}">
        <p14:creationId xmlns:p14="http://schemas.microsoft.com/office/powerpoint/2010/main" val="1082218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8F83B-0D48-14D5-CF12-4E0C6D4DE6EB}"/>
              </a:ext>
            </a:extLst>
          </p:cNvPr>
          <p:cNvSpPr>
            <a:spLocks noGrp="1"/>
          </p:cNvSpPr>
          <p:nvPr>
            <p:ph type="title"/>
          </p:nvPr>
        </p:nvSpPr>
        <p:spPr/>
        <p:txBody>
          <a:bodyPr/>
          <a:lstStyle/>
          <a:p>
            <a:r>
              <a:rPr lang="en-US" dirty="0"/>
              <a:t>Transmitting RSA Encoded Message</a:t>
            </a:r>
          </a:p>
        </p:txBody>
      </p:sp>
      <p:pic>
        <p:nvPicPr>
          <p:cNvPr id="8" name="Picture 7">
            <a:extLst>
              <a:ext uri="{FF2B5EF4-FFF2-40B4-BE49-F238E27FC236}">
                <a16:creationId xmlns:a16="http://schemas.microsoft.com/office/drawing/2014/main" id="{43EF60DC-40B2-44EC-C4C0-FF6661DA4A08}"/>
              </a:ext>
            </a:extLst>
          </p:cNvPr>
          <p:cNvPicPr>
            <a:picLocks noChangeAspect="1"/>
          </p:cNvPicPr>
          <p:nvPr/>
        </p:nvPicPr>
        <p:blipFill>
          <a:blip r:embed="rId2"/>
          <a:stretch>
            <a:fillRect/>
          </a:stretch>
        </p:blipFill>
        <p:spPr>
          <a:xfrm>
            <a:off x="1522689" y="2514838"/>
            <a:ext cx="8786621" cy="3513124"/>
          </a:xfrm>
          <a:prstGeom prst="rect">
            <a:avLst/>
          </a:prstGeom>
        </p:spPr>
      </p:pic>
    </p:spTree>
    <p:extLst>
      <p:ext uri="{BB962C8B-B14F-4D97-AF65-F5344CB8AC3E}">
        <p14:creationId xmlns:p14="http://schemas.microsoft.com/office/powerpoint/2010/main" val="357736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of RSA</a:t>
            </a:r>
          </a:p>
        </p:txBody>
      </p:sp>
      <p:sp>
        <p:nvSpPr>
          <p:cNvPr id="3" name="Content Placeholder 2"/>
          <p:cNvSpPr>
            <a:spLocks noGrp="1"/>
          </p:cNvSpPr>
          <p:nvPr>
            <p:ph idx="1"/>
          </p:nvPr>
        </p:nvSpPr>
        <p:spPr/>
        <p:txBody>
          <a:bodyPr>
            <a:normAutofit fontScale="92500" lnSpcReduction="20000"/>
          </a:bodyPr>
          <a:lstStyle/>
          <a:p>
            <a:pPr marL="469900" indent="-469900">
              <a:lnSpc>
                <a:spcPct val="110000"/>
              </a:lnSpc>
            </a:pPr>
            <a:r>
              <a:rPr lang="en-GB" dirty="0">
                <a:solidFill>
                  <a:schemeClr val="tx1"/>
                </a:solidFill>
              </a:rPr>
              <a:t>Eve knows the public key (e, </a:t>
            </a:r>
            <a:r>
              <a:rPr lang="en-GB" i="1" dirty="0">
                <a:solidFill>
                  <a:schemeClr val="tx1"/>
                </a:solidFill>
              </a:rPr>
              <a:t>n</a:t>
            </a:r>
            <a:r>
              <a:rPr lang="en-GB" dirty="0">
                <a:solidFill>
                  <a:schemeClr val="tx1"/>
                </a:solidFill>
              </a:rPr>
              <a:t>) of Bob and wants to know his private key (d, n) so she can decrypt messages sent to Bob </a:t>
            </a:r>
          </a:p>
          <a:p>
            <a:pPr marL="469900" indent="-469900">
              <a:lnSpc>
                <a:spcPct val="110000"/>
              </a:lnSpc>
            </a:pPr>
            <a:r>
              <a:rPr lang="en-GB" dirty="0">
                <a:solidFill>
                  <a:schemeClr val="tx1"/>
                </a:solidFill>
              </a:rPr>
              <a:t>To calculate </a:t>
            </a:r>
            <a:r>
              <a:rPr lang="en-GB" i="1" dirty="0">
                <a:solidFill>
                  <a:schemeClr val="tx1"/>
                </a:solidFill>
              </a:rPr>
              <a:t>d</a:t>
            </a:r>
            <a:r>
              <a:rPr lang="en-GB" dirty="0">
                <a:solidFill>
                  <a:schemeClr val="tx1"/>
                </a:solidFill>
              </a:rPr>
              <a:t>, she has to solve the equation:</a:t>
            </a:r>
            <a:br>
              <a:rPr lang="en-GB" dirty="0">
                <a:solidFill>
                  <a:schemeClr val="tx1"/>
                </a:solidFill>
              </a:rPr>
            </a:br>
            <a:r>
              <a:rPr lang="en-GB" dirty="0">
                <a:solidFill>
                  <a:schemeClr val="tx1"/>
                </a:solidFill>
              </a:rPr>
              <a:t>	 </a:t>
            </a:r>
            <a:r>
              <a:rPr lang="en-GB" i="1" dirty="0">
                <a:solidFill>
                  <a:schemeClr val="tx1"/>
                </a:solidFill>
              </a:rPr>
              <a:t>d</a:t>
            </a:r>
            <a:r>
              <a:rPr lang="en-GB" dirty="0">
                <a:solidFill>
                  <a:schemeClr val="tx1"/>
                </a:solidFill>
              </a:rPr>
              <a:t> = </a:t>
            </a:r>
            <a:r>
              <a:rPr lang="en-GB" i="1" dirty="0">
                <a:solidFill>
                  <a:schemeClr val="tx1"/>
                </a:solidFill>
              </a:rPr>
              <a:t>e</a:t>
            </a:r>
            <a:r>
              <a:rPr lang="en-GB" baseline="30000" dirty="0">
                <a:solidFill>
                  <a:schemeClr val="tx1"/>
                </a:solidFill>
              </a:rPr>
              <a:t>-1</a:t>
            </a:r>
            <a:r>
              <a:rPr lang="en-GB" dirty="0">
                <a:solidFill>
                  <a:schemeClr val="tx1"/>
                </a:solidFill>
              </a:rPr>
              <a:t> (mod (</a:t>
            </a:r>
            <a:r>
              <a:rPr lang="en-GB" i="1" dirty="0">
                <a:solidFill>
                  <a:schemeClr val="tx1"/>
                </a:solidFill>
              </a:rPr>
              <a:t>p</a:t>
            </a:r>
            <a:r>
              <a:rPr lang="en-GB" dirty="0">
                <a:solidFill>
                  <a:schemeClr val="tx1"/>
                </a:solidFill>
              </a:rPr>
              <a:t>-1)(</a:t>
            </a:r>
            <a:r>
              <a:rPr lang="en-GB" i="1" dirty="0">
                <a:solidFill>
                  <a:schemeClr val="tx1"/>
                </a:solidFill>
              </a:rPr>
              <a:t>q</a:t>
            </a:r>
            <a:r>
              <a:rPr lang="en-GB" dirty="0">
                <a:solidFill>
                  <a:schemeClr val="tx1"/>
                </a:solidFill>
              </a:rPr>
              <a:t>-1))</a:t>
            </a:r>
          </a:p>
          <a:p>
            <a:pPr marL="469900" indent="-469900">
              <a:lnSpc>
                <a:spcPct val="110000"/>
              </a:lnSpc>
            </a:pPr>
            <a:r>
              <a:rPr lang="en-GB" dirty="0">
                <a:solidFill>
                  <a:schemeClr val="tx1"/>
                </a:solidFill>
              </a:rPr>
              <a:t>However, this means that she needs to know the prime numbers p and q</a:t>
            </a:r>
          </a:p>
          <a:p>
            <a:pPr marL="469900" indent="-469900">
              <a:lnSpc>
                <a:spcPct val="110000"/>
              </a:lnSpc>
            </a:pPr>
            <a:r>
              <a:rPr lang="en-GB" dirty="0">
                <a:solidFill>
                  <a:schemeClr val="tx1"/>
                </a:solidFill>
              </a:rPr>
              <a:t>She knows that n is the product of p and q, so she can recover p</a:t>
            </a:r>
            <a:r>
              <a:rPr lang="en-GB" i="1" dirty="0">
                <a:solidFill>
                  <a:schemeClr val="tx1"/>
                </a:solidFill>
              </a:rPr>
              <a:t> </a:t>
            </a:r>
            <a:r>
              <a:rPr lang="en-GB" dirty="0">
                <a:solidFill>
                  <a:schemeClr val="tx1"/>
                </a:solidFill>
              </a:rPr>
              <a:t>and q</a:t>
            </a:r>
            <a:r>
              <a:rPr lang="en-GB" i="1" dirty="0">
                <a:solidFill>
                  <a:schemeClr val="tx1"/>
                </a:solidFill>
              </a:rPr>
              <a:t> </a:t>
            </a:r>
            <a:r>
              <a:rPr lang="en-GB" dirty="0">
                <a:solidFill>
                  <a:schemeClr val="tx1"/>
                </a:solidFill>
              </a:rPr>
              <a:t>if she can factor n</a:t>
            </a:r>
            <a:r>
              <a:rPr lang="en-GB" i="1" dirty="0">
                <a:solidFill>
                  <a:schemeClr val="tx1"/>
                </a:solidFill>
              </a:rPr>
              <a:t> </a:t>
            </a:r>
            <a:r>
              <a:rPr lang="en-GB" dirty="0">
                <a:solidFill>
                  <a:schemeClr val="tx1"/>
                </a:solidFill>
              </a:rPr>
              <a:t>into its component prime numbers</a:t>
            </a:r>
          </a:p>
          <a:p>
            <a:pPr marL="469900" indent="-469900">
              <a:lnSpc>
                <a:spcPct val="110000"/>
              </a:lnSpc>
            </a:pPr>
            <a:r>
              <a:rPr lang="en-GB" dirty="0">
                <a:solidFill>
                  <a:schemeClr val="tx1"/>
                </a:solidFill>
              </a:rPr>
              <a:t>Factoring large integers (over 250 digits) is known to be a difficult problem in mathematics and computer science and provided that the prime factors of n</a:t>
            </a:r>
            <a:r>
              <a:rPr lang="en-GB" i="1" dirty="0">
                <a:solidFill>
                  <a:schemeClr val="tx1"/>
                </a:solidFill>
              </a:rPr>
              <a:t> </a:t>
            </a:r>
            <a:r>
              <a:rPr lang="en-GB" dirty="0">
                <a:solidFill>
                  <a:schemeClr val="tx1"/>
                </a:solidFill>
              </a:rPr>
              <a:t>are sufficiently large, it would be computationally infeasible for Eve to calculate p</a:t>
            </a:r>
            <a:r>
              <a:rPr lang="en-GB" i="1" dirty="0">
                <a:solidFill>
                  <a:schemeClr val="tx1"/>
                </a:solidFill>
              </a:rPr>
              <a:t> </a:t>
            </a:r>
            <a:r>
              <a:rPr lang="en-GB" dirty="0">
                <a:solidFill>
                  <a:schemeClr val="tx1"/>
                </a:solidFill>
              </a:rPr>
              <a:t>and q</a:t>
            </a:r>
            <a:r>
              <a:rPr lang="en-GB" i="1" dirty="0">
                <a:solidFill>
                  <a:schemeClr val="tx1"/>
                </a:solidFill>
              </a:rPr>
              <a:t> </a:t>
            </a:r>
            <a:r>
              <a:rPr lang="en-GB" dirty="0">
                <a:solidFill>
                  <a:schemeClr val="tx1"/>
                </a:solidFill>
              </a:rPr>
              <a:t>(and hence d) from Bob’s public key</a:t>
            </a:r>
          </a:p>
        </p:txBody>
      </p:sp>
    </p:spTree>
    <p:extLst>
      <p:ext uri="{BB962C8B-B14F-4D97-AF65-F5344CB8AC3E}">
        <p14:creationId xmlns:p14="http://schemas.microsoft.com/office/powerpoint/2010/main" val="17041517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5276</TotalTime>
  <Words>1404</Words>
  <Application>Microsoft Office PowerPoint</Application>
  <PresentationFormat>Widescreen</PresentationFormat>
  <Paragraphs>131</Paragraphs>
  <Slides>25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Arial</vt:lpstr>
      <vt:lpstr>Calibri</vt:lpstr>
      <vt:lpstr>Cambria Math</vt:lpstr>
      <vt:lpstr>Century Gothic</vt:lpstr>
      <vt:lpstr>Inter</vt:lpstr>
      <vt:lpstr>Times New Roman</vt:lpstr>
      <vt:lpstr>Wingdings</vt:lpstr>
      <vt:lpstr>Wingdings 3</vt:lpstr>
      <vt:lpstr>Ion Boardroom</vt:lpstr>
      <vt:lpstr>Asymmetric Cryptography </vt:lpstr>
      <vt:lpstr>Asymmetric Cryptography</vt:lpstr>
      <vt:lpstr>Introduction</vt:lpstr>
      <vt:lpstr>Introduction</vt:lpstr>
      <vt:lpstr>Public Key Encryption</vt:lpstr>
      <vt:lpstr>Public Key Encryption</vt:lpstr>
      <vt:lpstr>Public Key Encryption</vt:lpstr>
      <vt:lpstr>Public Key Crypto Systems </vt:lpstr>
      <vt:lpstr>Characteristics of Public-Key Encryption</vt:lpstr>
      <vt:lpstr>Diffie-Hellman Key Agreement</vt:lpstr>
      <vt:lpstr>Diffie-Hellman</vt:lpstr>
      <vt:lpstr>Example</vt:lpstr>
      <vt:lpstr>How to find the primitive root of prime Number 157</vt:lpstr>
      <vt:lpstr>MITM Attack </vt:lpstr>
      <vt:lpstr>PowerPoint Presentation</vt:lpstr>
      <vt:lpstr>PowerPoint Presentation</vt:lpstr>
      <vt:lpstr>RSA</vt:lpstr>
      <vt:lpstr>Public Key Encryption : RSA</vt:lpstr>
      <vt:lpstr>Rivest-Shamir-Adleman (RSA)</vt:lpstr>
      <vt:lpstr>RSA Key Generation</vt:lpstr>
      <vt:lpstr>Encryption and Decryption </vt:lpstr>
      <vt:lpstr>Example </vt:lpstr>
      <vt:lpstr>Example 2</vt:lpstr>
      <vt:lpstr>Transmitting RSA Encoded Message</vt:lpstr>
      <vt:lpstr>Security of RSA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Asymmetric Ciphers</dc:title>
  <dc:creator>Abdullah</dc:creator>
  <cp:lastModifiedBy>Hasan Shah</cp:lastModifiedBy>
  <cp:revision>54</cp:revision>
  <dcterms:created xsi:type="dcterms:W3CDTF">2022-09-27T08:12:57Z</dcterms:created>
  <dcterms:modified xsi:type="dcterms:W3CDTF">2024-11-29T14:11:26Z</dcterms:modified>
</cp:coreProperties>
</file>